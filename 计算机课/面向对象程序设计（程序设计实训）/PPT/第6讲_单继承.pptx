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0" r:id="rId3"/>
    <p:sldMasterId id="2147483672" r:id="rId4"/>
    <p:sldMasterId id="2147483684" r:id="rId5"/>
    <p:sldMasterId id="2147483697" r:id="rId6"/>
    <p:sldMasterId id="2147483709" r:id="rId7"/>
    <p:sldMasterId id="2147483721" r:id="rId8"/>
  </p:sldMasterIdLst>
  <p:notesMasterIdLst>
    <p:notesMasterId r:id="rId11"/>
  </p:notesMasterIdLst>
  <p:sldIdLst>
    <p:sldId id="2776" r:id="rId9"/>
    <p:sldId id="383" r:id="rId10"/>
    <p:sldId id="2797" r:id="rId12"/>
    <p:sldId id="2817" r:id="rId13"/>
    <p:sldId id="2799" r:id="rId14"/>
    <p:sldId id="2800" r:id="rId15"/>
    <p:sldId id="2801" r:id="rId16"/>
    <p:sldId id="2802" r:id="rId17"/>
    <p:sldId id="2803" r:id="rId18"/>
    <p:sldId id="2804" r:id="rId19"/>
    <p:sldId id="2805" r:id="rId20"/>
    <p:sldId id="2806" r:id="rId21"/>
    <p:sldId id="379" r:id="rId22"/>
    <p:sldId id="2807" r:id="rId23"/>
    <p:sldId id="380" r:id="rId24"/>
    <p:sldId id="381" r:id="rId25"/>
    <p:sldId id="382" r:id="rId26"/>
    <p:sldId id="2808" r:id="rId27"/>
    <p:sldId id="384" r:id="rId28"/>
    <p:sldId id="2809" r:id="rId29"/>
    <p:sldId id="2818" r:id="rId30"/>
    <p:sldId id="344" r:id="rId31"/>
    <p:sldId id="349" r:id="rId32"/>
    <p:sldId id="351" r:id="rId33"/>
    <p:sldId id="378" r:id="rId34"/>
    <p:sldId id="385" r:id="rId35"/>
    <p:sldId id="353" r:id="rId36"/>
    <p:sldId id="355" r:id="rId37"/>
    <p:sldId id="376" r:id="rId38"/>
    <p:sldId id="386" r:id="rId39"/>
    <p:sldId id="389" r:id="rId40"/>
    <p:sldId id="2820" r:id="rId41"/>
    <p:sldId id="375" r:id="rId42"/>
    <p:sldId id="356" r:id="rId43"/>
    <p:sldId id="388" r:id="rId44"/>
    <p:sldId id="281" r:id="rId45"/>
    <p:sldId id="283" r:id="rId46"/>
    <p:sldId id="285" r:id="rId47"/>
    <p:sldId id="360" r:id="rId48"/>
    <p:sldId id="2811" r:id="rId49"/>
    <p:sldId id="2812" r:id="rId50"/>
    <p:sldId id="2821" r:id="rId51"/>
    <p:sldId id="363" r:id="rId52"/>
    <p:sldId id="2822" r:id="rId53"/>
    <p:sldId id="2823" r:id="rId54"/>
    <p:sldId id="2816" r:id="rId55"/>
    <p:sldId id="364" r:id="rId56"/>
    <p:sldId id="293" r:id="rId57"/>
    <p:sldId id="294" r:id="rId58"/>
    <p:sldId id="2810" r:id="rId59"/>
    <p:sldId id="295" r:id="rId60"/>
    <p:sldId id="390" r:id="rId61"/>
    <p:sldId id="296" r:id="rId62"/>
    <p:sldId id="297" r:id="rId63"/>
    <p:sldId id="298" r:id="rId64"/>
    <p:sldId id="299" r:id="rId65"/>
    <p:sldId id="300" r:id="rId66"/>
    <p:sldId id="301" r:id="rId67"/>
    <p:sldId id="302" r:id="rId68"/>
    <p:sldId id="303" r:id="rId69"/>
    <p:sldId id="304" r:id="rId70"/>
    <p:sldId id="305" r:id="rId71"/>
    <p:sldId id="366" r:id="rId72"/>
    <p:sldId id="367" r:id="rId73"/>
    <p:sldId id="368" r:id="rId74"/>
    <p:sldId id="369" r:id="rId75"/>
    <p:sldId id="370" r:id="rId76"/>
    <p:sldId id="371" r:id="rId77"/>
    <p:sldId id="373" r:id="rId78"/>
    <p:sldId id="374" r:id="rId79"/>
    <p:sldId id="372" r:id="rId80"/>
  </p:sldIdLst>
  <p:sldSz cx="10080625" cy="6858000"/>
  <p:notesSz cx="6669405" cy="9928225"/>
  <p:custDataLst>
    <p:tags r:id="rId85"/>
  </p:custDataLst>
  <p:defaultTextStyle>
    <a:defPPr>
      <a:defRPr lang="ko-KR"/>
    </a:defPPr>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vl6pPr marL="2286000" lvl="5"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6pPr>
    <a:lvl7pPr marL="2743200" lvl="6"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7pPr>
    <a:lvl8pPr marL="3200400" lvl="7"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8pPr>
    <a:lvl9pPr marL="3657600" lvl="8"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00"/>
    <a:srgbClr val="C5E8ED"/>
    <a:srgbClr val="59BFCD"/>
    <a:srgbClr val="55AF84"/>
    <a:srgbClr val="B2B2B2"/>
    <a:srgbClr val="EAEAEA"/>
    <a:srgbClr val="C0C0C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3"/>
    <p:restoredTop sz="74317"/>
  </p:normalViewPr>
  <p:slideViewPr>
    <p:cSldViewPr snapToObjects="1" showGuides="1">
      <p:cViewPr varScale="1">
        <p:scale>
          <a:sx n="72" d="100"/>
          <a:sy n="72" d="100"/>
        </p:scale>
        <p:origin x="372" y="64"/>
      </p:cViewPr>
      <p:guideLst>
        <p:guide orient="horz" pos="3884"/>
        <p:guide orient="horz" pos="1071"/>
        <p:guide pos="181"/>
        <p:guide pos="6168"/>
        <p:guide pos="3174"/>
        <p:guide pos="1096"/>
      </p:guideLst>
    </p:cSldViewPr>
  </p:slideViewPr>
  <p:notesTextViewPr>
    <p:cViewPr>
      <p:scale>
        <a:sx n="1" d="1"/>
        <a:sy n="1" d="1"/>
      </p:scale>
      <p:origin x="0" y="0"/>
    </p:cViewPr>
  </p:notesTextViewPr>
  <p:sorterViewPr showFormatting="0">
    <p:cViewPr>
      <p:scale>
        <a:sx n="100" d="100"/>
        <a:sy n="100" d="100"/>
      </p:scale>
      <p:origin x="0" y="454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5" Type="http://schemas.openxmlformats.org/officeDocument/2006/relationships/tags" Target="tags/tag1.xml"/><Relationship Id="rId84" Type="http://schemas.openxmlformats.org/officeDocument/2006/relationships/commentAuthors" Target="commentAuthors.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slide" Target="slides/slide71.xml"/><Relationship Id="rId8" Type="http://schemas.openxmlformats.org/officeDocument/2006/relationships/slideMaster" Target="slideMasters/slideMaster7.xml"/><Relationship Id="rId79" Type="http://schemas.openxmlformats.org/officeDocument/2006/relationships/slide" Target="slides/slide70.xml"/><Relationship Id="rId78" Type="http://schemas.openxmlformats.org/officeDocument/2006/relationships/slide" Target="slides/slide69.xml"/><Relationship Id="rId77" Type="http://schemas.openxmlformats.org/officeDocument/2006/relationships/slide" Target="slides/slide68.xml"/><Relationship Id="rId76" Type="http://schemas.openxmlformats.org/officeDocument/2006/relationships/slide" Target="slides/slide67.xml"/><Relationship Id="rId75" Type="http://schemas.openxmlformats.org/officeDocument/2006/relationships/slide" Target="slides/slide66.xml"/><Relationship Id="rId74" Type="http://schemas.openxmlformats.org/officeDocument/2006/relationships/slide" Target="slides/slide65.xml"/><Relationship Id="rId73" Type="http://schemas.openxmlformats.org/officeDocument/2006/relationships/slide" Target="slides/slide64.xml"/><Relationship Id="rId72" Type="http://schemas.openxmlformats.org/officeDocument/2006/relationships/slide" Target="slides/slide63.xml"/><Relationship Id="rId71" Type="http://schemas.openxmlformats.org/officeDocument/2006/relationships/slide" Target="slides/slide62.xml"/><Relationship Id="rId70" Type="http://schemas.openxmlformats.org/officeDocument/2006/relationships/slide" Target="slides/slide61.xml"/><Relationship Id="rId7" Type="http://schemas.openxmlformats.org/officeDocument/2006/relationships/slideMaster" Target="slideMasters/slideMaster6.xml"/><Relationship Id="rId69" Type="http://schemas.openxmlformats.org/officeDocument/2006/relationships/slide" Target="slides/slide60.xml"/><Relationship Id="rId68" Type="http://schemas.openxmlformats.org/officeDocument/2006/relationships/slide" Target="slides/slide59.xml"/><Relationship Id="rId67" Type="http://schemas.openxmlformats.org/officeDocument/2006/relationships/slide" Target="slides/slide58.xml"/><Relationship Id="rId66" Type="http://schemas.openxmlformats.org/officeDocument/2006/relationships/slide" Target="slides/slide57.xml"/><Relationship Id="rId65" Type="http://schemas.openxmlformats.org/officeDocument/2006/relationships/slide" Target="slides/slide56.xml"/><Relationship Id="rId64" Type="http://schemas.openxmlformats.org/officeDocument/2006/relationships/slide" Target="slides/slide55.xml"/><Relationship Id="rId63" Type="http://schemas.openxmlformats.org/officeDocument/2006/relationships/slide" Target="slides/slide54.xml"/><Relationship Id="rId62" Type="http://schemas.openxmlformats.org/officeDocument/2006/relationships/slide" Target="slides/slide53.xml"/><Relationship Id="rId61" Type="http://schemas.openxmlformats.org/officeDocument/2006/relationships/slide" Target="slides/slide52.xml"/><Relationship Id="rId60" Type="http://schemas.openxmlformats.org/officeDocument/2006/relationships/slide" Target="slides/slide51.xml"/><Relationship Id="rId6" Type="http://schemas.openxmlformats.org/officeDocument/2006/relationships/slideMaster" Target="slideMasters/slideMaster5.xml"/><Relationship Id="rId59" Type="http://schemas.openxmlformats.org/officeDocument/2006/relationships/slide" Target="slides/slide50.xml"/><Relationship Id="rId58" Type="http://schemas.openxmlformats.org/officeDocument/2006/relationships/slide" Target="slides/slide49.xml"/><Relationship Id="rId57" Type="http://schemas.openxmlformats.org/officeDocument/2006/relationships/slide" Target="slides/slide48.xml"/><Relationship Id="rId56" Type="http://schemas.openxmlformats.org/officeDocument/2006/relationships/slide" Target="slides/slide47.xml"/><Relationship Id="rId55" Type="http://schemas.openxmlformats.org/officeDocument/2006/relationships/slide" Target="slides/slide46.xml"/><Relationship Id="rId54" Type="http://schemas.openxmlformats.org/officeDocument/2006/relationships/slide" Target="slides/slide45.xml"/><Relationship Id="rId53" Type="http://schemas.openxmlformats.org/officeDocument/2006/relationships/slide" Target="slides/slide44.xml"/><Relationship Id="rId52" Type="http://schemas.openxmlformats.org/officeDocument/2006/relationships/slide" Target="slides/slide43.xml"/><Relationship Id="rId51" Type="http://schemas.openxmlformats.org/officeDocument/2006/relationships/slide" Target="slides/slide42.xml"/><Relationship Id="rId50" Type="http://schemas.openxmlformats.org/officeDocument/2006/relationships/slide" Target="slides/slide41.xml"/><Relationship Id="rId5" Type="http://schemas.openxmlformats.org/officeDocument/2006/relationships/slideMaster" Target="slideMasters/slideMaster4.xml"/><Relationship Id="rId49" Type="http://schemas.openxmlformats.org/officeDocument/2006/relationships/slide" Target="slides/slide40.xml"/><Relationship Id="rId48" Type="http://schemas.openxmlformats.org/officeDocument/2006/relationships/slide" Target="slides/slide39.xml"/><Relationship Id="rId47" Type="http://schemas.openxmlformats.org/officeDocument/2006/relationships/slide" Target="slides/slide38.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notesMaster" Target="notesMasters/notesMaster1.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2890838" cy="496888"/>
          </a:xfrm>
          <a:prstGeom prst="rect">
            <a:avLst/>
          </a:prstGeom>
          <a:noFill/>
          <a:ln>
            <a:noFill/>
          </a:ln>
        </p:spPr>
        <p:txBody>
          <a:bodyPr vert="horz" wrap="square" lIns="94651" tIns="47326" rIns="94651" bIns="47326" numCol="1" anchor="t" anchorCtr="0" compatLnSpc="1"/>
          <a:lstStyle>
            <a:lvl1pPr algn="l" defTabSz="946150" eaLnBrk="1" latinLnBrk="1" hangingPunct="1">
              <a:lnSpc>
                <a:spcPct val="100000"/>
              </a:lnSpc>
              <a:spcBef>
                <a:spcPct val="50000"/>
              </a:spcBef>
              <a:buClrTx/>
              <a:buFontTx/>
              <a:buNone/>
              <a:defRPr sz="1300">
                <a:latin typeface="Tahoma" panose="020B0604030504040204" pitchFamily="34" charset="0"/>
              </a:defRPr>
            </a:lvl1pPr>
          </a:lstStyle>
          <a:p>
            <a:pPr marL="0" marR="0" lvl="0" indent="0" algn="l" defTabSz="946150" rtl="0" eaLnBrk="1" fontAlgn="base" latinLnBrk="1" hangingPunct="1">
              <a:lnSpc>
                <a:spcPct val="100000"/>
              </a:lnSpc>
              <a:spcBef>
                <a:spcPct val="5000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ahoma" panose="020B0604030504040204" pitchFamily="34" charset="0"/>
              <a:ea typeface="Gulim" pitchFamily="34" charset="-127"/>
              <a:cs typeface="+mn-cs"/>
            </a:endParaRPr>
          </a:p>
        </p:txBody>
      </p:sp>
      <p:sp>
        <p:nvSpPr>
          <p:cNvPr id="4099" name="Rectangle 3"/>
          <p:cNvSpPr>
            <a:spLocks noGrp="1" noChangeArrowheads="1"/>
          </p:cNvSpPr>
          <p:nvPr>
            <p:ph type="dt" idx="1"/>
          </p:nvPr>
        </p:nvSpPr>
        <p:spPr bwMode="auto">
          <a:xfrm>
            <a:off x="3778250" y="0"/>
            <a:ext cx="2890838" cy="496888"/>
          </a:xfrm>
          <a:prstGeom prst="rect">
            <a:avLst/>
          </a:prstGeom>
          <a:noFill/>
          <a:ln>
            <a:noFill/>
          </a:ln>
        </p:spPr>
        <p:txBody>
          <a:bodyPr vert="horz" wrap="square" lIns="94651" tIns="47326" rIns="94651" bIns="47326" numCol="1" anchor="t" anchorCtr="0" compatLnSpc="1"/>
          <a:lstStyle>
            <a:lvl1pPr algn="r" defTabSz="946150" eaLnBrk="1" latinLnBrk="1" hangingPunct="1">
              <a:lnSpc>
                <a:spcPct val="100000"/>
              </a:lnSpc>
              <a:spcBef>
                <a:spcPct val="50000"/>
              </a:spcBef>
              <a:buClrTx/>
              <a:buFontTx/>
              <a:buNone/>
              <a:defRPr sz="1300">
                <a:latin typeface="Tahoma" panose="020B0604030504040204" pitchFamily="34" charset="0"/>
              </a:defRPr>
            </a:lvl1pPr>
          </a:lstStyle>
          <a:p>
            <a:pPr marL="0" marR="0" lvl="0" indent="0" algn="r" defTabSz="946150" rtl="0" eaLnBrk="1" fontAlgn="base" latinLnBrk="1" hangingPunct="1">
              <a:lnSpc>
                <a:spcPct val="100000"/>
              </a:lnSpc>
              <a:spcBef>
                <a:spcPct val="5000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ahoma" panose="020B0604030504040204" pitchFamily="34" charset="0"/>
              <a:ea typeface="Gulim" pitchFamily="34" charset="-127"/>
              <a:cs typeface="+mn-cs"/>
            </a:endParaRPr>
          </a:p>
        </p:txBody>
      </p:sp>
      <p:sp>
        <p:nvSpPr>
          <p:cNvPr id="10244" name="Rectangle 4"/>
          <p:cNvSpPr>
            <a:spLocks noGrp="1" noRot="1" noChangeAspect="1"/>
          </p:cNvSpPr>
          <p:nvPr>
            <p:ph type="sldImg" idx="2"/>
          </p:nvPr>
        </p:nvSpPr>
        <p:spPr>
          <a:xfrm>
            <a:off x="606425" y="746125"/>
            <a:ext cx="5464175" cy="3719513"/>
          </a:xfrm>
          <a:prstGeom prst="rect">
            <a:avLst/>
          </a:prstGeom>
          <a:noFill/>
          <a:ln w="9525">
            <a:noFill/>
          </a:ln>
        </p:spPr>
      </p:sp>
      <p:sp>
        <p:nvSpPr>
          <p:cNvPr id="4101" name="Rectangle 5"/>
          <p:cNvSpPr>
            <a:spLocks noGrp="1" noChangeArrowheads="1"/>
          </p:cNvSpPr>
          <p:nvPr>
            <p:ph type="body" sz="quarter" idx="3"/>
          </p:nvPr>
        </p:nvSpPr>
        <p:spPr bwMode="auto">
          <a:xfrm>
            <a:off x="890588" y="4714875"/>
            <a:ext cx="4887913" cy="4467225"/>
          </a:xfrm>
          <a:prstGeom prst="rect">
            <a:avLst/>
          </a:prstGeom>
          <a:noFill/>
          <a:ln>
            <a:noFill/>
          </a:ln>
        </p:spPr>
        <p:txBody>
          <a:bodyPr vert="horz" wrap="square" lIns="94651" tIns="47326" rIns="94651" bIns="47326" numCol="1" anchor="ctr" anchorCtr="0" compatLnSpc="1"/>
          <a:lstStyle/>
          <a:p>
            <a:pPr marL="0" marR="0" lvl="0"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rPr>
              <a:t>마스터 텍스트 스타일을 편집합니다</a:t>
            </a:r>
            <a:endPar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endParaRPr>
          </a:p>
          <a:p>
            <a:pPr marL="457200" marR="0" lvl="1"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rPr>
              <a:t>둘째 수준</a:t>
            </a:r>
            <a:endPar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endParaRPr>
          </a:p>
          <a:p>
            <a:pPr marL="914400" marR="0" lvl="2"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rPr>
              <a:t>셋째 수준</a:t>
            </a:r>
            <a:endPar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endParaRPr>
          </a:p>
          <a:p>
            <a:pPr marL="1371600" marR="0" lvl="3"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rPr>
              <a:t>넷째 수준</a:t>
            </a:r>
            <a:endPar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endParaRPr>
          </a:p>
          <a:p>
            <a:pPr marL="1828800" marR="0" lvl="4"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rPr>
              <a:t>다섯째 수준</a:t>
            </a:r>
            <a:endParaRPr kumimoji="0" lang="ko-KR" altLang="en-US" sz="1200" b="0" i="0" u="none" strike="noStrike" kern="1200" cap="none" spc="0" normalizeH="0" baseline="0" noProof="0">
              <a:ln>
                <a:noFill/>
              </a:ln>
              <a:solidFill>
                <a:schemeClr val="tx1"/>
              </a:solidFill>
              <a:effectLst/>
              <a:uLnTx/>
              <a:uFillTx/>
              <a:latin typeface="Gulim" pitchFamily="34" charset="-127"/>
              <a:ea typeface="宋体" panose="02010600030101010101" pitchFamily="2" charset="-122"/>
              <a:cs typeface="+mn-cs"/>
            </a:endParaRPr>
          </a:p>
        </p:txBody>
      </p:sp>
      <p:sp>
        <p:nvSpPr>
          <p:cNvPr id="4102" name="Rectangle 6"/>
          <p:cNvSpPr>
            <a:spLocks noGrp="1" noChangeArrowheads="1"/>
          </p:cNvSpPr>
          <p:nvPr>
            <p:ph type="ftr" sz="quarter" idx="4"/>
          </p:nvPr>
        </p:nvSpPr>
        <p:spPr bwMode="auto">
          <a:xfrm>
            <a:off x="0" y="9431338"/>
            <a:ext cx="2890838" cy="496888"/>
          </a:xfrm>
          <a:prstGeom prst="rect">
            <a:avLst/>
          </a:prstGeom>
          <a:noFill/>
          <a:ln>
            <a:noFill/>
          </a:ln>
        </p:spPr>
        <p:txBody>
          <a:bodyPr vert="horz" wrap="square" lIns="94651" tIns="47326" rIns="94651" bIns="47326" numCol="1" anchor="b" anchorCtr="0" compatLnSpc="1"/>
          <a:lstStyle>
            <a:lvl1pPr algn="l" defTabSz="946150" eaLnBrk="1" latinLnBrk="1" hangingPunct="1">
              <a:lnSpc>
                <a:spcPct val="100000"/>
              </a:lnSpc>
              <a:spcBef>
                <a:spcPct val="50000"/>
              </a:spcBef>
              <a:buClrTx/>
              <a:buFontTx/>
              <a:buNone/>
              <a:defRPr sz="1300">
                <a:latin typeface="Tahoma" panose="020B0604030504040204" pitchFamily="34" charset="0"/>
              </a:defRPr>
            </a:lvl1pPr>
          </a:lstStyle>
          <a:p>
            <a:pPr marL="0" marR="0" lvl="0" indent="0" algn="l" defTabSz="946150" rtl="0" eaLnBrk="1" fontAlgn="base" latinLnBrk="1" hangingPunct="1">
              <a:lnSpc>
                <a:spcPct val="100000"/>
              </a:lnSpc>
              <a:spcBef>
                <a:spcPct val="5000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ahoma" panose="020B0604030504040204" pitchFamily="34" charset="0"/>
              <a:ea typeface="Gulim" pitchFamily="34" charset="-127"/>
              <a:cs typeface="+mn-cs"/>
            </a:endParaRPr>
          </a:p>
        </p:txBody>
      </p:sp>
      <p:sp>
        <p:nvSpPr>
          <p:cNvPr id="4103" name="Rectangle 7"/>
          <p:cNvSpPr>
            <a:spLocks noGrp="1" noChangeArrowheads="1"/>
          </p:cNvSpPr>
          <p:nvPr>
            <p:ph type="sldNum" sz="quarter" idx="5"/>
          </p:nvPr>
        </p:nvSpPr>
        <p:spPr bwMode="auto">
          <a:xfrm>
            <a:off x="3778250" y="9431338"/>
            <a:ext cx="2890838" cy="496888"/>
          </a:xfrm>
          <a:prstGeom prst="rect">
            <a:avLst/>
          </a:prstGeom>
          <a:noFill/>
          <a:ln>
            <a:noFill/>
          </a:ln>
        </p:spPr>
        <p:txBody>
          <a:bodyPr vert="horz" wrap="square" lIns="94651" tIns="47326" rIns="94651" bIns="47326" numCol="1" anchor="b" anchorCtr="0" compatLnSpc="1"/>
          <a:p>
            <a:pPr lvl="0" algn="r" defTabSz="946150" eaLnBrk="1" latinLnBrk="1" hangingPunct="1">
              <a:spcBef>
                <a:spcPct val="50000"/>
              </a:spcBef>
              <a:buNone/>
            </a:pPr>
            <a:fld id="{9A0DB2DC-4C9A-4742-B13C-FB6460FD3503}" type="slidenum">
              <a:rPr lang="en-US" altLang="zh-CN" sz="1300" dirty="0">
                <a:latin typeface="Tahoma" panose="020B0604030504040204" pitchFamily="34" charset="0"/>
              </a:rPr>
            </a:fld>
            <a:endParaRPr lang="en-US" altLang="zh-CN" sz="1300" dirty="0">
              <a:latin typeface="Tahoma" panose="020B060403050404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sz="1200" kern="1200">
        <a:solidFill>
          <a:schemeClr val="tx1"/>
        </a:solidFill>
        <a:latin typeface="Gulim" pitchFamily="34" charset="-127"/>
        <a:ea typeface="宋体" panose="02010600030101010101" pitchFamily="2" charset="-122"/>
        <a:cs typeface="+mn-cs"/>
      </a:defRPr>
    </a:lvl1pPr>
    <a:lvl2pPr marL="457200" algn="l" rtl="0" eaLnBrk="0" fontAlgn="base" latinLnBrk="1" hangingPunct="0">
      <a:spcBef>
        <a:spcPct val="30000"/>
      </a:spcBef>
      <a:spcAft>
        <a:spcPct val="0"/>
      </a:spcAft>
      <a:defRPr sz="1200" kern="1200">
        <a:solidFill>
          <a:schemeClr val="tx1"/>
        </a:solidFill>
        <a:latin typeface="Gulim" pitchFamily="34" charset="-127"/>
        <a:ea typeface="宋体" panose="02010600030101010101" pitchFamily="2" charset="-122"/>
        <a:cs typeface="+mn-cs"/>
      </a:defRPr>
    </a:lvl2pPr>
    <a:lvl3pPr marL="914400" algn="l" rtl="0" eaLnBrk="0" fontAlgn="base" latinLnBrk="1" hangingPunct="0">
      <a:spcBef>
        <a:spcPct val="30000"/>
      </a:spcBef>
      <a:spcAft>
        <a:spcPct val="0"/>
      </a:spcAft>
      <a:defRPr sz="1200" kern="1200">
        <a:solidFill>
          <a:schemeClr val="tx1"/>
        </a:solidFill>
        <a:latin typeface="Gulim" pitchFamily="34" charset="-127"/>
        <a:ea typeface="宋体" panose="02010600030101010101" pitchFamily="2" charset="-122"/>
        <a:cs typeface="+mn-cs"/>
      </a:defRPr>
    </a:lvl3pPr>
    <a:lvl4pPr marL="1371600" algn="l" rtl="0" eaLnBrk="0" fontAlgn="base" latinLnBrk="1" hangingPunct="0">
      <a:spcBef>
        <a:spcPct val="30000"/>
      </a:spcBef>
      <a:spcAft>
        <a:spcPct val="0"/>
      </a:spcAft>
      <a:defRPr sz="1200" kern="1200">
        <a:solidFill>
          <a:schemeClr val="tx1"/>
        </a:solidFill>
        <a:latin typeface="Gulim" pitchFamily="34" charset="-127"/>
        <a:ea typeface="宋体" panose="02010600030101010101" pitchFamily="2" charset="-122"/>
        <a:cs typeface="+mn-cs"/>
      </a:defRPr>
    </a:lvl4pPr>
    <a:lvl5pPr marL="1828800" algn="l" rtl="0" eaLnBrk="0" fontAlgn="base" latinLnBrk="1" hangingPunct="0">
      <a:spcBef>
        <a:spcPct val="30000"/>
      </a:spcBef>
      <a:spcAft>
        <a:spcPct val="0"/>
      </a:spcAft>
      <a:defRPr sz="1200" kern="1200">
        <a:solidFill>
          <a:schemeClr val="tx1"/>
        </a:solidFill>
        <a:latin typeface="Gulim" pitchFamily="34" charset="-127"/>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xfrm>
            <a:off x="890588" y="4714875"/>
            <a:ext cx="4887912" cy="4467225"/>
          </a:xfrm>
          <a:ln/>
        </p:spPr>
        <p:txBody>
          <a:bodyPr wrap="square" lIns="94651" tIns="47326" rIns="94651" bIns="47326" anchor="ctr" anchorCtr="0"/>
          <a:p>
            <a:pPr lvl="0"/>
            <a:r>
              <a:rPr lang="zh-CN" altLang="en-US" dirty="0"/>
              <a:t>大多数时候，使用显式转换，能更加清晰得看出代码在做什么。</a:t>
            </a:r>
            <a:endParaRPr lang="zh-CN" altLang="en-US" dirty="0"/>
          </a:p>
        </p:txBody>
      </p:sp>
      <p:sp>
        <p:nvSpPr>
          <p:cNvPr id="13316"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spcBef>
                <a:spcPct val="50000"/>
              </a:spcBef>
            </a:pPr>
            <a:fld id="{9A0DB2DC-4C9A-4742-B13C-FB6460FD3503}" type="slidenum">
              <a:rPr lang="zh-CN" altLang="en-US" sz="1300" dirty="0">
                <a:latin typeface="Tahoma" panose="020B0604030504040204" pitchFamily="34" charset="0"/>
              </a:rPr>
            </a:fld>
            <a:endParaRPr lang="zh-CN" altLang="en-US" sz="1300" dirty="0">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18435" name="矩形 2"/>
          <p:cNvSpPr>
            <a:spLocks noGrp="1" noRot="1" noChangeAspect="1" noTextEdit="1"/>
          </p:cNvSpPr>
          <p:nvPr>
            <p:ph type="sldImg"/>
          </p:nvPr>
        </p:nvSpPr>
        <p:spPr>
          <a:ln>
            <a:solidFill>
              <a:srgbClr val="000000">
                <a:alpha val="100000"/>
              </a:srgbClr>
            </a:solidFill>
            <a:miter lim="800000"/>
          </a:ln>
        </p:spPr>
      </p:sp>
      <p:sp>
        <p:nvSpPr>
          <p:cNvPr id="18436"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r>
              <a:rPr lang="zh-CN" altLang="en-US" dirty="0"/>
              <a:t>第一个问题（类扩展），以身边的例子，说明用户需求可能发生变化，引入新的行为；</a:t>
            </a:r>
            <a:endParaRPr lang="zh-CN" altLang="en-US" dirty="0"/>
          </a:p>
          <a:p>
            <a:pPr lvl="0" eaLnBrk="1" hangingPunct="1">
              <a:spcBef>
                <a:spcPct val="0"/>
              </a:spcBef>
            </a:pPr>
            <a:r>
              <a:rPr lang="zh-CN" altLang="en-US" dirty="0"/>
              <a:t>解释第二个问题（抽象）：在</a:t>
            </a:r>
            <a:r>
              <a:rPr lang="en-US" altLang="zh-CN" dirty="0"/>
              <a:t>1980s</a:t>
            </a:r>
            <a:r>
              <a:rPr lang="zh-CN" altLang="en-US" dirty="0"/>
              <a:t>年前，国内的法规中没有宠物的概念。当时的法规中描述类似于“城市不准养狗”、 “阳台上不准养鸡鸭”等等。那么养猫可以吗？养鳄鱼可以吗？</a:t>
            </a:r>
            <a:r>
              <a:rPr lang="en-US" altLang="zh-CN" dirty="0"/>
              <a:t>……</a:t>
            </a:r>
            <a:r>
              <a:rPr lang="zh-CN" altLang="en-US" dirty="0"/>
              <a:t>每出现一种新的宠物，都要修改</a:t>
            </a:r>
            <a:r>
              <a:rPr lang="en-US" altLang="zh-CN" dirty="0"/>
              <a:t>/</a:t>
            </a:r>
            <a:r>
              <a:rPr lang="zh-CN" altLang="en-US" dirty="0"/>
              <a:t>增加新的法规吗？</a:t>
            </a:r>
            <a:endParaRPr lang="zh-CN" altLang="en-US" dirty="0"/>
          </a:p>
          <a:p>
            <a:pPr lvl="0" eaLnBrk="1" hangingPunct="1">
              <a:spcBef>
                <a:spcPct val="0"/>
              </a:spcBef>
            </a:pPr>
            <a:r>
              <a:rPr lang="zh-CN" altLang="en-US" dirty="0"/>
              <a:t>第二个问题（抽象），说明用户需求变化导致需要更高层次的抽象来描述共性行为。</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20483" name="矩形 2"/>
          <p:cNvSpPr>
            <a:spLocks noGrp="1" noRot="1" noChangeAspect="1" noTextEdit="1"/>
          </p:cNvSpPr>
          <p:nvPr>
            <p:ph type="sldImg"/>
          </p:nvPr>
        </p:nvSpPr>
        <p:spPr>
          <a:ln>
            <a:solidFill>
              <a:srgbClr val="000000">
                <a:alpha val="100000"/>
              </a:srgbClr>
            </a:solidFill>
            <a:miter lim="800000"/>
          </a:ln>
        </p:spPr>
      </p:sp>
      <p:sp>
        <p:nvSpPr>
          <p:cNvPr id="20484"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r>
              <a:rPr lang="zh-CN" altLang="en-US" dirty="0"/>
              <a:t>提问：身边还有哪些</a:t>
            </a:r>
            <a:r>
              <a:rPr lang="en-US" altLang="zh-CN" dirty="0"/>
              <a:t>IS-A</a:t>
            </a:r>
            <a:r>
              <a:rPr lang="zh-CN" altLang="en-US" dirty="0"/>
              <a:t>关系的例子？</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22531" name="矩形 2"/>
          <p:cNvSpPr>
            <a:spLocks noGrp="1" noRot="1" noChangeAspect="1" noTextEdit="1"/>
          </p:cNvSpPr>
          <p:nvPr>
            <p:ph type="sldImg"/>
          </p:nvPr>
        </p:nvSpPr>
        <p:spPr>
          <a:ln>
            <a:solidFill>
              <a:srgbClr val="000000">
                <a:alpha val="100000"/>
              </a:srgbClr>
            </a:solidFill>
            <a:miter lim="800000"/>
          </a:ln>
        </p:spPr>
      </p:sp>
      <p:sp>
        <p:nvSpPr>
          <p:cNvPr id="22532"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r>
              <a:rPr lang="zh-CN" altLang="en-US" dirty="0"/>
              <a:t>解释“继承</a:t>
            </a:r>
            <a:r>
              <a:rPr lang="en-US" altLang="zh-CN" dirty="0"/>
              <a:t>”</a:t>
            </a:r>
            <a:r>
              <a:rPr lang="zh-CN" altLang="en-US" dirty="0"/>
              <a:t>的借用。</a:t>
            </a:r>
            <a:endParaRPr lang="zh-CN" altLang="en-US" dirty="0"/>
          </a:p>
          <a:p>
            <a:pPr lvl="0" eaLnBrk="1" hangingPunct="1">
              <a:spcBef>
                <a:spcPct val="0"/>
              </a:spcBef>
            </a:pPr>
            <a:r>
              <a:rPr lang="zh-CN" altLang="en-US" sz="1400" b="1" dirty="0"/>
              <a:t>注意区分类间的关系和个体（对象）间的关系：</a:t>
            </a:r>
            <a:r>
              <a:rPr lang="en-US" altLang="zh-CN" sz="1400" b="1" dirty="0"/>
              <a:t>IS-A</a:t>
            </a:r>
            <a:r>
              <a:rPr lang="zh-CN" altLang="en-US" sz="1400" b="1" dirty="0"/>
              <a:t>关系（以及继承）是类间的关系。</a:t>
            </a:r>
            <a:endParaRPr lang="zh-CN" altLang="en-US" sz="1400"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24579" name="矩形 2"/>
          <p:cNvSpPr>
            <a:spLocks noGrp="1" noRot="1" noChangeAspect="1" noTextEdit="1"/>
          </p:cNvSpPr>
          <p:nvPr>
            <p:ph type="sldImg"/>
          </p:nvPr>
        </p:nvSpPr>
        <p:spPr>
          <a:ln>
            <a:solidFill>
              <a:srgbClr val="000000">
                <a:alpha val="100000"/>
              </a:srgbClr>
            </a:solidFill>
            <a:miter lim="800000"/>
          </a:ln>
        </p:spPr>
      </p:sp>
      <p:sp>
        <p:nvSpPr>
          <p:cNvPr id="24580"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r>
              <a:rPr lang="zh-CN" altLang="en-US" dirty="0"/>
              <a:t>强调一下：这些继承关系是</a:t>
            </a:r>
            <a:r>
              <a:rPr lang="en-US" altLang="zh-CN" dirty="0"/>
              <a:t>IS-A</a:t>
            </a:r>
            <a:r>
              <a:rPr lang="zh-CN" altLang="en-US" dirty="0"/>
              <a:t>关系</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26627" name="矩形 2"/>
          <p:cNvSpPr>
            <a:spLocks noGrp="1" noRot="1" noChangeAspect="1" noTextEdit="1"/>
          </p:cNvSpPr>
          <p:nvPr>
            <p:ph type="sldImg"/>
          </p:nvPr>
        </p:nvSpPr>
        <p:spPr>
          <a:ln>
            <a:solidFill>
              <a:srgbClr val="000000">
                <a:alpha val="100000"/>
              </a:srgbClr>
            </a:solidFill>
            <a:miter lim="800000"/>
          </a:ln>
        </p:spPr>
      </p:sp>
      <p:sp>
        <p:nvSpPr>
          <p:cNvPr id="26628"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r>
              <a:rPr lang="zh-CN" altLang="en-US" dirty="0"/>
              <a:t>类间关系除了</a:t>
            </a:r>
            <a:r>
              <a:rPr lang="en-US" altLang="zh-CN" dirty="0"/>
              <a:t>IS-A</a:t>
            </a:r>
            <a:r>
              <a:rPr lang="zh-CN" altLang="en-US" dirty="0"/>
              <a:t>关系外，还有一些关系是</a:t>
            </a:r>
            <a:r>
              <a:rPr lang="en-US" altLang="zh-CN" dirty="0"/>
              <a:t>OOP</a:t>
            </a:r>
            <a:r>
              <a:rPr lang="zh-CN" altLang="en-US" dirty="0"/>
              <a:t>中需要特别注意的，如</a:t>
            </a:r>
            <a:r>
              <a:rPr lang="en-US" altLang="zh-CN" dirty="0"/>
              <a:t>HAS-A</a:t>
            </a:r>
            <a:r>
              <a:rPr lang="zh-CN" altLang="en-US" dirty="0"/>
              <a:t>关系。</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28675" name="矩形 2"/>
          <p:cNvSpPr>
            <a:spLocks noGrp="1" noRot="1" noChangeAspect="1" noTextEdit="1"/>
          </p:cNvSpPr>
          <p:nvPr>
            <p:ph type="sldImg"/>
          </p:nvPr>
        </p:nvSpPr>
        <p:spPr>
          <a:ln>
            <a:solidFill>
              <a:srgbClr val="000000">
                <a:alpha val="100000"/>
              </a:srgbClr>
            </a:solidFill>
            <a:miter lim="800000"/>
          </a:ln>
        </p:spPr>
      </p:sp>
      <p:sp>
        <p:nvSpPr>
          <p:cNvPr id="28676"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30723" name="矩形 2"/>
          <p:cNvSpPr>
            <a:spLocks noGrp="1" noRot="1" noChangeAspect="1" noTextEdit="1"/>
          </p:cNvSpPr>
          <p:nvPr>
            <p:ph type="sldImg"/>
          </p:nvPr>
        </p:nvSpPr>
        <p:spPr>
          <a:ln>
            <a:solidFill>
              <a:srgbClr val="000000">
                <a:alpha val="100000"/>
              </a:srgbClr>
            </a:solidFill>
            <a:miter lim="800000"/>
          </a:ln>
        </p:spPr>
      </p:sp>
      <p:sp>
        <p:nvSpPr>
          <p:cNvPr id="30724"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幻灯片图像占位符 1"/>
          <p:cNvSpPr>
            <a:spLocks noGrp="1" noRot="1" noChangeAspect="1" noTextEdit="1"/>
          </p:cNvSpPr>
          <p:nvPr>
            <p:ph type="sldImg"/>
          </p:nvPr>
        </p:nvSpPr>
        <p:spPr>
          <a:ln>
            <a:solidFill>
              <a:srgbClr val="000000">
                <a:alpha val="100000"/>
              </a:srgbClr>
            </a:solidFill>
            <a:miter lim="800000"/>
          </a:ln>
        </p:spPr>
      </p:sp>
      <p:sp>
        <p:nvSpPr>
          <p:cNvPr id="32771"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
        <p:nvSpPr>
          <p:cNvPr id="32772"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a:ln>
            <a:solidFill>
              <a:srgbClr val="000000">
                <a:alpha val="100000"/>
              </a:srgbClr>
            </a:solidFill>
            <a:miter lim="800000"/>
          </a:ln>
        </p:spPr>
      </p:sp>
      <p:sp>
        <p:nvSpPr>
          <p:cNvPr id="34819"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
        <p:nvSpPr>
          <p:cNvPr id="34820"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幻灯片图像占位符 1"/>
          <p:cNvSpPr>
            <a:spLocks noGrp="1" noRot="1" noChangeAspect="1" noTextEdit="1"/>
          </p:cNvSpPr>
          <p:nvPr>
            <p:ph type="sldImg"/>
          </p:nvPr>
        </p:nvSpPr>
        <p:spPr>
          <a:ln>
            <a:solidFill>
              <a:srgbClr val="000000">
                <a:alpha val="100000"/>
              </a:srgbClr>
            </a:solidFill>
            <a:miter lim="800000"/>
          </a:ln>
        </p:spPr>
      </p:sp>
      <p:sp>
        <p:nvSpPr>
          <p:cNvPr id="36867"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
        <p:nvSpPr>
          <p:cNvPr id="36868"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幻灯片图像占位符 1"/>
          <p:cNvSpPr>
            <a:spLocks noGrp="1" noRot="1" noChangeAspect="1" noTextEdit="1"/>
          </p:cNvSpPr>
          <p:nvPr>
            <p:ph type="sldImg"/>
          </p:nvPr>
        </p:nvSpPr>
        <p:spPr>
          <a:ln>
            <a:solidFill>
              <a:srgbClr val="000000">
                <a:alpha val="100000"/>
              </a:srgbClr>
            </a:solidFill>
            <a:miter lim="800000"/>
          </a:ln>
        </p:spPr>
      </p:sp>
      <p:sp>
        <p:nvSpPr>
          <p:cNvPr id="38915"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
        <p:nvSpPr>
          <p:cNvPr id="38916"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a:ln>
            <a:solidFill>
              <a:srgbClr val="000000">
                <a:alpha val="100000"/>
              </a:srgbClr>
            </a:solidFill>
            <a:miter lim="800000"/>
          </a:ln>
        </p:spPr>
      </p:sp>
      <p:sp>
        <p:nvSpPr>
          <p:cNvPr id="40963"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r>
              <a:rPr lang="zh-CN" altLang="en-US" dirty="0"/>
              <a:t>注意，图片中直线少箭头。上层是基类，下层是派生类。</a:t>
            </a:r>
            <a:endParaRPr lang="zh-CN" altLang="en-US" dirty="0"/>
          </a:p>
        </p:txBody>
      </p:sp>
      <p:sp>
        <p:nvSpPr>
          <p:cNvPr id="40964"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幻灯片图像占位符 1"/>
          <p:cNvSpPr>
            <a:spLocks noGrp="1" noRot="1" noChangeAspect="1" noTextEdit="1"/>
          </p:cNvSpPr>
          <p:nvPr>
            <p:ph type="sldImg"/>
          </p:nvPr>
        </p:nvSpPr>
        <p:spPr>
          <a:ln>
            <a:solidFill>
              <a:srgbClr val="000000">
                <a:alpha val="100000"/>
              </a:srgbClr>
            </a:solidFill>
            <a:miter lim="800000"/>
          </a:ln>
        </p:spPr>
      </p:sp>
      <p:sp>
        <p:nvSpPr>
          <p:cNvPr id="43011"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
        <p:nvSpPr>
          <p:cNvPr id="43012"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幻灯片图像占位符 1"/>
          <p:cNvSpPr>
            <a:spLocks noGrp="1" noRot="1" noChangeAspect="1" noTextEdit="1"/>
          </p:cNvSpPr>
          <p:nvPr>
            <p:ph type="sldImg"/>
          </p:nvPr>
        </p:nvSpPr>
        <p:spPr>
          <a:ln>
            <a:solidFill>
              <a:srgbClr val="000000">
                <a:alpha val="100000"/>
              </a:srgbClr>
            </a:solidFill>
            <a:miter lim="800000"/>
          </a:ln>
        </p:spPr>
      </p:sp>
      <p:sp>
        <p:nvSpPr>
          <p:cNvPr id="45059"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
        <p:nvSpPr>
          <p:cNvPr id="45060"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eaLnBrk="1" latinLnBrk="0" hangingPunct="1">
              <a:spcBef>
                <a:spcPct val="0"/>
              </a:spcBef>
            </a:pPr>
            <a:fld id="{9A0DB2DC-4C9A-4742-B13C-FB6460FD3503}" type="slidenum">
              <a:rPr lang="en-US" altLang="zh-CN" dirty="0">
                <a:solidFill>
                  <a:srgbClr val="000000"/>
                </a:solidFill>
                <a:latin typeface="Times New Roman" panose="02020603050405020304" pitchFamily="18" charset="0"/>
              </a:rPr>
            </a:fld>
            <a:endParaRPr lang="en-US" altLang="zh-CN" dirty="0">
              <a:solidFill>
                <a:srgbClr val="000000"/>
              </a:solidFill>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47107" name="矩形 2"/>
          <p:cNvSpPr>
            <a:spLocks noGrp="1" noRot="1" noChangeAspect="1" noTextEdit="1"/>
          </p:cNvSpPr>
          <p:nvPr>
            <p:ph type="sldImg"/>
          </p:nvPr>
        </p:nvSpPr>
        <p:spPr>
          <a:ln>
            <a:solidFill>
              <a:srgbClr val="000000">
                <a:alpha val="100000"/>
              </a:srgbClr>
            </a:solidFill>
            <a:miter lim="800000"/>
          </a:ln>
        </p:spPr>
      </p:sp>
      <p:sp>
        <p:nvSpPr>
          <p:cNvPr id="47108"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b="1"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50179" name="矩形 2"/>
          <p:cNvSpPr>
            <a:spLocks noGrp="1" noRot="1" noChangeAspect="1" noTextEdit="1"/>
          </p:cNvSpPr>
          <p:nvPr>
            <p:ph type="sldImg"/>
          </p:nvPr>
        </p:nvSpPr>
        <p:spPr>
          <a:ln>
            <a:solidFill>
              <a:srgbClr val="000000">
                <a:alpha val="100000"/>
              </a:srgbClr>
            </a:solidFill>
            <a:miter lim="800000"/>
          </a:ln>
        </p:spPr>
      </p:sp>
      <p:sp>
        <p:nvSpPr>
          <p:cNvPr id="50180"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sz="1400" b="1"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矩形 7"/>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
        <p:nvSpPr>
          <p:cNvPr id="53251" name="矩形 2"/>
          <p:cNvSpPr>
            <a:spLocks noGrp="1" noRot="1" noChangeAspect="1" noTextEdit="1"/>
          </p:cNvSpPr>
          <p:nvPr>
            <p:ph type="sldImg"/>
          </p:nvPr>
        </p:nvSpPr>
        <p:spPr>
          <a:ln>
            <a:solidFill>
              <a:srgbClr val="000000">
                <a:alpha val="100000"/>
              </a:srgbClr>
            </a:solidFill>
            <a:miter lim="800000"/>
          </a:ln>
        </p:spPr>
      </p:sp>
      <p:sp>
        <p:nvSpPr>
          <p:cNvPr id="53252"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sz="1400" b="1"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xfrm>
            <a:off x="890588" y="4714875"/>
            <a:ext cx="4887912" cy="4467225"/>
          </a:xfrm>
          <a:ln/>
        </p:spPr>
        <p:txBody>
          <a:bodyPr wrap="square" lIns="94651" tIns="47326" rIns="94651" bIns="47326" anchor="ctr" anchorCtr="0"/>
          <a:p>
            <a:pPr lvl="0"/>
            <a:endParaRPr lang="zh-CN" altLang="en-US" dirty="0"/>
          </a:p>
        </p:txBody>
      </p:sp>
      <p:sp>
        <p:nvSpPr>
          <p:cNvPr id="62468"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spcBef>
                <a:spcPct val="50000"/>
              </a:spcBef>
            </a:pPr>
            <a:fld id="{9A0DB2DC-4C9A-4742-B13C-FB6460FD3503}" type="slidenum">
              <a:rPr lang="zh-CN" altLang="en-US" sz="1300" dirty="0">
                <a:latin typeface="Tahoma" panose="020B0604030504040204" pitchFamily="34" charset="0"/>
              </a:rPr>
            </a:fld>
            <a:endParaRPr lang="zh-CN" altLang="en-US" sz="1300" dirty="0">
              <a:latin typeface="Tahoma" panose="020B060403050404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xfrm>
            <a:off x="890588" y="4714875"/>
            <a:ext cx="4887912" cy="4467225"/>
          </a:xfrm>
          <a:ln/>
        </p:spPr>
        <p:txBody>
          <a:bodyPr wrap="square" lIns="94651" tIns="47326" rIns="94651" bIns="47326" anchor="ctr" anchorCtr="0"/>
          <a:p>
            <a:pPr lvl="0"/>
            <a:endParaRPr lang="zh-CN" altLang="en-US" dirty="0"/>
          </a:p>
        </p:txBody>
      </p:sp>
      <p:sp>
        <p:nvSpPr>
          <p:cNvPr id="64516"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spcBef>
                <a:spcPct val="50000"/>
              </a:spcBef>
            </a:pPr>
            <a:fld id="{9A0DB2DC-4C9A-4742-B13C-FB6460FD3503}" type="slidenum">
              <a:rPr lang="zh-CN" altLang="en-US" sz="1300" dirty="0">
                <a:latin typeface="Tahoma" panose="020B0604030504040204" pitchFamily="34" charset="0"/>
              </a:rPr>
            </a:fld>
            <a:endParaRPr lang="zh-CN" altLang="en-US" sz="1300" dirty="0">
              <a:latin typeface="Tahoma" panose="020B060403050404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idx="1"/>
          </p:nvPr>
        </p:nvSpPr>
        <p:spPr>
          <a:xfrm>
            <a:off x="890588" y="4714875"/>
            <a:ext cx="4887912" cy="4467225"/>
          </a:xfrm>
          <a:ln/>
        </p:spPr>
        <p:txBody>
          <a:bodyPr wrap="square" lIns="94651" tIns="47326" rIns="94651" bIns="47326" anchor="ctr" anchorCtr="0"/>
          <a:p>
            <a:pPr lvl="0"/>
            <a:endParaRPr lang="zh-CN" altLang="en-US" dirty="0"/>
          </a:p>
        </p:txBody>
      </p:sp>
      <p:sp>
        <p:nvSpPr>
          <p:cNvPr id="67588"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eaLnBrk="1" hangingPunct="1"/>
            <a:fld id="{9A0DB2DC-4C9A-4742-B13C-FB6460FD3503}" type="slidenum">
              <a:rPr lang="zh-CN" altLang="en-US" sz="1200" dirty="0">
                <a:solidFill>
                  <a:srgbClr val="000000"/>
                </a:solidFill>
                <a:latin typeface="Lucida Sans Unicode" panose="020B0602030504020204" pitchFamily="34" charset="0"/>
                <a:ea typeface="宋体" panose="02010600030101010101" pitchFamily="2" charset="-122"/>
              </a:rPr>
            </a:fld>
            <a:endParaRPr lang="zh-CN" altLang="en-US" sz="1200" dirty="0">
              <a:solidFill>
                <a:srgbClr val="000000"/>
              </a:solidFill>
              <a:latin typeface="Lucida Sans Unicode" panose="020B060203050402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幻灯片图像占位符 1"/>
          <p:cNvSpPr>
            <a:spLocks noGrp="1" noRot="1" noChangeAspect="1" noTextEdit="1"/>
          </p:cNvSpPr>
          <p:nvPr>
            <p:ph type="sldImg"/>
          </p:nvPr>
        </p:nvSpPr>
        <p:spPr>
          <a:ln>
            <a:solidFill>
              <a:srgbClr val="000000">
                <a:alpha val="100000"/>
              </a:srgbClr>
            </a:solidFill>
            <a:miter lim="800000"/>
          </a:ln>
        </p:spPr>
      </p:sp>
      <p:sp>
        <p:nvSpPr>
          <p:cNvPr id="73731"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
        <p:nvSpPr>
          <p:cNvPr id="73732"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幻灯片图像占位符 1"/>
          <p:cNvSpPr>
            <a:spLocks noGrp="1" noRot="1" noChangeAspect="1" noTextEdit="1"/>
          </p:cNvSpPr>
          <p:nvPr>
            <p:ph type="sldImg"/>
          </p:nvPr>
        </p:nvSpPr>
        <p:spPr>
          <a:ln/>
        </p:spPr>
      </p:sp>
      <p:sp>
        <p:nvSpPr>
          <p:cNvPr id="86019" name="备注占位符 2"/>
          <p:cNvSpPr>
            <a:spLocks noGrp="1"/>
          </p:cNvSpPr>
          <p:nvPr>
            <p:ph type="body" idx="1"/>
          </p:nvPr>
        </p:nvSpPr>
        <p:spPr>
          <a:xfrm>
            <a:off x="890588" y="4714875"/>
            <a:ext cx="4887912" cy="4467225"/>
          </a:xfrm>
          <a:ln/>
        </p:spPr>
        <p:txBody>
          <a:bodyPr wrap="square" lIns="94651" tIns="47326" rIns="94651" bIns="47326" anchor="ctr" anchorCtr="0"/>
          <a:p>
            <a:pPr lvl="0"/>
            <a:endParaRPr lang="zh-CN" altLang="en-US" dirty="0"/>
          </a:p>
        </p:txBody>
      </p:sp>
      <p:sp>
        <p:nvSpPr>
          <p:cNvPr id="86020"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spcBef>
                <a:spcPct val="50000"/>
              </a:spcBef>
            </a:pPr>
            <a:fld id="{9A0DB2DC-4C9A-4742-B13C-FB6460FD3503}" type="slidenum">
              <a:rPr lang="zh-CN" altLang="en-US" sz="1300" dirty="0">
                <a:latin typeface="Tahoma" panose="020B0604030504040204" pitchFamily="34" charset="0"/>
              </a:rPr>
            </a:fld>
            <a:endParaRPr lang="zh-CN" altLang="en-US" sz="1300" dirty="0">
              <a:latin typeface="Tahoma" panose="020B060403050404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xfrm>
            <a:off x="890588" y="4714875"/>
            <a:ext cx="4887912" cy="4467225"/>
          </a:xfrm>
          <a:ln/>
        </p:spPr>
        <p:txBody>
          <a:bodyPr wrap="square" lIns="94651" tIns="47326" rIns="94651" bIns="47326" anchor="ctr" anchorCtr="0"/>
          <a:p>
            <a:pPr lvl="0"/>
            <a:r>
              <a:rPr lang="zh-CN" altLang="en-US" dirty="0"/>
              <a:t>派生类访问基类同名函数，假设为</a:t>
            </a:r>
            <a:r>
              <a:rPr lang="en-US" altLang="zh-CN" dirty="0"/>
              <a:t>print</a:t>
            </a:r>
            <a:r>
              <a:rPr lang="zh-CN" altLang="en-US" dirty="0"/>
              <a:t>（）。  </a:t>
            </a:r>
            <a:r>
              <a:rPr lang="en-US" altLang="zh-CN" dirty="0"/>
              <a:t>CPerson::print();   s.Cperson::print();</a:t>
            </a:r>
            <a:endParaRPr lang="zh-CN" altLang="en-US" dirty="0"/>
          </a:p>
        </p:txBody>
      </p:sp>
      <p:sp>
        <p:nvSpPr>
          <p:cNvPr id="89092"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spcBef>
                <a:spcPct val="50000"/>
              </a:spcBef>
            </a:pPr>
            <a:fld id="{9A0DB2DC-4C9A-4742-B13C-FB6460FD3503}" type="slidenum">
              <a:rPr lang="zh-CN" altLang="en-US" sz="1300" dirty="0">
                <a:latin typeface="Tahoma" panose="020B0604030504040204" pitchFamily="34" charset="0"/>
              </a:rPr>
            </a:fld>
            <a:endParaRPr lang="zh-CN" altLang="en-US" sz="1300" dirty="0">
              <a:latin typeface="Tahoma" panose="020B060403050404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幻灯片图像占位符 1"/>
          <p:cNvSpPr>
            <a:spLocks noGrp="1" noRot="1" noChangeAspect="1" noTextEdit="1"/>
          </p:cNvSpPr>
          <p:nvPr>
            <p:ph type="sldImg"/>
          </p:nvPr>
        </p:nvSpPr>
        <p:spPr>
          <a:ln>
            <a:solidFill>
              <a:srgbClr val="000000">
                <a:alpha val="100000"/>
              </a:srgbClr>
            </a:solidFill>
            <a:miter lim="800000"/>
          </a:ln>
        </p:spPr>
      </p:sp>
      <p:sp>
        <p:nvSpPr>
          <p:cNvPr id="97283" name="备注占位符 2"/>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en-US" dirty="0"/>
          </a:p>
        </p:txBody>
      </p:sp>
      <p:sp>
        <p:nvSpPr>
          <p:cNvPr id="97284"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矩形 1031"/>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hangingPunct="1">
              <a:spcBef>
                <a:spcPct val="5000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
        <p:nvSpPr>
          <p:cNvPr id="100355" name="矩形 2"/>
          <p:cNvSpPr>
            <a:spLocks noGrp="1" noRot="1" noChangeAspect="1" noTextEdit="1"/>
          </p:cNvSpPr>
          <p:nvPr>
            <p:ph type="sldImg"/>
          </p:nvPr>
        </p:nvSpPr>
        <p:spPr>
          <a:ln>
            <a:solidFill>
              <a:srgbClr val="000000">
                <a:alpha val="100000"/>
              </a:srgbClr>
            </a:solidFill>
            <a:miter lim="800000"/>
          </a:ln>
        </p:spPr>
      </p:sp>
      <p:sp>
        <p:nvSpPr>
          <p:cNvPr id="100356" name="矩形 3"/>
          <p:cNvSpPr>
            <a:spLocks noGrp="1"/>
          </p:cNvSpPr>
          <p:nvPr>
            <p:ph type="body" idx="1"/>
          </p:nvPr>
        </p:nvSpPr>
        <p:spPr>
          <a:xfrm>
            <a:off x="890588" y="4714875"/>
            <a:ext cx="4887912" cy="4467225"/>
          </a:xfrm>
          <a:ln/>
        </p:spPr>
        <p:txBody>
          <a:bodyPr wrap="square" lIns="94651" tIns="47326" rIns="94651" bIns="47326" anchor="t" anchorCtr="0"/>
          <a:p>
            <a:pPr lvl="0" eaLnBrk="1" hangingPunct="1">
              <a:spcBef>
                <a:spcPct val="0"/>
              </a:spcBef>
            </a:pPr>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xfrm>
            <a:off x="890588" y="4714875"/>
            <a:ext cx="4887912" cy="4467225"/>
          </a:xfrm>
          <a:ln/>
        </p:spPr>
        <p:txBody>
          <a:bodyPr wrap="square" lIns="94651" tIns="47326" rIns="94651" bIns="47326" anchor="ctr" anchorCtr="0"/>
          <a:p>
            <a:pPr lvl="0"/>
            <a:endParaRPr lang="zh-CN" altLang="en-US" dirty="0"/>
          </a:p>
        </p:txBody>
      </p:sp>
      <p:sp>
        <p:nvSpPr>
          <p:cNvPr id="102404"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spcBef>
                <a:spcPct val="50000"/>
              </a:spcBef>
            </a:pPr>
            <a:fld id="{9A0DB2DC-4C9A-4742-B13C-FB6460FD3503}" type="slidenum">
              <a:rPr lang="zh-CN" altLang="en-US" sz="1300" dirty="0">
                <a:latin typeface="Tahoma" panose="020B0604030504040204" pitchFamily="34" charset="0"/>
              </a:rPr>
            </a:fld>
            <a:endParaRPr lang="zh-CN" altLang="en-US" sz="1300" dirty="0">
              <a:latin typeface="Tahoma" panose="020B060403050404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xfrm>
            <a:off x="890588" y="4714875"/>
            <a:ext cx="4887912" cy="4467225"/>
          </a:xfrm>
          <a:ln/>
        </p:spPr>
        <p:txBody>
          <a:bodyPr wrap="square" lIns="94651" tIns="47326" rIns="94651" bIns="47326" anchor="ctr" anchorCtr="0"/>
          <a:p>
            <a:pPr lvl="0"/>
            <a:endParaRPr lang="zh-CN" altLang="en-US" dirty="0"/>
          </a:p>
        </p:txBody>
      </p:sp>
      <p:sp>
        <p:nvSpPr>
          <p:cNvPr id="108548"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xfrm>
            <a:off x="890588" y="4714875"/>
            <a:ext cx="4887912" cy="4467225"/>
          </a:xfrm>
          <a:ln/>
        </p:spPr>
        <p:txBody>
          <a:bodyPr wrap="square" lIns="94651" tIns="47326" rIns="94651" bIns="47326" anchor="ctr" anchorCtr="0"/>
          <a:p>
            <a:pPr lvl="0"/>
            <a:endParaRPr lang="zh-CN" altLang="en-US" dirty="0"/>
          </a:p>
        </p:txBody>
      </p:sp>
      <p:sp>
        <p:nvSpPr>
          <p:cNvPr id="110596"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xfrm>
            <a:off x="890588" y="4714875"/>
            <a:ext cx="4887912" cy="4467225"/>
          </a:xfrm>
          <a:ln/>
        </p:spPr>
        <p:txBody>
          <a:bodyPr wrap="square" lIns="94651" tIns="47326" rIns="94651" bIns="47326" anchor="ctr" anchorCtr="0"/>
          <a:p>
            <a:pPr lvl="0"/>
            <a:endParaRPr lang="zh-CN" altLang="en-US" dirty="0"/>
          </a:p>
        </p:txBody>
      </p:sp>
      <p:sp>
        <p:nvSpPr>
          <p:cNvPr id="112644"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wrap="square" lIns="94651" tIns="47326" rIns="94651" bIns="47326" numCol="1" anchor="ctr" anchorCtr="0" compatLnSpc="1"/>
          <a:lstStyle/>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err="1">
                <a:ln>
                  <a:noFill/>
                </a:ln>
                <a:solidFill>
                  <a:schemeClr val="bg1"/>
                </a:solidFill>
                <a:effectLst/>
                <a:uLnTx/>
                <a:uFillTx/>
                <a:latin typeface="Gulim" pitchFamily="34" charset="-127"/>
                <a:ea typeface="宋体" panose="02010600030101010101" pitchFamily="2" charset="-122"/>
                <a:cs typeface="+mn-cs"/>
              </a:rPr>
              <a:t>int</a:t>
            </a: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main()</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A a,*pa=&amp;a;</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B b,*</a:t>
            </a:r>
            <a:r>
              <a:rPr kumimoji="0" lang="en-US" altLang="zh-CN" sz="1200" b="0" i="0" u="none" strike="noStrike" kern="0" cap="none" spc="0" normalizeH="0" baseline="0" noProof="0" dirty="0" err="1">
                <a:ln>
                  <a:noFill/>
                </a:ln>
                <a:solidFill>
                  <a:schemeClr val="bg1"/>
                </a:solidFill>
                <a:effectLst/>
                <a:uLnTx/>
                <a:uFillTx/>
                <a:latin typeface="Gulim" pitchFamily="34" charset="-127"/>
                <a:ea typeface="宋体" panose="02010600030101010101" pitchFamily="2" charset="-122"/>
                <a:cs typeface="+mn-cs"/>
              </a:rPr>
              <a:t>pb</a:t>
            </a: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=&amp;b;</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a=b;</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a:t>
            </a:r>
            <a:r>
              <a:rPr kumimoji="0" lang="en-US" altLang="zh-CN" sz="1200" b="0" i="0" u="none" strike="noStrike" kern="0" cap="none" spc="0" normalizeH="0" baseline="0" noProof="0" dirty="0" err="1">
                <a:ln>
                  <a:noFill/>
                </a:ln>
                <a:solidFill>
                  <a:schemeClr val="bg1"/>
                </a:solidFill>
                <a:effectLst/>
                <a:uLnTx/>
                <a:uFillTx/>
                <a:latin typeface="Gulim" pitchFamily="34" charset="-127"/>
                <a:ea typeface="宋体" panose="02010600030101010101" pitchFamily="2" charset="-122"/>
                <a:cs typeface="+mn-cs"/>
              </a:rPr>
              <a:t>a.print</a:t>
            </a: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((A)b).print();</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a:t>
            </a:r>
            <a:r>
              <a:rPr kumimoji="0" lang="en-US" altLang="zh-CN" sz="1200" b="0" i="0" u="none" strike="noStrike" kern="0" cap="none" spc="0" normalizeH="0" baseline="0" noProof="0" dirty="0" err="1">
                <a:ln>
                  <a:noFill/>
                </a:ln>
                <a:solidFill>
                  <a:schemeClr val="bg1"/>
                </a:solidFill>
                <a:effectLst/>
                <a:uLnTx/>
                <a:uFillTx/>
                <a:latin typeface="Gulim" pitchFamily="34" charset="-127"/>
                <a:ea typeface="宋体" panose="02010600030101010101" pitchFamily="2" charset="-122"/>
                <a:cs typeface="+mn-cs"/>
              </a:rPr>
              <a:t>b.print</a:t>
            </a: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pa=</a:t>
            </a:r>
            <a:r>
              <a:rPr kumimoji="0" lang="en-US" altLang="zh-CN" sz="1200" b="0" i="0" u="none" strike="noStrike" kern="0" cap="none" spc="0" normalizeH="0" baseline="0" noProof="0" dirty="0" err="1">
                <a:ln>
                  <a:noFill/>
                </a:ln>
                <a:solidFill>
                  <a:schemeClr val="bg1"/>
                </a:solidFill>
                <a:effectLst/>
                <a:uLnTx/>
                <a:uFillTx/>
                <a:latin typeface="Gulim" pitchFamily="34" charset="-127"/>
                <a:ea typeface="宋体" panose="02010600030101010101" pitchFamily="2" charset="-122"/>
                <a:cs typeface="+mn-cs"/>
              </a:rPr>
              <a:t>pb</a:t>
            </a: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pa-&gt;print();</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a:t>
            </a:r>
            <a:r>
              <a:rPr kumimoji="0" lang="en-US" altLang="zh-CN" sz="1200" b="0" i="0" u="none" strike="noStrike" kern="0" cap="none" spc="0" normalizeH="0" baseline="0" noProof="0" dirty="0" err="1">
                <a:ln>
                  <a:noFill/>
                </a:ln>
                <a:solidFill>
                  <a:schemeClr val="bg1"/>
                </a:solidFill>
                <a:effectLst/>
                <a:uLnTx/>
                <a:uFillTx/>
                <a:latin typeface="Gulim" pitchFamily="34" charset="-127"/>
                <a:ea typeface="宋体" panose="02010600030101010101" pitchFamily="2" charset="-122"/>
                <a:cs typeface="+mn-cs"/>
              </a:rPr>
              <a:t>pb</a:t>
            </a: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-&gt;</a:t>
            </a:r>
            <a:r>
              <a:rPr kumimoji="0" lang="en-US" altLang="zh-CN" sz="1200" b="0" i="0" u="none" strike="noStrike" kern="0" cap="none" spc="0" normalizeH="0" baseline="0" noProof="0" dirty="0" err="1">
                <a:ln>
                  <a:noFill/>
                </a:ln>
                <a:solidFill>
                  <a:schemeClr val="bg1"/>
                </a:solidFill>
                <a:effectLst/>
                <a:uLnTx/>
                <a:uFillTx/>
                <a:latin typeface="Gulim" pitchFamily="34" charset="-127"/>
                <a:ea typeface="宋体" panose="02010600030101010101" pitchFamily="2" charset="-122"/>
                <a:cs typeface="+mn-cs"/>
              </a:rPr>
              <a:t>printOne</a:t>
            </a: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((B*)pa)-&gt;</a:t>
            </a:r>
            <a:r>
              <a:rPr kumimoji="0" lang="en-US" altLang="zh-CN" sz="1200" b="0" i="0" u="none" strike="noStrike" kern="0" cap="none" spc="0" normalizeH="0" baseline="0" noProof="0" dirty="0" err="1">
                <a:ln>
                  <a:noFill/>
                </a:ln>
                <a:solidFill>
                  <a:schemeClr val="bg1"/>
                </a:solidFill>
                <a:effectLst/>
                <a:uLnTx/>
                <a:uFillTx/>
                <a:latin typeface="Gulim" pitchFamily="34" charset="-127"/>
                <a:ea typeface="宋体" panose="02010600030101010101" pitchFamily="2" charset="-122"/>
                <a:cs typeface="+mn-cs"/>
              </a:rPr>
              <a:t>printOne</a:t>
            </a: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	return 0;</a:t>
            </a:r>
            <a:endPar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342900" marR="0" lvl="0" indent="-342900" algn="l" defTabSz="914400" rtl="0" eaLnBrk="0" fontAlgn="base" latinLnBrk="1"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rPr>
              <a:t>}</a:t>
            </a:r>
            <a:endParaRPr kumimoji="0" lang="zh-CN" altLang="en-US" sz="1200" b="0" i="0" u="none" strike="noStrike" kern="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a:p>
            <a:pPr marL="0" marR="0" lvl="0" indent="0" algn="l" defTabSz="914400" rtl="0" eaLnBrk="0" fontAlgn="base" latinLnBrk="1"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Gulim" pitchFamily="34" charset="-127"/>
              <a:ea typeface="宋体" panose="02010600030101010101" pitchFamily="2" charset="-122"/>
              <a:cs typeface="+mn-cs"/>
            </a:endParaRPr>
          </a:p>
        </p:txBody>
      </p:sp>
      <p:sp>
        <p:nvSpPr>
          <p:cNvPr id="114692" name="灯片编号占位符 3"/>
          <p:cNvSpPr txBox="1">
            <a:spLocks noGrp="1"/>
          </p:cNvSpPr>
          <p:nvPr>
            <p:ph type="sldNum" sz="quarter"/>
          </p:nvPr>
        </p:nvSpPr>
        <p:spPr>
          <a:xfrm>
            <a:off x="3778250" y="9431338"/>
            <a:ext cx="2890838" cy="496887"/>
          </a:xfrm>
          <a:prstGeom prst="rect">
            <a:avLst/>
          </a:prstGeom>
          <a:noFill/>
          <a:ln w="9525">
            <a:noFill/>
          </a:ln>
        </p:spPr>
        <p:txBody>
          <a:bodyPr lIns="94651" tIns="47326" rIns="94651" bIns="47326" anchor="b" anchorCtr="0"/>
          <a:p>
            <a:pPr lvl="0" algn="r" defTabSz="946150" eaLnBrk="1" latinLnBrk="1" hangingPunct="1"/>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5650" y="2130425"/>
            <a:ext cx="8569325"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512888" y="3886200"/>
            <a:ext cx="7056437"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spd="med">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504825" y="1600200"/>
            <a:ext cx="9072563"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96925" y="4406900"/>
            <a:ext cx="8567738"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96925" y="2906713"/>
            <a:ext cx="8567738"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04825" y="1600200"/>
            <a:ext cx="44592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16513" y="1600200"/>
            <a:ext cx="44608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504825" y="1535113"/>
            <a:ext cx="445293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04825" y="2174875"/>
            <a:ext cx="445293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5121275" y="1535113"/>
            <a:ext cx="445611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121275" y="2174875"/>
            <a:ext cx="445611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Tree>
  </p:cSld>
  <p:clrMapOvr>
    <a:masterClrMapping/>
  </p:clrMapOvr>
  <p:transition spd="med">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3050"/>
            <a:ext cx="3316288"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941763" y="273050"/>
            <a:ext cx="5635625"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504825" y="1435100"/>
            <a:ext cx="331628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76438" y="4800600"/>
            <a:ext cx="6048375"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76438" y="612775"/>
            <a:ext cx="6048375"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976438" y="5367338"/>
            <a:ext cx="6048375"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lvl1pPr>
              <a:defRPr baseline="0">
                <a:latin typeface="Times New Roman" panose="02020603050405020304" pitchFamily="18" charset="0"/>
                <a:ea typeface="华文宋体" panose="02010600040101010101" pitchFamily="2" charset="-122"/>
              </a:defRPr>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504825" y="1600200"/>
            <a:ext cx="9072563" cy="4525963"/>
          </a:xfrm>
          <a:prstGeom prst="rect">
            <a:avLst/>
          </a:prstGeo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10438" y="274638"/>
            <a:ext cx="226695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04825" y="274638"/>
            <a:ext cx="6653213"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5650" y="2130425"/>
            <a:ext cx="8569325"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512888" y="3886200"/>
            <a:ext cx="7056437"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spd="med">
    <p:wedg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504825" y="1600200"/>
            <a:ext cx="9072563"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96925" y="4406900"/>
            <a:ext cx="8567738"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96925" y="2906713"/>
            <a:ext cx="8567738"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04825" y="1600200"/>
            <a:ext cx="44592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16513" y="1600200"/>
            <a:ext cx="44608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504825" y="1535113"/>
            <a:ext cx="445293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04825" y="2174875"/>
            <a:ext cx="445293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5121275" y="1535113"/>
            <a:ext cx="445611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121275" y="2174875"/>
            <a:ext cx="445611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Tree>
  </p:cSld>
  <p:clrMapOvr>
    <a:masterClrMapping/>
  </p:clrMapOvr>
  <p:transition spd="med">
    <p:wedg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wedg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3050"/>
            <a:ext cx="3316288"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941763" y="273050"/>
            <a:ext cx="5635625"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504825" y="1435100"/>
            <a:ext cx="331628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76438" y="4800600"/>
            <a:ext cx="6048375"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76438" y="612775"/>
            <a:ext cx="6048375"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976438" y="5367338"/>
            <a:ext cx="6048375"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04825" y="1600200"/>
            <a:ext cx="9072563"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10438" y="274638"/>
            <a:ext cx="226695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04825" y="274638"/>
            <a:ext cx="6653213"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wedg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5650" y="2130425"/>
            <a:ext cx="8569325"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512888" y="3886200"/>
            <a:ext cx="7056437"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lvl1pPr>
              <a:defRPr baseline="0">
                <a:solidFill>
                  <a:schemeClr val="bg1"/>
                </a:solidFill>
                <a:latin typeface="Times New Roman" panose="02020603050405020304" pitchFamily="18" charset="0"/>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504825" y="1600200"/>
            <a:ext cx="9072563" cy="4525963"/>
          </a:xfrm>
          <a:prstGeom prst="rect">
            <a:avLst/>
          </a:prstGeom>
        </p:spPr>
        <p:txBody>
          <a:bodyPr/>
          <a:lstStyle>
            <a:lvl1pPr marL="457200" indent="-457200">
              <a:buClr>
                <a:srgbClr val="FF0000"/>
              </a:buClr>
              <a:buSzPct val="60000"/>
              <a:buFont typeface="Wingdings" panose="05000000000000000000" pitchFamily="2" charset="2"/>
              <a:buChar char="l"/>
              <a:defRPr baseline="0">
                <a:latin typeface="Times New Roman" panose="02020603050405020304" pitchFamily="18" charset="0"/>
                <a:ea typeface="楷体_GB2312" pitchFamily="49" charset="-122"/>
              </a:defRPr>
            </a:lvl1pPr>
            <a:lvl2pPr marL="889000" indent="-440055">
              <a:buClr>
                <a:srgbClr val="0070C0"/>
              </a:buClr>
              <a:buFont typeface="Times New Roman" panose="02020603050405020304" pitchFamily="18" charset="0"/>
              <a:buChar char="—"/>
              <a:defRPr baseline="0">
                <a:latin typeface="Times New Roman" panose="02020603050405020304" pitchFamily="18" charset="0"/>
                <a:ea typeface="楷体_GB2312" pitchFamily="49" charset="-122"/>
              </a:defRPr>
            </a:lvl2pPr>
            <a:lvl3pPr>
              <a:defRPr baseline="0">
                <a:latin typeface="Times New Roman" panose="02020603050405020304" pitchFamily="18" charset="0"/>
                <a:ea typeface="楷体_GB2312" pitchFamily="49" charset="-122"/>
              </a:defRPr>
            </a:lvl3pPr>
            <a:lvl4pPr>
              <a:defRPr baseline="0">
                <a:latin typeface="Times New Roman" panose="02020603050405020304" pitchFamily="18" charset="0"/>
                <a:ea typeface="楷体_GB2312" pitchFamily="49" charset="-122"/>
              </a:defRPr>
            </a:lvl4pPr>
            <a:lvl5pPr>
              <a:defRPr baseline="0">
                <a:latin typeface="Times New Roman" panose="02020603050405020304" pitchFamily="18" charset="0"/>
                <a:ea typeface="楷体_GB2312" pitchFamily="49"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96925" y="4406900"/>
            <a:ext cx="8567738"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96925" y="2906713"/>
            <a:ext cx="8567738"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04825" y="1600200"/>
            <a:ext cx="44592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16513" y="1600200"/>
            <a:ext cx="44608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7" name="灯片编号占位符 6"/>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504825" y="1535113"/>
            <a:ext cx="445293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04825" y="2174875"/>
            <a:ext cx="445293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5121275" y="1535113"/>
            <a:ext cx="445611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121275" y="2174875"/>
            <a:ext cx="445611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9" name="灯片编号占位符 8"/>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5" name="灯片编号占位符 4"/>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4" name="灯片编号占位符 3"/>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3050"/>
            <a:ext cx="3316288"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941763" y="273050"/>
            <a:ext cx="5635625"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504825" y="1435100"/>
            <a:ext cx="331628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7" name="灯片编号占位符 6"/>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76438" y="4800600"/>
            <a:ext cx="6048375"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76438" y="612775"/>
            <a:ext cx="6048375"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976438" y="5367338"/>
            <a:ext cx="6048375"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7" name="灯片编号占位符 6"/>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04825" y="1600200"/>
            <a:ext cx="9072563"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10438" y="274638"/>
            <a:ext cx="226695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04825" y="274638"/>
            <a:ext cx="6653213"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標題投影片">
    <p:bg>
      <p:bgPr>
        <a:solidFill>
          <a:schemeClr val="bg1"/>
        </a:solidFill>
        <a:effectLst/>
      </p:bgPr>
    </p:bg>
    <p:spTree>
      <p:nvGrpSpPr>
        <p:cNvPr id="1" name=""/>
        <p:cNvGrpSpPr/>
        <p:nvPr/>
      </p:nvGrpSpPr>
      <p:grpSpPr>
        <a:xfrm>
          <a:off x="0" y="0"/>
          <a:ext cx="0" cy="0"/>
          <a:chOff x="0" y="0"/>
          <a:chExt cx="0" cy="0"/>
        </a:xfrm>
      </p:grpSpPr>
      <p:pic>
        <p:nvPicPr>
          <p:cNvPr id="8194" name="Picture 122"/>
          <p:cNvPicPr>
            <a:picLocks noChangeAspect="1"/>
          </p:cNvPicPr>
          <p:nvPr userDrawn="1"/>
        </p:nvPicPr>
        <p:blipFill>
          <a:blip r:embed="rId2"/>
          <a:stretch>
            <a:fillRect/>
          </a:stretch>
        </p:blipFill>
        <p:spPr>
          <a:xfrm>
            <a:off x="0" y="4343400"/>
            <a:ext cx="10080625" cy="2528888"/>
          </a:xfrm>
          <a:prstGeom prst="rect">
            <a:avLst/>
          </a:prstGeom>
          <a:noFill/>
          <a:ln w="9525">
            <a:noFill/>
          </a:ln>
        </p:spPr>
      </p:pic>
      <p:pic>
        <p:nvPicPr>
          <p:cNvPr id="8195" name="Picture 121" descr="Untitled-5 copy"/>
          <p:cNvPicPr>
            <a:picLocks noChangeAspect="1"/>
          </p:cNvPicPr>
          <p:nvPr userDrawn="1"/>
        </p:nvPicPr>
        <p:blipFill>
          <a:blip r:embed="rId3"/>
          <a:stretch>
            <a:fillRect/>
          </a:stretch>
        </p:blipFill>
        <p:spPr>
          <a:xfrm>
            <a:off x="0" y="0"/>
            <a:ext cx="10080625" cy="2689225"/>
          </a:xfrm>
          <a:prstGeom prst="rect">
            <a:avLst/>
          </a:prstGeom>
          <a:noFill/>
          <a:ln w="9525">
            <a:noFill/>
          </a:ln>
        </p:spPr>
      </p:pic>
      <p:grpSp>
        <p:nvGrpSpPr>
          <p:cNvPr id="8196" name="Group 119"/>
          <p:cNvGrpSpPr/>
          <p:nvPr userDrawn="1"/>
        </p:nvGrpSpPr>
        <p:grpSpPr>
          <a:xfrm>
            <a:off x="3509963" y="1300163"/>
            <a:ext cx="5761037" cy="912812"/>
            <a:chOff x="2211" y="819"/>
            <a:chExt cx="3629" cy="575"/>
          </a:xfrm>
        </p:grpSpPr>
        <p:sp>
          <p:nvSpPr>
            <p:cNvPr id="5" name="Oval 10"/>
            <p:cNvSpPr>
              <a:spLocks noChangeArrowheads="1"/>
            </p:cNvSpPr>
            <p:nvPr/>
          </p:nvSpPr>
          <p:spPr bwMode="auto">
            <a:xfrm>
              <a:off x="2211" y="825"/>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Oval 11"/>
            <p:cNvSpPr>
              <a:spLocks noChangeArrowheads="1"/>
            </p:cNvSpPr>
            <p:nvPr/>
          </p:nvSpPr>
          <p:spPr bwMode="auto">
            <a:xfrm>
              <a:off x="2328" y="823"/>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7" name="Oval 12"/>
            <p:cNvSpPr>
              <a:spLocks noChangeArrowheads="1"/>
            </p:cNvSpPr>
            <p:nvPr/>
          </p:nvSpPr>
          <p:spPr bwMode="auto">
            <a:xfrm>
              <a:off x="2445" y="82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8" name="Oval 13"/>
            <p:cNvSpPr>
              <a:spLocks noChangeArrowheads="1"/>
            </p:cNvSpPr>
            <p:nvPr/>
          </p:nvSpPr>
          <p:spPr bwMode="auto">
            <a:xfrm>
              <a:off x="2562" y="822"/>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9" name="Oval 14"/>
            <p:cNvSpPr>
              <a:spLocks noChangeArrowheads="1"/>
            </p:cNvSpPr>
            <p:nvPr/>
          </p:nvSpPr>
          <p:spPr bwMode="auto">
            <a:xfrm>
              <a:off x="2678" y="82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0" name="Oval 15"/>
            <p:cNvSpPr>
              <a:spLocks noChangeArrowheads="1"/>
            </p:cNvSpPr>
            <p:nvPr/>
          </p:nvSpPr>
          <p:spPr bwMode="auto">
            <a:xfrm>
              <a:off x="2795" y="821"/>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1" name="Oval 16"/>
            <p:cNvSpPr>
              <a:spLocks noChangeArrowheads="1"/>
            </p:cNvSpPr>
            <p:nvPr/>
          </p:nvSpPr>
          <p:spPr bwMode="auto">
            <a:xfrm>
              <a:off x="2920" y="823"/>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2" name="Oval 17"/>
            <p:cNvSpPr>
              <a:spLocks noChangeArrowheads="1"/>
            </p:cNvSpPr>
            <p:nvPr/>
          </p:nvSpPr>
          <p:spPr bwMode="auto">
            <a:xfrm>
              <a:off x="3037" y="821"/>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3" name="Oval 18"/>
            <p:cNvSpPr>
              <a:spLocks noChangeArrowheads="1"/>
            </p:cNvSpPr>
            <p:nvPr/>
          </p:nvSpPr>
          <p:spPr bwMode="auto">
            <a:xfrm>
              <a:off x="3154" y="822"/>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4" name="Oval 19"/>
            <p:cNvSpPr>
              <a:spLocks noChangeArrowheads="1"/>
            </p:cNvSpPr>
            <p:nvPr/>
          </p:nvSpPr>
          <p:spPr bwMode="auto">
            <a:xfrm>
              <a:off x="3270" y="820"/>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5" name="Oval 20"/>
            <p:cNvSpPr>
              <a:spLocks noChangeArrowheads="1"/>
            </p:cNvSpPr>
            <p:nvPr/>
          </p:nvSpPr>
          <p:spPr bwMode="auto">
            <a:xfrm>
              <a:off x="3387" y="821"/>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6" name="Oval 21"/>
            <p:cNvSpPr>
              <a:spLocks noChangeArrowheads="1"/>
            </p:cNvSpPr>
            <p:nvPr/>
          </p:nvSpPr>
          <p:spPr bwMode="auto">
            <a:xfrm>
              <a:off x="3504" y="819"/>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7" name="Oval 22"/>
            <p:cNvSpPr>
              <a:spLocks noChangeArrowheads="1"/>
            </p:cNvSpPr>
            <p:nvPr/>
          </p:nvSpPr>
          <p:spPr bwMode="auto">
            <a:xfrm>
              <a:off x="3629" y="82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8" name="Oval 23"/>
            <p:cNvSpPr>
              <a:spLocks noChangeArrowheads="1"/>
            </p:cNvSpPr>
            <p:nvPr/>
          </p:nvSpPr>
          <p:spPr bwMode="auto">
            <a:xfrm>
              <a:off x="3745" y="82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19" name="Oval 24"/>
            <p:cNvSpPr>
              <a:spLocks noChangeArrowheads="1"/>
            </p:cNvSpPr>
            <p:nvPr/>
          </p:nvSpPr>
          <p:spPr bwMode="auto">
            <a:xfrm>
              <a:off x="3862" y="82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0" name="Oval 25"/>
            <p:cNvSpPr>
              <a:spLocks noChangeArrowheads="1"/>
            </p:cNvSpPr>
            <p:nvPr/>
          </p:nvSpPr>
          <p:spPr bwMode="auto">
            <a:xfrm>
              <a:off x="3979" y="821"/>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1" name="Oval 26"/>
            <p:cNvSpPr>
              <a:spLocks noChangeArrowheads="1"/>
            </p:cNvSpPr>
            <p:nvPr/>
          </p:nvSpPr>
          <p:spPr bwMode="auto">
            <a:xfrm>
              <a:off x="4096" y="82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2" name="Oval 27"/>
            <p:cNvSpPr>
              <a:spLocks noChangeArrowheads="1"/>
            </p:cNvSpPr>
            <p:nvPr/>
          </p:nvSpPr>
          <p:spPr bwMode="auto">
            <a:xfrm>
              <a:off x="4213" y="820"/>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3" name="Oval 28"/>
            <p:cNvSpPr>
              <a:spLocks noChangeArrowheads="1"/>
            </p:cNvSpPr>
            <p:nvPr/>
          </p:nvSpPr>
          <p:spPr bwMode="auto">
            <a:xfrm>
              <a:off x="4337" y="825"/>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4" name="Oval 29"/>
            <p:cNvSpPr>
              <a:spLocks noChangeArrowheads="1"/>
            </p:cNvSpPr>
            <p:nvPr/>
          </p:nvSpPr>
          <p:spPr bwMode="auto">
            <a:xfrm>
              <a:off x="4454" y="82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5" name="Oval 30"/>
            <p:cNvSpPr>
              <a:spLocks noChangeArrowheads="1"/>
            </p:cNvSpPr>
            <p:nvPr/>
          </p:nvSpPr>
          <p:spPr bwMode="auto">
            <a:xfrm>
              <a:off x="4571" y="824"/>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6" name="Oval 31"/>
            <p:cNvSpPr>
              <a:spLocks noChangeArrowheads="1"/>
            </p:cNvSpPr>
            <p:nvPr/>
          </p:nvSpPr>
          <p:spPr bwMode="auto">
            <a:xfrm>
              <a:off x="4688" y="82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7" name="Oval 32"/>
            <p:cNvSpPr>
              <a:spLocks noChangeArrowheads="1"/>
            </p:cNvSpPr>
            <p:nvPr/>
          </p:nvSpPr>
          <p:spPr bwMode="auto">
            <a:xfrm>
              <a:off x="4805" y="823"/>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8" name="Oval 33"/>
            <p:cNvSpPr>
              <a:spLocks noChangeArrowheads="1"/>
            </p:cNvSpPr>
            <p:nvPr/>
          </p:nvSpPr>
          <p:spPr bwMode="auto">
            <a:xfrm>
              <a:off x="4922" y="821"/>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29" name="Oval 34"/>
            <p:cNvSpPr>
              <a:spLocks noChangeArrowheads="1"/>
            </p:cNvSpPr>
            <p:nvPr/>
          </p:nvSpPr>
          <p:spPr bwMode="auto">
            <a:xfrm>
              <a:off x="5046" y="826"/>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0" name="Oval 35"/>
            <p:cNvSpPr>
              <a:spLocks noChangeArrowheads="1"/>
            </p:cNvSpPr>
            <p:nvPr/>
          </p:nvSpPr>
          <p:spPr bwMode="auto">
            <a:xfrm>
              <a:off x="5163" y="824"/>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1" name="Oval 36"/>
            <p:cNvSpPr>
              <a:spLocks noChangeArrowheads="1"/>
            </p:cNvSpPr>
            <p:nvPr/>
          </p:nvSpPr>
          <p:spPr bwMode="auto">
            <a:xfrm>
              <a:off x="5280" y="825"/>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2" name="Oval 37"/>
            <p:cNvSpPr>
              <a:spLocks noChangeArrowheads="1"/>
            </p:cNvSpPr>
            <p:nvPr/>
          </p:nvSpPr>
          <p:spPr bwMode="auto">
            <a:xfrm>
              <a:off x="5397" y="823"/>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3" name="Oval 38"/>
            <p:cNvSpPr>
              <a:spLocks noChangeArrowheads="1"/>
            </p:cNvSpPr>
            <p:nvPr/>
          </p:nvSpPr>
          <p:spPr bwMode="auto">
            <a:xfrm>
              <a:off x="5514" y="82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4" name="Oval 39"/>
            <p:cNvSpPr>
              <a:spLocks noChangeArrowheads="1"/>
            </p:cNvSpPr>
            <p:nvPr/>
          </p:nvSpPr>
          <p:spPr bwMode="auto">
            <a:xfrm>
              <a:off x="2211" y="945"/>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5" name="Oval 40"/>
            <p:cNvSpPr>
              <a:spLocks noChangeArrowheads="1"/>
            </p:cNvSpPr>
            <p:nvPr/>
          </p:nvSpPr>
          <p:spPr bwMode="auto">
            <a:xfrm>
              <a:off x="2328" y="943"/>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6" name="Oval 41"/>
            <p:cNvSpPr>
              <a:spLocks noChangeArrowheads="1"/>
            </p:cNvSpPr>
            <p:nvPr/>
          </p:nvSpPr>
          <p:spPr bwMode="auto">
            <a:xfrm>
              <a:off x="2445" y="94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7" name="Oval 42"/>
            <p:cNvSpPr>
              <a:spLocks noChangeArrowheads="1"/>
            </p:cNvSpPr>
            <p:nvPr/>
          </p:nvSpPr>
          <p:spPr bwMode="auto">
            <a:xfrm>
              <a:off x="2562" y="942"/>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8" name="Oval 43"/>
            <p:cNvSpPr>
              <a:spLocks noChangeArrowheads="1"/>
            </p:cNvSpPr>
            <p:nvPr/>
          </p:nvSpPr>
          <p:spPr bwMode="auto">
            <a:xfrm>
              <a:off x="2678" y="94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9" name="Oval 44"/>
            <p:cNvSpPr>
              <a:spLocks noChangeArrowheads="1"/>
            </p:cNvSpPr>
            <p:nvPr/>
          </p:nvSpPr>
          <p:spPr bwMode="auto">
            <a:xfrm>
              <a:off x="2795" y="941"/>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0" name="Oval 45"/>
            <p:cNvSpPr>
              <a:spLocks noChangeArrowheads="1"/>
            </p:cNvSpPr>
            <p:nvPr/>
          </p:nvSpPr>
          <p:spPr bwMode="auto">
            <a:xfrm>
              <a:off x="2920" y="943"/>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 name="Oval 46"/>
            <p:cNvSpPr>
              <a:spLocks noChangeArrowheads="1"/>
            </p:cNvSpPr>
            <p:nvPr/>
          </p:nvSpPr>
          <p:spPr bwMode="auto">
            <a:xfrm>
              <a:off x="3037" y="941"/>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2" name="Oval 47"/>
            <p:cNvSpPr>
              <a:spLocks noChangeArrowheads="1"/>
            </p:cNvSpPr>
            <p:nvPr/>
          </p:nvSpPr>
          <p:spPr bwMode="auto">
            <a:xfrm>
              <a:off x="3154" y="942"/>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3" name="Oval 48"/>
            <p:cNvSpPr>
              <a:spLocks noChangeArrowheads="1"/>
            </p:cNvSpPr>
            <p:nvPr/>
          </p:nvSpPr>
          <p:spPr bwMode="auto">
            <a:xfrm>
              <a:off x="3270" y="940"/>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4" name="Oval 49"/>
            <p:cNvSpPr>
              <a:spLocks noChangeArrowheads="1"/>
            </p:cNvSpPr>
            <p:nvPr/>
          </p:nvSpPr>
          <p:spPr bwMode="auto">
            <a:xfrm>
              <a:off x="3387" y="941"/>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5" name="Oval 50"/>
            <p:cNvSpPr>
              <a:spLocks noChangeArrowheads="1"/>
            </p:cNvSpPr>
            <p:nvPr/>
          </p:nvSpPr>
          <p:spPr bwMode="auto">
            <a:xfrm>
              <a:off x="3504" y="939"/>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6" name="Oval 51"/>
            <p:cNvSpPr>
              <a:spLocks noChangeArrowheads="1"/>
            </p:cNvSpPr>
            <p:nvPr/>
          </p:nvSpPr>
          <p:spPr bwMode="auto">
            <a:xfrm>
              <a:off x="3629" y="94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7" name="Oval 52"/>
            <p:cNvSpPr>
              <a:spLocks noChangeArrowheads="1"/>
            </p:cNvSpPr>
            <p:nvPr/>
          </p:nvSpPr>
          <p:spPr bwMode="auto">
            <a:xfrm>
              <a:off x="3745" y="94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8" name="Oval 53"/>
            <p:cNvSpPr>
              <a:spLocks noChangeArrowheads="1"/>
            </p:cNvSpPr>
            <p:nvPr/>
          </p:nvSpPr>
          <p:spPr bwMode="auto">
            <a:xfrm>
              <a:off x="3862" y="94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9" name="Oval 54"/>
            <p:cNvSpPr>
              <a:spLocks noChangeArrowheads="1"/>
            </p:cNvSpPr>
            <p:nvPr/>
          </p:nvSpPr>
          <p:spPr bwMode="auto">
            <a:xfrm>
              <a:off x="3979" y="941"/>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0" name="Oval 55"/>
            <p:cNvSpPr>
              <a:spLocks noChangeArrowheads="1"/>
            </p:cNvSpPr>
            <p:nvPr/>
          </p:nvSpPr>
          <p:spPr bwMode="auto">
            <a:xfrm>
              <a:off x="4096" y="94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 name="Oval 56"/>
            <p:cNvSpPr>
              <a:spLocks noChangeArrowheads="1"/>
            </p:cNvSpPr>
            <p:nvPr/>
          </p:nvSpPr>
          <p:spPr bwMode="auto">
            <a:xfrm>
              <a:off x="4213" y="940"/>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 name="Oval 57"/>
            <p:cNvSpPr>
              <a:spLocks noChangeArrowheads="1"/>
            </p:cNvSpPr>
            <p:nvPr/>
          </p:nvSpPr>
          <p:spPr bwMode="auto">
            <a:xfrm>
              <a:off x="4337" y="945"/>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3" name="Oval 58"/>
            <p:cNvSpPr>
              <a:spLocks noChangeArrowheads="1"/>
            </p:cNvSpPr>
            <p:nvPr/>
          </p:nvSpPr>
          <p:spPr bwMode="auto">
            <a:xfrm>
              <a:off x="4454" y="94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4" name="Oval 59"/>
            <p:cNvSpPr>
              <a:spLocks noChangeArrowheads="1"/>
            </p:cNvSpPr>
            <p:nvPr/>
          </p:nvSpPr>
          <p:spPr bwMode="auto">
            <a:xfrm>
              <a:off x="4571" y="944"/>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5" name="Oval 60"/>
            <p:cNvSpPr>
              <a:spLocks noChangeArrowheads="1"/>
            </p:cNvSpPr>
            <p:nvPr/>
          </p:nvSpPr>
          <p:spPr bwMode="auto">
            <a:xfrm>
              <a:off x="4688" y="94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6" name="Oval 61"/>
            <p:cNvSpPr>
              <a:spLocks noChangeArrowheads="1"/>
            </p:cNvSpPr>
            <p:nvPr/>
          </p:nvSpPr>
          <p:spPr bwMode="auto">
            <a:xfrm>
              <a:off x="4805" y="943"/>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7" name="Oval 62"/>
            <p:cNvSpPr>
              <a:spLocks noChangeArrowheads="1"/>
            </p:cNvSpPr>
            <p:nvPr/>
          </p:nvSpPr>
          <p:spPr bwMode="auto">
            <a:xfrm>
              <a:off x="4922" y="941"/>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8" name="Oval 63"/>
            <p:cNvSpPr>
              <a:spLocks noChangeArrowheads="1"/>
            </p:cNvSpPr>
            <p:nvPr/>
          </p:nvSpPr>
          <p:spPr bwMode="auto">
            <a:xfrm>
              <a:off x="5046" y="946"/>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9" name="Oval 64"/>
            <p:cNvSpPr>
              <a:spLocks noChangeArrowheads="1"/>
            </p:cNvSpPr>
            <p:nvPr/>
          </p:nvSpPr>
          <p:spPr bwMode="auto">
            <a:xfrm>
              <a:off x="5163" y="944"/>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0" name="Oval 65"/>
            <p:cNvSpPr>
              <a:spLocks noChangeArrowheads="1"/>
            </p:cNvSpPr>
            <p:nvPr/>
          </p:nvSpPr>
          <p:spPr bwMode="auto">
            <a:xfrm>
              <a:off x="5280" y="945"/>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1" name="Oval 66"/>
            <p:cNvSpPr>
              <a:spLocks noChangeArrowheads="1"/>
            </p:cNvSpPr>
            <p:nvPr/>
          </p:nvSpPr>
          <p:spPr bwMode="auto">
            <a:xfrm>
              <a:off x="5397" y="943"/>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2" name="Oval 67"/>
            <p:cNvSpPr>
              <a:spLocks noChangeArrowheads="1"/>
            </p:cNvSpPr>
            <p:nvPr/>
          </p:nvSpPr>
          <p:spPr bwMode="auto">
            <a:xfrm>
              <a:off x="5514" y="94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3" name="Oval 68"/>
            <p:cNvSpPr>
              <a:spLocks noChangeArrowheads="1"/>
            </p:cNvSpPr>
            <p:nvPr/>
          </p:nvSpPr>
          <p:spPr bwMode="auto">
            <a:xfrm>
              <a:off x="2445" y="1074"/>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096" name="Oval 69"/>
            <p:cNvSpPr>
              <a:spLocks noChangeArrowheads="1"/>
            </p:cNvSpPr>
            <p:nvPr/>
          </p:nvSpPr>
          <p:spPr bwMode="auto">
            <a:xfrm>
              <a:off x="2562" y="1072"/>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097" name="Oval 70"/>
            <p:cNvSpPr>
              <a:spLocks noChangeArrowheads="1"/>
            </p:cNvSpPr>
            <p:nvPr/>
          </p:nvSpPr>
          <p:spPr bwMode="auto">
            <a:xfrm>
              <a:off x="2678" y="1073"/>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02" name="Oval 71"/>
            <p:cNvSpPr>
              <a:spLocks noChangeArrowheads="1"/>
            </p:cNvSpPr>
            <p:nvPr/>
          </p:nvSpPr>
          <p:spPr bwMode="auto">
            <a:xfrm>
              <a:off x="2795" y="1071"/>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03" name="Oval 72"/>
            <p:cNvSpPr>
              <a:spLocks noChangeArrowheads="1"/>
            </p:cNvSpPr>
            <p:nvPr/>
          </p:nvSpPr>
          <p:spPr bwMode="auto">
            <a:xfrm>
              <a:off x="2912" y="1072"/>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04" name="Oval 73"/>
            <p:cNvSpPr>
              <a:spLocks noChangeArrowheads="1"/>
            </p:cNvSpPr>
            <p:nvPr/>
          </p:nvSpPr>
          <p:spPr bwMode="auto">
            <a:xfrm>
              <a:off x="3029" y="1070"/>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05" name="Oval 74"/>
            <p:cNvSpPr>
              <a:spLocks noChangeArrowheads="1"/>
            </p:cNvSpPr>
            <p:nvPr/>
          </p:nvSpPr>
          <p:spPr bwMode="auto">
            <a:xfrm>
              <a:off x="3154" y="1072"/>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06" name="Oval 75"/>
            <p:cNvSpPr>
              <a:spLocks noChangeArrowheads="1"/>
            </p:cNvSpPr>
            <p:nvPr/>
          </p:nvSpPr>
          <p:spPr bwMode="auto">
            <a:xfrm>
              <a:off x="3270" y="1070"/>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07" name="Oval 76"/>
            <p:cNvSpPr>
              <a:spLocks noChangeArrowheads="1"/>
            </p:cNvSpPr>
            <p:nvPr/>
          </p:nvSpPr>
          <p:spPr bwMode="auto">
            <a:xfrm>
              <a:off x="3387" y="1071"/>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08" name="Oval 77"/>
            <p:cNvSpPr>
              <a:spLocks noChangeArrowheads="1"/>
            </p:cNvSpPr>
            <p:nvPr/>
          </p:nvSpPr>
          <p:spPr bwMode="auto">
            <a:xfrm>
              <a:off x="3504" y="1069"/>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09" name="Oval 78"/>
            <p:cNvSpPr>
              <a:spLocks noChangeArrowheads="1"/>
            </p:cNvSpPr>
            <p:nvPr/>
          </p:nvSpPr>
          <p:spPr bwMode="auto">
            <a:xfrm>
              <a:off x="3621" y="1070"/>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0" name="Oval 79"/>
            <p:cNvSpPr>
              <a:spLocks noChangeArrowheads="1"/>
            </p:cNvSpPr>
            <p:nvPr/>
          </p:nvSpPr>
          <p:spPr bwMode="auto">
            <a:xfrm>
              <a:off x="3738" y="1068"/>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1" name="Oval 80"/>
            <p:cNvSpPr>
              <a:spLocks noChangeArrowheads="1"/>
            </p:cNvSpPr>
            <p:nvPr/>
          </p:nvSpPr>
          <p:spPr bwMode="auto">
            <a:xfrm>
              <a:off x="3862" y="1073"/>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2" name="Oval 81"/>
            <p:cNvSpPr>
              <a:spLocks noChangeArrowheads="1"/>
            </p:cNvSpPr>
            <p:nvPr/>
          </p:nvSpPr>
          <p:spPr bwMode="auto">
            <a:xfrm>
              <a:off x="3979" y="1071"/>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3" name="Oval 82"/>
            <p:cNvSpPr>
              <a:spLocks noChangeArrowheads="1"/>
            </p:cNvSpPr>
            <p:nvPr/>
          </p:nvSpPr>
          <p:spPr bwMode="auto">
            <a:xfrm>
              <a:off x="4096" y="1072"/>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4" name="Oval 83"/>
            <p:cNvSpPr>
              <a:spLocks noChangeArrowheads="1"/>
            </p:cNvSpPr>
            <p:nvPr/>
          </p:nvSpPr>
          <p:spPr bwMode="auto">
            <a:xfrm>
              <a:off x="4213" y="1070"/>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5" name="Oval 84"/>
            <p:cNvSpPr>
              <a:spLocks noChangeArrowheads="1"/>
            </p:cNvSpPr>
            <p:nvPr/>
          </p:nvSpPr>
          <p:spPr bwMode="auto">
            <a:xfrm>
              <a:off x="4330" y="1071"/>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6" name="Oval 85"/>
            <p:cNvSpPr>
              <a:spLocks noChangeArrowheads="1"/>
            </p:cNvSpPr>
            <p:nvPr/>
          </p:nvSpPr>
          <p:spPr bwMode="auto">
            <a:xfrm>
              <a:off x="4447" y="1069"/>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7" name="Oval 86"/>
            <p:cNvSpPr>
              <a:spLocks noChangeArrowheads="1"/>
            </p:cNvSpPr>
            <p:nvPr/>
          </p:nvSpPr>
          <p:spPr bwMode="auto">
            <a:xfrm>
              <a:off x="4571" y="1074"/>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8" name="Oval 87"/>
            <p:cNvSpPr>
              <a:spLocks noChangeArrowheads="1"/>
            </p:cNvSpPr>
            <p:nvPr/>
          </p:nvSpPr>
          <p:spPr bwMode="auto">
            <a:xfrm>
              <a:off x="4688" y="1072"/>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19" name="Oval 88"/>
            <p:cNvSpPr>
              <a:spLocks noChangeArrowheads="1"/>
            </p:cNvSpPr>
            <p:nvPr/>
          </p:nvSpPr>
          <p:spPr bwMode="auto">
            <a:xfrm>
              <a:off x="4805" y="1073"/>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0" name="Oval 89"/>
            <p:cNvSpPr>
              <a:spLocks noChangeArrowheads="1"/>
            </p:cNvSpPr>
            <p:nvPr/>
          </p:nvSpPr>
          <p:spPr bwMode="auto">
            <a:xfrm>
              <a:off x="4922" y="1071"/>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1" name="Oval 90"/>
            <p:cNvSpPr>
              <a:spLocks noChangeArrowheads="1"/>
            </p:cNvSpPr>
            <p:nvPr/>
          </p:nvSpPr>
          <p:spPr bwMode="auto">
            <a:xfrm>
              <a:off x="5039" y="1072"/>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2" name="Oval 91"/>
            <p:cNvSpPr>
              <a:spLocks noChangeArrowheads="1"/>
            </p:cNvSpPr>
            <p:nvPr/>
          </p:nvSpPr>
          <p:spPr bwMode="auto">
            <a:xfrm>
              <a:off x="5155" y="1070"/>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3" name="Oval 92"/>
            <p:cNvSpPr>
              <a:spLocks noChangeArrowheads="1"/>
            </p:cNvSpPr>
            <p:nvPr/>
          </p:nvSpPr>
          <p:spPr bwMode="auto">
            <a:xfrm>
              <a:off x="5280" y="1075"/>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4" name="Oval 93"/>
            <p:cNvSpPr>
              <a:spLocks noChangeArrowheads="1"/>
            </p:cNvSpPr>
            <p:nvPr/>
          </p:nvSpPr>
          <p:spPr bwMode="auto">
            <a:xfrm>
              <a:off x="5397" y="1073"/>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5" name="Oval 94"/>
            <p:cNvSpPr>
              <a:spLocks noChangeArrowheads="1"/>
            </p:cNvSpPr>
            <p:nvPr/>
          </p:nvSpPr>
          <p:spPr bwMode="auto">
            <a:xfrm>
              <a:off x="5514" y="1074"/>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6" name="Oval 95"/>
            <p:cNvSpPr>
              <a:spLocks noChangeArrowheads="1"/>
            </p:cNvSpPr>
            <p:nvPr/>
          </p:nvSpPr>
          <p:spPr bwMode="auto">
            <a:xfrm>
              <a:off x="5631" y="1072"/>
              <a:ext cx="92"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7" name="Oval 96"/>
            <p:cNvSpPr>
              <a:spLocks noChangeArrowheads="1"/>
            </p:cNvSpPr>
            <p:nvPr/>
          </p:nvSpPr>
          <p:spPr bwMode="auto">
            <a:xfrm>
              <a:off x="5747" y="1073"/>
              <a:ext cx="93" cy="84"/>
            </a:xfrm>
            <a:prstGeom prst="ellipse">
              <a:avLst/>
            </a:prstGeom>
            <a:solidFill>
              <a:srgbClr val="3D76C1">
                <a:alpha val="3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8" name="Oval 97"/>
            <p:cNvSpPr>
              <a:spLocks noChangeArrowheads="1"/>
            </p:cNvSpPr>
            <p:nvPr/>
          </p:nvSpPr>
          <p:spPr bwMode="auto">
            <a:xfrm>
              <a:off x="2687" y="1190"/>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29" name="Oval 98"/>
            <p:cNvSpPr>
              <a:spLocks noChangeArrowheads="1"/>
            </p:cNvSpPr>
            <p:nvPr/>
          </p:nvSpPr>
          <p:spPr bwMode="auto">
            <a:xfrm>
              <a:off x="2804" y="1188"/>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0" name="Oval 99"/>
            <p:cNvSpPr>
              <a:spLocks noChangeArrowheads="1"/>
            </p:cNvSpPr>
            <p:nvPr/>
          </p:nvSpPr>
          <p:spPr bwMode="auto">
            <a:xfrm>
              <a:off x="2921" y="1189"/>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1" name="Oval 100"/>
            <p:cNvSpPr>
              <a:spLocks noChangeArrowheads="1"/>
            </p:cNvSpPr>
            <p:nvPr/>
          </p:nvSpPr>
          <p:spPr bwMode="auto">
            <a:xfrm>
              <a:off x="3038" y="1187"/>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2" name="Oval 101"/>
            <p:cNvSpPr>
              <a:spLocks noChangeArrowheads="1"/>
            </p:cNvSpPr>
            <p:nvPr/>
          </p:nvSpPr>
          <p:spPr bwMode="auto">
            <a:xfrm>
              <a:off x="3155" y="1188"/>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3" name="Oval 102"/>
            <p:cNvSpPr>
              <a:spLocks noChangeArrowheads="1"/>
            </p:cNvSpPr>
            <p:nvPr/>
          </p:nvSpPr>
          <p:spPr bwMode="auto">
            <a:xfrm>
              <a:off x="3271" y="1186"/>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4" name="Oval 103"/>
            <p:cNvSpPr>
              <a:spLocks noChangeArrowheads="1"/>
            </p:cNvSpPr>
            <p:nvPr/>
          </p:nvSpPr>
          <p:spPr bwMode="auto">
            <a:xfrm>
              <a:off x="3396" y="1188"/>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5" name="Oval 104"/>
            <p:cNvSpPr>
              <a:spLocks noChangeArrowheads="1"/>
            </p:cNvSpPr>
            <p:nvPr/>
          </p:nvSpPr>
          <p:spPr bwMode="auto">
            <a:xfrm>
              <a:off x="3513" y="1186"/>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6" name="Oval 105"/>
            <p:cNvSpPr>
              <a:spLocks noChangeArrowheads="1"/>
            </p:cNvSpPr>
            <p:nvPr/>
          </p:nvSpPr>
          <p:spPr bwMode="auto">
            <a:xfrm>
              <a:off x="3630" y="1187"/>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7" name="Oval 106"/>
            <p:cNvSpPr>
              <a:spLocks noChangeArrowheads="1"/>
            </p:cNvSpPr>
            <p:nvPr/>
          </p:nvSpPr>
          <p:spPr bwMode="auto">
            <a:xfrm>
              <a:off x="3747" y="1185"/>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8" name="Oval 107"/>
            <p:cNvSpPr>
              <a:spLocks noChangeArrowheads="1"/>
            </p:cNvSpPr>
            <p:nvPr/>
          </p:nvSpPr>
          <p:spPr bwMode="auto">
            <a:xfrm>
              <a:off x="3863" y="1186"/>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39" name="Oval 108"/>
            <p:cNvSpPr>
              <a:spLocks noChangeArrowheads="1"/>
            </p:cNvSpPr>
            <p:nvPr/>
          </p:nvSpPr>
          <p:spPr bwMode="auto">
            <a:xfrm>
              <a:off x="3980" y="1184"/>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40" name="Oval 109"/>
            <p:cNvSpPr>
              <a:spLocks noChangeArrowheads="1"/>
            </p:cNvSpPr>
            <p:nvPr/>
          </p:nvSpPr>
          <p:spPr bwMode="auto">
            <a:xfrm>
              <a:off x="4105" y="1189"/>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41" name="Oval 110"/>
            <p:cNvSpPr>
              <a:spLocks noChangeArrowheads="1"/>
            </p:cNvSpPr>
            <p:nvPr/>
          </p:nvSpPr>
          <p:spPr bwMode="auto">
            <a:xfrm>
              <a:off x="4222" y="1187"/>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42" name="Oval 111"/>
            <p:cNvSpPr>
              <a:spLocks noChangeArrowheads="1"/>
            </p:cNvSpPr>
            <p:nvPr/>
          </p:nvSpPr>
          <p:spPr bwMode="auto">
            <a:xfrm>
              <a:off x="2696" y="1310"/>
              <a:ext cx="93" cy="84"/>
            </a:xfrm>
            <a:prstGeom prst="ellipse">
              <a:avLst/>
            </a:prstGeom>
            <a:solidFill>
              <a:srgbClr val="3D9CCD">
                <a:alpha val="1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43" name="Oval 112"/>
            <p:cNvSpPr>
              <a:spLocks noChangeArrowheads="1"/>
            </p:cNvSpPr>
            <p:nvPr/>
          </p:nvSpPr>
          <p:spPr bwMode="auto">
            <a:xfrm>
              <a:off x="2813" y="1308"/>
              <a:ext cx="92" cy="84"/>
            </a:xfrm>
            <a:prstGeom prst="ellipse">
              <a:avLst/>
            </a:prstGeom>
            <a:solidFill>
              <a:srgbClr val="3D9CCD">
                <a:alpha val="1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44" name="Oval 113"/>
            <p:cNvSpPr>
              <a:spLocks noChangeArrowheads="1"/>
            </p:cNvSpPr>
            <p:nvPr/>
          </p:nvSpPr>
          <p:spPr bwMode="auto">
            <a:xfrm>
              <a:off x="3271" y="1305"/>
              <a:ext cx="93" cy="84"/>
            </a:xfrm>
            <a:prstGeom prst="ellipse">
              <a:avLst/>
            </a:prstGeom>
            <a:solidFill>
              <a:srgbClr val="3D9CCD">
                <a:alpha val="1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145" name="Oval 114"/>
            <p:cNvSpPr>
              <a:spLocks noChangeArrowheads="1"/>
            </p:cNvSpPr>
            <p:nvPr/>
          </p:nvSpPr>
          <p:spPr bwMode="auto">
            <a:xfrm>
              <a:off x="3411" y="1304"/>
              <a:ext cx="93" cy="84"/>
            </a:xfrm>
            <a:prstGeom prst="ellipse">
              <a:avLst/>
            </a:prstGeom>
            <a:solidFill>
              <a:srgbClr val="3D9CCD">
                <a:alpha val="10196"/>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TW" altLang="zh-TW"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grpSp>
      <p:sp>
        <p:nvSpPr>
          <p:cNvPr id="4146" name="Rectangle 116"/>
          <p:cNvSpPr>
            <a:spLocks noChangeArrowheads="1"/>
          </p:cNvSpPr>
          <p:nvPr/>
        </p:nvSpPr>
        <p:spPr bwMode="auto">
          <a:xfrm>
            <a:off x="2928938" y="4375150"/>
            <a:ext cx="4527550" cy="555625"/>
          </a:xfrm>
          <a:prstGeom prst="rect">
            <a:avLst/>
          </a:prstGeom>
          <a:noFill/>
          <a:ln>
            <a:noFill/>
          </a:ln>
        </p:spPr>
        <p:txBody>
          <a:bodyPr wrap="none" anchor="ctr">
            <a:spAutoFit/>
          </a:bodyPr>
          <a:lstStyle>
            <a:lvl1pPr>
              <a:defRPr sz="1000">
                <a:solidFill>
                  <a:schemeClr val="tx1"/>
                </a:solidFill>
                <a:latin typeface="Gulim" pitchFamily="34" charset="-127"/>
                <a:ea typeface="Gulim" pitchFamily="34" charset="-127"/>
              </a:defRPr>
            </a:lvl1pPr>
            <a:lvl2pPr marL="742950" indent="-285750">
              <a:defRPr sz="1000">
                <a:solidFill>
                  <a:schemeClr val="tx1"/>
                </a:solidFill>
                <a:latin typeface="Gulim" pitchFamily="34" charset="-127"/>
                <a:ea typeface="Gulim" pitchFamily="34" charset="-127"/>
              </a:defRPr>
            </a:lvl2pPr>
            <a:lvl3pPr marL="1143000" indent="-228600">
              <a:defRPr sz="1000">
                <a:solidFill>
                  <a:schemeClr val="tx1"/>
                </a:solidFill>
                <a:latin typeface="Gulim" pitchFamily="34" charset="-127"/>
                <a:ea typeface="Gulim" pitchFamily="34" charset="-127"/>
              </a:defRPr>
            </a:lvl3pPr>
            <a:lvl4pPr marL="1600200" indent="-228600">
              <a:defRPr sz="1000">
                <a:solidFill>
                  <a:schemeClr val="tx1"/>
                </a:solidFill>
                <a:latin typeface="Gulim" pitchFamily="34" charset="-127"/>
                <a:ea typeface="Gulim" pitchFamily="34" charset="-127"/>
              </a:defRPr>
            </a:lvl4pPr>
            <a:lvl5pPr marL="2057400" indent="-228600">
              <a:defRPr sz="10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sz="10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sz="10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sz="10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sz="1000">
                <a:solidFill>
                  <a:schemeClr val="tx1"/>
                </a:solidFill>
                <a:latin typeface="Gulim" pitchFamily="34" charset="-127"/>
                <a:ea typeface="Gulim" pitchFamily="34" charset="-127"/>
              </a:defRPr>
            </a:lvl9pPr>
          </a:lstStyle>
          <a:p>
            <a:pPr marL="0" marR="0" lvl="0" indent="0" algn="ctr" defTabSz="914400" rtl="0" eaLnBrk="1" fontAlgn="base" latinLnBrk="1" hangingPunct="1">
              <a:lnSpc>
                <a:spcPct val="80000"/>
              </a:lnSpc>
              <a:spcBef>
                <a:spcPct val="50000"/>
              </a:spcBef>
              <a:spcAft>
                <a:spcPct val="0"/>
              </a:spcAft>
              <a:buClrTx/>
              <a:buSzTx/>
              <a:buFontTx/>
              <a:buNone/>
              <a:defRPr/>
            </a:pPr>
            <a:r>
              <a:rPr kumimoji="1" lang="zh-CN" altLang="en-US" sz="3800" b="1" i="0" u="none" strike="noStrike" kern="1200" cap="none" spc="0" normalizeH="0" baseline="0" noProof="0">
                <a:ln>
                  <a:noFill/>
                </a:ln>
                <a:solidFill>
                  <a:srgbClr val="000000"/>
                </a:solidFill>
                <a:effectLst/>
                <a:uLnTx/>
                <a:uFillTx/>
                <a:latin typeface="HY헤드라인M"/>
                <a:ea typeface="华文隶书" panose="02010800040101010101" pitchFamily="2" charset="-122"/>
                <a:cs typeface="+mn-cs"/>
              </a:rPr>
              <a:t>程序设计基础课程组</a:t>
            </a:r>
            <a:endParaRPr kumimoji="1" lang="zh-CN" altLang="en-US" sz="3800" b="1" i="0" u="none" strike="noStrike" kern="1200" cap="none" spc="0" normalizeH="0" baseline="0" noProof="0">
              <a:ln>
                <a:noFill/>
              </a:ln>
              <a:solidFill>
                <a:srgbClr val="000000"/>
              </a:solidFill>
              <a:effectLst/>
              <a:uLnTx/>
              <a:uFillTx/>
              <a:latin typeface="HY헤드라인M"/>
              <a:ea typeface="华文隶书" panose="02010800040101010101" pitchFamily="2" charset="-122"/>
              <a:cs typeface="+mn-cs"/>
            </a:endParaRPr>
          </a:p>
        </p:txBody>
      </p:sp>
      <p:sp>
        <p:nvSpPr>
          <p:cNvPr id="4147" name="Text Box 112"/>
          <p:cNvSpPr txBox="1">
            <a:spLocks noChangeArrowheads="1"/>
          </p:cNvSpPr>
          <p:nvPr/>
        </p:nvSpPr>
        <p:spPr bwMode="auto">
          <a:xfrm>
            <a:off x="6461125" y="6453188"/>
            <a:ext cx="3548063" cy="336550"/>
          </a:xfrm>
          <a:prstGeom prst="rect">
            <a:avLst/>
          </a:prstGeom>
          <a:noFill/>
          <a:ln>
            <a:noFill/>
          </a:ln>
          <a:effectLst>
            <a:prstShdw prst="shdw13" dist="53882" dir="13500000">
              <a:schemeClr val="bg2">
                <a:alpha val="50000"/>
              </a:schemeClr>
            </a:prstShdw>
          </a:effectLst>
        </p:spPr>
        <p:txBody>
          <a:bodyPr>
            <a:spAutoFit/>
          </a:bodyPr>
          <a:lstStyle>
            <a:lvl1pPr>
              <a:defRPr sz="1000">
                <a:solidFill>
                  <a:schemeClr val="tx1"/>
                </a:solidFill>
                <a:latin typeface="Gulim" pitchFamily="34" charset="-127"/>
                <a:ea typeface="Gulim" pitchFamily="34" charset="-127"/>
              </a:defRPr>
            </a:lvl1pPr>
            <a:lvl2pPr marL="742950" indent="-285750">
              <a:defRPr sz="1000">
                <a:solidFill>
                  <a:schemeClr val="tx1"/>
                </a:solidFill>
                <a:latin typeface="Gulim" pitchFamily="34" charset="-127"/>
                <a:ea typeface="Gulim" pitchFamily="34" charset="-127"/>
              </a:defRPr>
            </a:lvl2pPr>
            <a:lvl3pPr marL="1143000" indent="-228600">
              <a:defRPr sz="1000">
                <a:solidFill>
                  <a:schemeClr val="tx1"/>
                </a:solidFill>
                <a:latin typeface="Gulim" pitchFamily="34" charset="-127"/>
                <a:ea typeface="Gulim" pitchFamily="34" charset="-127"/>
              </a:defRPr>
            </a:lvl3pPr>
            <a:lvl4pPr marL="1600200" indent="-228600">
              <a:defRPr sz="1000">
                <a:solidFill>
                  <a:schemeClr val="tx1"/>
                </a:solidFill>
                <a:latin typeface="Gulim" pitchFamily="34" charset="-127"/>
                <a:ea typeface="Gulim" pitchFamily="34" charset="-127"/>
              </a:defRPr>
            </a:lvl4pPr>
            <a:lvl5pPr marL="2057400" indent="-228600">
              <a:defRPr sz="10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sz="10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sz="10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sz="10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sz="1000">
                <a:solidFill>
                  <a:schemeClr val="tx1"/>
                </a:solidFill>
                <a:latin typeface="Gulim" pitchFamily="34" charset="-127"/>
                <a:ea typeface="Gulim" pitchFamily="34" charset="-127"/>
              </a:defRPr>
            </a:lvl9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r>
              <a:rPr kumimoji="1" lang="zh-CN" altLang="en-US" sz="2000" b="1" i="0" u="none" strike="noStrike" kern="1200" cap="none" spc="0" normalizeH="0" baseline="0" noProof="0">
                <a:ln>
                  <a:noFill/>
                </a:ln>
                <a:solidFill>
                  <a:srgbClr val="000000"/>
                </a:solidFill>
                <a:effectLst/>
                <a:uLnTx/>
                <a:uFillTx/>
                <a:latin typeface="Gulim" pitchFamily="34" charset="-127"/>
                <a:ea typeface="华文隶书" panose="02010800040101010101" pitchFamily="2" charset="-122"/>
                <a:cs typeface="+mn-cs"/>
              </a:rPr>
              <a:t>深圳大学计算机与软件学院</a:t>
            </a:r>
            <a:endParaRPr kumimoji="1" lang="zh-CN" altLang="en-US" sz="2000" b="1" i="0" u="none" strike="noStrike" kern="1200" cap="none" spc="0" normalizeH="0" baseline="0" noProof="0">
              <a:ln>
                <a:noFill/>
              </a:ln>
              <a:solidFill>
                <a:srgbClr val="000000"/>
              </a:solidFill>
              <a:effectLst/>
              <a:uLnTx/>
              <a:uFillTx/>
              <a:latin typeface="Gulim" pitchFamily="34" charset="-127"/>
              <a:ea typeface="华文隶书" panose="02010800040101010101" pitchFamily="2" charset="-122"/>
              <a:cs typeface="+mn-cs"/>
            </a:endParaRPr>
          </a:p>
        </p:txBody>
      </p:sp>
    </p:spTree>
  </p:cSld>
  <p:clrMapOvr>
    <a:masterClrMapping/>
  </p:clrMapOvr>
  <p:transition spd="med">
    <p:wedg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04825" y="274638"/>
            <a:ext cx="9072563" cy="1143000"/>
          </a:xfrm>
          <a:prstGeom prst="rect">
            <a:avLst/>
          </a:prstGeom>
        </p:spPr>
        <p:txBody>
          <a:bodyPr/>
          <a:lstStyle/>
          <a:p>
            <a:r>
              <a:rPr lang="zh-TW" altLang="en-US"/>
              <a:t>按一下以編輯母片標題樣式</a:t>
            </a:r>
            <a:endParaRPr lang="zh-TW" altLang="en-US"/>
          </a:p>
        </p:txBody>
      </p:sp>
      <p:sp>
        <p:nvSpPr>
          <p:cNvPr id="3" name="內容版面配置區 2"/>
          <p:cNvSpPr>
            <a:spLocks noGrp="1"/>
          </p:cNvSpPr>
          <p:nvPr>
            <p:ph idx="1"/>
          </p:nvPr>
        </p:nvSpPr>
        <p:spPr>
          <a:xfrm>
            <a:off x="504825" y="1600200"/>
            <a:ext cx="9072563" cy="4525963"/>
          </a:xfrm>
          <a:prstGeom prst="rect">
            <a:avLst/>
          </a:prstGeom>
        </p:spPr>
        <p:txBody>
          <a:body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Tree>
  </p:cSld>
  <p:clrMapOvr>
    <a:masterClrMapping/>
  </p:clrMapOvr>
  <p:transition spd="med">
    <p:wedg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96925" y="4406900"/>
            <a:ext cx="8567738" cy="1362075"/>
          </a:xfrm>
          <a:prstGeom prst="rect">
            <a:avLst/>
          </a:prstGeom>
        </p:spPr>
        <p:txBody>
          <a:bodyPr anchor="t"/>
          <a:lstStyle>
            <a:lvl1pPr algn="l">
              <a:defRPr sz="4000" b="1" cap="all"/>
            </a:lvl1pPr>
          </a:lstStyle>
          <a:p>
            <a:r>
              <a:rPr lang="zh-TW" altLang="en-US"/>
              <a:t>按一下以編輯母片標題樣式</a:t>
            </a:r>
            <a:endParaRPr lang="zh-TW" altLang="en-US"/>
          </a:p>
        </p:txBody>
      </p:sp>
      <p:sp>
        <p:nvSpPr>
          <p:cNvPr id="3" name="文字版面配置區 2"/>
          <p:cNvSpPr>
            <a:spLocks noGrp="1"/>
          </p:cNvSpPr>
          <p:nvPr>
            <p:ph type="body" idx="1"/>
          </p:nvPr>
        </p:nvSpPr>
        <p:spPr>
          <a:xfrm>
            <a:off x="796925" y="2906713"/>
            <a:ext cx="8567738"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endParaRPr lang="zh-TW" altLang="en-US"/>
          </a:p>
        </p:txBody>
      </p:sp>
    </p:spTree>
  </p:cSld>
  <p:clrMapOvr>
    <a:masterClrMapping/>
  </p:clrMapOvr>
  <p:transition spd="med">
    <p:wedg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504825" y="274638"/>
            <a:ext cx="9072563" cy="1143000"/>
          </a:xfrm>
          <a:prstGeom prst="rect">
            <a:avLst/>
          </a:prstGeom>
        </p:spPr>
        <p:txBody>
          <a:bodyPr/>
          <a:lstStyle/>
          <a:p>
            <a:r>
              <a:rPr lang="zh-TW" altLang="en-US"/>
              <a:t>按一下以編輯母片標題樣式</a:t>
            </a:r>
            <a:endParaRPr lang="zh-TW" altLang="en-US"/>
          </a:p>
        </p:txBody>
      </p:sp>
      <p:sp>
        <p:nvSpPr>
          <p:cNvPr id="3" name="內容版面配置區 2"/>
          <p:cNvSpPr>
            <a:spLocks noGrp="1"/>
          </p:cNvSpPr>
          <p:nvPr>
            <p:ph sz="half" idx="1"/>
          </p:nvPr>
        </p:nvSpPr>
        <p:spPr>
          <a:xfrm>
            <a:off x="504825" y="1600200"/>
            <a:ext cx="44592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p:nvPr>
        </p:nvSpPr>
        <p:spPr>
          <a:xfrm>
            <a:off x="5116513" y="1600200"/>
            <a:ext cx="44608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Tree>
  </p:cSld>
  <p:clrMapOvr>
    <a:masterClrMapping/>
  </p:clrMapOvr>
  <p:transition spd="med">
    <p:wedg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504825" y="274638"/>
            <a:ext cx="9072563" cy="1143000"/>
          </a:xfrm>
          <a:prstGeom prst="rect">
            <a:avLst/>
          </a:prstGeom>
        </p:spPr>
        <p:txBody>
          <a:bodyPr/>
          <a:lstStyle>
            <a:lvl1pPr>
              <a:defRPr/>
            </a:lvl1pPr>
          </a:lstStyle>
          <a:p>
            <a:r>
              <a:rPr lang="zh-TW" altLang="en-US"/>
              <a:t>按一下以編輯母片標題樣式</a:t>
            </a:r>
            <a:endParaRPr lang="zh-TW" altLang="en-US"/>
          </a:p>
        </p:txBody>
      </p:sp>
      <p:sp>
        <p:nvSpPr>
          <p:cNvPr id="3" name="文字版面配置區 2"/>
          <p:cNvSpPr>
            <a:spLocks noGrp="1"/>
          </p:cNvSpPr>
          <p:nvPr>
            <p:ph type="body" idx="1"/>
          </p:nvPr>
        </p:nvSpPr>
        <p:spPr>
          <a:xfrm>
            <a:off x="504825" y="1535113"/>
            <a:ext cx="445293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endParaRPr lang="zh-TW" altLang="en-US"/>
          </a:p>
        </p:txBody>
      </p:sp>
      <p:sp>
        <p:nvSpPr>
          <p:cNvPr id="4" name="內容版面配置區 3"/>
          <p:cNvSpPr>
            <a:spLocks noGrp="1"/>
          </p:cNvSpPr>
          <p:nvPr>
            <p:ph sz="half" idx="2"/>
          </p:nvPr>
        </p:nvSpPr>
        <p:spPr>
          <a:xfrm>
            <a:off x="504825" y="2174875"/>
            <a:ext cx="445293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p:nvPr>
        </p:nvSpPr>
        <p:spPr>
          <a:xfrm>
            <a:off x="5121275" y="1535113"/>
            <a:ext cx="445611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endParaRPr lang="zh-TW" altLang="en-US"/>
          </a:p>
        </p:txBody>
      </p:sp>
      <p:sp>
        <p:nvSpPr>
          <p:cNvPr id="6" name="內容版面配置區 5"/>
          <p:cNvSpPr>
            <a:spLocks noGrp="1"/>
          </p:cNvSpPr>
          <p:nvPr>
            <p:ph sz="quarter" idx="4"/>
          </p:nvPr>
        </p:nvSpPr>
        <p:spPr>
          <a:xfrm>
            <a:off x="5121275" y="2174875"/>
            <a:ext cx="445611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Tree>
  </p:cSld>
  <p:clrMapOvr>
    <a:masterClrMapping/>
  </p:clrMapOvr>
  <p:transition spd="med">
    <p:wedg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504825" y="274638"/>
            <a:ext cx="9072563" cy="1143000"/>
          </a:xfrm>
          <a:prstGeom prst="rect">
            <a:avLst/>
          </a:prstGeom>
        </p:spPr>
        <p:txBody>
          <a:bodyPr/>
          <a:lstStyle/>
          <a:p>
            <a:r>
              <a:rPr lang="zh-TW" altLang="en-US"/>
              <a:t>按一下以編輯母片標題樣式</a:t>
            </a:r>
            <a:endParaRPr lang="zh-TW" altLang="en-US"/>
          </a:p>
        </p:txBody>
      </p:sp>
    </p:spTree>
  </p:cSld>
  <p:clrMapOvr>
    <a:masterClrMapping/>
  </p:clrMapOvr>
  <p:transition spd="med">
    <p:wedg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wedg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504825" y="273050"/>
            <a:ext cx="3316288" cy="1162050"/>
          </a:xfrm>
          <a:prstGeom prst="rect">
            <a:avLst/>
          </a:prstGeom>
        </p:spPr>
        <p:txBody>
          <a:bodyPr anchor="b"/>
          <a:lstStyle>
            <a:lvl1pPr algn="l">
              <a:defRPr sz="2000" b="1"/>
            </a:lvl1pPr>
          </a:lstStyle>
          <a:p>
            <a:r>
              <a:rPr lang="zh-TW" altLang="en-US"/>
              <a:t>按一下以編輯母片標題樣式</a:t>
            </a:r>
            <a:endParaRPr lang="zh-TW" altLang="en-US"/>
          </a:p>
        </p:txBody>
      </p:sp>
      <p:sp>
        <p:nvSpPr>
          <p:cNvPr id="3" name="內容版面配置區 2"/>
          <p:cNvSpPr>
            <a:spLocks noGrp="1"/>
          </p:cNvSpPr>
          <p:nvPr>
            <p:ph idx="1"/>
          </p:nvPr>
        </p:nvSpPr>
        <p:spPr>
          <a:xfrm>
            <a:off x="3941763" y="273050"/>
            <a:ext cx="5635625"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p:nvPr>
        </p:nvSpPr>
        <p:spPr>
          <a:xfrm>
            <a:off x="504825" y="1435100"/>
            <a:ext cx="331628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endParaRPr lang="zh-TW" altLang="en-US"/>
          </a:p>
        </p:txBody>
      </p:sp>
    </p:spTree>
  </p:cSld>
  <p:clrMapOvr>
    <a:masterClrMapping/>
  </p:clrMapOvr>
  <p:transition spd="med">
    <p:wedg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976438" y="4800600"/>
            <a:ext cx="6048375" cy="566738"/>
          </a:xfrm>
          <a:prstGeom prst="rect">
            <a:avLst/>
          </a:prstGeom>
        </p:spPr>
        <p:txBody>
          <a:bodyPr anchor="b"/>
          <a:lstStyle>
            <a:lvl1pPr algn="l">
              <a:defRPr sz="2000" b="1"/>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1976438" y="612775"/>
            <a:ext cx="6048375"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1" lang="zh-TW" altLang="en-US" sz="3200" b="0" i="0" u="none" strike="noStrike" kern="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4" name="文字版面配置區 3"/>
          <p:cNvSpPr>
            <a:spLocks noGrp="1"/>
          </p:cNvSpPr>
          <p:nvPr>
            <p:ph type="body" sz="half" idx="2"/>
          </p:nvPr>
        </p:nvSpPr>
        <p:spPr>
          <a:xfrm>
            <a:off x="1976438" y="5367338"/>
            <a:ext cx="6048375"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endParaRPr lang="zh-TW" altLang="en-US"/>
          </a:p>
        </p:txBody>
      </p:sp>
    </p:spTree>
  </p:cSld>
  <p:clrMapOvr>
    <a:masterClrMapping/>
  </p:clrMapOvr>
  <p:transition spd="med">
    <p:wedg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504825" y="274638"/>
            <a:ext cx="9072563" cy="1143000"/>
          </a:xfrm>
          <a:prstGeom prst="rect">
            <a:avLst/>
          </a:prstGeom>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p:nvPr>
        </p:nvSpPr>
        <p:spPr>
          <a:xfrm>
            <a:off x="504825" y="1600200"/>
            <a:ext cx="9072563" cy="4525963"/>
          </a:xfrm>
          <a:prstGeom prst="rect">
            <a:avLst/>
          </a:prstGeom>
        </p:spPr>
        <p:txBody>
          <a:bodyPr vert="eaVert"/>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Tree>
  </p:cSld>
  <p:clrMapOvr>
    <a:masterClrMapping/>
  </p:clrMapOvr>
  <p:transition spd="med">
    <p:wedg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7310438" y="274638"/>
            <a:ext cx="2266950" cy="5851525"/>
          </a:xfrm>
          <a:prstGeom prst="rect">
            <a:avLst/>
          </a:prstGeo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p:nvPr>
        </p:nvSpPr>
        <p:spPr>
          <a:xfrm>
            <a:off x="504825" y="274638"/>
            <a:ext cx="6653213" cy="5851525"/>
          </a:xfrm>
          <a:prstGeom prst="rect">
            <a:avLst/>
          </a:prstGeom>
        </p:spPr>
        <p:txBody>
          <a:bodyPr vert="eaVert"/>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Tree>
  </p:cSld>
  <p:clrMapOvr>
    <a:masterClrMapping/>
  </p:clrMapOvr>
  <p:transition spd="med">
    <p:wedg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chemeClr val="bg1"/>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71067" y="1"/>
            <a:ext cx="8097753" cy="823913"/>
          </a:xfrm>
        </p:spPr>
        <p:txBody>
          <a:bodyPr/>
          <a:lstStyle/>
          <a:p>
            <a:r>
              <a:rPr lang="en-US" altLang="en-US"/>
              <a:t>单击此处编辑母版标题样式</a:t>
            </a:r>
            <a:endParaRPr lang="en-US" altLang="en-US"/>
          </a:p>
        </p:txBody>
      </p:sp>
      <p:sp>
        <p:nvSpPr>
          <p:cNvPr id="3" name="表格占位符 2"/>
          <p:cNvSpPr>
            <a:spLocks noGrp="1"/>
          </p:cNvSpPr>
          <p:nvPr>
            <p:ph type="tbl" idx="1"/>
          </p:nvPr>
        </p:nvSpPr>
        <p:spPr>
          <a:xfrm>
            <a:off x="197763" y="981076"/>
            <a:ext cx="9882862" cy="5688013"/>
          </a:xfrm>
        </p:spPr>
        <p:txBody>
          <a:bodyPr/>
          <a:lstStyle/>
          <a:p>
            <a:pPr marL="447675" marR="0" lvl="0" indent="-447675"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Char char="v"/>
              <a:defRPr/>
            </a:pPr>
            <a:endParaRPr kumimoji="1" lang="en-US" altLang="en-US" sz="3000" b="0" i="0" u="none" strike="noStrike" kern="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4" name="矩形 32"/>
          <p:cNvSpPr>
            <a:spLocks noGrp="1" noChangeArrowheads="1"/>
          </p:cNvSpPr>
          <p:nvPr>
            <p:ph type="sldNum" sz="quarter" idx="4"/>
          </p:nvPr>
        </p:nvSpPr>
        <p:spPr>
          <a:xfrm>
            <a:off x="0" y="0"/>
            <a:ext cx="0" cy="0"/>
          </a:xfrm>
        </p:spPr>
        <p:txBody>
          <a:bodyPr/>
          <a:p>
            <a:pPr lvl="0">
              <a:buNone/>
            </a:pPr>
            <a:fld id="{9A0DB2DC-4C9A-4742-B13C-FB6460FD3503}" type="slidenum">
              <a:rPr lang="en-US" altLang="" dirty="0">
                <a:cs typeface="Tahoma" panose="020B0604030504040204" pitchFamily="34" charset="0"/>
              </a:rPr>
            </a:fld>
            <a:endParaRPr lang="en-US" altLang="" dirty="0">
              <a:ea typeface="Tahoma" panose="020B0604030504040204" pitchFamily="34" charset="0"/>
              <a:cs typeface="Tahoma" panose="020B0604030504040204" pitchFamily="34" charset="0"/>
            </a:endParaRPr>
          </a:p>
        </p:txBody>
      </p:sp>
    </p:spTree>
  </p:cSld>
  <p:clrMapOvr>
    <a:masterClrMapping/>
  </p:clrMapOvr>
  <p:transition spd="med">
    <p:wedg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5650" y="2130425"/>
            <a:ext cx="8569325" cy="1470025"/>
          </a:xfrm>
          <a:prstGeom prst="rect">
            <a:avLst/>
          </a:prstGeom>
        </p:spPr>
        <p:txBody>
          <a:bodyPr/>
          <a:lstStyle/>
          <a:p>
            <a:r>
              <a:rPr lang="zh-CN" altLang="en-US"/>
              <a:t>单击此处编辑母版标题样式</a:t>
            </a:r>
            <a:endParaRPr lang="en-US"/>
          </a:p>
        </p:txBody>
      </p:sp>
      <p:sp>
        <p:nvSpPr>
          <p:cNvPr id="3" name="副标题 2"/>
          <p:cNvSpPr>
            <a:spLocks noGrp="1"/>
          </p:cNvSpPr>
          <p:nvPr>
            <p:ph type="subTitle" idx="1"/>
          </p:nvPr>
        </p:nvSpPr>
        <p:spPr>
          <a:xfrm>
            <a:off x="1512888" y="3886200"/>
            <a:ext cx="7056437"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Tree>
  </p:cSld>
  <p:clrMapOvr>
    <a:masterClrMapping/>
  </p:clrMapOvr>
  <p:transition spd="med">
    <p:wedg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内容占位符 2"/>
          <p:cNvSpPr>
            <a:spLocks noGrp="1"/>
          </p:cNvSpPr>
          <p:nvPr>
            <p:ph idx="1"/>
          </p:nvPr>
        </p:nvSpPr>
        <p:spPr>
          <a:xfrm>
            <a:off x="504825" y="1600200"/>
            <a:ext cx="9072563"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96925" y="4406900"/>
            <a:ext cx="8567738" cy="1362075"/>
          </a:xfrm>
          <a:prstGeom prst="rect">
            <a:avLst/>
          </a:prstGeo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96925" y="2906713"/>
            <a:ext cx="8567738"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内容占位符 2"/>
          <p:cNvSpPr>
            <a:spLocks noGrp="1"/>
          </p:cNvSpPr>
          <p:nvPr>
            <p:ph sz="half" idx="1"/>
          </p:nvPr>
        </p:nvSpPr>
        <p:spPr>
          <a:xfrm>
            <a:off x="504825" y="1600200"/>
            <a:ext cx="44592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5116513" y="1600200"/>
            <a:ext cx="44608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504825" y="1535113"/>
            <a:ext cx="445293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04825" y="2174875"/>
            <a:ext cx="445293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文本占位符 4"/>
          <p:cNvSpPr>
            <a:spLocks noGrp="1"/>
          </p:cNvSpPr>
          <p:nvPr>
            <p:ph type="body" sz="quarter" idx="3"/>
          </p:nvPr>
        </p:nvSpPr>
        <p:spPr>
          <a:xfrm>
            <a:off x="5121275" y="1535113"/>
            <a:ext cx="445611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121275" y="2174875"/>
            <a:ext cx="445611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Tree>
  </p:cSld>
  <p:clrMapOvr>
    <a:masterClrMapping/>
  </p:clrMapOvr>
  <p:transition spd="med">
    <p:wedg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wedg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3050"/>
            <a:ext cx="3316288" cy="1162050"/>
          </a:xfrm>
          <a:prstGeom prst="rect">
            <a:avLst/>
          </a:prstGeo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3941763" y="273050"/>
            <a:ext cx="5635625"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文本占位符 3"/>
          <p:cNvSpPr>
            <a:spLocks noGrp="1"/>
          </p:cNvSpPr>
          <p:nvPr>
            <p:ph type="body" sz="half" idx="2"/>
          </p:nvPr>
        </p:nvSpPr>
        <p:spPr>
          <a:xfrm>
            <a:off x="504825" y="1435100"/>
            <a:ext cx="331628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76438" y="4800600"/>
            <a:ext cx="6048375" cy="566738"/>
          </a:xfrm>
          <a:prstGeom prst="rect">
            <a:avLst/>
          </a:prstGeo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1976438" y="612775"/>
            <a:ext cx="6048375"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976438" y="5367338"/>
            <a:ext cx="6048375"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a:xfrm>
            <a:off x="504825" y="1600200"/>
            <a:ext cx="9072563"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10438" y="274638"/>
            <a:ext cx="2266950" cy="5851525"/>
          </a:xfrm>
          <a:prstGeom prst="rect">
            <a:avLst/>
          </a:prstGeo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504825" y="274638"/>
            <a:ext cx="6653213"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5650" y="2130425"/>
            <a:ext cx="8569325" cy="1470025"/>
          </a:xfrm>
          <a:prstGeom prst="rect">
            <a:avLst/>
          </a:prstGeom>
        </p:spPr>
        <p:txBody>
          <a:bodyPr/>
          <a:lstStyle/>
          <a:p>
            <a:r>
              <a:rPr lang="zh-CN" altLang="en-US"/>
              <a:t>单击此处编辑母版标题样式</a:t>
            </a:r>
            <a:endParaRPr lang="en-US"/>
          </a:p>
        </p:txBody>
      </p:sp>
      <p:sp>
        <p:nvSpPr>
          <p:cNvPr id="3" name="副标题 2"/>
          <p:cNvSpPr>
            <a:spLocks noGrp="1"/>
          </p:cNvSpPr>
          <p:nvPr>
            <p:ph type="subTitle" idx="1"/>
          </p:nvPr>
        </p:nvSpPr>
        <p:spPr>
          <a:xfrm>
            <a:off x="1512888" y="3886200"/>
            <a:ext cx="7056437"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内容占位符 2"/>
          <p:cNvSpPr>
            <a:spLocks noGrp="1"/>
          </p:cNvSpPr>
          <p:nvPr>
            <p:ph idx="1"/>
          </p:nvPr>
        </p:nvSpPr>
        <p:spPr>
          <a:xfrm>
            <a:off x="504825" y="1600200"/>
            <a:ext cx="9072563"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96925" y="4406900"/>
            <a:ext cx="8567738" cy="1362075"/>
          </a:xfrm>
          <a:prstGeom prst="rect">
            <a:avLst/>
          </a:prstGeo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96925" y="2906713"/>
            <a:ext cx="8567738"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内容占位符 2"/>
          <p:cNvSpPr>
            <a:spLocks noGrp="1"/>
          </p:cNvSpPr>
          <p:nvPr>
            <p:ph sz="half" idx="1"/>
          </p:nvPr>
        </p:nvSpPr>
        <p:spPr>
          <a:xfrm>
            <a:off x="504825" y="1600200"/>
            <a:ext cx="44592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5116513" y="1600200"/>
            <a:ext cx="44608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4"/>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7" name="灯片编号占位符 6"/>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504825" y="1535113"/>
            <a:ext cx="445293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04825" y="2174875"/>
            <a:ext cx="445293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文本占位符 4"/>
          <p:cNvSpPr>
            <a:spLocks noGrp="1"/>
          </p:cNvSpPr>
          <p:nvPr>
            <p:ph type="body" sz="quarter" idx="3"/>
          </p:nvPr>
        </p:nvSpPr>
        <p:spPr>
          <a:xfrm>
            <a:off x="5121275" y="1535113"/>
            <a:ext cx="445611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121275" y="2174875"/>
            <a:ext cx="445611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6"/>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9" name="灯片编号占位符 8"/>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 name="灯片编号占位符 4"/>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4" name="灯片编号占位符 3"/>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3050"/>
            <a:ext cx="3316288" cy="1162050"/>
          </a:xfrm>
          <a:prstGeom prst="rect">
            <a:avLst/>
          </a:prstGeo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3941763" y="273050"/>
            <a:ext cx="5635625"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文本占位符 3"/>
          <p:cNvSpPr>
            <a:spLocks noGrp="1"/>
          </p:cNvSpPr>
          <p:nvPr>
            <p:ph type="body" sz="half" idx="2"/>
          </p:nvPr>
        </p:nvSpPr>
        <p:spPr>
          <a:xfrm>
            <a:off x="504825" y="1435100"/>
            <a:ext cx="331628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7" name="灯片编号占位符 6"/>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76438" y="4800600"/>
            <a:ext cx="6048375" cy="566738"/>
          </a:xfrm>
          <a:prstGeom prst="rect">
            <a:avLst/>
          </a:prstGeo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1976438" y="612775"/>
            <a:ext cx="6048375"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976438" y="5367338"/>
            <a:ext cx="6048375"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7" name="灯片编号占位符 6"/>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a:xfrm>
            <a:off x="504825" y="1600200"/>
            <a:ext cx="9072563"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10438" y="274638"/>
            <a:ext cx="2266950" cy="5851525"/>
          </a:xfrm>
          <a:prstGeom prst="rect">
            <a:avLst/>
          </a:prstGeo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504825" y="274638"/>
            <a:ext cx="6653213"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3"/>
          <p:cNvSpPr>
            <a:spLocks noGrp="1"/>
          </p:cNvSpPr>
          <p:nvPr>
            <p:ph type="dt" sz="half" idx="10"/>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6" name="灯片编号占位符 5"/>
          <p:cNvSpPr>
            <a:spLocks noGrp="1"/>
          </p:cNvSpPr>
          <p:nvPr>
            <p:ph type="sldNum" sz="quarter" idx="12"/>
          </p:nvPr>
        </p:nvSpPr>
        <p:spPr/>
        <p:txBody>
          <a:bodyPr/>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Ovr>
    <a:masterClrMapping/>
  </p:clrMapOvr>
  <p:transition>
    <p:zoom/>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5650" y="2130425"/>
            <a:ext cx="8569325" cy="1470025"/>
          </a:xfrm>
          <a:prstGeom prst="rect">
            <a:avLst/>
          </a:prstGeom>
        </p:spPr>
        <p:txBody>
          <a:bodyPr/>
          <a:lstStyle/>
          <a:p>
            <a:r>
              <a:rPr lang="zh-CN" altLang="en-US"/>
              <a:t>单击此处编辑母版标题样式</a:t>
            </a:r>
            <a:endParaRPr lang="en-US"/>
          </a:p>
        </p:txBody>
      </p:sp>
      <p:sp>
        <p:nvSpPr>
          <p:cNvPr id="3" name="副标题 2"/>
          <p:cNvSpPr>
            <a:spLocks noGrp="1"/>
          </p:cNvSpPr>
          <p:nvPr>
            <p:ph type="subTitle" idx="1"/>
          </p:nvPr>
        </p:nvSpPr>
        <p:spPr>
          <a:xfrm>
            <a:off x="1512888" y="3886200"/>
            <a:ext cx="7056437"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Tree>
  </p:cSld>
  <p:clrMapOvr>
    <a:masterClrMapping/>
  </p:clrMapOvr>
  <p:transition spd="med">
    <p:wedg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内容占位符 2"/>
          <p:cNvSpPr>
            <a:spLocks noGrp="1"/>
          </p:cNvSpPr>
          <p:nvPr>
            <p:ph idx="1"/>
          </p:nvPr>
        </p:nvSpPr>
        <p:spPr>
          <a:xfrm>
            <a:off x="504825" y="1600200"/>
            <a:ext cx="9072563"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96925" y="4406900"/>
            <a:ext cx="8567738" cy="1362075"/>
          </a:xfrm>
          <a:prstGeom prst="rect">
            <a:avLst/>
          </a:prstGeo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96925" y="2906713"/>
            <a:ext cx="8567738"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内容占位符 2"/>
          <p:cNvSpPr>
            <a:spLocks noGrp="1"/>
          </p:cNvSpPr>
          <p:nvPr>
            <p:ph sz="half" idx="1"/>
          </p:nvPr>
        </p:nvSpPr>
        <p:spPr>
          <a:xfrm>
            <a:off x="504825" y="1600200"/>
            <a:ext cx="44592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5116513" y="1600200"/>
            <a:ext cx="44608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504825" y="1535113"/>
            <a:ext cx="445293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504825" y="2174875"/>
            <a:ext cx="445293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文本占位符 4"/>
          <p:cNvSpPr>
            <a:spLocks noGrp="1"/>
          </p:cNvSpPr>
          <p:nvPr>
            <p:ph type="body" sz="quarter" idx="3"/>
          </p:nvPr>
        </p:nvSpPr>
        <p:spPr>
          <a:xfrm>
            <a:off x="5121275" y="1535113"/>
            <a:ext cx="445611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121275" y="2174875"/>
            <a:ext cx="445611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Tree>
  </p:cSld>
  <p:clrMapOvr>
    <a:masterClrMapping/>
  </p:clrMapOvr>
  <p:transition spd="med">
    <p:wedg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wedg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04825" y="273050"/>
            <a:ext cx="3316288" cy="1162050"/>
          </a:xfrm>
          <a:prstGeom prst="rect">
            <a:avLst/>
          </a:prstGeo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3941763" y="273050"/>
            <a:ext cx="5635625"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文本占位符 3"/>
          <p:cNvSpPr>
            <a:spLocks noGrp="1"/>
          </p:cNvSpPr>
          <p:nvPr>
            <p:ph type="body" sz="half" idx="2"/>
          </p:nvPr>
        </p:nvSpPr>
        <p:spPr>
          <a:xfrm>
            <a:off x="504825" y="1435100"/>
            <a:ext cx="331628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76438" y="4800600"/>
            <a:ext cx="6048375" cy="566738"/>
          </a:xfrm>
          <a:prstGeom prst="rect">
            <a:avLst/>
          </a:prstGeo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1976438" y="612775"/>
            <a:ext cx="6048375"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976438" y="5367338"/>
            <a:ext cx="6048375"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wedg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04825" y="274638"/>
            <a:ext cx="9072563" cy="1143000"/>
          </a:xfrm>
          <a:prstGeom prst="rect">
            <a:avLst/>
          </a:prstGeom>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a:xfrm>
            <a:off x="504825" y="1600200"/>
            <a:ext cx="9072563"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10438" y="274638"/>
            <a:ext cx="2266950" cy="5851525"/>
          </a:xfrm>
          <a:prstGeom prst="rect">
            <a:avLst/>
          </a:prstGeo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504825" y="274638"/>
            <a:ext cx="6653213"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Tree>
  </p:cSld>
  <p:clrMapOvr>
    <a:masterClrMapping/>
  </p:clrMapOvr>
  <p:transition spd="med">
    <p:wedg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4.jpeg"/><Relationship Id="rId12" Type="http://schemas.openxmlformats.org/officeDocument/2006/relationships/image" Target="../media/image3.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3.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4" Type="http://schemas.openxmlformats.org/officeDocument/2006/relationships/theme" Target="../theme/theme5.xml"/><Relationship Id="rId13" Type="http://schemas.openxmlformats.org/officeDocument/2006/relationships/image" Target="../media/image4.jpeg"/><Relationship Id="rId12" Type="http://schemas.openxmlformats.org/officeDocument/2006/relationships/image" Target="../media/image3.png"/><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4" Type="http://schemas.openxmlformats.org/officeDocument/2006/relationships/theme" Target="../theme/theme6.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6.xml"/><Relationship Id="rId8" Type="http://schemas.openxmlformats.org/officeDocument/2006/relationships/slideLayout" Target="../slideLayouts/slideLayout75.xml"/><Relationship Id="rId7" Type="http://schemas.openxmlformats.org/officeDocument/2006/relationships/slideLayout" Target="../slideLayouts/slideLayout74.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 Id="rId3" Type="http://schemas.openxmlformats.org/officeDocument/2006/relationships/slideLayout" Target="../slideLayouts/slideLayout70.xml"/><Relationship Id="rId2" Type="http://schemas.openxmlformats.org/officeDocument/2006/relationships/slideLayout" Target="../slideLayouts/slideLayout69.xml"/><Relationship Id="rId14" Type="http://schemas.openxmlformats.org/officeDocument/2006/relationships/theme" Target="../theme/theme7.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78.xml"/><Relationship Id="rId10" Type="http://schemas.openxmlformats.org/officeDocument/2006/relationships/slideLayout" Target="../slideLayouts/slideLayout77.xml"/><Relationship Id="rId1"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tileRect/>
        </a:gradFill>
        <a:effectLst/>
      </p:bgPr>
    </p:bg>
    <p:spTree>
      <p:nvGrpSpPr>
        <p:cNvPr id="1" name=""/>
        <p:cNvGrpSpPr/>
        <p:nvPr/>
      </p:nvGrpSpPr>
      <p:grpSpPr/>
      <p:pic>
        <p:nvPicPr>
          <p:cNvPr id="1026" name="Picture 2" descr="subbar"/>
          <p:cNvPicPr>
            <a:picLocks noChangeAspect="1"/>
          </p:cNvPicPr>
          <p:nvPr userDrawn="1"/>
        </p:nvPicPr>
        <p:blipFill>
          <a:blip r:embed="rId12"/>
          <a:srcRect l="189" r="267"/>
          <a:stretch>
            <a:fillRect/>
          </a:stretch>
        </p:blipFill>
        <p:spPr>
          <a:xfrm>
            <a:off x="0" y="-9525"/>
            <a:ext cx="10080625" cy="1062038"/>
          </a:xfrm>
          <a:prstGeom prst="rect">
            <a:avLst/>
          </a:prstGeom>
          <a:noFill/>
          <a:ln w="9525">
            <a:noFill/>
          </a:ln>
        </p:spPr>
      </p:pic>
      <p:sp>
        <p:nvSpPr>
          <p:cNvPr id="1027" name="Line 3"/>
          <p:cNvSpPr/>
          <p:nvPr userDrawn="1"/>
        </p:nvSpPr>
        <p:spPr>
          <a:xfrm>
            <a:off x="0" y="1020763"/>
            <a:ext cx="10080625" cy="0"/>
          </a:xfrm>
          <a:prstGeom prst="line">
            <a:avLst/>
          </a:prstGeom>
          <a:ln w="28575" cap="flat" cmpd="sng">
            <a:solidFill>
              <a:srgbClr val="236485"/>
            </a:solidFill>
            <a:prstDash val="solid"/>
            <a:headEnd type="none" w="med" len="med"/>
            <a:tailEnd type="none" w="med" len="med"/>
          </a:ln>
          <a:effectLst>
            <a:outerShdw dist="35921" dir="2699999" algn="ctr" rotWithShape="0">
              <a:srgbClr val="90C060">
                <a:alpha val="50000"/>
              </a:srgbClr>
            </a:outerShdw>
          </a:effectLst>
        </p:spPr>
      </p:sp>
      <p:sp>
        <p:nvSpPr>
          <p:cNvPr id="1028" name="Rectangle 5"/>
          <p:cNvSpPr>
            <a:spLocks noChangeArrowheads="1"/>
          </p:cNvSpPr>
          <p:nvPr/>
        </p:nvSpPr>
        <p:spPr bwMode="auto">
          <a:xfrm>
            <a:off x="0" y="6608763"/>
            <a:ext cx="287338" cy="238125"/>
          </a:xfrm>
          <a:prstGeom prst="rect">
            <a:avLst/>
          </a:prstGeom>
          <a:solidFill>
            <a:schemeClr val="bg1"/>
          </a:solidFill>
          <a:ln>
            <a:noFill/>
          </a:ln>
        </p:spPr>
        <p:txBody>
          <a:bodyPr wrap="none" lIns="0" tIns="46038" rIns="0" bIns="46038" anchor="ctr"/>
          <a:p>
            <a:pPr lvl="0" algn="ctr">
              <a:lnSpc>
                <a:spcPct val="130000"/>
              </a:lnSpc>
              <a:buNone/>
            </a:pPr>
            <a:fld id="{9A0DB2DC-4C9A-4742-B13C-FB6460FD3503}" type="slidenum">
              <a:rPr lang="en-GB" altLang="en-US" sz="900" i="1" dirty="0">
                <a:solidFill>
                  <a:srgbClr val="000066"/>
                </a:solidFill>
                <a:latin typeface="Tahoma" panose="020B0604030504040204" pitchFamily="34" charset="0"/>
              </a:rPr>
            </a:fld>
            <a:r>
              <a:rPr lang="en-GB" altLang="en-US" sz="900" i="1" dirty="0">
                <a:solidFill>
                  <a:srgbClr val="000066"/>
                </a:solidFill>
                <a:latin typeface="Tahoma" panose="020B0604030504040204" pitchFamily="34" charset="0"/>
              </a:rPr>
              <a:t> </a:t>
            </a:r>
            <a:endParaRPr lang="ko-KR" altLang="en-US" sz="900" i="1" dirty="0">
              <a:solidFill>
                <a:srgbClr val="000066"/>
              </a:solidFill>
              <a:latin typeface="Tahoma" panose="020B0604030504040204" pitchFamily="34" charset="0"/>
            </a:endParaRPr>
          </a:p>
        </p:txBody>
      </p:sp>
      <p:pic>
        <p:nvPicPr>
          <p:cNvPr id="1029" name="Picture 6" descr="그림1"/>
          <p:cNvPicPr>
            <a:picLocks noChangeAspect="1"/>
          </p:cNvPicPr>
          <p:nvPr userDrawn="1"/>
        </p:nvPicPr>
        <p:blipFill>
          <a:blip r:embed="rId13"/>
          <a:stretch>
            <a:fillRect/>
          </a:stretch>
        </p:blipFill>
        <p:spPr>
          <a:xfrm>
            <a:off x="238125" y="6715125"/>
            <a:ext cx="9077325" cy="841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edge/>
  </p:transition>
  <p:hf sldNum="0" hdr="0" ftr="0" dt="0"/>
  <p:txStyles>
    <p:titleStyle>
      <a:lvl1pPr algn="ctr" rtl="0" eaLnBrk="0" fontAlgn="base" latinLnBrk="1" hangingPunct="0">
        <a:spcBef>
          <a:spcPct val="0"/>
        </a:spcBef>
        <a:spcAft>
          <a:spcPct val="0"/>
        </a:spcAft>
        <a:defRPr sz="3600" b="1">
          <a:solidFill>
            <a:schemeClr val="tx2"/>
          </a:solidFill>
          <a:latin typeface="+mj-lt"/>
          <a:ea typeface="+mj-ea"/>
          <a:cs typeface="+mj-cs"/>
        </a:defRPr>
      </a:lvl1pPr>
      <a:lvl2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5pPr>
      <a:lvl6pPr marL="4572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6pPr>
      <a:lvl7pPr marL="9144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7pPr>
      <a:lvl8pPr marL="13716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8pPr>
      <a:lvl9pPr marL="18288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9pPr>
    </p:titleStyle>
    <p:bodyStyle>
      <a:lvl1pPr marL="447675" indent="-447675" algn="l" rtl="0" eaLnBrk="0" fontAlgn="base" latinLnBrk="1" hangingPunct="0">
        <a:spcBef>
          <a:spcPct val="20000"/>
        </a:spcBef>
        <a:spcAft>
          <a:spcPct val="0"/>
        </a:spcAft>
        <a:buClr>
          <a:schemeClr val="accent1"/>
        </a:buClr>
        <a:buFont typeface="Wingdings" panose="05000000000000000000" pitchFamily="2" charset="2"/>
        <a:buChar char="v"/>
        <a:defRPr sz="3000">
          <a:solidFill>
            <a:schemeClr val="tx1"/>
          </a:solidFill>
          <a:latin typeface="+mn-lt"/>
          <a:ea typeface="+mn-ea"/>
          <a:cs typeface="+mn-cs"/>
        </a:defRPr>
      </a:lvl1pPr>
      <a:lvl2pPr marL="889000" indent="-440055" algn="l" rtl="0" eaLnBrk="0" fontAlgn="base" latinLnBrk="1" hangingPunct="0">
        <a:spcBef>
          <a:spcPct val="20000"/>
        </a:spcBef>
        <a:spcAft>
          <a:spcPct val="0"/>
        </a:spcAft>
        <a:buClr>
          <a:schemeClr val="hlink"/>
        </a:buClr>
        <a:buSzPct val="80000"/>
        <a:buFont typeface="Wingdings" panose="05000000000000000000" pitchFamily="2" charset="2"/>
        <a:buChar char="v"/>
        <a:defRPr sz="2600">
          <a:solidFill>
            <a:schemeClr val="tx1"/>
          </a:solidFill>
          <a:latin typeface="+mn-lt"/>
          <a:ea typeface="+mn-ea"/>
        </a:defRPr>
      </a:lvl2pPr>
      <a:lvl3pPr marL="1294130" indent="-403225" algn="l" rtl="0" eaLnBrk="0" fontAlgn="base" latinLnBrk="1" hangingPunct="0">
        <a:spcBef>
          <a:spcPct val="20000"/>
        </a:spcBef>
        <a:spcAft>
          <a:spcPct val="0"/>
        </a:spcAft>
        <a:buClr>
          <a:schemeClr val="accent1"/>
        </a:buClr>
        <a:buSzPct val="80000"/>
        <a:buFont typeface="Wingdings" panose="05000000000000000000" pitchFamily="2" charset="2"/>
        <a:buChar char="v"/>
        <a:defRPr sz="2200">
          <a:solidFill>
            <a:schemeClr val="tx1"/>
          </a:solidFill>
          <a:latin typeface="+mn-lt"/>
          <a:ea typeface="+mn-ea"/>
        </a:defRPr>
      </a:lvl3pPr>
      <a:lvl4pPr marL="1681480" indent="-386080" algn="l" rtl="0" eaLnBrk="0" fontAlgn="base" latinLnBrk="1"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mn-lt"/>
          <a:ea typeface="+mn-ea"/>
        </a:defRPr>
      </a:lvl4pPr>
      <a:lvl5pPr marL="20701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5pPr>
      <a:lvl6pPr marL="25273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6pPr>
      <a:lvl7pPr marL="29845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7pPr>
      <a:lvl8pPr marL="34417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8pPr>
      <a:lvl9pPr marL="38989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Picture 122"/>
          <p:cNvPicPr>
            <a:picLocks noChangeAspect="1"/>
          </p:cNvPicPr>
          <p:nvPr userDrawn="1"/>
        </p:nvPicPr>
        <p:blipFill>
          <a:blip r:embed="rId12"/>
          <a:stretch>
            <a:fillRect/>
          </a:stretch>
        </p:blipFill>
        <p:spPr>
          <a:xfrm>
            <a:off x="0" y="4343400"/>
            <a:ext cx="10080625" cy="2528888"/>
          </a:xfrm>
          <a:prstGeom prst="rect">
            <a:avLst/>
          </a:prstGeom>
          <a:noFill/>
          <a:ln w="9525">
            <a:noFill/>
          </a:ln>
        </p:spPr>
      </p:pic>
      <p:pic>
        <p:nvPicPr>
          <p:cNvPr id="2051" name="Picture 121" descr="Untitled-5 copy"/>
          <p:cNvPicPr>
            <a:picLocks noChangeAspect="1"/>
          </p:cNvPicPr>
          <p:nvPr userDrawn="1"/>
        </p:nvPicPr>
        <p:blipFill>
          <a:blip r:embed="rId13"/>
          <a:stretch>
            <a:fillRect/>
          </a:stretch>
        </p:blipFill>
        <p:spPr>
          <a:xfrm>
            <a:off x="0" y="0"/>
            <a:ext cx="10080625" cy="2689225"/>
          </a:xfrm>
          <a:prstGeom prst="rect">
            <a:avLst/>
          </a:prstGeom>
          <a:noFill/>
          <a:ln w="9525">
            <a:noFill/>
          </a:ln>
        </p:spPr>
      </p:pic>
      <p:grpSp>
        <p:nvGrpSpPr>
          <p:cNvPr id="2052" name="Group 4"/>
          <p:cNvGrpSpPr/>
          <p:nvPr userDrawn="1"/>
        </p:nvGrpSpPr>
        <p:grpSpPr>
          <a:xfrm>
            <a:off x="3509963" y="1300163"/>
            <a:ext cx="5761037" cy="912812"/>
            <a:chOff x="0" y="0"/>
            <a:chExt cx="3629" cy="575"/>
          </a:xfrm>
        </p:grpSpPr>
        <p:sp>
          <p:nvSpPr>
            <p:cNvPr id="2055" name="Oval 10"/>
            <p:cNvSpPr>
              <a:spLocks noChangeArrowheads="1"/>
            </p:cNvSpPr>
            <p:nvPr/>
          </p:nvSpPr>
          <p:spPr bwMode="auto">
            <a:xfrm>
              <a:off x="0" y="6"/>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6" name="Oval 11"/>
            <p:cNvSpPr>
              <a:spLocks noChangeArrowheads="1"/>
            </p:cNvSpPr>
            <p:nvPr/>
          </p:nvSpPr>
          <p:spPr bwMode="auto">
            <a:xfrm>
              <a:off x="117" y="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7" name="Oval 12"/>
            <p:cNvSpPr>
              <a:spLocks noChangeArrowheads="1"/>
            </p:cNvSpPr>
            <p:nvPr/>
          </p:nvSpPr>
          <p:spPr bwMode="auto">
            <a:xfrm>
              <a:off x="234" y="5"/>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8" name="Oval 13"/>
            <p:cNvSpPr>
              <a:spLocks noChangeArrowheads="1"/>
            </p:cNvSpPr>
            <p:nvPr/>
          </p:nvSpPr>
          <p:spPr bwMode="auto">
            <a:xfrm>
              <a:off x="351" y="3"/>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9" name="Oval 14"/>
            <p:cNvSpPr>
              <a:spLocks noChangeArrowheads="1"/>
            </p:cNvSpPr>
            <p:nvPr/>
          </p:nvSpPr>
          <p:spPr bwMode="auto">
            <a:xfrm>
              <a:off x="467" y="4"/>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0" name="Oval 15"/>
            <p:cNvSpPr>
              <a:spLocks noChangeArrowheads="1"/>
            </p:cNvSpPr>
            <p:nvPr/>
          </p:nvSpPr>
          <p:spPr bwMode="auto">
            <a:xfrm>
              <a:off x="584" y="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1" name="Oval 16"/>
            <p:cNvSpPr>
              <a:spLocks noChangeArrowheads="1"/>
            </p:cNvSpPr>
            <p:nvPr/>
          </p:nvSpPr>
          <p:spPr bwMode="auto">
            <a:xfrm>
              <a:off x="709" y="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2" name="Oval 17"/>
            <p:cNvSpPr>
              <a:spLocks noChangeArrowheads="1"/>
            </p:cNvSpPr>
            <p:nvPr/>
          </p:nvSpPr>
          <p:spPr bwMode="auto">
            <a:xfrm>
              <a:off x="826" y="2"/>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3" name="Oval 18"/>
            <p:cNvSpPr>
              <a:spLocks noChangeArrowheads="1"/>
            </p:cNvSpPr>
            <p:nvPr/>
          </p:nvSpPr>
          <p:spPr bwMode="auto">
            <a:xfrm>
              <a:off x="943" y="3"/>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4" name="Oval 19"/>
            <p:cNvSpPr>
              <a:spLocks noChangeArrowheads="1"/>
            </p:cNvSpPr>
            <p:nvPr/>
          </p:nvSpPr>
          <p:spPr bwMode="auto">
            <a:xfrm>
              <a:off x="1059" y="1"/>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5" name="Oval 20"/>
            <p:cNvSpPr>
              <a:spLocks noChangeArrowheads="1"/>
            </p:cNvSpPr>
            <p:nvPr/>
          </p:nvSpPr>
          <p:spPr bwMode="auto">
            <a:xfrm>
              <a:off x="1176" y="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6" name="Oval 21"/>
            <p:cNvSpPr>
              <a:spLocks noChangeArrowheads="1"/>
            </p:cNvSpPr>
            <p:nvPr/>
          </p:nvSpPr>
          <p:spPr bwMode="auto">
            <a:xfrm>
              <a:off x="1293" y="0"/>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7" name="Oval 22"/>
            <p:cNvSpPr>
              <a:spLocks noChangeArrowheads="1"/>
            </p:cNvSpPr>
            <p:nvPr/>
          </p:nvSpPr>
          <p:spPr bwMode="auto">
            <a:xfrm>
              <a:off x="1418" y="5"/>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8" name="Oval 23"/>
            <p:cNvSpPr>
              <a:spLocks noChangeArrowheads="1"/>
            </p:cNvSpPr>
            <p:nvPr/>
          </p:nvSpPr>
          <p:spPr bwMode="auto">
            <a:xfrm>
              <a:off x="1534" y="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9" name="Oval 24"/>
            <p:cNvSpPr>
              <a:spLocks noChangeArrowheads="1"/>
            </p:cNvSpPr>
            <p:nvPr/>
          </p:nvSpPr>
          <p:spPr bwMode="auto">
            <a:xfrm>
              <a:off x="1651" y="4"/>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0" name="Oval 25"/>
            <p:cNvSpPr>
              <a:spLocks noChangeArrowheads="1"/>
            </p:cNvSpPr>
            <p:nvPr/>
          </p:nvSpPr>
          <p:spPr bwMode="auto">
            <a:xfrm>
              <a:off x="1768" y="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1" name="Oval 26"/>
            <p:cNvSpPr>
              <a:spLocks noChangeArrowheads="1"/>
            </p:cNvSpPr>
            <p:nvPr/>
          </p:nvSpPr>
          <p:spPr bwMode="auto">
            <a:xfrm>
              <a:off x="1885" y="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2" name="Oval 27"/>
            <p:cNvSpPr>
              <a:spLocks noChangeArrowheads="1"/>
            </p:cNvSpPr>
            <p:nvPr/>
          </p:nvSpPr>
          <p:spPr bwMode="auto">
            <a:xfrm>
              <a:off x="2002" y="1"/>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3" name="Oval 28"/>
            <p:cNvSpPr>
              <a:spLocks noChangeArrowheads="1"/>
            </p:cNvSpPr>
            <p:nvPr/>
          </p:nvSpPr>
          <p:spPr bwMode="auto">
            <a:xfrm>
              <a:off x="2126" y="6"/>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4" name="Oval 29"/>
            <p:cNvSpPr>
              <a:spLocks noChangeArrowheads="1"/>
            </p:cNvSpPr>
            <p:nvPr/>
          </p:nvSpPr>
          <p:spPr bwMode="auto">
            <a:xfrm>
              <a:off x="2243" y="4"/>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5" name="Oval 30"/>
            <p:cNvSpPr>
              <a:spLocks noChangeArrowheads="1"/>
            </p:cNvSpPr>
            <p:nvPr/>
          </p:nvSpPr>
          <p:spPr bwMode="auto">
            <a:xfrm>
              <a:off x="2360" y="5"/>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6" name="Oval 31"/>
            <p:cNvSpPr>
              <a:spLocks noChangeArrowheads="1"/>
            </p:cNvSpPr>
            <p:nvPr/>
          </p:nvSpPr>
          <p:spPr bwMode="auto">
            <a:xfrm>
              <a:off x="2477" y="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7" name="Oval 32"/>
            <p:cNvSpPr>
              <a:spLocks noChangeArrowheads="1"/>
            </p:cNvSpPr>
            <p:nvPr/>
          </p:nvSpPr>
          <p:spPr bwMode="auto">
            <a:xfrm>
              <a:off x="2594" y="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8" name="Oval 33"/>
            <p:cNvSpPr>
              <a:spLocks noChangeArrowheads="1"/>
            </p:cNvSpPr>
            <p:nvPr/>
          </p:nvSpPr>
          <p:spPr bwMode="auto">
            <a:xfrm>
              <a:off x="2711" y="2"/>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9" name="Oval 34"/>
            <p:cNvSpPr>
              <a:spLocks noChangeArrowheads="1"/>
            </p:cNvSpPr>
            <p:nvPr/>
          </p:nvSpPr>
          <p:spPr bwMode="auto">
            <a:xfrm>
              <a:off x="2835" y="7"/>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0" name="Oval 35"/>
            <p:cNvSpPr>
              <a:spLocks noChangeArrowheads="1"/>
            </p:cNvSpPr>
            <p:nvPr/>
          </p:nvSpPr>
          <p:spPr bwMode="auto">
            <a:xfrm>
              <a:off x="2952" y="5"/>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1" name="Oval 36"/>
            <p:cNvSpPr>
              <a:spLocks noChangeArrowheads="1"/>
            </p:cNvSpPr>
            <p:nvPr/>
          </p:nvSpPr>
          <p:spPr bwMode="auto">
            <a:xfrm>
              <a:off x="3069" y="6"/>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2" name="Oval 37"/>
            <p:cNvSpPr>
              <a:spLocks noChangeArrowheads="1"/>
            </p:cNvSpPr>
            <p:nvPr/>
          </p:nvSpPr>
          <p:spPr bwMode="auto">
            <a:xfrm>
              <a:off x="3186" y="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3" name="Oval 38"/>
            <p:cNvSpPr>
              <a:spLocks noChangeArrowheads="1"/>
            </p:cNvSpPr>
            <p:nvPr/>
          </p:nvSpPr>
          <p:spPr bwMode="auto">
            <a:xfrm>
              <a:off x="3303" y="5"/>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4" name="Oval 39"/>
            <p:cNvSpPr>
              <a:spLocks noChangeArrowheads="1"/>
            </p:cNvSpPr>
            <p:nvPr/>
          </p:nvSpPr>
          <p:spPr bwMode="auto">
            <a:xfrm>
              <a:off x="0" y="126"/>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5" name="Oval 40"/>
            <p:cNvSpPr>
              <a:spLocks noChangeArrowheads="1"/>
            </p:cNvSpPr>
            <p:nvPr/>
          </p:nvSpPr>
          <p:spPr bwMode="auto">
            <a:xfrm>
              <a:off x="117" y="12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6" name="Oval 41"/>
            <p:cNvSpPr>
              <a:spLocks noChangeArrowheads="1"/>
            </p:cNvSpPr>
            <p:nvPr/>
          </p:nvSpPr>
          <p:spPr bwMode="auto">
            <a:xfrm>
              <a:off x="234" y="125"/>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7" name="Oval 42"/>
            <p:cNvSpPr>
              <a:spLocks noChangeArrowheads="1"/>
            </p:cNvSpPr>
            <p:nvPr/>
          </p:nvSpPr>
          <p:spPr bwMode="auto">
            <a:xfrm>
              <a:off x="351" y="123"/>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8" name="Oval 43"/>
            <p:cNvSpPr>
              <a:spLocks noChangeArrowheads="1"/>
            </p:cNvSpPr>
            <p:nvPr/>
          </p:nvSpPr>
          <p:spPr bwMode="auto">
            <a:xfrm>
              <a:off x="467" y="124"/>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9" name="Oval 44"/>
            <p:cNvSpPr>
              <a:spLocks noChangeArrowheads="1"/>
            </p:cNvSpPr>
            <p:nvPr/>
          </p:nvSpPr>
          <p:spPr bwMode="auto">
            <a:xfrm>
              <a:off x="584" y="12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0" name="Oval 45"/>
            <p:cNvSpPr>
              <a:spLocks noChangeArrowheads="1"/>
            </p:cNvSpPr>
            <p:nvPr/>
          </p:nvSpPr>
          <p:spPr bwMode="auto">
            <a:xfrm>
              <a:off x="709" y="12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1" name="Oval 46"/>
            <p:cNvSpPr>
              <a:spLocks noChangeArrowheads="1"/>
            </p:cNvSpPr>
            <p:nvPr/>
          </p:nvSpPr>
          <p:spPr bwMode="auto">
            <a:xfrm>
              <a:off x="826" y="122"/>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2" name="Oval 47"/>
            <p:cNvSpPr>
              <a:spLocks noChangeArrowheads="1"/>
            </p:cNvSpPr>
            <p:nvPr/>
          </p:nvSpPr>
          <p:spPr bwMode="auto">
            <a:xfrm>
              <a:off x="943" y="123"/>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3" name="Oval 48"/>
            <p:cNvSpPr>
              <a:spLocks noChangeArrowheads="1"/>
            </p:cNvSpPr>
            <p:nvPr/>
          </p:nvSpPr>
          <p:spPr bwMode="auto">
            <a:xfrm>
              <a:off x="1059" y="121"/>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4" name="Oval 49"/>
            <p:cNvSpPr>
              <a:spLocks noChangeArrowheads="1"/>
            </p:cNvSpPr>
            <p:nvPr/>
          </p:nvSpPr>
          <p:spPr bwMode="auto">
            <a:xfrm>
              <a:off x="1176" y="12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5" name="Oval 50"/>
            <p:cNvSpPr>
              <a:spLocks noChangeArrowheads="1"/>
            </p:cNvSpPr>
            <p:nvPr/>
          </p:nvSpPr>
          <p:spPr bwMode="auto">
            <a:xfrm>
              <a:off x="1293" y="120"/>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6" name="Oval 51"/>
            <p:cNvSpPr>
              <a:spLocks noChangeArrowheads="1"/>
            </p:cNvSpPr>
            <p:nvPr/>
          </p:nvSpPr>
          <p:spPr bwMode="auto">
            <a:xfrm>
              <a:off x="1418" y="125"/>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7" name="Oval 52"/>
            <p:cNvSpPr>
              <a:spLocks noChangeArrowheads="1"/>
            </p:cNvSpPr>
            <p:nvPr/>
          </p:nvSpPr>
          <p:spPr bwMode="auto">
            <a:xfrm>
              <a:off x="1534" y="12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8" name="Oval 53"/>
            <p:cNvSpPr>
              <a:spLocks noChangeArrowheads="1"/>
            </p:cNvSpPr>
            <p:nvPr/>
          </p:nvSpPr>
          <p:spPr bwMode="auto">
            <a:xfrm>
              <a:off x="1651" y="124"/>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9" name="Oval 54"/>
            <p:cNvSpPr>
              <a:spLocks noChangeArrowheads="1"/>
            </p:cNvSpPr>
            <p:nvPr/>
          </p:nvSpPr>
          <p:spPr bwMode="auto">
            <a:xfrm>
              <a:off x="1768" y="12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0" name="Oval 55"/>
            <p:cNvSpPr>
              <a:spLocks noChangeArrowheads="1"/>
            </p:cNvSpPr>
            <p:nvPr/>
          </p:nvSpPr>
          <p:spPr bwMode="auto">
            <a:xfrm>
              <a:off x="1885" y="12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1" name="Oval 56"/>
            <p:cNvSpPr>
              <a:spLocks noChangeArrowheads="1"/>
            </p:cNvSpPr>
            <p:nvPr/>
          </p:nvSpPr>
          <p:spPr bwMode="auto">
            <a:xfrm>
              <a:off x="2002" y="121"/>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2" name="Oval 57"/>
            <p:cNvSpPr>
              <a:spLocks noChangeArrowheads="1"/>
            </p:cNvSpPr>
            <p:nvPr/>
          </p:nvSpPr>
          <p:spPr bwMode="auto">
            <a:xfrm>
              <a:off x="2126" y="126"/>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3" name="Oval 58"/>
            <p:cNvSpPr>
              <a:spLocks noChangeArrowheads="1"/>
            </p:cNvSpPr>
            <p:nvPr/>
          </p:nvSpPr>
          <p:spPr bwMode="auto">
            <a:xfrm>
              <a:off x="2243" y="124"/>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4" name="Oval 59"/>
            <p:cNvSpPr>
              <a:spLocks noChangeArrowheads="1"/>
            </p:cNvSpPr>
            <p:nvPr/>
          </p:nvSpPr>
          <p:spPr bwMode="auto">
            <a:xfrm>
              <a:off x="2360" y="125"/>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5" name="Oval 60"/>
            <p:cNvSpPr>
              <a:spLocks noChangeArrowheads="1"/>
            </p:cNvSpPr>
            <p:nvPr/>
          </p:nvSpPr>
          <p:spPr bwMode="auto">
            <a:xfrm>
              <a:off x="2477" y="12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6" name="Oval 61"/>
            <p:cNvSpPr>
              <a:spLocks noChangeArrowheads="1"/>
            </p:cNvSpPr>
            <p:nvPr/>
          </p:nvSpPr>
          <p:spPr bwMode="auto">
            <a:xfrm>
              <a:off x="2594" y="12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7" name="Oval 62"/>
            <p:cNvSpPr>
              <a:spLocks noChangeArrowheads="1"/>
            </p:cNvSpPr>
            <p:nvPr/>
          </p:nvSpPr>
          <p:spPr bwMode="auto">
            <a:xfrm>
              <a:off x="2711" y="122"/>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8" name="Oval 63"/>
            <p:cNvSpPr>
              <a:spLocks noChangeArrowheads="1"/>
            </p:cNvSpPr>
            <p:nvPr/>
          </p:nvSpPr>
          <p:spPr bwMode="auto">
            <a:xfrm>
              <a:off x="2835" y="127"/>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9" name="Oval 64"/>
            <p:cNvSpPr>
              <a:spLocks noChangeArrowheads="1"/>
            </p:cNvSpPr>
            <p:nvPr/>
          </p:nvSpPr>
          <p:spPr bwMode="auto">
            <a:xfrm>
              <a:off x="2952" y="125"/>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0" name="Oval 65"/>
            <p:cNvSpPr>
              <a:spLocks noChangeArrowheads="1"/>
            </p:cNvSpPr>
            <p:nvPr/>
          </p:nvSpPr>
          <p:spPr bwMode="auto">
            <a:xfrm>
              <a:off x="3069" y="126"/>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1" name="Oval 66"/>
            <p:cNvSpPr>
              <a:spLocks noChangeArrowheads="1"/>
            </p:cNvSpPr>
            <p:nvPr/>
          </p:nvSpPr>
          <p:spPr bwMode="auto">
            <a:xfrm>
              <a:off x="3186" y="12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2" name="Oval 67"/>
            <p:cNvSpPr>
              <a:spLocks noChangeArrowheads="1"/>
            </p:cNvSpPr>
            <p:nvPr/>
          </p:nvSpPr>
          <p:spPr bwMode="auto">
            <a:xfrm>
              <a:off x="3303" y="125"/>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3" name="Oval 68"/>
            <p:cNvSpPr>
              <a:spLocks noChangeArrowheads="1"/>
            </p:cNvSpPr>
            <p:nvPr/>
          </p:nvSpPr>
          <p:spPr bwMode="auto">
            <a:xfrm>
              <a:off x="234" y="255"/>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4" name="Oval 69"/>
            <p:cNvSpPr>
              <a:spLocks noChangeArrowheads="1"/>
            </p:cNvSpPr>
            <p:nvPr/>
          </p:nvSpPr>
          <p:spPr bwMode="auto">
            <a:xfrm>
              <a:off x="351" y="253"/>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5" name="Oval 70"/>
            <p:cNvSpPr>
              <a:spLocks noChangeArrowheads="1"/>
            </p:cNvSpPr>
            <p:nvPr/>
          </p:nvSpPr>
          <p:spPr bwMode="auto">
            <a:xfrm>
              <a:off x="467" y="254"/>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6" name="Oval 71"/>
            <p:cNvSpPr>
              <a:spLocks noChangeArrowheads="1"/>
            </p:cNvSpPr>
            <p:nvPr/>
          </p:nvSpPr>
          <p:spPr bwMode="auto">
            <a:xfrm>
              <a:off x="584" y="252"/>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7" name="Oval 72"/>
            <p:cNvSpPr>
              <a:spLocks noChangeArrowheads="1"/>
            </p:cNvSpPr>
            <p:nvPr/>
          </p:nvSpPr>
          <p:spPr bwMode="auto">
            <a:xfrm>
              <a:off x="701" y="253"/>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8" name="Oval 73"/>
            <p:cNvSpPr>
              <a:spLocks noChangeArrowheads="1"/>
            </p:cNvSpPr>
            <p:nvPr/>
          </p:nvSpPr>
          <p:spPr bwMode="auto">
            <a:xfrm>
              <a:off x="818"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9" name="Oval 74"/>
            <p:cNvSpPr>
              <a:spLocks noChangeArrowheads="1"/>
            </p:cNvSpPr>
            <p:nvPr/>
          </p:nvSpPr>
          <p:spPr bwMode="auto">
            <a:xfrm>
              <a:off x="943" y="253"/>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0" name="Oval 75"/>
            <p:cNvSpPr>
              <a:spLocks noChangeArrowheads="1"/>
            </p:cNvSpPr>
            <p:nvPr/>
          </p:nvSpPr>
          <p:spPr bwMode="auto">
            <a:xfrm>
              <a:off x="1059"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1" name="Oval 76"/>
            <p:cNvSpPr>
              <a:spLocks noChangeArrowheads="1"/>
            </p:cNvSpPr>
            <p:nvPr/>
          </p:nvSpPr>
          <p:spPr bwMode="auto">
            <a:xfrm>
              <a:off x="1176" y="252"/>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2" name="Oval 77"/>
            <p:cNvSpPr>
              <a:spLocks noChangeArrowheads="1"/>
            </p:cNvSpPr>
            <p:nvPr/>
          </p:nvSpPr>
          <p:spPr bwMode="auto">
            <a:xfrm>
              <a:off x="1293" y="250"/>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3" name="Oval 78"/>
            <p:cNvSpPr>
              <a:spLocks noChangeArrowheads="1"/>
            </p:cNvSpPr>
            <p:nvPr/>
          </p:nvSpPr>
          <p:spPr bwMode="auto">
            <a:xfrm>
              <a:off x="1410"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4" name="Oval 79"/>
            <p:cNvSpPr>
              <a:spLocks noChangeArrowheads="1"/>
            </p:cNvSpPr>
            <p:nvPr/>
          </p:nvSpPr>
          <p:spPr bwMode="auto">
            <a:xfrm>
              <a:off x="1527" y="249"/>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5" name="Oval 80"/>
            <p:cNvSpPr>
              <a:spLocks noChangeArrowheads="1"/>
            </p:cNvSpPr>
            <p:nvPr/>
          </p:nvSpPr>
          <p:spPr bwMode="auto">
            <a:xfrm>
              <a:off x="1651" y="254"/>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6" name="Oval 81"/>
            <p:cNvSpPr>
              <a:spLocks noChangeArrowheads="1"/>
            </p:cNvSpPr>
            <p:nvPr/>
          </p:nvSpPr>
          <p:spPr bwMode="auto">
            <a:xfrm>
              <a:off x="1768" y="252"/>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7" name="Oval 82"/>
            <p:cNvSpPr>
              <a:spLocks noChangeArrowheads="1"/>
            </p:cNvSpPr>
            <p:nvPr/>
          </p:nvSpPr>
          <p:spPr bwMode="auto">
            <a:xfrm>
              <a:off x="1885" y="253"/>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8" name="Oval 83"/>
            <p:cNvSpPr>
              <a:spLocks noChangeArrowheads="1"/>
            </p:cNvSpPr>
            <p:nvPr/>
          </p:nvSpPr>
          <p:spPr bwMode="auto">
            <a:xfrm>
              <a:off x="2002"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9" name="Oval 84"/>
            <p:cNvSpPr>
              <a:spLocks noChangeArrowheads="1"/>
            </p:cNvSpPr>
            <p:nvPr/>
          </p:nvSpPr>
          <p:spPr bwMode="auto">
            <a:xfrm>
              <a:off x="2119" y="252"/>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0" name="Oval 85"/>
            <p:cNvSpPr>
              <a:spLocks noChangeArrowheads="1"/>
            </p:cNvSpPr>
            <p:nvPr/>
          </p:nvSpPr>
          <p:spPr bwMode="auto">
            <a:xfrm>
              <a:off x="2236" y="250"/>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1" name="Oval 86"/>
            <p:cNvSpPr>
              <a:spLocks noChangeArrowheads="1"/>
            </p:cNvSpPr>
            <p:nvPr/>
          </p:nvSpPr>
          <p:spPr bwMode="auto">
            <a:xfrm>
              <a:off x="2360" y="255"/>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2" name="Oval 87"/>
            <p:cNvSpPr>
              <a:spLocks noChangeArrowheads="1"/>
            </p:cNvSpPr>
            <p:nvPr/>
          </p:nvSpPr>
          <p:spPr bwMode="auto">
            <a:xfrm>
              <a:off x="2477" y="253"/>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3" name="Oval 88"/>
            <p:cNvSpPr>
              <a:spLocks noChangeArrowheads="1"/>
            </p:cNvSpPr>
            <p:nvPr/>
          </p:nvSpPr>
          <p:spPr bwMode="auto">
            <a:xfrm>
              <a:off x="2594" y="254"/>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4" name="Oval 89"/>
            <p:cNvSpPr>
              <a:spLocks noChangeArrowheads="1"/>
            </p:cNvSpPr>
            <p:nvPr/>
          </p:nvSpPr>
          <p:spPr bwMode="auto">
            <a:xfrm>
              <a:off x="2711" y="252"/>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5" name="Oval 90"/>
            <p:cNvSpPr>
              <a:spLocks noChangeArrowheads="1"/>
            </p:cNvSpPr>
            <p:nvPr/>
          </p:nvSpPr>
          <p:spPr bwMode="auto">
            <a:xfrm>
              <a:off x="2828" y="253"/>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6" name="Oval 91"/>
            <p:cNvSpPr>
              <a:spLocks noChangeArrowheads="1"/>
            </p:cNvSpPr>
            <p:nvPr/>
          </p:nvSpPr>
          <p:spPr bwMode="auto">
            <a:xfrm>
              <a:off x="2944"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7" name="Oval 92"/>
            <p:cNvSpPr>
              <a:spLocks noChangeArrowheads="1"/>
            </p:cNvSpPr>
            <p:nvPr/>
          </p:nvSpPr>
          <p:spPr bwMode="auto">
            <a:xfrm>
              <a:off x="3069" y="256"/>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8" name="Oval 93"/>
            <p:cNvSpPr>
              <a:spLocks noChangeArrowheads="1"/>
            </p:cNvSpPr>
            <p:nvPr/>
          </p:nvSpPr>
          <p:spPr bwMode="auto">
            <a:xfrm>
              <a:off x="3186" y="254"/>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9" name="Oval 94"/>
            <p:cNvSpPr>
              <a:spLocks noChangeArrowheads="1"/>
            </p:cNvSpPr>
            <p:nvPr/>
          </p:nvSpPr>
          <p:spPr bwMode="auto">
            <a:xfrm>
              <a:off x="3303" y="255"/>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0" name="Oval 95"/>
            <p:cNvSpPr>
              <a:spLocks noChangeArrowheads="1"/>
            </p:cNvSpPr>
            <p:nvPr/>
          </p:nvSpPr>
          <p:spPr bwMode="auto">
            <a:xfrm>
              <a:off x="3420" y="253"/>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1" name="Oval 96"/>
            <p:cNvSpPr>
              <a:spLocks noChangeArrowheads="1"/>
            </p:cNvSpPr>
            <p:nvPr/>
          </p:nvSpPr>
          <p:spPr bwMode="auto">
            <a:xfrm>
              <a:off x="3536" y="254"/>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2" name="Oval 97"/>
            <p:cNvSpPr>
              <a:spLocks noChangeArrowheads="1"/>
            </p:cNvSpPr>
            <p:nvPr/>
          </p:nvSpPr>
          <p:spPr bwMode="auto">
            <a:xfrm>
              <a:off x="476" y="371"/>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3" name="Oval 98"/>
            <p:cNvSpPr>
              <a:spLocks noChangeArrowheads="1"/>
            </p:cNvSpPr>
            <p:nvPr/>
          </p:nvSpPr>
          <p:spPr bwMode="auto">
            <a:xfrm>
              <a:off x="593" y="369"/>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4" name="Oval 99"/>
            <p:cNvSpPr>
              <a:spLocks noChangeArrowheads="1"/>
            </p:cNvSpPr>
            <p:nvPr/>
          </p:nvSpPr>
          <p:spPr bwMode="auto">
            <a:xfrm>
              <a:off x="710" y="370"/>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5" name="Oval 100"/>
            <p:cNvSpPr>
              <a:spLocks noChangeArrowheads="1"/>
            </p:cNvSpPr>
            <p:nvPr/>
          </p:nvSpPr>
          <p:spPr bwMode="auto">
            <a:xfrm>
              <a:off x="827" y="368"/>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6" name="Oval 101"/>
            <p:cNvSpPr>
              <a:spLocks noChangeArrowheads="1"/>
            </p:cNvSpPr>
            <p:nvPr/>
          </p:nvSpPr>
          <p:spPr bwMode="auto">
            <a:xfrm>
              <a:off x="944" y="369"/>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7" name="Oval 102"/>
            <p:cNvSpPr>
              <a:spLocks noChangeArrowheads="1"/>
            </p:cNvSpPr>
            <p:nvPr/>
          </p:nvSpPr>
          <p:spPr bwMode="auto">
            <a:xfrm>
              <a:off x="1060" y="367"/>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8" name="Oval 103"/>
            <p:cNvSpPr>
              <a:spLocks noChangeArrowheads="1"/>
            </p:cNvSpPr>
            <p:nvPr/>
          </p:nvSpPr>
          <p:spPr bwMode="auto">
            <a:xfrm>
              <a:off x="1185" y="369"/>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9" name="Oval 104"/>
            <p:cNvSpPr>
              <a:spLocks noChangeArrowheads="1"/>
            </p:cNvSpPr>
            <p:nvPr/>
          </p:nvSpPr>
          <p:spPr bwMode="auto">
            <a:xfrm>
              <a:off x="1302" y="367"/>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0" name="Oval 105"/>
            <p:cNvSpPr>
              <a:spLocks noChangeArrowheads="1"/>
            </p:cNvSpPr>
            <p:nvPr/>
          </p:nvSpPr>
          <p:spPr bwMode="auto">
            <a:xfrm>
              <a:off x="1419" y="368"/>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1" name="Oval 106"/>
            <p:cNvSpPr>
              <a:spLocks noChangeArrowheads="1"/>
            </p:cNvSpPr>
            <p:nvPr/>
          </p:nvSpPr>
          <p:spPr bwMode="auto">
            <a:xfrm>
              <a:off x="1536" y="366"/>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2" name="Oval 107"/>
            <p:cNvSpPr>
              <a:spLocks noChangeArrowheads="1"/>
            </p:cNvSpPr>
            <p:nvPr/>
          </p:nvSpPr>
          <p:spPr bwMode="auto">
            <a:xfrm>
              <a:off x="1652" y="367"/>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3" name="Oval 108"/>
            <p:cNvSpPr>
              <a:spLocks noChangeArrowheads="1"/>
            </p:cNvSpPr>
            <p:nvPr/>
          </p:nvSpPr>
          <p:spPr bwMode="auto">
            <a:xfrm>
              <a:off x="1769" y="365"/>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4" name="Oval 109"/>
            <p:cNvSpPr>
              <a:spLocks noChangeArrowheads="1"/>
            </p:cNvSpPr>
            <p:nvPr/>
          </p:nvSpPr>
          <p:spPr bwMode="auto">
            <a:xfrm>
              <a:off x="1894" y="370"/>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5" name="Oval 110"/>
            <p:cNvSpPr>
              <a:spLocks noChangeArrowheads="1"/>
            </p:cNvSpPr>
            <p:nvPr/>
          </p:nvSpPr>
          <p:spPr bwMode="auto">
            <a:xfrm>
              <a:off x="2011" y="368"/>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6" name="Oval 111"/>
            <p:cNvSpPr>
              <a:spLocks noChangeArrowheads="1"/>
            </p:cNvSpPr>
            <p:nvPr/>
          </p:nvSpPr>
          <p:spPr bwMode="auto">
            <a:xfrm>
              <a:off x="485" y="491"/>
              <a:ext cx="93" cy="84"/>
            </a:xfrm>
            <a:prstGeom prst="ellipse">
              <a:avLst/>
            </a:prstGeom>
            <a:solidFill>
              <a:srgbClr val="3D9CCD">
                <a:alpha val="9804"/>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7" name="Oval 112"/>
            <p:cNvSpPr>
              <a:spLocks noChangeArrowheads="1"/>
            </p:cNvSpPr>
            <p:nvPr/>
          </p:nvSpPr>
          <p:spPr bwMode="auto">
            <a:xfrm>
              <a:off x="602" y="489"/>
              <a:ext cx="92" cy="84"/>
            </a:xfrm>
            <a:prstGeom prst="ellipse">
              <a:avLst/>
            </a:prstGeom>
            <a:solidFill>
              <a:srgbClr val="3D9CCD">
                <a:alpha val="9804"/>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 name="Oval 113"/>
            <p:cNvSpPr>
              <a:spLocks noChangeArrowheads="1"/>
            </p:cNvSpPr>
            <p:nvPr/>
          </p:nvSpPr>
          <p:spPr bwMode="auto">
            <a:xfrm>
              <a:off x="1060" y="486"/>
              <a:ext cx="93" cy="84"/>
            </a:xfrm>
            <a:prstGeom prst="ellipse">
              <a:avLst/>
            </a:prstGeom>
            <a:solidFill>
              <a:srgbClr val="3D9CCD">
                <a:alpha val="9804"/>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9" name="Oval 114"/>
            <p:cNvSpPr>
              <a:spLocks noChangeArrowheads="1"/>
            </p:cNvSpPr>
            <p:nvPr/>
          </p:nvSpPr>
          <p:spPr bwMode="auto">
            <a:xfrm>
              <a:off x="1200" y="485"/>
              <a:ext cx="93" cy="84"/>
            </a:xfrm>
            <a:prstGeom prst="ellipse">
              <a:avLst/>
            </a:prstGeom>
            <a:solidFill>
              <a:srgbClr val="3D9CCD">
                <a:alpha val="9804"/>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grpSp>
      <p:sp>
        <p:nvSpPr>
          <p:cNvPr id="2158" name="Text Box 112"/>
          <p:cNvSpPr txBox="1">
            <a:spLocks noChangeArrowheads="1"/>
          </p:cNvSpPr>
          <p:nvPr/>
        </p:nvSpPr>
        <p:spPr bwMode="auto">
          <a:xfrm>
            <a:off x="6461125" y="6453188"/>
            <a:ext cx="3548063" cy="338138"/>
          </a:xfrm>
          <a:prstGeom prst="rect">
            <a:avLst/>
          </a:prstGeom>
          <a:noFill/>
          <a:ln>
            <a:noFill/>
          </a:ln>
          <a:effectLst>
            <a:prstShdw prst="shdw13" dist="53882" dir="13500000">
              <a:schemeClr val="bg2">
                <a:alpha val="50000"/>
              </a:schemeClr>
            </a:prstShdw>
          </a:effectLst>
        </p:spPr>
        <p:txBody>
          <a:bodyPr>
            <a:spAutoFit/>
          </a:bodyPr>
          <a:lstStyle>
            <a:lvl1pPr>
              <a:defRPr sz="1000">
                <a:solidFill>
                  <a:schemeClr val="tx1"/>
                </a:solidFill>
                <a:latin typeface="Gulim" pitchFamily="34" charset="-127"/>
                <a:ea typeface="Gulim" pitchFamily="34" charset="-127"/>
              </a:defRPr>
            </a:lvl1pPr>
            <a:lvl2pPr marL="742950" indent="-285750">
              <a:defRPr sz="1000">
                <a:solidFill>
                  <a:schemeClr val="tx1"/>
                </a:solidFill>
                <a:latin typeface="Gulim" pitchFamily="34" charset="-127"/>
                <a:ea typeface="Gulim" pitchFamily="34" charset="-127"/>
              </a:defRPr>
            </a:lvl2pPr>
            <a:lvl3pPr marL="1143000" indent="-228600">
              <a:defRPr sz="1000">
                <a:solidFill>
                  <a:schemeClr val="tx1"/>
                </a:solidFill>
                <a:latin typeface="Gulim" pitchFamily="34" charset="-127"/>
                <a:ea typeface="Gulim" pitchFamily="34" charset="-127"/>
              </a:defRPr>
            </a:lvl3pPr>
            <a:lvl4pPr marL="1600200" indent="-228600">
              <a:defRPr sz="1000">
                <a:solidFill>
                  <a:schemeClr val="tx1"/>
                </a:solidFill>
                <a:latin typeface="Gulim" pitchFamily="34" charset="-127"/>
                <a:ea typeface="Gulim" pitchFamily="34" charset="-127"/>
              </a:defRPr>
            </a:lvl4pPr>
            <a:lvl5pPr marL="2057400" indent="-228600">
              <a:defRPr sz="10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sz="10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sz="10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sz="10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sz="1000">
                <a:solidFill>
                  <a:schemeClr val="tx1"/>
                </a:solidFill>
                <a:latin typeface="Gulim" pitchFamily="34" charset="-127"/>
                <a:ea typeface="Gulim" pitchFamily="34" charset="-127"/>
              </a:defRPr>
            </a:lvl9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uLnTx/>
                <a:uFillTx/>
                <a:latin typeface="Gulim" pitchFamily="34" charset="-127"/>
                <a:ea typeface="华文隶书" panose="02010800040101010101" pitchFamily="2" charset="-122"/>
                <a:cs typeface="+mn-cs"/>
              </a:rPr>
              <a:t>深圳大学计算机与软件学院</a:t>
            </a:r>
            <a:endParaRPr kumimoji="0" lang="zh-CN" altLang="en-US" sz="2000" b="1" i="0" u="none" strike="noStrike" kern="1200" cap="none" spc="0" normalizeH="0" baseline="0" noProof="0">
              <a:ln>
                <a:noFill/>
              </a:ln>
              <a:solidFill>
                <a:schemeClr val="tx1"/>
              </a:solidFill>
              <a:effectLst/>
              <a:uLnTx/>
              <a:uFillTx/>
              <a:latin typeface="Gulim" pitchFamily="34" charset="-127"/>
              <a:ea typeface="华文隶书" panose="02010800040101010101" pitchFamily="2" charset="-122"/>
              <a:cs typeface="+mn-cs"/>
            </a:endParaRPr>
          </a:p>
        </p:txBody>
      </p:sp>
      <p:sp>
        <p:nvSpPr>
          <p:cNvPr id="2054" name="Text Box 111"/>
          <p:cNvSpPr txBox="1">
            <a:spLocks noChangeArrowheads="1"/>
          </p:cNvSpPr>
          <p:nvPr/>
        </p:nvSpPr>
        <p:spPr bwMode="auto">
          <a:xfrm>
            <a:off x="3024188" y="3798888"/>
            <a:ext cx="5008563" cy="579438"/>
          </a:xfrm>
          <a:prstGeom prst="rect">
            <a:avLst/>
          </a:prstGeom>
          <a:noFill/>
          <a:ln>
            <a:noFill/>
          </a:ln>
          <a:effectLst>
            <a:prstShdw prst="shdw13" dist="53882" dir="13500000">
              <a:schemeClr val="bg2">
                <a:alpha val="50000"/>
              </a:schemeClr>
            </a:prstShdw>
          </a:effectLst>
        </p:spPr>
        <p:txBody>
          <a:bodyPr wrap="none" anchor="ctr">
            <a:spAutoFit/>
          </a:bodyPr>
          <a:lstStyle>
            <a:lvl1pPr>
              <a:defRPr sz="1000">
                <a:solidFill>
                  <a:schemeClr val="tx1"/>
                </a:solidFill>
                <a:latin typeface="Gulim" pitchFamily="34" charset="-127"/>
                <a:ea typeface="Gulim" pitchFamily="34" charset="-127"/>
              </a:defRPr>
            </a:lvl1pPr>
            <a:lvl2pPr marL="742950" indent="-285750">
              <a:defRPr sz="1000">
                <a:solidFill>
                  <a:schemeClr val="tx1"/>
                </a:solidFill>
                <a:latin typeface="Gulim" pitchFamily="34" charset="-127"/>
                <a:ea typeface="Gulim" pitchFamily="34" charset="-127"/>
              </a:defRPr>
            </a:lvl2pPr>
            <a:lvl3pPr marL="1143000" indent="-228600">
              <a:defRPr sz="1000">
                <a:solidFill>
                  <a:schemeClr val="tx1"/>
                </a:solidFill>
                <a:latin typeface="Gulim" pitchFamily="34" charset="-127"/>
                <a:ea typeface="Gulim" pitchFamily="34" charset="-127"/>
              </a:defRPr>
            </a:lvl3pPr>
            <a:lvl4pPr marL="1600200" indent="-228600">
              <a:defRPr sz="1000">
                <a:solidFill>
                  <a:schemeClr val="tx1"/>
                </a:solidFill>
                <a:latin typeface="Gulim" pitchFamily="34" charset="-127"/>
                <a:ea typeface="Gulim" pitchFamily="34" charset="-127"/>
              </a:defRPr>
            </a:lvl4pPr>
            <a:lvl5pPr marL="2057400" indent="-228600">
              <a:defRPr sz="10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sz="10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sz="10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sz="10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r>
              <a:rPr kumimoji="0" lang="zh-CN" altLang="en-US" sz="40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C/C++程序设计课程组</a:t>
            </a:r>
            <a:endParaRPr kumimoji="0" lang="zh-CN" altLang="en-US" sz="40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edge/>
  </p:transition>
  <p:hf sldNum="0" hdr="0" ftr="0" dt="0"/>
  <p:txStyles>
    <p:titleStyle>
      <a:lvl1pPr algn="ctr" rtl="0" eaLnBrk="0" fontAlgn="base" latinLnBrk="1" hangingPunct="0">
        <a:spcBef>
          <a:spcPct val="0"/>
        </a:spcBef>
        <a:spcAft>
          <a:spcPct val="0"/>
        </a:spcAft>
        <a:defRPr sz="3600" b="1">
          <a:solidFill>
            <a:schemeClr val="tx2"/>
          </a:solidFill>
          <a:latin typeface="+mj-lt"/>
          <a:ea typeface="+mj-ea"/>
          <a:cs typeface="+mj-cs"/>
        </a:defRPr>
      </a:lvl1pPr>
      <a:lvl2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5pPr>
      <a:lvl6pPr marL="4572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6pPr>
      <a:lvl7pPr marL="9144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7pPr>
      <a:lvl8pPr marL="13716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8pPr>
      <a:lvl9pPr marL="18288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9pPr>
    </p:titleStyle>
    <p:bodyStyle>
      <a:lvl1pPr marL="447675" indent="-447675" algn="l" rtl="0" eaLnBrk="0" fontAlgn="base" latinLnBrk="1" hangingPunct="0">
        <a:spcBef>
          <a:spcPct val="20000"/>
        </a:spcBef>
        <a:spcAft>
          <a:spcPct val="0"/>
        </a:spcAft>
        <a:buClr>
          <a:schemeClr val="accent1"/>
        </a:buClr>
        <a:buFont typeface="Wingdings" panose="05000000000000000000" pitchFamily="2" charset="2"/>
        <a:buChar char="v"/>
        <a:defRPr sz="3000">
          <a:solidFill>
            <a:schemeClr val="tx1"/>
          </a:solidFill>
          <a:latin typeface="+mn-lt"/>
          <a:ea typeface="+mn-ea"/>
          <a:cs typeface="+mn-cs"/>
        </a:defRPr>
      </a:lvl1pPr>
      <a:lvl2pPr marL="889000" indent="-440055" algn="l" rtl="0" eaLnBrk="0" fontAlgn="base" latinLnBrk="1" hangingPunct="0">
        <a:spcBef>
          <a:spcPct val="20000"/>
        </a:spcBef>
        <a:spcAft>
          <a:spcPct val="0"/>
        </a:spcAft>
        <a:buClr>
          <a:schemeClr val="hlink"/>
        </a:buClr>
        <a:buSzPct val="80000"/>
        <a:buFont typeface="Wingdings" panose="05000000000000000000" pitchFamily="2" charset="2"/>
        <a:buChar char="v"/>
        <a:defRPr sz="2600">
          <a:solidFill>
            <a:schemeClr val="tx1"/>
          </a:solidFill>
          <a:latin typeface="+mn-lt"/>
          <a:ea typeface="+mn-ea"/>
        </a:defRPr>
      </a:lvl2pPr>
      <a:lvl3pPr marL="1294130" indent="-403225" algn="l" rtl="0" eaLnBrk="0" fontAlgn="base" latinLnBrk="1" hangingPunct="0">
        <a:spcBef>
          <a:spcPct val="20000"/>
        </a:spcBef>
        <a:spcAft>
          <a:spcPct val="0"/>
        </a:spcAft>
        <a:buClr>
          <a:schemeClr val="accent1"/>
        </a:buClr>
        <a:buSzPct val="80000"/>
        <a:buFont typeface="Wingdings" panose="05000000000000000000" pitchFamily="2" charset="2"/>
        <a:buChar char="v"/>
        <a:defRPr sz="2200">
          <a:solidFill>
            <a:schemeClr val="tx1"/>
          </a:solidFill>
          <a:latin typeface="+mn-lt"/>
          <a:ea typeface="+mn-ea"/>
        </a:defRPr>
      </a:lvl3pPr>
      <a:lvl4pPr marL="1681480" indent="-386080" algn="l" rtl="0" eaLnBrk="0" fontAlgn="base" latinLnBrk="1"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mn-lt"/>
          <a:ea typeface="+mn-ea"/>
        </a:defRPr>
      </a:lvl4pPr>
      <a:lvl5pPr marL="20701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5pPr>
      <a:lvl6pPr marL="25273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6pPr>
      <a:lvl7pPr marL="29845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7pPr>
      <a:lvl8pPr marL="34417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8pPr>
      <a:lvl9pPr marL="38989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tileRect/>
        </a:gradFill>
        <a:effectLst/>
      </p:bgPr>
    </p:bg>
    <p:spTree>
      <p:nvGrpSpPr>
        <p:cNvPr id="1" name=""/>
        <p:cNvGrpSpPr/>
        <p:nvPr/>
      </p:nvGrpSpPr>
      <p:grpSpPr/>
      <p:pic>
        <p:nvPicPr>
          <p:cNvPr id="3074" name="Picture 2" descr="subbar"/>
          <p:cNvPicPr>
            <a:picLocks noChangeAspect="1"/>
          </p:cNvPicPr>
          <p:nvPr userDrawn="1"/>
        </p:nvPicPr>
        <p:blipFill>
          <a:blip r:embed="rId12"/>
          <a:srcRect l="189" r="267"/>
          <a:stretch>
            <a:fillRect/>
          </a:stretch>
        </p:blipFill>
        <p:spPr>
          <a:xfrm>
            <a:off x="0" y="-9525"/>
            <a:ext cx="10080625" cy="1062038"/>
          </a:xfrm>
          <a:prstGeom prst="rect">
            <a:avLst/>
          </a:prstGeom>
          <a:noFill/>
          <a:ln w="9525">
            <a:noFill/>
          </a:ln>
        </p:spPr>
      </p:pic>
      <p:sp>
        <p:nvSpPr>
          <p:cNvPr id="3075" name="Line 3"/>
          <p:cNvSpPr/>
          <p:nvPr userDrawn="1"/>
        </p:nvSpPr>
        <p:spPr>
          <a:xfrm>
            <a:off x="0" y="1020763"/>
            <a:ext cx="10080625" cy="0"/>
          </a:xfrm>
          <a:prstGeom prst="line">
            <a:avLst/>
          </a:prstGeom>
          <a:ln w="28575" cap="flat" cmpd="sng">
            <a:solidFill>
              <a:srgbClr val="236485"/>
            </a:solidFill>
            <a:prstDash val="solid"/>
            <a:headEnd type="none" w="med" len="med"/>
            <a:tailEnd type="none" w="med" len="med"/>
          </a:ln>
          <a:effectLst>
            <a:outerShdw dist="35921" dir="2699999" algn="ctr" rotWithShape="0">
              <a:srgbClr val="90C060">
                <a:alpha val="50000"/>
              </a:srgbClr>
            </a:outerShdw>
          </a:effectLst>
        </p:spPr>
      </p:sp>
      <p:sp>
        <p:nvSpPr>
          <p:cNvPr id="3076" name="Rectangle 5"/>
          <p:cNvSpPr>
            <a:spLocks noChangeArrowheads="1"/>
          </p:cNvSpPr>
          <p:nvPr/>
        </p:nvSpPr>
        <p:spPr bwMode="auto">
          <a:xfrm>
            <a:off x="0" y="6608763"/>
            <a:ext cx="287338" cy="238125"/>
          </a:xfrm>
          <a:prstGeom prst="rect">
            <a:avLst/>
          </a:prstGeom>
          <a:solidFill>
            <a:schemeClr val="bg1"/>
          </a:solidFill>
          <a:ln>
            <a:noFill/>
          </a:ln>
        </p:spPr>
        <p:txBody>
          <a:bodyPr wrap="none" lIns="0" tIns="46038" rIns="0" bIns="46038" anchor="ctr"/>
          <a:p>
            <a:pPr lvl="0" algn="ctr">
              <a:lnSpc>
                <a:spcPct val="130000"/>
              </a:lnSpc>
              <a:buNone/>
            </a:pPr>
            <a:fld id="{9A0DB2DC-4C9A-4742-B13C-FB6460FD3503}" type="slidenum">
              <a:rPr lang="en-GB" altLang="en-US" sz="900" i="1" dirty="0">
                <a:solidFill>
                  <a:srgbClr val="000066"/>
                </a:solidFill>
                <a:latin typeface="Tahoma" panose="020B0604030504040204" pitchFamily="34" charset="0"/>
              </a:rPr>
            </a:fld>
            <a:r>
              <a:rPr lang="en-GB" altLang="en-US" sz="900" i="1" dirty="0">
                <a:solidFill>
                  <a:srgbClr val="000066"/>
                </a:solidFill>
                <a:latin typeface="Tahoma" panose="020B0604030504040204" pitchFamily="34" charset="0"/>
              </a:rPr>
              <a:t> </a:t>
            </a:r>
            <a:endParaRPr lang="ko-KR" altLang="en-US" sz="900" i="1" dirty="0">
              <a:solidFill>
                <a:srgbClr val="000066"/>
              </a:solidFill>
              <a:latin typeface="Tahoma" panose="020B0604030504040204" pitchFamily="34" charset="0"/>
            </a:endParaRPr>
          </a:p>
        </p:txBody>
      </p:sp>
      <p:pic>
        <p:nvPicPr>
          <p:cNvPr id="3077" name="Picture 6" descr="그림1"/>
          <p:cNvPicPr>
            <a:picLocks noChangeAspect="1"/>
          </p:cNvPicPr>
          <p:nvPr userDrawn="1"/>
        </p:nvPicPr>
        <p:blipFill>
          <a:blip r:embed="rId13"/>
          <a:stretch>
            <a:fillRect/>
          </a:stretch>
        </p:blipFill>
        <p:spPr>
          <a:xfrm>
            <a:off x="238125" y="6715125"/>
            <a:ext cx="9077325" cy="84138"/>
          </a:xfrm>
          <a:prstGeom prst="rect">
            <a:avLst/>
          </a:prstGeom>
          <a:noFill/>
          <a:ln w="9525">
            <a:noFill/>
          </a:ln>
        </p:spPr>
      </p:pic>
      <p:sp>
        <p:nvSpPr>
          <p:cNvPr id="3078" name="日期占位符 2"/>
          <p:cNvSpPr>
            <a:spLocks noGrp="1" noChangeArrowheads="1"/>
          </p:cNvSpPr>
          <p:nvPr>
            <p:ph type="dt" sz="half" idx="2"/>
          </p:nvPr>
        </p:nvSpPr>
        <p:spPr bwMode="auto">
          <a:xfrm>
            <a:off x="755650" y="6248400"/>
            <a:ext cx="2100263" cy="457200"/>
          </a:xfrm>
          <a:prstGeom prst="rect">
            <a:avLst/>
          </a:prstGeom>
          <a:noFill/>
          <a:ln>
            <a:noFill/>
          </a:ln>
        </p:spPr>
        <p:txBody>
          <a:bodyPr vert="horz" wrap="square" lIns="91440" tIns="45720" rIns="91440" bIns="45720" numCol="1" anchor="t" anchorCtr="0" compatLnSpc="1"/>
          <a:lstStyle>
            <a:lvl1pPr algn="ctr" eaLnBrk="1" latinLnBrk="1" hangingPunct="1">
              <a:lnSpc>
                <a:spcPct val="80000"/>
              </a:lnSpc>
              <a:spcBef>
                <a:spcPct val="50000"/>
              </a:spcBef>
              <a:buClr>
                <a:srgbClr val="FF0000"/>
              </a:buClr>
              <a:buFont typeface="Wingdings" panose="05000000000000000000" pitchFamily="2" charset="2"/>
              <a:buNone/>
              <a:defRPr/>
            </a:lvl1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3079" name="页脚占位符 3"/>
          <p:cNvSpPr>
            <a:spLocks noGrp="1" noChangeArrowheads="1"/>
          </p:cNvSpPr>
          <p:nvPr>
            <p:ph type="ftr" sz="quarter" idx="3"/>
          </p:nvPr>
        </p:nvSpPr>
        <p:spPr bwMode="auto">
          <a:xfrm>
            <a:off x="3444875" y="6248400"/>
            <a:ext cx="3190875" cy="457200"/>
          </a:xfrm>
          <a:prstGeom prst="rect">
            <a:avLst/>
          </a:prstGeom>
          <a:noFill/>
          <a:ln>
            <a:noFill/>
          </a:ln>
        </p:spPr>
        <p:txBody>
          <a:bodyPr vert="horz" wrap="square" lIns="91440" tIns="45720" rIns="91440" bIns="45720" numCol="1" anchor="t" anchorCtr="0" compatLnSpc="1"/>
          <a:lstStyle>
            <a:lvl1pPr algn="ctr" eaLnBrk="1" latinLnBrk="1" hangingPunct="1">
              <a:lnSpc>
                <a:spcPct val="80000"/>
              </a:lnSpc>
              <a:spcBef>
                <a:spcPct val="50000"/>
              </a:spcBef>
              <a:buClr>
                <a:srgbClr val="FF0000"/>
              </a:buClr>
              <a:buFont typeface="Wingdings" panose="05000000000000000000" pitchFamily="2" charset="2"/>
              <a:buNone/>
              <a:defRPr/>
            </a:lvl1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3080" name="灯片编号占位符 4"/>
          <p:cNvSpPr>
            <a:spLocks noGrp="1" noChangeArrowheads="1"/>
          </p:cNvSpPr>
          <p:nvPr>
            <p:ph type="sldNum" sz="quarter" idx="4"/>
          </p:nvPr>
        </p:nvSpPr>
        <p:spPr bwMode="auto">
          <a:xfrm>
            <a:off x="7224713" y="6248400"/>
            <a:ext cx="2100263" cy="457200"/>
          </a:xfrm>
          <a:prstGeom prst="rect">
            <a:avLst/>
          </a:prstGeom>
          <a:noFill/>
          <a:ln>
            <a:noFill/>
          </a:ln>
        </p:spPr>
        <p:txBody>
          <a:bodyPr vert="horz" wrap="square" lIns="91440" tIns="45720" rIns="91440" bIns="45720" numCol="1" anchor="t" anchorCtr="0" compatLnSpc="1"/>
          <a:lstStyle>
            <a:lvl1pPr algn="ctr">
              <a:buFont typeface="Wingdings" panose="05000000000000000000" pitchFamily="2" charset="2"/>
              <a:defRPr/>
            </a:lvl1pPr>
          </a:lstStyle>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zoom/>
  </p:transition>
  <p:hf sldNum="0" hdr="0" ftr="0" dt="0"/>
  <p:txStyles>
    <p:titleStyle>
      <a:lvl1pPr algn="ctr" rtl="0" eaLnBrk="0" fontAlgn="base" latinLnBrk="1" hangingPunct="0">
        <a:spcBef>
          <a:spcPct val="0"/>
        </a:spcBef>
        <a:spcAft>
          <a:spcPct val="0"/>
        </a:spcAft>
        <a:defRPr sz="3600" b="1">
          <a:solidFill>
            <a:schemeClr val="tx2"/>
          </a:solidFill>
          <a:latin typeface="+mj-lt"/>
          <a:ea typeface="+mj-ea"/>
          <a:cs typeface="+mj-cs"/>
        </a:defRPr>
      </a:lvl1pPr>
      <a:lvl2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5pPr>
      <a:lvl6pPr marL="4572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6pPr>
      <a:lvl7pPr marL="9144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7pPr>
      <a:lvl8pPr marL="13716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8pPr>
      <a:lvl9pPr marL="18288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9pPr>
    </p:titleStyle>
    <p:bodyStyle>
      <a:lvl1pPr marL="447675" indent="-447675" algn="l" rtl="0" eaLnBrk="0" fontAlgn="base" latinLnBrk="1" hangingPunct="0">
        <a:spcBef>
          <a:spcPct val="20000"/>
        </a:spcBef>
        <a:spcAft>
          <a:spcPct val="0"/>
        </a:spcAft>
        <a:buClr>
          <a:schemeClr val="accent1"/>
        </a:buClr>
        <a:buFont typeface="Wingdings" panose="05000000000000000000" pitchFamily="2" charset="2"/>
        <a:buChar char="v"/>
        <a:defRPr sz="3000">
          <a:solidFill>
            <a:schemeClr val="tx1"/>
          </a:solidFill>
          <a:latin typeface="+mn-lt"/>
          <a:ea typeface="+mn-ea"/>
          <a:cs typeface="+mn-cs"/>
        </a:defRPr>
      </a:lvl1pPr>
      <a:lvl2pPr marL="889000" indent="-440055" algn="l" rtl="0" eaLnBrk="0" fontAlgn="base" latinLnBrk="1" hangingPunct="0">
        <a:spcBef>
          <a:spcPct val="20000"/>
        </a:spcBef>
        <a:spcAft>
          <a:spcPct val="0"/>
        </a:spcAft>
        <a:buClr>
          <a:schemeClr val="hlink"/>
        </a:buClr>
        <a:buSzPct val="80000"/>
        <a:buFont typeface="Wingdings" panose="05000000000000000000" pitchFamily="2" charset="2"/>
        <a:buChar char="v"/>
        <a:defRPr sz="2600">
          <a:solidFill>
            <a:schemeClr val="tx1"/>
          </a:solidFill>
          <a:latin typeface="+mn-lt"/>
          <a:ea typeface="+mn-ea"/>
        </a:defRPr>
      </a:lvl2pPr>
      <a:lvl3pPr marL="1294130" indent="-403225" algn="l" rtl="0" eaLnBrk="0" fontAlgn="base" latinLnBrk="1" hangingPunct="0">
        <a:spcBef>
          <a:spcPct val="20000"/>
        </a:spcBef>
        <a:spcAft>
          <a:spcPct val="0"/>
        </a:spcAft>
        <a:buClr>
          <a:schemeClr val="accent1"/>
        </a:buClr>
        <a:buSzPct val="80000"/>
        <a:buFont typeface="Wingdings" panose="05000000000000000000" pitchFamily="2" charset="2"/>
        <a:buChar char="v"/>
        <a:defRPr sz="2200">
          <a:solidFill>
            <a:schemeClr val="tx1"/>
          </a:solidFill>
          <a:latin typeface="+mn-lt"/>
          <a:ea typeface="+mn-ea"/>
        </a:defRPr>
      </a:lvl3pPr>
      <a:lvl4pPr marL="1681480" indent="-386080" algn="l" rtl="0" eaLnBrk="0" fontAlgn="base" latinLnBrk="1"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mn-lt"/>
          <a:ea typeface="+mn-ea"/>
        </a:defRPr>
      </a:lvl4pPr>
      <a:lvl5pPr marL="20701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5pPr>
      <a:lvl6pPr marL="25273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6pPr>
      <a:lvl7pPr marL="29845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7pPr>
      <a:lvl8pPr marL="34417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8pPr>
      <a:lvl9pPr marL="38989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tileRect/>
        </a:gradFill>
        <a:effectLst/>
      </p:bgPr>
    </p:bg>
    <p:spTree>
      <p:nvGrpSpPr>
        <p:cNvPr id="1" name=""/>
        <p:cNvGrpSpPr/>
        <p:nvPr/>
      </p:nvGrpSpPr>
      <p:grpSpPr/>
      <p:pic>
        <p:nvPicPr>
          <p:cNvPr id="4098" name="Picture 2" descr="subbar"/>
          <p:cNvPicPr>
            <a:picLocks noChangeAspect="1"/>
          </p:cNvPicPr>
          <p:nvPr/>
        </p:nvPicPr>
        <p:blipFill>
          <a:blip r:embed="rId13"/>
          <a:srcRect l="189" r="267"/>
          <a:stretch>
            <a:fillRect/>
          </a:stretch>
        </p:blipFill>
        <p:spPr>
          <a:xfrm>
            <a:off x="0" y="-12700"/>
            <a:ext cx="10080625" cy="1065213"/>
          </a:xfrm>
          <a:prstGeom prst="rect">
            <a:avLst/>
          </a:prstGeom>
          <a:noFill/>
          <a:ln w="9525">
            <a:noFill/>
          </a:ln>
        </p:spPr>
      </p:pic>
      <p:sp>
        <p:nvSpPr>
          <p:cNvPr id="4099" name="Line 3"/>
          <p:cNvSpPr/>
          <p:nvPr/>
        </p:nvSpPr>
        <p:spPr>
          <a:xfrm>
            <a:off x="0" y="1020763"/>
            <a:ext cx="10080625" cy="0"/>
          </a:xfrm>
          <a:prstGeom prst="line">
            <a:avLst/>
          </a:prstGeom>
          <a:ln w="28575" cap="flat" cmpd="sng">
            <a:solidFill>
              <a:srgbClr val="236485"/>
            </a:solidFill>
            <a:prstDash val="solid"/>
            <a:headEnd type="none" w="med" len="med"/>
            <a:tailEnd type="none" w="med" len="med"/>
          </a:ln>
          <a:effectLst>
            <a:outerShdw dist="35921" dir="2699999" algn="ctr" rotWithShape="0">
              <a:srgbClr val="90C060">
                <a:alpha val="50000"/>
              </a:srgbClr>
            </a:outerShdw>
          </a:effectLst>
        </p:spPr>
      </p:sp>
      <p:sp>
        <p:nvSpPr>
          <p:cNvPr id="4100" name="Rectangle 5"/>
          <p:cNvSpPr>
            <a:spLocks noChangeArrowheads="1"/>
          </p:cNvSpPr>
          <p:nvPr/>
        </p:nvSpPr>
        <p:spPr bwMode="gray">
          <a:xfrm>
            <a:off x="0" y="6608763"/>
            <a:ext cx="287338" cy="238125"/>
          </a:xfrm>
          <a:prstGeom prst="rect">
            <a:avLst/>
          </a:prstGeom>
          <a:solidFill>
            <a:schemeClr val="bg1"/>
          </a:solidFill>
          <a:ln>
            <a:noFill/>
          </a:ln>
        </p:spPr>
        <p:txBody>
          <a:bodyPr wrap="none" lIns="0" tIns="46038" rIns="0" bIns="46038" anchor="ctr"/>
          <a:p>
            <a:pPr lvl="0" algn="ctr">
              <a:lnSpc>
                <a:spcPct val="130000"/>
              </a:lnSpc>
              <a:buNone/>
            </a:pPr>
            <a:fld id="{9A0DB2DC-4C9A-4742-B13C-FB6460FD3503}" type="slidenum">
              <a:rPr lang="en-GB" altLang="ko-KR" sz="900" i="1" dirty="0">
                <a:solidFill>
                  <a:srgbClr val="000066"/>
                </a:solidFill>
                <a:latin typeface="Tahoma" panose="020B0604030504040204" pitchFamily="34" charset="0"/>
                <a:cs typeface="Tahoma" panose="020B0604030504040204" pitchFamily="34" charset="0"/>
              </a:rPr>
            </a:fld>
            <a:r>
              <a:rPr lang="en-GB" altLang="ko-KR" sz="900" i="1" dirty="0">
                <a:solidFill>
                  <a:srgbClr val="000066"/>
                </a:solidFill>
                <a:latin typeface="Tahoma" panose="020B0604030504040204" pitchFamily="34" charset="0"/>
                <a:cs typeface="Tahoma" panose="020B0604030504040204" pitchFamily="34" charset="0"/>
              </a:rPr>
              <a:t> </a:t>
            </a:r>
            <a:endParaRPr lang="ko-KR" altLang="en-GB" sz="900" i="1" dirty="0">
              <a:solidFill>
                <a:srgbClr val="000066"/>
              </a:solidFill>
              <a:latin typeface="Tahoma" panose="020B0604030504040204" pitchFamily="34" charset="0"/>
              <a:ea typeface="Tahoma" panose="020B0604030504040204" pitchFamily="34" charset="0"/>
            </a:endParaRPr>
          </a:p>
        </p:txBody>
      </p:sp>
      <p:pic>
        <p:nvPicPr>
          <p:cNvPr id="4101" name="Picture 6" descr="그림1"/>
          <p:cNvPicPr>
            <a:picLocks noChangeAspect="1"/>
          </p:cNvPicPr>
          <p:nvPr/>
        </p:nvPicPr>
        <p:blipFill>
          <a:blip r:embed="rId14"/>
          <a:stretch>
            <a:fillRect/>
          </a:stretch>
        </p:blipFill>
        <p:spPr>
          <a:xfrm>
            <a:off x="238125" y="6715125"/>
            <a:ext cx="9077325" cy="841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spd="med">
    <p:wedge/>
  </p:transition>
  <p:hf sldNum="0" hdr="0" ftr="0" dt="0"/>
  <p:txStyles>
    <p:titleStyle>
      <a:lvl1pPr algn="ctr" rtl="0" eaLnBrk="0" fontAlgn="base" latinLnBrk="1" hangingPunct="0">
        <a:spcBef>
          <a:spcPct val="0"/>
        </a:spcBef>
        <a:spcAft>
          <a:spcPct val="0"/>
        </a:spcAft>
        <a:defRPr kumimoji="1" sz="3600" b="1">
          <a:solidFill>
            <a:schemeClr val="tx2"/>
          </a:solidFill>
          <a:latin typeface="Gulim" pitchFamily="34" charset="-127"/>
          <a:ea typeface="Gulim" pitchFamily="34" charset="-127"/>
          <a:cs typeface="+mj-cs"/>
        </a:defRPr>
      </a:lvl1pPr>
      <a:lvl2pPr algn="ctr" rtl="0" eaLnBrk="0" fontAlgn="base" latinLnBrk="1" hangingPunct="0">
        <a:spcBef>
          <a:spcPct val="0"/>
        </a:spcBef>
        <a:spcAft>
          <a:spcPct val="0"/>
        </a:spcAft>
        <a:defRPr kumimoji="1" sz="3600" b="1">
          <a:solidFill>
            <a:schemeClr val="tx2"/>
          </a:solidFill>
          <a:latin typeface="Gulim" pitchFamily="34" charset="-127"/>
          <a:ea typeface="Gulim" pitchFamily="34" charset="-127"/>
          <a:cs typeface="Tahoma" panose="020B0604030504040204" pitchFamily="34" charset="0"/>
        </a:defRPr>
      </a:lvl2pPr>
      <a:lvl3pPr algn="ctr" rtl="0" eaLnBrk="0" fontAlgn="base" latinLnBrk="1" hangingPunct="0">
        <a:spcBef>
          <a:spcPct val="0"/>
        </a:spcBef>
        <a:spcAft>
          <a:spcPct val="0"/>
        </a:spcAft>
        <a:defRPr kumimoji="1" sz="3600" b="1">
          <a:solidFill>
            <a:schemeClr val="tx2"/>
          </a:solidFill>
          <a:latin typeface="Gulim" pitchFamily="34" charset="-127"/>
          <a:ea typeface="Gulim" pitchFamily="34" charset="-127"/>
          <a:cs typeface="Tahoma" panose="020B0604030504040204" pitchFamily="34" charset="0"/>
        </a:defRPr>
      </a:lvl3pPr>
      <a:lvl4pPr algn="ctr" rtl="0" eaLnBrk="0" fontAlgn="base" latinLnBrk="1" hangingPunct="0">
        <a:spcBef>
          <a:spcPct val="0"/>
        </a:spcBef>
        <a:spcAft>
          <a:spcPct val="0"/>
        </a:spcAft>
        <a:defRPr kumimoji="1" sz="3600" b="1">
          <a:solidFill>
            <a:schemeClr val="tx2"/>
          </a:solidFill>
          <a:latin typeface="Gulim" pitchFamily="34" charset="-127"/>
          <a:ea typeface="Gulim" pitchFamily="34" charset="-127"/>
          <a:cs typeface="Tahoma" panose="020B0604030504040204" pitchFamily="34" charset="0"/>
        </a:defRPr>
      </a:lvl4pPr>
      <a:lvl5pPr algn="ctr" rtl="0" eaLnBrk="0" fontAlgn="base" latinLnBrk="1" hangingPunct="0">
        <a:spcBef>
          <a:spcPct val="0"/>
        </a:spcBef>
        <a:spcAft>
          <a:spcPct val="0"/>
        </a:spcAft>
        <a:defRPr kumimoji="1" sz="3600" b="1">
          <a:solidFill>
            <a:schemeClr val="tx2"/>
          </a:solidFill>
          <a:latin typeface="Gulim" pitchFamily="34" charset="-127"/>
          <a:ea typeface="Gulim" pitchFamily="34" charset="-127"/>
          <a:cs typeface="Tahoma" panose="020B0604030504040204" pitchFamily="34" charset="0"/>
        </a:defRPr>
      </a:lvl5pPr>
      <a:lvl6pPr marL="457200" algn="ctr" rtl="0" fontAlgn="base" latinLnBrk="1">
        <a:spcBef>
          <a:spcPct val="0"/>
        </a:spcBef>
        <a:spcAft>
          <a:spcPct val="0"/>
        </a:spcAft>
        <a:defRPr kumimoji="1" sz="3600" b="1">
          <a:solidFill>
            <a:schemeClr val="tx2"/>
          </a:solidFill>
          <a:latin typeface="굴림" pitchFamily="50" charset="-127"/>
          <a:ea typeface="굴림" pitchFamily="50" charset="-127"/>
          <a:cs typeface="Tahoma" panose="020B0604030504040204" pitchFamily="34" charset="0"/>
        </a:defRPr>
      </a:lvl6pPr>
      <a:lvl7pPr marL="914400" algn="ctr" rtl="0" fontAlgn="base" latinLnBrk="1">
        <a:spcBef>
          <a:spcPct val="0"/>
        </a:spcBef>
        <a:spcAft>
          <a:spcPct val="0"/>
        </a:spcAft>
        <a:defRPr kumimoji="1" sz="3600" b="1">
          <a:solidFill>
            <a:schemeClr val="tx2"/>
          </a:solidFill>
          <a:latin typeface="굴림" pitchFamily="50" charset="-127"/>
          <a:ea typeface="굴림" pitchFamily="50" charset="-127"/>
          <a:cs typeface="Tahoma" panose="020B0604030504040204" pitchFamily="34" charset="0"/>
        </a:defRPr>
      </a:lvl7pPr>
      <a:lvl8pPr marL="1371600" algn="ctr" rtl="0" fontAlgn="base" latinLnBrk="1">
        <a:spcBef>
          <a:spcPct val="0"/>
        </a:spcBef>
        <a:spcAft>
          <a:spcPct val="0"/>
        </a:spcAft>
        <a:defRPr kumimoji="1" sz="3600" b="1">
          <a:solidFill>
            <a:schemeClr val="tx2"/>
          </a:solidFill>
          <a:latin typeface="굴림" pitchFamily="50" charset="-127"/>
          <a:ea typeface="굴림" pitchFamily="50" charset="-127"/>
          <a:cs typeface="Tahoma" panose="020B0604030504040204" pitchFamily="34" charset="0"/>
        </a:defRPr>
      </a:lvl8pPr>
      <a:lvl9pPr marL="1828800" algn="ctr" rtl="0" fontAlgn="base" latinLnBrk="1">
        <a:spcBef>
          <a:spcPct val="0"/>
        </a:spcBef>
        <a:spcAft>
          <a:spcPct val="0"/>
        </a:spcAft>
        <a:defRPr kumimoji="1" sz="3600" b="1">
          <a:solidFill>
            <a:schemeClr val="tx2"/>
          </a:solidFill>
          <a:latin typeface="굴림" pitchFamily="50" charset="-127"/>
          <a:ea typeface="굴림" pitchFamily="50" charset="-127"/>
          <a:cs typeface="Tahoma" panose="020B0604030504040204" pitchFamily="34" charset="0"/>
        </a:defRPr>
      </a:lvl9pPr>
    </p:titleStyle>
    <p:bodyStyle>
      <a:lvl1pPr marL="447675" indent="-447675" algn="l" rtl="0" eaLnBrk="0" fontAlgn="base" latinLnBrk="1" hangingPunct="0">
        <a:spcBef>
          <a:spcPct val="20000"/>
        </a:spcBef>
        <a:spcAft>
          <a:spcPct val="0"/>
        </a:spcAft>
        <a:buClr>
          <a:schemeClr val="accent1"/>
        </a:buClr>
        <a:buFont typeface="Wingdings" panose="05000000000000000000" pitchFamily="2" charset="2"/>
        <a:buChar char="v"/>
        <a:defRPr kumimoji="1" sz="3000">
          <a:solidFill>
            <a:schemeClr val="tx1"/>
          </a:solidFill>
          <a:latin typeface="Gulim" pitchFamily="34" charset="-127"/>
          <a:ea typeface="Gulim" pitchFamily="34" charset="-127"/>
          <a:cs typeface="+mn-cs"/>
        </a:defRPr>
      </a:lvl1pPr>
      <a:lvl2pPr marL="889000" indent="-440055" algn="l" rtl="0" eaLnBrk="0" fontAlgn="base" latinLnBrk="1" hangingPunct="0">
        <a:spcBef>
          <a:spcPct val="20000"/>
        </a:spcBef>
        <a:spcAft>
          <a:spcPct val="0"/>
        </a:spcAft>
        <a:buClr>
          <a:schemeClr val="hlink"/>
        </a:buClr>
        <a:buSzPct val="80000"/>
        <a:buFont typeface="Wingdings" panose="05000000000000000000" pitchFamily="2" charset="2"/>
        <a:buChar char="v"/>
        <a:defRPr kumimoji="1" sz="2600">
          <a:solidFill>
            <a:schemeClr val="tx1"/>
          </a:solidFill>
          <a:latin typeface="Gulim" pitchFamily="34" charset="-127"/>
          <a:ea typeface="Gulim" pitchFamily="34" charset="-127"/>
          <a:cs typeface="+mn-cs"/>
        </a:defRPr>
      </a:lvl2pPr>
      <a:lvl3pPr marL="1294130" indent="-403225" algn="l" rtl="0" eaLnBrk="0" fontAlgn="base" latinLnBrk="1" hangingPunct="0">
        <a:spcBef>
          <a:spcPct val="20000"/>
        </a:spcBef>
        <a:spcAft>
          <a:spcPct val="0"/>
        </a:spcAft>
        <a:buClr>
          <a:schemeClr val="accent1"/>
        </a:buClr>
        <a:buSzPct val="80000"/>
        <a:buFont typeface="Wingdings" panose="05000000000000000000" pitchFamily="2" charset="2"/>
        <a:buChar char="v"/>
        <a:defRPr kumimoji="1" sz="2200">
          <a:solidFill>
            <a:schemeClr val="tx1"/>
          </a:solidFill>
          <a:latin typeface="Gulim" pitchFamily="34" charset="-127"/>
          <a:ea typeface="Gulim" pitchFamily="34" charset="-127"/>
          <a:cs typeface="+mn-cs"/>
        </a:defRPr>
      </a:lvl3pPr>
      <a:lvl4pPr marL="1681480" indent="-386080" algn="l" rtl="0" eaLnBrk="0" fontAlgn="base" latinLnBrk="1" hangingPunct="0">
        <a:spcBef>
          <a:spcPct val="20000"/>
        </a:spcBef>
        <a:spcAft>
          <a:spcPct val="0"/>
        </a:spcAft>
        <a:buClr>
          <a:schemeClr val="hlink"/>
        </a:buClr>
        <a:buSzPct val="80000"/>
        <a:buFont typeface="Wingdings" panose="05000000000000000000" pitchFamily="2" charset="2"/>
        <a:buChar char="v"/>
        <a:defRPr kumimoji="1" sz="2000">
          <a:solidFill>
            <a:schemeClr val="tx1"/>
          </a:solidFill>
          <a:latin typeface="Gulim" pitchFamily="34" charset="-127"/>
          <a:ea typeface="Gulim" pitchFamily="34" charset="-127"/>
          <a:cs typeface="+mn-cs"/>
        </a:defRPr>
      </a:lvl4pPr>
      <a:lvl5pPr marL="20701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kumimoji="1" sz="2000">
          <a:solidFill>
            <a:schemeClr val="tx1"/>
          </a:solidFill>
          <a:latin typeface="Gulim" pitchFamily="34" charset="-127"/>
          <a:ea typeface="Gulim" pitchFamily="34" charset="-127"/>
          <a:cs typeface="+mn-cs"/>
        </a:defRPr>
      </a:lvl5pPr>
      <a:lvl6pPr marL="2527300" indent="-387350" algn="l" rtl="0" fontAlgn="base" latinLnBrk="1">
        <a:spcBef>
          <a:spcPct val="20000"/>
        </a:spcBef>
        <a:spcAft>
          <a:spcPct val="0"/>
        </a:spcAft>
        <a:buClr>
          <a:schemeClr val="accent1"/>
        </a:buClr>
        <a:buSzPct val="80000"/>
        <a:buFont typeface="Wingdings" panose="05000000000000000000" pitchFamily="2" charset="2"/>
        <a:buChar char="v"/>
        <a:defRPr kumimoji="1" sz="2000">
          <a:solidFill>
            <a:schemeClr val="tx1"/>
          </a:solidFill>
          <a:latin typeface="+mn-lt"/>
          <a:ea typeface="+mn-ea"/>
          <a:cs typeface="+mn-cs"/>
        </a:defRPr>
      </a:lvl6pPr>
      <a:lvl7pPr marL="2984500" indent="-387350" algn="l" rtl="0" fontAlgn="base" latinLnBrk="1">
        <a:spcBef>
          <a:spcPct val="20000"/>
        </a:spcBef>
        <a:spcAft>
          <a:spcPct val="0"/>
        </a:spcAft>
        <a:buClr>
          <a:schemeClr val="accent1"/>
        </a:buClr>
        <a:buSzPct val="80000"/>
        <a:buFont typeface="Wingdings" panose="05000000000000000000" pitchFamily="2" charset="2"/>
        <a:buChar char="v"/>
        <a:defRPr kumimoji="1" sz="2000">
          <a:solidFill>
            <a:schemeClr val="tx1"/>
          </a:solidFill>
          <a:latin typeface="+mn-lt"/>
          <a:ea typeface="+mn-ea"/>
          <a:cs typeface="+mn-cs"/>
        </a:defRPr>
      </a:lvl7pPr>
      <a:lvl8pPr marL="3441700" indent="-387350" algn="l" rtl="0" fontAlgn="base" latinLnBrk="1">
        <a:spcBef>
          <a:spcPct val="20000"/>
        </a:spcBef>
        <a:spcAft>
          <a:spcPct val="0"/>
        </a:spcAft>
        <a:buClr>
          <a:schemeClr val="accent1"/>
        </a:buClr>
        <a:buSzPct val="80000"/>
        <a:buFont typeface="Wingdings" panose="05000000000000000000" pitchFamily="2" charset="2"/>
        <a:buChar char="v"/>
        <a:defRPr kumimoji="1" sz="2000">
          <a:solidFill>
            <a:schemeClr val="tx1"/>
          </a:solidFill>
          <a:latin typeface="+mn-lt"/>
          <a:ea typeface="+mn-ea"/>
          <a:cs typeface="+mn-cs"/>
        </a:defRPr>
      </a:lvl8pPr>
      <a:lvl9pPr marL="3898900" indent="-387350" algn="l" rtl="0" fontAlgn="base" latinLnBrk="1">
        <a:spcBef>
          <a:spcPct val="20000"/>
        </a:spcBef>
        <a:spcAft>
          <a:spcPct val="0"/>
        </a:spcAft>
        <a:buClr>
          <a:schemeClr val="accent1"/>
        </a:buClr>
        <a:buSzPct val="80000"/>
        <a:buFont typeface="Wingdings" panose="05000000000000000000" pitchFamily="2" charset="2"/>
        <a:buChar char="v"/>
        <a:defRPr kumimoji="1" sz="20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5122" name="Picture 122"/>
          <p:cNvPicPr>
            <a:picLocks noChangeAspect="1"/>
          </p:cNvPicPr>
          <p:nvPr userDrawn="1"/>
        </p:nvPicPr>
        <p:blipFill>
          <a:blip r:embed="rId12"/>
          <a:stretch>
            <a:fillRect/>
          </a:stretch>
        </p:blipFill>
        <p:spPr>
          <a:xfrm>
            <a:off x="0" y="4343400"/>
            <a:ext cx="10080625" cy="2528888"/>
          </a:xfrm>
          <a:prstGeom prst="rect">
            <a:avLst/>
          </a:prstGeom>
          <a:noFill/>
          <a:ln w="9525">
            <a:noFill/>
          </a:ln>
        </p:spPr>
      </p:pic>
      <p:pic>
        <p:nvPicPr>
          <p:cNvPr id="5123" name="Picture 121" descr="Untitled-5 copy"/>
          <p:cNvPicPr>
            <a:picLocks noChangeAspect="1"/>
          </p:cNvPicPr>
          <p:nvPr userDrawn="1"/>
        </p:nvPicPr>
        <p:blipFill>
          <a:blip r:embed="rId13"/>
          <a:stretch>
            <a:fillRect/>
          </a:stretch>
        </p:blipFill>
        <p:spPr>
          <a:xfrm>
            <a:off x="0" y="0"/>
            <a:ext cx="10080625" cy="2689225"/>
          </a:xfrm>
          <a:prstGeom prst="rect">
            <a:avLst/>
          </a:prstGeom>
          <a:noFill/>
          <a:ln w="9525">
            <a:noFill/>
          </a:ln>
        </p:spPr>
      </p:pic>
      <p:grpSp>
        <p:nvGrpSpPr>
          <p:cNvPr id="5124" name="Group 4"/>
          <p:cNvGrpSpPr/>
          <p:nvPr userDrawn="1"/>
        </p:nvGrpSpPr>
        <p:grpSpPr>
          <a:xfrm>
            <a:off x="3509963" y="1300163"/>
            <a:ext cx="5761037" cy="912812"/>
            <a:chOff x="0" y="0"/>
            <a:chExt cx="3629" cy="575"/>
          </a:xfrm>
        </p:grpSpPr>
        <p:sp>
          <p:nvSpPr>
            <p:cNvPr id="5127" name="Oval 10"/>
            <p:cNvSpPr>
              <a:spLocks noChangeArrowheads="1"/>
            </p:cNvSpPr>
            <p:nvPr/>
          </p:nvSpPr>
          <p:spPr bwMode="auto">
            <a:xfrm>
              <a:off x="0" y="6"/>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28" name="Oval 11"/>
            <p:cNvSpPr>
              <a:spLocks noChangeArrowheads="1"/>
            </p:cNvSpPr>
            <p:nvPr/>
          </p:nvSpPr>
          <p:spPr bwMode="auto">
            <a:xfrm>
              <a:off x="117" y="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29" name="Oval 12"/>
            <p:cNvSpPr>
              <a:spLocks noChangeArrowheads="1"/>
            </p:cNvSpPr>
            <p:nvPr/>
          </p:nvSpPr>
          <p:spPr bwMode="auto">
            <a:xfrm>
              <a:off x="234" y="5"/>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0" name="Oval 13"/>
            <p:cNvSpPr>
              <a:spLocks noChangeArrowheads="1"/>
            </p:cNvSpPr>
            <p:nvPr/>
          </p:nvSpPr>
          <p:spPr bwMode="auto">
            <a:xfrm>
              <a:off x="351" y="3"/>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1" name="Oval 14"/>
            <p:cNvSpPr>
              <a:spLocks noChangeArrowheads="1"/>
            </p:cNvSpPr>
            <p:nvPr/>
          </p:nvSpPr>
          <p:spPr bwMode="auto">
            <a:xfrm>
              <a:off x="467" y="4"/>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2" name="Oval 15"/>
            <p:cNvSpPr>
              <a:spLocks noChangeArrowheads="1"/>
            </p:cNvSpPr>
            <p:nvPr/>
          </p:nvSpPr>
          <p:spPr bwMode="auto">
            <a:xfrm>
              <a:off x="584" y="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3" name="Oval 16"/>
            <p:cNvSpPr>
              <a:spLocks noChangeArrowheads="1"/>
            </p:cNvSpPr>
            <p:nvPr/>
          </p:nvSpPr>
          <p:spPr bwMode="auto">
            <a:xfrm>
              <a:off x="709" y="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4" name="Oval 17"/>
            <p:cNvSpPr>
              <a:spLocks noChangeArrowheads="1"/>
            </p:cNvSpPr>
            <p:nvPr/>
          </p:nvSpPr>
          <p:spPr bwMode="auto">
            <a:xfrm>
              <a:off x="826" y="2"/>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5" name="Oval 18"/>
            <p:cNvSpPr>
              <a:spLocks noChangeArrowheads="1"/>
            </p:cNvSpPr>
            <p:nvPr/>
          </p:nvSpPr>
          <p:spPr bwMode="auto">
            <a:xfrm>
              <a:off x="943" y="3"/>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6" name="Oval 19"/>
            <p:cNvSpPr>
              <a:spLocks noChangeArrowheads="1"/>
            </p:cNvSpPr>
            <p:nvPr/>
          </p:nvSpPr>
          <p:spPr bwMode="auto">
            <a:xfrm>
              <a:off x="1059" y="1"/>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7" name="Oval 20"/>
            <p:cNvSpPr>
              <a:spLocks noChangeArrowheads="1"/>
            </p:cNvSpPr>
            <p:nvPr/>
          </p:nvSpPr>
          <p:spPr bwMode="auto">
            <a:xfrm>
              <a:off x="1176" y="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8" name="Oval 21"/>
            <p:cNvSpPr>
              <a:spLocks noChangeArrowheads="1"/>
            </p:cNvSpPr>
            <p:nvPr/>
          </p:nvSpPr>
          <p:spPr bwMode="auto">
            <a:xfrm>
              <a:off x="1293" y="0"/>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39" name="Oval 22"/>
            <p:cNvSpPr>
              <a:spLocks noChangeArrowheads="1"/>
            </p:cNvSpPr>
            <p:nvPr/>
          </p:nvSpPr>
          <p:spPr bwMode="auto">
            <a:xfrm>
              <a:off x="1418" y="5"/>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0" name="Oval 23"/>
            <p:cNvSpPr>
              <a:spLocks noChangeArrowheads="1"/>
            </p:cNvSpPr>
            <p:nvPr/>
          </p:nvSpPr>
          <p:spPr bwMode="auto">
            <a:xfrm>
              <a:off x="1534" y="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1" name="Oval 24"/>
            <p:cNvSpPr>
              <a:spLocks noChangeArrowheads="1"/>
            </p:cNvSpPr>
            <p:nvPr/>
          </p:nvSpPr>
          <p:spPr bwMode="auto">
            <a:xfrm>
              <a:off x="1651" y="4"/>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2" name="Oval 25"/>
            <p:cNvSpPr>
              <a:spLocks noChangeArrowheads="1"/>
            </p:cNvSpPr>
            <p:nvPr/>
          </p:nvSpPr>
          <p:spPr bwMode="auto">
            <a:xfrm>
              <a:off x="1768" y="2"/>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3" name="Oval 26"/>
            <p:cNvSpPr>
              <a:spLocks noChangeArrowheads="1"/>
            </p:cNvSpPr>
            <p:nvPr/>
          </p:nvSpPr>
          <p:spPr bwMode="auto">
            <a:xfrm>
              <a:off x="1885" y="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4" name="Oval 27"/>
            <p:cNvSpPr>
              <a:spLocks noChangeArrowheads="1"/>
            </p:cNvSpPr>
            <p:nvPr/>
          </p:nvSpPr>
          <p:spPr bwMode="auto">
            <a:xfrm>
              <a:off x="2002" y="1"/>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5" name="Oval 28"/>
            <p:cNvSpPr>
              <a:spLocks noChangeArrowheads="1"/>
            </p:cNvSpPr>
            <p:nvPr/>
          </p:nvSpPr>
          <p:spPr bwMode="auto">
            <a:xfrm>
              <a:off x="2126" y="6"/>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6" name="Oval 29"/>
            <p:cNvSpPr>
              <a:spLocks noChangeArrowheads="1"/>
            </p:cNvSpPr>
            <p:nvPr/>
          </p:nvSpPr>
          <p:spPr bwMode="auto">
            <a:xfrm>
              <a:off x="2243" y="4"/>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7" name="Oval 30"/>
            <p:cNvSpPr>
              <a:spLocks noChangeArrowheads="1"/>
            </p:cNvSpPr>
            <p:nvPr/>
          </p:nvSpPr>
          <p:spPr bwMode="auto">
            <a:xfrm>
              <a:off x="2360" y="5"/>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8" name="Oval 31"/>
            <p:cNvSpPr>
              <a:spLocks noChangeArrowheads="1"/>
            </p:cNvSpPr>
            <p:nvPr/>
          </p:nvSpPr>
          <p:spPr bwMode="auto">
            <a:xfrm>
              <a:off x="2477" y="3"/>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49" name="Oval 32"/>
            <p:cNvSpPr>
              <a:spLocks noChangeArrowheads="1"/>
            </p:cNvSpPr>
            <p:nvPr/>
          </p:nvSpPr>
          <p:spPr bwMode="auto">
            <a:xfrm>
              <a:off x="2594" y="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0" name="Oval 33"/>
            <p:cNvSpPr>
              <a:spLocks noChangeArrowheads="1"/>
            </p:cNvSpPr>
            <p:nvPr/>
          </p:nvSpPr>
          <p:spPr bwMode="auto">
            <a:xfrm>
              <a:off x="2711" y="2"/>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1" name="Oval 34"/>
            <p:cNvSpPr>
              <a:spLocks noChangeArrowheads="1"/>
            </p:cNvSpPr>
            <p:nvPr/>
          </p:nvSpPr>
          <p:spPr bwMode="auto">
            <a:xfrm>
              <a:off x="2835" y="7"/>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2" name="Oval 35"/>
            <p:cNvSpPr>
              <a:spLocks noChangeArrowheads="1"/>
            </p:cNvSpPr>
            <p:nvPr/>
          </p:nvSpPr>
          <p:spPr bwMode="auto">
            <a:xfrm>
              <a:off x="2952" y="5"/>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3" name="Oval 36"/>
            <p:cNvSpPr>
              <a:spLocks noChangeArrowheads="1"/>
            </p:cNvSpPr>
            <p:nvPr/>
          </p:nvSpPr>
          <p:spPr bwMode="auto">
            <a:xfrm>
              <a:off x="3069" y="6"/>
              <a:ext cx="93"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4" name="Oval 37"/>
            <p:cNvSpPr>
              <a:spLocks noChangeArrowheads="1"/>
            </p:cNvSpPr>
            <p:nvPr/>
          </p:nvSpPr>
          <p:spPr bwMode="auto">
            <a:xfrm>
              <a:off x="3186" y="4"/>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5" name="Oval 38"/>
            <p:cNvSpPr>
              <a:spLocks noChangeArrowheads="1"/>
            </p:cNvSpPr>
            <p:nvPr/>
          </p:nvSpPr>
          <p:spPr bwMode="auto">
            <a:xfrm>
              <a:off x="3303" y="5"/>
              <a:ext cx="92" cy="84"/>
            </a:xfrm>
            <a:prstGeom prst="ellipse">
              <a:avLst/>
            </a:prstGeom>
            <a:solidFill>
              <a:srgbClr val="3D76C1">
                <a:alpha val="79999"/>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6" name="Oval 39"/>
            <p:cNvSpPr>
              <a:spLocks noChangeArrowheads="1"/>
            </p:cNvSpPr>
            <p:nvPr/>
          </p:nvSpPr>
          <p:spPr bwMode="auto">
            <a:xfrm>
              <a:off x="0" y="126"/>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7" name="Oval 40"/>
            <p:cNvSpPr>
              <a:spLocks noChangeArrowheads="1"/>
            </p:cNvSpPr>
            <p:nvPr/>
          </p:nvSpPr>
          <p:spPr bwMode="auto">
            <a:xfrm>
              <a:off x="117" y="12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8" name="Oval 41"/>
            <p:cNvSpPr>
              <a:spLocks noChangeArrowheads="1"/>
            </p:cNvSpPr>
            <p:nvPr/>
          </p:nvSpPr>
          <p:spPr bwMode="auto">
            <a:xfrm>
              <a:off x="234" y="125"/>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59" name="Oval 42"/>
            <p:cNvSpPr>
              <a:spLocks noChangeArrowheads="1"/>
            </p:cNvSpPr>
            <p:nvPr/>
          </p:nvSpPr>
          <p:spPr bwMode="auto">
            <a:xfrm>
              <a:off x="351" y="123"/>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0" name="Oval 43"/>
            <p:cNvSpPr>
              <a:spLocks noChangeArrowheads="1"/>
            </p:cNvSpPr>
            <p:nvPr/>
          </p:nvSpPr>
          <p:spPr bwMode="auto">
            <a:xfrm>
              <a:off x="467" y="124"/>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1" name="Oval 44"/>
            <p:cNvSpPr>
              <a:spLocks noChangeArrowheads="1"/>
            </p:cNvSpPr>
            <p:nvPr/>
          </p:nvSpPr>
          <p:spPr bwMode="auto">
            <a:xfrm>
              <a:off x="584" y="12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2" name="Oval 45"/>
            <p:cNvSpPr>
              <a:spLocks noChangeArrowheads="1"/>
            </p:cNvSpPr>
            <p:nvPr/>
          </p:nvSpPr>
          <p:spPr bwMode="auto">
            <a:xfrm>
              <a:off x="709" y="12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3" name="Oval 46"/>
            <p:cNvSpPr>
              <a:spLocks noChangeArrowheads="1"/>
            </p:cNvSpPr>
            <p:nvPr/>
          </p:nvSpPr>
          <p:spPr bwMode="auto">
            <a:xfrm>
              <a:off x="826" y="122"/>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4" name="Oval 47"/>
            <p:cNvSpPr>
              <a:spLocks noChangeArrowheads="1"/>
            </p:cNvSpPr>
            <p:nvPr/>
          </p:nvSpPr>
          <p:spPr bwMode="auto">
            <a:xfrm>
              <a:off x="943" y="123"/>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5" name="Oval 48"/>
            <p:cNvSpPr>
              <a:spLocks noChangeArrowheads="1"/>
            </p:cNvSpPr>
            <p:nvPr/>
          </p:nvSpPr>
          <p:spPr bwMode="auto">
            <a:xfrm>
              <a:off x="1059" y="121"/>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6" name="Oval 49"/>
            <p:cNvSpPr>
              <a:spLocks noChangeArrowheads="1"/>
            </p:cNvSpPr>
            <p:nvPr/>
          </p:nvSpPr>
          <p:spPr bwMode="auto">
            <a:xfrm>
              <a:off x="1176" y="12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7" name="Oval 50"/>
            <p:cNvSpPr>
              <a:spLocks noChangeArrowheads="1"/>
            </p:cNvSpPr>
            <p:nvPr/>
          </p:nvSpPr>
          <p:spPr bwMode="auto">
            <a:xfrm>
              <a:off x="1293" y="120"/>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8" name="Oval 51"/>
            <p:cNvSpPr>
              <a:spLocks noChangeArrowheads="1"/>
            </p:cNvSpPr>
            <p:nvPr/>
          </p:nvSpPr>
          <p:spPr bwMode="auto">
            <a:xfrm>
              <a:off x="1418" y="125"/>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69" name="Oval 52"/>
            <p:cNvSpPr>
              <a:spLocks noChangeArrowheads="1"/>
            </p:cNvSpPr>
            <p:nvPr/>
          </p:nvSpPr>
          <p:spPr bwMode="auto">
            <a:xfrm>
              <a:off x="1534" y="12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0" name="Oval 53"/>
            <p:cNvSpPr>
              <a:spLocks noChangeArrowheads="1"/>
            </p:cNvSpPr>
            <p:nvPr/>
          </p:nvSpPr>
          <p:spPr bwMode="auto">
            <a:xfrm>
              <a:off x="1651" y="124"/>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1" name="Oval 54"/>
            <p:cNvSpPr>
              <a:spLocks noChangeArrowheads="1"/>
            </p:cNvSpPr>
            <p:nvPr/>
          </p:nvSpPr>
          <p:spPr bwMode="auto">
            <a:xfrm>
              <a:off x="1768" y="122"/>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2" name="Oval 55"/>
            <p:cNvSpPr>
              <a:spLocks noChangeArrowheads="1"/>
            </p:cNvSpPr>
            <p:nvPr/>
          </p:nvSpPr>
          <p:spPr bwMode="auto">
            <a:xfrm>
              <a:off x="1885" y="12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3" name="Oval 56"/>
            <p:cNvSpPr>
              <a:spLocks noChangeArrowheads="1"/>
            </p:cNvSpPr>
            <p:nvPr/>
          </p:nvSpPr>
          <p:spPr bwMode="auto">
            <a:xfrm>
              <a:off x="2002" y="121"/>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4" name="Oval 57"/>
            <p:cNvSpPr>
              <a:spLocks noChangeArrowheads="1"/>
            </p:cNvSpPr>
            <p:nvPr/>
          </p:nvSpPr>
          <p:spPr bwMode="auto">
            <a:xfrm>
              <a:off x="2126" y="126"/>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5" name="Oval 58"/>
            <p:cNvSpPr>
              <a:spLocks noChangeArrowheads="1"/>
            </p:cNvSpPr>
            <p:nvPr/>
          </p:nvSpPr>
          <p:spPr bwMode="auto">
            <a:xfrm>
              <a:off x="2243" y="124"/>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6" name="Oval 59"/>
            <p:cNvSpPr>
              <a:spLocks noChangeArrowheads="1"/>
            </p:cNvSpPr>
            <p:nvPr/>
          </p:nvSpPr>
          <p:spPr bwMode="auto">
            <a:xfrm>
              <a:off x="2360" y="125"/>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7" name="Oval 60"/>
            <p:cNvSpPr>
              <a:spLocks noChangeArrowheads="1"/>
            </p:cNvSpPr>
            <p:nvPr/>
          </p:nvSpPr>
          <p:spPr bwMode="auto">
            <a:xfrm>
              <a:off x="2477" y="123"/>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8" name="Oval 61"/>
            <p:cNvSpPr>
              <a:spLocks noChangeArrowheads="1"/>
            </p:cNvSpPr>
            <p:nvPr/>
          </p:nvSpPr>
          <p:spPr bwMode="auto">
            <a:xfrm>
              <a:off x="2594" y="12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79" name="Oval 62"/>
            <p:cNvSpPr>
              <a:spLocks noChangeArrowheads="1"/>
            </p:cNvSpPr>
            <p:nvPr/>
          </p:nvSpPr>
          <p:spPr bwMode="auto">
            <a:xfrm>
              <a:off x="2711" y="122"/>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0" name="Oval 63"/>
            <p:cNvSpPr>
              <a:spLocks noChangeArrowheads="1"/>
            </p:cNvSpPr>
            <p:nvPr/>
          </p:nvSpPr>
          <p:spPr bwMode="auto">
            <a:xfrm>
              <a:off x="2835" y="127"/>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1" name="Oval 64"/>
            <p:cNvSpPr>
              <a:spLocks noChangeArrowheads="1"/>
            </p:cNvSpPr>
            <p:nvPr/>
          </p:nvSpPr>
          <p:spPr bwMode="auto">
            <a:xfrm>
              <a:off x="2952" y="125"/>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2" name="Oval 65"/>
            <p:cNvSpPr>
              <a:spLocks noChangeArrowheads="1"/>
            </p:cNvSpPr>
            <p:nvPr/>
          </p:nvSpPr>
          <p:spPr bwMode="auto">
            <a:xfrm>
              <a:off x="3069" y="126"/>
              <a:ext cx="93"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3" name="Oval 66"/>
            <p:cNvSpPr>
              <a:spLocks noChangeArrowheads="1"/>
            </p:cNvSpPr>
            <p:nvPr/>
          </p:nvSpPr>
          <p:spPr bwMode="auto">
            <a:xfrm>
              <a:off x="3186" y="124"/>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4" name="Oval 67"/>
            <p:cNvSpPr>
              <a:spLocks noChangeArrowheads="1"/>
            </p:cNvSpPr>
            <p:nvPr/>
          </p:nvSpPr>
          <p:spPr bwMode="auto">
            <a:xfrm>
              <a:off x="3303" y="125"/>
              <a:ext cx="92" cy="84"/>
            </a:xfrm>
            <a:prstGeom prst="ellipse">
              <a:avLst/>
            </a:prstGeom>
            <a:solidFill>
              <a:srgbClr val="3D76C1">
                <a:alpha val="50195"/>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5" name="Oval 68"/>
            <p:cNvSpPr>
              <a:spLocks noChangeArrowheads="1"/>
            </p:cNvSpPr>
            <p:nvPr/>
          </p:nvSpPr>
          <p:spPr bwMode="auto">
            <a:xfrm>
              <a:off x="234" y="255"/>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6" name="Oval 69"/>
            <p:cNvSpPr>
              <a:spLocks noChangeArrowheads="1"/>
            </p:cNvSpPr>
            <p:nvPr/>
          </p:nvSpPr>
          <p:spPr bwMode="auto">
            <a:xfrm>
              <a:off x="351" y="253"/>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7" name="Oval 70"/>
            <p:cNvSpPr>
              <a:spLocks noChangeArrowheads="1"/>
            </p:cNvSpPr>
            <p:nvPr/>
          </p:nvSpPr>
          <p:spPr bwMode="auto">
            <a:xfrm>
              <a:off x="467" y="254"/>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8" name="Oval 71"/>
            <p:cNvSpPr>
              <a:spLocks noChangeArrowheads="1"/>
            </p:cNvSpPr>
            <p:nvPr/>
          </p:nvSpPr>
          <p:spPr bwMode="auto">
            <a:xfrm>
              <a:off x="584" y="252"/>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89" name="Oval 72"/>
            <p:cNvSpPr>
              <a:spLocks noChangeArrowheads="1"/>
            </p:cNvSpPr>
            <p:nvPr/>
          </p:nvSpPr>
          <p:spPr bwMode="auto">
            <a:xfrm>
              <a:off x="701" y="253"/>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0" name="Oval 73"/>
            <p:cNvSpPr>
              <a:spLocks noChangeArrowheads="1"/>
            </p:cNvSpPr>
            <p:nvPr/>
          </p:nvSpPr>
          <p:spPr bwMode="auto">
            <a:xfrm>
              <a:off x="818"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1" name="Oval 74"/>
            <p:cNvSpPr>
              <a:spLocks noChangeArrowheads="1"/>
            </p:cNvSpPr>
            <p:nvPr/>
          </p:nvSpPr>
          <p:spPr bwMode="auto">
            <a:xfrm>
              <a:off x="943" y="253"/>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2" name="Oval 75"/>
            <p:cNvSpPr>
              <a:spLocks noChangeArrowheads="1"/>
            </p:cNvSpPr>
            <p:nvPr/>
          </p:nvSpPr>
          <p:spPr bwMode="auto">
            <a:xfrm>
              <a:off x="1059"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3" name="Oval 76"/>
            <p:cNvSpPr>
              <a:spLocks noChangeArrowheads="1"/>
            </p:cNvSpPr>
            <p:nvPr/>
          </p:nvSpPr>
          <p:spPr bwMode="auto">
            <a:xfrm>
              <a:off x="1176" y="252"/>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4" name="Oval 77"/>
            <p:cNvSpPr>
              <a:spLocks noChangeArrowheads="1"/>
            </p:cNvSpPr>
            <p:nvPr/>
          </p:nvSpPr>
          <p:spPr bwMode="auto">
            <a:xfrm>
              <a:off x="1293" y="250"/>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5" name="Oval 78"/>
            <p:cNvSpPr>
              <a:spLocks noChangeArrowheads="1"/>
            </p:cNvSpPr>
            <p:nvPr/>
          </p:nvSpPr>
          <p:spPr bwMode="auto">
            <a:xfrm>
              <a:off x="1410"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6" name="Oval 79"/>
            <p:cNvSpPr>
              <a:spLocks noChangeArrowheads="1"/>
            </p:cNvSpPr>
            <p:nvPr/>
          </p:nvSpPr>
          <p:spPr bwMode="auto">
            <a:xfrm>
              <a:off x="1527" y="249"/>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7" name="Oval 80"/>
            <p:cNvSpPr>
              <a:spLocks noChangeArrowheads="1"/>
            </p:cNvSpPr>
            <p:nvPr/>
          </p:nvSpPr>
          <p:spPr bwMode="auto">
            <a:xfrm>
              <a:off x="1651" y="254"/>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8" name="Oval 81"/>
            <p:cNvSpPr>
              <a:spLocks noChangeArrowheads="1"/>
            </p:cNvSpPr>
            <p:nvPr/>
          </p:nvSpPr>
          <p:spPr bwMode="auto">
            <a:xfrm>
              <a:off x="1768" y="252"/>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199" name="Oval 82"/>
            <p:cNvSpPr>
              <a:spLocks noChangeArrowheads="1"/>
            </p:cNvSpPr>
            <p:nvPr/>
          </p:nvSpPr>
          <p:spPr bwMode="auto">
            <a:xfrm>
              <a:off x="1885" y="253"/>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0" name="Oval 83"/>
            <p:cNvSpPr>
              <a:spLocks noChangeArrowheads="1"/>
            </p:cNvSpPr>
            <p:nvPr/>
          </p:nvSpPr>
          <p:spPr bwMode="auto">
            <a:xfrm>
              <a:off x="2002"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1" name="Oval 84"/>
            <p:cNvSpPr>
              <a:spLocks noChangeArrowheads="1"/>
            </p:cNvSpPr>
            <p:nvPr/>
          </p:nvSpPr>
          <p:spPr bwMode="auto">
            <a:xfrm>
              <a:off x="2119" y="252"/>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2" name="Oval 85"/>
            <p:cNvSpPr>
              <a:spLocks noChangeArrowheads="1"/>
            </p:cNvSpPr>
            <p:nvPr/>
          </p:nvSpPr>
          <p:spPr bwMode="auto">
            <a:xfrm>
              <a:off x="2236" y="250"/>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3" name="Oval 86"/>
            <p:cNvSpPr>
              <a:spLocks noChangeArrowheads="1"/>
            </p:cNvSpPr>
            <p:nvPr/>
          </p:nvSpPr>
          <p:spPr bwMode="auto">
            <a:xfrm>
              <a:off x="2360" y="255"/>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4" name="Oval 87"/>
            <p:cNvSpPr>
              <a:spLocks noChangeArrowheads="1"/>
            </p:cNvSpPr>
            <p:nvPr/>
          </p:nvSpPr>
          <p:spPr bwMode="auto">
            <a:xfrm>
              <a:off x="2477" y="253"/>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5" name="Oval 88"/>
            <p:cNvSpPr>
              <a:spLocks noChangeArrowheads="1"/>
            </p:cNvSpPr>
            <p:nvPr/>
          </p:nvSpPr>
          <p:spPr bwMode="auto">
            <a:xfrm>
              <a:off x="2594" y="254"/>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6" name="Oval 89"/>
            <p:cNvSpPr>
              <a:spLocks noChangeArrowheads="1"/>
            </p:cNvSpPr>
            <p:nvPr/>
          </p:nvSpPr>
          <p:spPr bwMode="auto">
            <a:xfrm>
              <a:off x="2711" y="252"/>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7" name="Oval 90"/>
            <p:cNvSpPr>
              <a:spLocks noChangeArrowheads="1"/>
            </p:cNvSpPr>
            <p:nvPr/>
          </p:nvSpPr>
          <p:spPr bwMode="auto">
            <a:xfrm>
              <a:off x="2828" y="253"/>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8" name="Oval 91"/>
            <p:cNvSpPr>
              <a:spLocks noChangeArrowheads="1"/>
            </p:cNvSpPr>
            <p:nvPr/>
          </p:nvSpPr>
          <p:spPr bwMode="auto">
            <a:xfrm>
              <a:off x="2944" y="251"/>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09" name="Oval 92"/>
            <p:cNvSpPr>
              <a:spLocks noChangeArrowheads="1"/>
            </p:cNvSpPr>
            <p:nvPr/>
          </p:nvSpPr>
          <p:spPr bwMode="auto">
            <a:xfrm>
              <a:off x="3069" y="256"/>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0" name="Oval 93"/>
            <p:cNvSpPr>
              <a:spLocks noChangeArrowheads="1"/>
            </p:cNvSpPr>
            <p:nvPr/>
          </p:nvSpPr>
          <p:spPr bwMode="auto">
            <a:xfrm>
              <a:off x="3186" y="254"/>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1" name="Oval 94"/>
            <p:cNvSpPr>
              <a:spLocks noChangeArrowheads="1"/>
            </p:cNvSpPr>
            <p:nvPr/>
          </p:nvSpPr>
          <p:spPr bwMode="auto">
            <a:xfrm>
              <a:off x="3303" y="255"/>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2" name="Oval 95"/>
            <p:cNvSpPr>
              <a:spLocks noChangeArrowheads="1"/>
            </p:cNvSpPr>
            <p:nvPr/>
          </p:nvSpPr>
          <p:spPr bwMode="auto">
            <a:xfrm>
              <a:off x="3420" y="253"/>
              <a:ext cx="92"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3" name="Oval 96"/>
            <p:cNvSpPr>
              <a:spLocks noChangeArrowheads="1"/>
            </p:cNvSpPr>
            <p:nvPr/>
          </p:nvSpPr>
          <p:spPr bwMode="auto">
            <a:xfrm>
              <a:off x="3536" y="254"/>
              <a:ext cx="93" cy="84"/>
            </a:xfrm>
            <a:prstGeom prst="ellipse">
              <a:avLst/>
            </a:prstGeom>
            <a:solidFill>
              <a:srgbClr val="3D76C1">
                <a:alpha val="29803"/>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4" name="Oval 97"/>
            <p:cNvSpPr>
              <a:spLocks noChangeArrowheads="1"/>
            </p:cNvSpPr>
            <p:nvPr/>
          </p:nvSpPr>
          <p:spPr bwMode="auto">
            <a:xfrm>
              <a:off x="476" y="371"/>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5" name="Oval 98"/>
            <p:cNvSpPr>
              <a:spLocks noChangeArrowheads="1"/>
            </p:cNvSpPr>
            <p:nvPr/>
          </p:nvSpPr>
          <p:spPr bwMode="auto">
            <a:xfrm>
              <a:off x="593" y="369"/>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6" name="Oval 99"/>
            <p:cNvSpPr>
              <a:spLocks noChangeArrowheads="1"/>
            </p:cNvSpPr>
            <p:nvPr/>
          </p:nvSpPr>
          <p:spPr bwMode="auto">
            <a:xfrm>
              <a:off x="710" y="370"/>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7" name="Oval 100"/>
            <p:cNvSpPr>
              <a:spLocks noChangeArrowheads="1"/>
            </p:cNvSpPr>
            <p:nvPr/>
          </p:nvSpPr>
          <p:spPr bwMode="auto">
            <a:xfrm>
              <a:off x="827" y="368"/>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8" name="Oval 101"/>
            <p:cNvSpPr>
              <a:spLocks noChangeArrowheads="1"/>
            </p:cNvSpPr>
            <p:nvPr/>
          </p:nvSpPr>
          <p:spPr bwMode="auto">
            <a:xfrm>
              <a:off x="944" y="369"/>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19" name="Oval 102"/>
            <p:cNvSpPr>
              <a:spLocks noChangeArrowheads="1"/>
            </p:cNvSpPr>
            <p:nvPr/>
          </p:nvSpPr>
          <p:spPr bwMode="auto">
            <a:xfrm>
              <a:off x="1060" y="367"/>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0" name="Oval 103"/>
            <p:cNvSpPr>
              <a:spLocks noChangeArrowheads="1"/>
            </p:cNvSpPr>
            <p:nvPr/>
          </p:nvSpPr>
          <p:spPr bwMode="auto">
            <a:xfrm>
              <a:off x="1185" y="369"/>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1" name="Oval 104"/>
            <p:cNvSpPr>
              <a:spLocks noChangeArrowheads="1"/>
            </p:cNvSpPr>
            <p:nvPr/>
          </p:nvSpPr>
          <p:spPr bwMode="auto">
            <a:xfrm>
              <a:off x="1302" y="367"/>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2" name="Oval 105"/>
            <p:cNvSpPr>
              <a:spLocks noChangeArrowheads="1"/>
            </p:cNvSpPr>
            <p:nvPr/>
          </p:nvSpPr>
          <p:spPr bwMode="auto">
            <a:xfrm>
              <a:off x="1419" y="368"/>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3" name="Oval 106"/>
            <p:cNvSpPr>
              <a:spLocks noChangeArrowheads="1"/>
            </p:cNvSpPr>
            <p:nvPr/>
          </p:nvSpPr>
          <p:spPr bwMode="auto">
            <a:xfrm>
              <a:off x="1536" y="366"/>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4" name="Oval 107"/>
            <p:cNvSpPr>
              <a:spLocks noChangeArrowheads="1"/>
            </p:cNvSpPr>
            <p:nvPr/>
          </p:nvSpPr>
          <p:spPr bwMode="auto">
            <a:xfrm>
              <a:off x="1652" y="367"/>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5" name="Oval 108"/>
            <p:cNvSpPr>
              <a:spLocks noChangeArrowheads="1"/>
            </p:cNvSpPr>
            <p:nvPr/>
          </p:nvSpPr>
          <p:spPr bwMode="auto">
            <a:xfrm>
              <a:off x="1769" y="365"/>
              <a:ext cx="93"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6" name="Oval 109"/>
            <p:cNvSpPr>
              <a:spLocks noChangeArrowheads="1"/>
            </p:cNvSpPr>
            <p:nvPr/>
          </p:nvSpPr>
          <p:spPr bwMode="auto">
            <a:xfrm>
              <a:off x="1894" y="370"/>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7" name="Oval 110"/>
            <p:cNvSpPr>
              <a:spLocks noChangeArrowheads="1"/>
            </p:cNvSpPr>
            <p:nvPr/>
          </p:nvSpPr>
          <p:spPr bwMode="auto">
            <a:xfrm>
              <a:off x="2011" y="368"/>
              <a:ext cx="92" cy="84"/>
            </a:xfrm>
            <a:prstGeom prst="ellipse">
              <a:avLst/>
            </a:prstGeom>
            <a:solidFill>
              <a:srgbClr val="3D76C1">
                <a:alpha val="20000"/>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8" name="Oval 111"/>
            <p:cNvSpPr>
              <a:spLocks noChangeArrowheads="1"/>
            </p:cNvSpPr>
            <p:nvPr/>
          </p:nvSpPr>
          <p:spPr bwMode="auto">
            <a:xfrm>
              <a:off x="485" y="491"/>
              <a:ext cx="93" cy="84"/>
            </a:xfrm>
            <a:prstGeom prst="ellipse">
              <a:avLst/>
            </a:prstGeom>
            <a:solidFill>
              <a:srgbClr val="3D9CCD">
                <a:alpha val="9804"/>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29" name="Oval 112"/>
            <p:cNvSpPr>
              <a:spLocks noChangeArrowheads="1"/>
            </p:cNvSpPr>
            <p:nvPr/>
          </p:nvSpPr>
          <p:spPr bwMode="auto">
            <a:xfrm>
              <a:off x="602" y="489"/>
              <a:ext cx="92" cy="84"/>
            </a:xfrm>
            <a:prstGeom prst="ellipse">
              <a:avLst/>
            </a:prstGeom>
            <a:solidFill>
              <a:srgbClr val="3D9CCD">
                <a:alpha val="9804"/>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30" name="Oval 113"/>
            <p:cNvSpPr>
              <a:spLocks noChangeArrowheads="1"/>
            </p:cNvSpPr>
            <p:nvPr/>
          </p:nvSpPr>
          <p:spPr bwMode="auto">
            <a:xfrm>
              <a:off x="1060" y="486"/>
              <a:ext cx="93" cy="84"/>
            </a:xfrm>
            <a:prstGeom prst="ellipse">
              <a:avLst/>
            </a:prstGeom>
            <a:solidFill>
              <a:srgbClr val="3D9CCD">
                <a:alpha val="9804"/>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5231" name="Oval 114"/>
            <p:cNvSpPr>
              <a:spLocks noChangeArrowheads="1"/>
            </p:cNvSpPr>
            <p:nvPr/>
          </p:nvSpPr>
          <p:spPr bwMode="auto">
            <a:xfrm>
              <a:off x="1200" y="485"/>
              <a:ext cx="93" cy="84"/>
            </a:xfrm>
            <a:prstGeom prst="ellipse">
              <a:avLst/>
            </a:prstGeom>
            <a:solidFill>
              <a:srgbClr val="3D9CCD">
                <a:alpha val="9804"/>
              </a:srgbClr>
            </a:solidFill>
            <a:ln>
              <a:noFill/>
            </a:ln>
          </p:spPr>
          <p:txBody>
            <a:bodyPr wrap="none" anchor="ctr"/>
            <a:lstStyle>
              <a:lvl1pPr eaLnBrk="0" hangingPunct="0">
                <a:defRPr sz="1000">
                  <a:solidFill>
                    <a:schemeClr val="tx1"/>
                  </a:solidFill>
                  <a:latin typeface="Gulim" pitchFamily="34" charset="-127"/>
                  <a:ea typeface="Gulim" pitchFamily="34" charset="-127"/>
                </a:defRPr>
              </a:lvl1pPr>
              <a:lvl2pPr marL="742950" indent="-285750" eaLnBrk="0" hangingPunct="0">
                <a:defRPr sz="1000">
                  <a:solidFill>
                    <a:schemeClr val="tx1"/>
                  </a:solidFill>
                  <a:latin typeface="Gulim" pitchFamily="34" charset="-127"/>
                  <a:ea typeface="Gulim" pitchFamily="34" charset="-127"/>
                </a:defRPr>
              </a:lvl2pPr>
              <a:lvl3pPr marL="1143000" indent="-228600" eaLnBrk="0" hangingPunct="0">
                <a:defRPr sz="1000">
                  <a:solidFill>
                    <a:schemeClr val="tx1"/>
                  </a:solidFill>
                  <a:latin typeface="Gulim" pitchFamily="34" charset="-127"/>
                  <a:ea typeface="Gulim" pitchFamily="34" charset="-127"/>
                </a:defRPr>
              </a:lvl3pPr>
              <a:lvl4pPr marL="1600200" indent="-228600" eaLnBrk="0" hangingPunct="0">
                <a:defRPr sz="1000">
                  <a:solidFill>
                    <a:schemeClr val="tx1"/>
                  </a:solidFill>
                  <a:latin typeface="Gulim" pitchFamily="34" charset="-127"/>
                  <a:ea typeface="Gulim" pitchFamily="34" charset="-127"/>
                </a:defRPr>
              </a:lvl4pPr>
              <a:lvl5pPr marL="2057400" indent="-228600" eaLnBrk="0" hangingPunct="0">
                <a:defRPr sz="1000">
                  <a:solidFill>
                    <a:schemeClr val="tx1"/>
                  </a:solidFill>
                  <a:latin typeface="Gulim" pitchFamily="34" charset="-127"/>
                  <a:ea typeface="Gulim" pitchFamily="34" charset="-127"/>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1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grpSp>
      <p:sp>
        <p:nvSpPr>
          <p:cNvPr id="5125" name="Rectangle 116"/>
          <p:cNvSpPr>
            <a:spLocks noChangeArrowheads="1"/>
          </p:cNvSpPr>
          <p:nvPr/>
        </p:nvSpPr>
        <p:spPr bwMode="auto">
          <a:xfrm>
            <a:off x="2928938" y="4375150"/>
            <a:ext cx="4570413" cy="560388"/>
          </a:xfrm>
          <a:prstGeom prst="rect">
            <a:avLst/>
          </a:prstGeom>
          <a:noFill/>
          <a:ln>
            <a:noFill/>
          </a:ln>
        </p:spPr>
        <p:txBody>
          <a:bodyPr wrap="none" anchor="ctr">
            <a:spAutoFit/>
          </a:bodyPr>
          <a:lstStyle>
            <a:lvl1pPr>
              <a:defRPr sz="1000">
                <a:solidFill>
                  <a:schemeClr val="tx1"/>
                </a:solidFill>
                <a:latin typeface="Gulim" pitchFamily="34" charset="-127"/>
                <a:ea typeface="Gulim" pitchFamily="34" charset="-127"/>
              </a:defRPr>
            </a:lvl1pPr>
            <a:lvl2pPr marL="742950" indent="-285750">
              <a:defRPr sz="1000">
                <a:solidFill>
                  <a:schemeClr val="tx1"/>
                </a:solidFill>
                <a:latin typeface="Gulim" pitchFamily="34" charset="-127"/>
                <a:ea typeface="Gulim" pitchFamily="34" charset="-127"/>
              </a:defRPr>
            </a:lvl2pPr>
            <a:lvl3pPr marL="1143000" indent="-228600">
              <a:defRPr sz="1000">
                <a:solidFill>
                  <a:schemeClr val="tx1"/>
                </a:solidFill>
                <a:latin typeface="Gulim" pitchFamily="34" charset="-127"/>
                <a:ea typeface="Gulim" pitchFamily="34" charset="-127"/>
              </a:defRPr>
            </a:lvl3pPr>
            <a:lvl4pPr marL="1600200" indent="-228600">
              <a:defRPr sz="1000">
                <a:solidFill>
                  <a:schemeClr val="tx1"/>
                </a:solidFill>
                <a:latin typeface="Gulim" pitchFamily="34" charset="-127"/>
                <a:ea typeface="Gulim" pitchFamily="34" charset="-127"/>
              </a:defRPr>
            </a:lvl4pPr>
            <a:lvl5pPr marL="2057400" indent="-228600">
              <a:defRPr sz="10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sz="10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sz="10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sz="10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sz="1000">
                <a:solidFill>
                  <a:schemeClr val="tx1"/>
                </a:solidFill>
                <a:latin typeface="Gulim" pitchFamily="34" charset="-127"/>
                <a:ea typeface="Gulim" pitchFamily="34" charset="-127"/>
              </a:defRPr>
            </a:lvl9pPr>
          </a:lstStyle>
          <a:p>
            <a:pPr marL="0" marR="0" lvl="0" indent="0" algn="ctr" defTabSz="914400" rtl="0" eaLnBrk="1" fontAlgn="base" latinLnBrk="1" hangingPunct="1">
              <a:lnSpc>
                <a:spcPct val="80000"/>
              </a:lnSpc>
              <a:spcBef>
                <a:spcPct val="50000"/>
              </a:spcBef>
              <a:spcAft>
                <a:spcPct val="0"/>
              </a:spcAft>
              <a:buClrTx/>
              <a:buSzTx/>
              <a:buFontTx/>
              <a:buNone/>
              <a:defRPr/>
            </a:pPr>
            <a:r>
              <a:rPr kumimoji="0" lang="zh-CN" altLang="en-US" sz="3800" b="1" i="0" u="none" strike="noStrike" kern="1200" cap="none" spc="0" normalizeH="0" baseline="0" noProof="0">
                <a:ln>
                  <a:noFill/>
                </a:ln>
                <a:solidFill>
                  <a:srgbClr val="000000"/>
                </a:solidFill>
                <a:effectLst/>
                <a:uLnTx/>
                <a:uFillTx/>
                <a:latin typeface="HY헤드라인M"/>
                <a:ea typeface="华文隶书" panose="02010800040101010101" pitchFamily="2" charset="-122"/>
                <a:cs typeface="+mn-cs"/>
              </a:rPr>
              <a:t>程序设计基础课程组</a:t>
            </a:r>
            <a:endParaRPr kumimoji="0" lang="zh-CN" altLang="en-US" sz="3800" b="1" i="0" u="none" strike="noStrike" kern="1200" cap="none" spc="0" normalizeH="0" baseline="0" noProof="0">
              <a:ln>
                <a:noFill/>
              </a:ln>
              <a:solidFill>
                <a:srgbClr val="000000"/>
              </a:solidFill>
              <a:effectLst/>
              <a:uLnTx/>
              <a:uFillTx/>
              <a:latin typeface="HY헤드라인M"/>
              <a:ea typeface="华文隶书" panose="02010800040101010101" pitchFamily="2" charset="-122"/>
              <a:cs typeface="+mn-cs"/>
            </a:endParaRPr>
          </a:p>
        </p:txBody>
      </p:sp>
      <p:sp>
        <p:nvSpPr>
          <p:cNvPr id="2159" name="Text Box 112"/>
          <p:cNvSpPr txBox="1">
            <a:spLocks noChangeArrowheads="1"/>
          </p:cNvSpPr>
          <p:nvPr/>
        </p:nvSpPr>
        <p:spPr bwMode="auto">
          <a:xfrm>
            <a:off x="6461125" y="6453188"/>
            <a:ext cx="3548063" cy="338138"/>
          </a:xfrm>
          <a:prstGeom prst="rect">
            <a:avLst/>
          </a:prstGeom>
          <a:noFill/>
          <a:ln>
            <a:noFill/>
          </a:ln>
          <a:effectLst>
            <a:prstShdw prst="shdw13" dist="53882" dir="13500000">
              <a:schemeClr val="bg2">
                <a:alpha val="50000"/>
              </a:schemeClr>
            </a:prstShdw>
          </a:effectLst>
        </p:spPr>
        <p:txBody>
          <a:bodyPr>
            <a:spAutoFit/>
          </a:bodyPr>
          <a:lstStyle>
            <a:lvl1pPr>
              <a:defRPr sz="1000">
                <a:solidFill>
                  <a:schemeClr val="tx1"/>
                </a:solidFill>
                <a:latin typeface="Gulim" pitchFamily="34" charset="-127"/>
                <a:ea typeface="Gulim" pitchFamily="34" charset="-127"/>
              </a:defRPr>
            </a:lvl1pPr>
            <a:lvl2pPr marL="742950" indent="-285750">
              <a:defRPr sz="1000">
                <a:solidFill>
                  <a:schemeClr val="tx1"/>
                </a:solidFill>
                <a:latin typeface="Gulim" pitchFamily="34" charset="-127"/>
                <a:ea typeface="Gulim" pitchFamily="34" charset="-127"/>
              </a:defRPr>
            </a:lvl2pPr>
            <a:lvl3pPr marL="1143000" indent="-228600">
              <a:defRPr sz="1000">
                <a:solidFill>
                  <a:schemeClr val="tx1"/>
                </a:solidFill>
                <a:latin typeface="Gulim" pitchFamily="34" charset="-127"/>
                <a:ea typeface="Gulim" pitchFamily="34" charset="-127"/>
              </a:defRPr>
            </a:lvl3pPr>
            <a:lvl4pPr marL="1600200" indent="-228600">
              <a:defRPr sz="1000">
                <a:solidFill>
                  <a:schemeClr val="tx1"/>
                </a:solidFill>
                <a:latin typeface="Gulim" pitchFamily="34" charset="-127"/>
                <a:ea typeface="Gulim" pitchFamily="34" charset="-127"/>
              </a:defRPr>
            </a:lvl4pPr>
            <a:lvl5pPr marL="2057400" indent="-228600">
              <a:defRPr sz="10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sz="10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sz="10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sz="10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sz="1000">
                <a:solidFill>
                  <a:schemeClr val="tx1"/>
                </a:solidFill>
                <a:latin typeface="Gulim" pitchFamily="34" charset="-127"/>
                <a:ea typeface="Gulim" pitchFamily="34" charset="-127"/>
              </a:defRPr>
            </a:lvl9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r>
              <a:rPr kumimoji="0" lang="zh-CN" altLang="en-US" sz="2000" b="1" i="0" u="none" strike="noStrike" kern="1200" cap="none" spc="0" normalizeH="0" baseline="0" noProof="0">
                <a:ln>
                  <a:noFill/>
                </a:ln>
                <a:solidFill>
                  <a:srgbClr val="000000"/>
                </a:solidFill>
                <a:effectLst/>
                <a:uLnTx/>
                <a:uFillTx/>
                <a:latin typeface="Gulim" pitchFamily="34" charset="-127"/>
                <a:ea typeface="华文隶书" panose="02010800040101010101" pitchFamily="2" charset="-122"/>
                <a:cs typeface="+mn-cs"/>
              </a:rPr>
              <a:t>深圳大学计算机与软件学院</a:t>
            </a:r>
            <a:endParaRPr kumimoji="0" lang="zh-CN" altLang="en-US" sz="2000" b="1" i="0" u="none" strike="noStrike" kern="1200" cap="none" spc="0" normalizeH="0" baseline="0" noProof="0">
              <a:ln>
                <a:noFill/>
              </a:ln>
              <a:solidFill>
                <a:srgbClr val="000000"/>
              </a:solidFill>
              <a:effectLst/>
              <a:uLnTx/>
              <a:uFillTx/>
              <a:latin typeface="Gulim" pitchFamily="34" charset="-127"/>
              <a:ea typeface="华文隶书"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ransition spd="med">
    <p:wedge/>
  </p:transition>
  <p:hf sldNum="0" hdr="0" ftr="0" dt="0"/>
  <p:txStyles>
    <p:titleStyle>
      <a:lvl1pPr algn="ctr" rtl="0" eaLnBrk="0" fontAlgn="base" latinLnBrk="1" hangingPunct="0">
        <a:spcBef>
          <a:spcPct val="0"/>
        </a:spcBef>
        <a:spcAft>
          <a:spcPct val="0"/>
        </a:spcAft>
        <a:defRPr sz="3600" b="1">
          <a:solidFill>
            <a:schemeClr val="tx2"/>
          </a:solidFill>
          <a:latin typeface="+mj-lt"/>
          <a:ea typeface="+mj-ea"/>
          <a:cs typeface="+mj-cs"/>
        </a:defRPr>
      </a:lvl1pPr>
      <a:lvl2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5pPr>
      <a:lvl6pPr marL="4572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6pPr>
      <a:lvl7pPr marL="9144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7pPr>
      <a:lvl8pPr marL="13716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8pPr>
      <a:lvl9pPr marL="18288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9pPr>
    </p:titleStyle>
    <p:bodyStyle>
      <a:lvl1pPr marL="447675" indent="-447675" algn="l" rtl="0" eaLnBrk="0" fontAlgn="base" latinLnBrk="1" hangingPunct="0">
        <a:spcBef>
          <a:spcPct val="20000"/>
        </a:spcBef>
        <a:spcAft>
          <a:spcPct val="0"/>
        </a:spcAft>
        <a:buClr>
          <a:schemeClr val="accent1"/>
        </a:buClr>
        <a:buFont typeface="Wingdings" panose="05000000000000000000" pitchFamily="2" charset="2"/>
        <a:buChar char="v"/>
        <a:defRPr sz="3000">
          <a:solidFill>
            <a:schemeClr val="tx1"/>
          </a:solidFill>
          <a:latin typeface="+mn-lt"/>
          <a:ea typeface="+mn-ea"/>
          <a:cs typeface="+mn-cs"/>
        </a:defRPr>
      </a:lvl1pPr>
      <a:lvl2pPr marL="889000" indent="-440055" algn="l" rtl="0" eaLnBrk="0" fontAlgn="base" latinLnBrk="1" hangingPunct="0">
        <a:spcBef>
          <a:spcPct val="20000"/>
        </a:spcBef>
        <a:spcAft>
          <a:spcPct val="0"/>
        </a:spcAft>
        <a:buClr>
          <a:schemeClr val="hlink"/>
        </a:buClr>
        <a:buSzPct val="80000"/>
        <a:buFont typeface="Wingdings" panose="05000000000000000000" pitchFamily="2" charset="2"/>
        <a:buChar char="v"/>
        <a:defRPr sz="2600">
          <a:solidFill>
            <a:schemeClr val="tx1"/>
          </a:solidFill>
          <a:latin typeface="+mn-lt"/>
          <a:ea typeface="+mn-ea"/>
        </a:defRPr>
      </a:lvl2pPr>
      <a:lvl3pPr marL="1294130" indent="-403225" algn="l" rtl="0" eaLnBrk="0" fontAlgn="base" latinLnBrk="1" hangingPunct="0">
        <a:spcBef>
          <a:spcPct val="20000"/>
        </a:spcBef>
        <a:spcAft>
          <a:spcPct val="0"/>
        </a:spcAft>
        <a:buClr>
          <a:schemeClr val="accent1"/>
        </a:buClr>
        <a:buSzPct val="80000"/>
        <a:buFont typeface="Wingdings" panose="05000000000000000000" pitchFamily="2" charset="2"/>
        <a:buChar char="v"/>
        <a:defRPr sz="2200">
          <a:solidFill>
            <a:schemeClr val="tx1"/>
          </a:solidFill>
          <a:latin typeface="+mn-lt"/>
          <a:ea typeface="+mn-ea"/>
        </a:defRPr>
      </a:lvl3pPr>
      <a:lvl4pPr marL="1681480" indent="-386080" algn="l" rtl="0" eaLnBrk="0" fontAlgn="base" latinLnBrk="1"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mn-lt"/>
          <a:ea typeface="+mn-ea"/>
        </a:defRPr>
      </a:lvl4pPr>
      <a:lvl5pPr marL="20701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5pPr>
      <a:lvl6pPr marL="25273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6pPr>
      <a:lvl7pPr marL="29845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7pPr>
      <a:lvl8pPr marL="34417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8pPr>
      <a:lvl9pPr marL="38989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tileRect/>
        </a:gradFill>
        <a:effectLst/>
      </p:bgPr>
    </p:bg>
    <p:spTree>
      <p:nvGrpSpPr>
        <p:cNvPr id="1" name=""/>
        <p:cNvGrpSpPr/>
        <p:nvPr/>
      </p:nvGrpSpPr>
      <p:grpSpPr/>
      <p:pic>
        <p:nvPicPr>
          <p:cNvPr id="6146" name="Picture 2" descr="subbar"/>
          <p:cNvPicPr>
            <a:picLocks noChangeAspect="1"/>
          </p:cNvPicPr>
          <p:nvPr userDrawn="1"/>
        </p:nvPicPr>
        <p:blipFill>
          <a:blip r:embed="rId12"/>
          <a:srcRect l="189" r="267"/>
          <a:stretch>
            <a:fillRect/>
          </a:stretch>
        </p:blipFill>
        <p:spPr>
          <a:xfrm>
            <a:off x="0" y="-9525"/>
            <a:ext cx="10080625" cy="1062038"/>
          </a:xfrm>
          <a:prstGeom prst="rect">
            <a:avLst/>
          </a:prstGeom>
          <a:noFill/>
          <a:ln w="9525">
            <a:noFill/>
          </a:ln>
        </p:spPr>
      </p:pic>
      <p:sp>
        <p:nvSpPr>
          <p:cNvPr id="6147" name="Line 3"/>
          <p:cNvSpPr/>
          <p:nvPr userDrawn="1"/>
        </p:nvSpPr>
        <p:spPr>
          <a:xfrm>
            <a:off x="0" y="1020763"/>
            <a:ext cx="10080625" cy="0"/>
          </a:xfrm>
          <a:prstGeom prst="line">
            <a:avLst/>
          </a:prstGeom>
          <a:ln w="28575" cap="flat" cmpd="sng">
            <a:solidFill>
              <a:srgbClr val="236485"/>
            </a:solidFill>
            <a:prstDash val="solid"/>
            <a:headEnd type="none" w="med" len="med"/>
            <a:tailEnd type="none" w="med" len="med"/>
          </a:ln>
          <a:effectLst>
            <a:outerShdw dist="35921" dir="2699999" algn="ctr" rotWithShape="0">
              <a:srgbClr val="90C060">
                <a:alpha val="50000"/>
              </a:srgbClr>
            </a:outerShdw>
          </a:effectLst>
        </p:spPr>
      </p:sp>
      <p:sp>
        <p:nvSpPr>
          <p:cNvPr id="6148" name="Rectangle 5"/>
          <p:cNvSpPr>
            <a:spLocks noChangeArrowheads="1"/>
          </p:cNvSpPr>
          <p:nvPr/>
        </p:nvSpPr>
        <p:spPr bwMode="auto">
          <a:xfrm>
            <a:off x="0" y="6608763"/>
            <a:ext cx="287338" cy="238125"/>
          </a:xfrm>
          <a:prstGeom prst="rect">
            <a:avLst/>
          </a:prstGeom>
          <a:solidFill>
            <a:schemeClr val="bg1"/>
          </a:solidFill>
          <a:ln>
            <a:noFill/>
          </a:ln>
        </p:spPr>
        <p:txBody>
          <a:bodyPr wrap="none" lIns="0" tIns="46038" rIns="0" bIns="46038" anchor="ctr"/>
          <a:p>
            <a:pPr lvl="0" algn="ctr">
              <a:lnSpc>
                <a:spcPct val="130000"/>
              </a:lnSpc>
              <a:buNone/>
            </a:pPr>
            <a:fld id="{9A0DB2DC-4C9A-4742-B13C-FB6460FD3503}" type="slidenum">
              <a:rPr lang="en-GB" altLang="en-US" sz="900" i="1" dirty="0">
                <a:solidFill>
                  <a:srgbClr val="000066"/>
                </a:solidFill>
                <a:latin typeface="Tahoma" panose="020B0604030504040204" pitchFamily="34" charset="0"/>
              </a:rPr>
            </a:fld>
            <a:r>
              <a:rPr lang="en-GB" altLang="en-US" sz="900" i="1" dirty="0">
                <a:solidFill>
                  <a:srgbClr val="000066"/>
                </a:solidFill>
                <a:latin typeface="Tahoma" panose="020B0604030504040204" pitchFamily="34" charset="0"/>
              </a:rPr>
              <a:t> </a:t>
            </a:r>
            <a:endParaRPr lang="ko-KR" altLang="en-US" sz="900" i="1" dirty="0">
              <a:solidFill>
                <a:srgbClr val="000066"/>
              </a:solidFill>
              <a:latin typeface="Tahoma" panose="020B0604030504040204" pitchFamily="34" charset="0"/>
            </a:endParaRPr>
          </a:p>
        </p:txBody>
      </p:sp>
      <p:pic>
        <p:nvPicPr>
          <p:cNvPr id="6149" name="Picture 6" descr="그림1"/>
          <p:cNvPicPr>
            <a:picLocks noChangeAspect="1"/>
          </p:cNvPicPr>
          <p:nvPr userDrawn="1"/>
        </p:nvPicPr>
        <p:blipFill>
          <a:blip r:embed="rId13"/>
          <a:stretch>
            <a:fillRect/>
          </a:stretch>
        </p:blipFill>
        <p:spPr>
          <a:xfrm>
            <a:off x="238125" y="6715125"/>
            <a:ext cx="9077325" cy="84138"/>
          </a:xfrm>
          <a:prstGeom prst="rect">
            <a:avLst/>
          </a:prstGeom>
          <a:noFill/>
          <a:ln w="9525">
            <a:noFill/>
          </a:ln>
        </p:spPr>
      </p:pic>
      <p:sp>
        <p:nvSpPr>
          <p:cNvPr id="3078" name="日期占位符 2"/>
          <p:cNvSpPr>
            <a:spLocks noGrp="1" noChangeArrowheads="1"/>
          </p:cNvSpPr>
          <p:nvPr>
            <p:ph type="dt" sz="half" idx="2"/>
          </p:nvPr>
        </p:nvSpPr>
        <p:spPr bwMode="auto">
          <a:xfrm>
            <a:off x="755650" y="6248400"/>
            <a:ext cx="2100263" cy="457200"/>
          </a:xfrm>
          <a:prstGeom prst="rect">
            <a:avLst/>
          </a:prstGeom>
          <a:noFill/>
          <a:ln>
            <a:noFill/>
          </a:ln>
        </p:spPr>
        <p:txBody>
          <a:bodyPr vert="horz" wrap="square" lIns="91440" tIns="45720" rIns="91440" bIns="45720" numCol="1" anchor="t" anchorCtr="0" compatLnSpc="1"/>
          <a:lstStyle>
            <a:lvl1pPr algn="ctr" eaLnBrk="1" latinLnBrk="1" hangingPunct="1">
              <a:lnSpc>
                <a:spcPct val="80000"/>
              </a:lnSpc>
              <a:spcBef>
                <a:spcPct val="50000"/>
              </a:spcBef>
              <a:buClr>
                <a:srgbClr val="FF0000"/>
              </a:buClr>
              <a:buFont typeface="Wingdings" panose="05000000000000000000" pitchFamily="2" charset="2"/>
              <a:buNone/>
              <a:defRPr>
                <a:solidFill>
                  <a:srgbClr val="000000"/>
                </a:solidFill>
              </a:defRPr>
            </a:lvl1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079" name="页脚占位符 3"/>
          <p:cNvSpPr>
            <a:spLocks noGrp="1" noChangeArrowheads="1"/>
          </p:cNvSpPr>
          <p:nvPr>
            <p:ph type="ftr" sz="quarter" idx="3"/>
          </p:nvPr>
        </p:nvSpPr>
        <p:spPr bwMode="auto">
          <a:xfrm>
            <a:off x="3444875" y="6248400"/>
            <a:ext cx="3190875" cy="457200"/>
          </a:xfrm>
          <a:prstGeom prst="rect">
            <a:avLst/>
          </a:prstGeom>
          <a:noFill/>
          <a:ln>
            <a:noFill/>
          </a:ln>
        </p:spPr>
        <p:txBody>
          <a:bodyPr vert="horz" wrap="square" lIns="91440" tIns="45720" rIns="91440" bIns="45720" numCol="1" anchor="t" anchorCtr="0" compatLnSpc="1"/>
          <a:lstStyle>
            <a:lvl1pPr algn="ctr" eaLnBrk="1" latinLnBrk="1" hangingPunct="1">
              <a:lnSpc>
                <a:spcPct val="80000"/>
              </a:lnSpc>
              <a:spcBef>
                <a:spcPct val="50000"/>
              </a:spcBef>
              <a:buClr>
                <a:srgbClr val="FF0000"/>
              </a:buClr>
              <a:buFont typeface="Wingdings" panose="05000000000000000000" pitchFamily="2" charset="2"/>
              <a:buNone/>
              <a:defRPr>
                <a:solidFill>
                  <a:srgbClr val="000000"/>
                </a:solidFill>
              </a:defRPr>
            </a:lvl1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en-US" sz="1000" b="0" i="0" u="none" strike="noStrike" kern="1200" cap="none" spc="0" normalizeH="0" baseline="0" noProof="0">
              <a:ln>
                <a:noFill/>
              </a:ln>
              <a:solidFill>
                <a:srgbClr val="000000"/>
              </a:solidFill>
              <a:effectLst/>
              <a:uLnTx/>
              <a:uFillTx/>
              <a:latin typeface="Gulim" pitchFamily="34" charset="-127"/>
              <a:ea typeface="Gulim" pitchFamily="34" charset="-127"/>
              <a:cs typeface="+mn-cs"/>
            </a:endParaRPr>
          </a:p>
        </p:txBody>
      </p:sp>
      <p:sp>
        <p:nvSpPr>
          <p:cNvPr id="3080" name="灯片编号占位符 4"/>
          <p:cNvSpPr>
            <a:spLocks noGrp="1" noChangeArrowheads="1"/>
          </p:cNvSpPr>
          <p:nvPr>
            <p:ph type="sldNum" sz="quarter" idx="4"/>
          </p:nvPr>
        </p:nvSpPr>
        <p:spPr bwMode="auto">
          <a:xfrm>
            <a:off x="7224713" y="6248400"/>
            <a:ext cx="2100263" cy="457200"/>
          </a:xfrm>
          <a:prstGeom prst="rect">
            <a:avLst/>
          </a:prstGeom>
          <a:noFill/>
          <a:ln>
            <a:noFill/>
          </a:ln>
        </p:spPr>
        <p:txBody>
          <a:bodyPr vert="horz" wrap="square" lIns="91440" tIns="45720" rIns="91440" bIns="45720" numCol="1" anchor="t" anchorCtr="0" compatLnSpc="1"/>
          <a:lstStyle>
            <a:lvl1pPr algn="ctr">
              <a:buFont typeface="Wingdings" panose="05000000000000000000" pitchFamily="2" charset="2"/>
              <a:defRPr>
                <a:solidFill>
                  <a:srgbClr val="000000"/>
                </a:solidFill>
              </a:defRPr>
            </a:lvl1pPr>
          </a:lstStyle>
          <a:p>
            <a:pPr lvl="0" eaLnBrk="1" latinLnBrk="1" hangingPunct="1">
              <a:lnSpc>
                <a:spcPct val="80000"/>
              </a:lnSpc>
              <a:spcBef>
                <a:spcPct val="50000"/>
              </a:spcBef>
              <a:buClr>
                <a:srgbClr val="FF0000"/>
              </a:buClr>
              <a:buNone/>
            </a:pPr>
            <a:fld id="{9A0DB2DC-4C9A-4742-B13C-FB6460FD3503}" type="slidenum">
              <a:rPr lang="en-US" altLang="zh-CN" dirty="0">
                <a:latin typeface="Gulim" pitchFamily="34" charset="-127"/>
              </a:rPr>
            </a:fld>
            <a:endParaRPr lang="en-US" altLang="zh-CN" dirty="0">
              <a:latin typeface="Gulim" pitchFamily="34" charset="-127"/>
            </a:endParaRPr>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ransition>
    <p:zoom/>
  </p:transition>
  <p:hf sldNum="0" hdr="0" ftr="0" dt="0"/>
  <p:txStyles>
    <p:titleStyle>
      <a:lvl1pPr algn="ctr" rtl="0" eaLnBrk="0" fontAlgn="base" latinLnBrk="1" hangingPunct="0">
        <a:spcBef>
          <a:spcPct val="0"/>
        </a:spcBef>
        <a:spcAft>
          <a:spcPct val="0"/>
        </a:spcAft>
        <a:defRPr sz="3600" b="1">
          <a:solidFill>
            <a:schemeClr val="tx2"/>
          </a:solidFill>
          <a:latin typeface="+mj-lt"/>
          <a:ea typeface="+mj-ea"/>
          <a:cs typeface="+mj-cs"/>
        </a:defRPr>
      </a:lvl1pPr>
      <a:lvl2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5pPr>
      <a:lvl6pPr marL="4572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6pPr>
      <a:lvl7pPr marL="9144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7pPr>
      <a:lvl8pPr marL="13716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8pPr>
      <a:lvl9pPr marL="18288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9pPr>
    </p:titleStyle>
    <p:bodyStyle>
      <a:lvl1pPr marL="447675" indent="-447675" algn="l" rtl="0" eaLnBrk="0" fontAlgn="base" latinLnBrk="1" hangingPunct="0">
        <a:spcBef>
          <a:spcPct val="20000"/>
        </a:spcBef>
        <a:spcAft>
          <a:spcPct val="0"/>
        </a:spcAft>
        <a:buClr>
          <a:schemeClr val="accent1"/>
        </a:buClr>
        <a:buFont typeface="Wingdings" panose="05000000000000000000" pitchFamily="2" charset="2"/>
        <a:buChar char="v"/>
        <a:defRPr sz="3000">
          <a:solidFill>
            <a:schemeClr val="tx1"/>
          </a:solidFill>
          <a:latin typeface="+mn-lt"/>
          <a:ea typeface="+mn-ea"/>
          <a:cs typeface="+mn-cs"/>
        </a:defRPr>
      </a:lvl1pPr>
      <a:lvl2pPr marL="889000" indent="-440055" algn="l" rtl="0" eaLnBrk="0" fontAlgn="base" latinLnBrk="1" hangingPunct="0">
        <a:spcBef>
          <a:spcPct val="20000"/>
        </a:spcBef>
        <a:spcAft>
          <a:spcPct val="0"/>
        </a:spcAft>
        <a:buClr>
          <a:schemeClr val="hlink"/>
        </a:buClr>
        <a:buSzPct val="80000"/>
        <a:buFont typeface="Wingdings" panose="05000000000000000000" pitchFamily="2" charset="2"/>
        <a:buChar char="v"/>
        <a:defRPr sz="2600">
          <a:solidFill>
            <a:schemeClr val="tx1"/>
          </a:solidFill>
          <a:latin typeface="+mn-lt"/>
          <a:ea typeface="+mn-ea"/>
        </a:defRPr>
      </a:lvl2pPr>
      <a:lvl3pPr marL="1294130" indent="-403225" algn="l" rtl="0" eaLnBrk="0" fontAlgn="base" latinLnBrk="1" hangingPunct="0">
        <a:spcBef>
          <a:spcPct val="20000"/>
        </a:spcBef>
        <a:spcAft>
          <a:spcPct val="0"/>
        </a:spcAft>
        <a:buClr>
          <a:schemeClr val="accent1"/>
        </a:buClr>
        <a:buSzPct val="80000"/>
        <a:buFont typeface="Wingdings" panose="05000000000000000000" pitchFamily="2" charset="2"/>
        <a:buChar char="v"/>
        <a:defRPr sz="2200">
          <a:solidFill>
            <a:schemeClr val="tx1"/>
          </a:solidFill>
          <a:latin typeface="+mn-lt"/>
          <a:ea typeface="+mn-ea"/>
        </a:defRPr>
      </a:lvl3pPr>
      <a:lvl4pPr marL="1681480" indent="-386080" algn="l" rtl="0" eaLnBrk="0" fontAlgn="base" latinLnBrk="1"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mn-lt"/>
          <a:ea typeface="+mn-ea"/>
        </a:defRPr>
      </a:lvl4pPr>
      <a:lvl5pPr marL="20701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5pPr>
      <a:lvl6pPr marL="25273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6pPr>
      <a:lvl7pPr marL="29845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7pPr>
      <a:lvl8pPr marL="34417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8pPr>
      <a:lvl9pPr marL="38989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tileRect/>
        </a:gradFill>
        <a:effectLst/>
      </p:bgPr>
    </p:bg>
    <p:spTree>
      <p:nvGrpSpPr>
        <p:cNvPr id="1" name=""/>
        <p:cNvGrpSpPr/>
        <p:nvPr/>
      </p:nvGrpSpPr>
      <p:grpSpPr/>
      <p:pic>
        <p:nvPicPr>
          <p:cNvPr id="7170" name="Picture 2" descr="subbar"/>
          <p:cNvPicPr>
            <a:picLocks noChangeAspect="1"/>
          </p:cNvPicPr>
          <p:nvPr userDrawn="1"/>
        </p:nvPicPr>
        <p:blipFill>
          <a:blip r:embed="rId12"/>
          <a:srcRect l="189" r="267"/>
          <a:stretch>
            <a:fillRect/>
          </a:stretch>
        </p:blipFill>
        <p:spPr>
          <a:xfrm>
            <a:off x="0" y="-9525"/>
            <a:ext cx="10080625" cy="1062038"/>
          </a:xfrm>
          <a:prstGeom prst="rect">
            <a:avLst/>
          </a:prstGeom>
          <a:noFill/>
          <a:ln w="9525">
            <a:noFill/>
          </a:ln>
        </p:spPr>
      </p:pic>
      <p:sp>
        <p:nvSpPr>
          <p:cNvPr id="7171" name="Line 3"/>
          <p:cNvSpPr/>
          <p:nvPr userDrawn="1"/>
        </p:nvSpPr>
        <p:spPr>
          <a:xfrm>
            <a:off x="0" y="1020763"/>
            <a:ext cx="10080625" cy="0"/>
          </a:xfrm>
          <a:prstGeom prst="line">
            <a:avLst/>
          </a:prstGeom>
          <a:ln w="28575" cap="flat" cmpd="sng">
            <a:solidFill>
              <a:srgbClr val="236485"/>
            </a:solidFill>
            <a:prstDash val="solid"/>
            <a:headEnd type="none" w="med" len="med"/>
            <a:tailEnd type="none" w="med" len="med"/>
          </a:ln>
          <a:effectLst>
            <a:outerShdw dist="35921" dir="2699999" algn="ctr" rotWithShape="0">
              <a:srgbClr val="90C060">
                <a:alpha val="50000"/>
              </a:srgbClr>
            </a:outerShdw>
          </a:effectLst>
        </p:spPr>
      </p:sp>
      <p:sp>
        <p:nvSpPr>
          <p:cNvPr id="7172" name="Rectangle 5"/>
          <p:cNvSpPr>
            <a:spLocks noChangeArrowheads="1"/>
          </p:cNvSpPr>
          <p:nvPr/>
        </p:nvSpPr>
        <p:spPr bwMode="auto">
          <a:xfrm>
            <a:off x="0" y="6608763"/>
            <a:ext cx="287338" cy="238125"/>
          </a:xfrm>
          <a:prstGeom prst="rect">
            <a:avLst/>
          </a:prstGeom>
          <a:solidFill>
            <a:schemeClr val="bg1"/>
          </a:solidFill>
          <a:ln>
            <a:noFill/>
          </a:ln>
        </p:spPr>
        <p:txBody>
          <a:bodyPr wrap="none" lIns="0" tIns="46038" rIns="0" bIns="46038" anchor="ctr"/>
          <a:p>
            <a:pPr lvl="0" algn="ctr">
              <a:lnSpc>
                <a:spcPct val="130000"/>
              </a:lnSpc>
              <a:buNone/>
            </a:pPr>
            <a:fld id="{9A0DB2DC-4C9A-4742-B13C-FB6460FD3503}" type="slidenum">
              <a:rPr lang="en-GB" altLang="en-US" sz="900" i="1" dirty="0">
                <a:solidFill>
                  <a:srgbClr val="000066"/>
                </a:solidFill>
                <a:latin typeface="Tahoma" panose="020B0604030504040204" pitchFamily="34" charset="0"/>
              </a:rPr>
            </a:fld>
            <a:r>
              <a:rPr lang="en-GB" altLang="en-US" sz="900" i="1" dirty="0">
                <a:solidFill>
                  <a:srgbClr val="000066"/>
                </a:solidFill>
                <a:latin typeface="Tahoma" panose="020B0604030504040204" pitchFamily="34" charset="0"/>
              </a:rPr>
              <a:t> </a:t>
            </a:r>
            <a:endParaRPr lang="ko-KR" altLang="en-US" sz="900" i="1" dirty="0">
              <a:solidFill>
                <a:srgbClr val="000066"/>
              </a:solidFill>
              <a:latin typeface="Tahoma" panose="020B0604030504040204" pitchFamily="34" charset="0"/>
            </a:endParaRPr>
          </a:p>
        </p:txBody>
      </p:sp>
      <p:pic>
        <p:nvPicPr>
          <p:cNvPr id="7173" name="Picture 6" descr="그림1"/>
          <p:cNvPicPr>
            <a:picLocks noChangeAspect="1"/>
          </p:cNvPicPr>
          <p:nvPr userDrawn="1"/>
        </p:nvPicPr>
        <p:blipFill>
          <a:blip r:embed="rId13"/>
          <a:stretch>
            <a:fillRect/>
          </a:stretch>
        </p:blipFill>
        <p:spPr>
          <a:xfrm>
            <a:off x="238125" y="6715125"/>
            <a:ext cx="9077325" cy="841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ransition spd="med">
    <p:wedge/>
  </p:transition>
  <p:hf sldNum="0" hdr="0" ftr="0" dt="0"/>
  <p:txStyles>
    <p:titleStyle>
      <a:lvl1pPr algn="ctr" rtl="0" eaLnBrk="0" fontAlgn="base" latinLnBrk="1" hangingPunct="0">
        <a:spcBef>
          <a:spcPct val="0"/>
        </a:spcBef>
        <a:spcAft>
          <a:spcPct val="0"/>
        </a:spcAft>
        <a:defRPr sz="3600" b="1">
          <a:solidFill>
            <a:schemeClr val="tx2"/>
          </a:solidFill>
          <a:latin typeface="+mj-lt"/>
          <a:ea typeface="+mj-ea"/>
          <a:cs typeface="+mj-cs"/>
        </a:defRPr>
      </a:lvl1pPr>
      <a:lvl2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sz="3600" b="1">
          <a:solidFill>
            <a:schemeClr val="tx2"/>
          </a:solidFill>
          <a:latin typeface="Gulim" pitchFamily="34" charset="-127"/>
          <a:ea typeface="Gulim" pitchFamily="34" charset="-127"/>
        </a:defRPr>
      </a:lvl5pPr>
      <a:lvl6pPr marL="4572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6pPr>
      <a:lvl7pPr marL="9144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7pPr>
      <a:lvl8pPr marL="13716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8pPr>
      <a:lvl9pPr marL="1828800" algn="ctr" rtl="0" eaLnBrk="0" fontAlgn="base" latinLnBrk="1" hangingPunct="0">
        <a:spcBef>
          <a:spcPct val="0"/>
        </a:spcBef>
        <a:spcAft>
          <a:spcPct val="0"/>
        </a:spcAft>
        <a:defRPr sz="3600" b="1">
          <a:solidFill>
            <a:schemeClr val="tx2"/>
          </a:solidFill>
          <a:latin typeface="Gulim" pitchFamily="34" charset="-127"/>
          <a:ea typeface="Gulim" pitchFamily="34" charset="-127"/>
        </a:defRPr>
      </a:lvl9pPr>
    </p:titleStyle>
    <p:bodyStyle>
      <a:lvl1pPr marL="447675" indent="-447675" algn="l" rtl="0" eaLnBrk="0" fontAlgn="base" latinLnBrk="1" hangingPunct="0">
        <a:spcBef>
          <a:spcPct val="20000"/>
        </a:spcBef>
        <a:spcAft>
          <a:spcPct val="0"/>
        </a:spcAft>
        <a:buClr>
          <a:schemeClr val="accent1"/>
        </a:buClr>
        <a:buFont typeface="Wingdings" panose="05000000000000000000" pitchFamily="2" charset="2"/>
        <a:buChar char="v"/>
        <a:defRPr sz="3000">
          <a:solidFill>
            <a:schemeClr val="tx1"/>
          </a:solidFill>
          <a:latin typeface="+mn-lt"/>
          <a:ea typeface="+mn-ea"/>
          <a:cs typeface="+mn-cs"/>
        </a:defRPr>
      </a:lvl1pPr>
      <a:lvl2pPr marL="889000" indent="-440055" algn="l" rtl="0" eaLnBrk="0" fontAlgn="base" latinLnBrk="1" hangingPunct="0">
        <a:spcBef>
          <a:spcPct val="20000"/>
        </a:spcBef>
        <a:spcAft>
          <a:spcPct val="0"/>
        </a:spcAft>
        <a:buClr>
          <a:schemeClr val="hlink"/>
        </a:buClr>
        <a:buSzPct val="80000"/>
        <a:buFont typeface="Wingdings" panose="05000000000000000000" pitchFamily="2" charset="2"/>
        <a:buChar char="v"/>
        <a:defRPr sz="2600">
          <a:solidFill>
            <a:schemeClr val="tx1"/>
          </a:solidFill>
          <a:latin typeface="+mn-lt"/>
          <a:ea typeface="+mn-ea"/>
        </a:defRPr>
      </a:lvl2pPr>
      <a:lvl3pPr marL="1294130" indent="-403225" algn="l" rtl="0" eaLnBrk="0" fontAlgn="base" latinLnBrk="1" hangingPunct="0">
        <a:spcBef>
          <a:spcPct val="20000"/>
        </a:spcBef>
        <a:spcAft>
          <a:spcPct val="0"/>
        </a:spcAft>
        <a:buClr>
          <a:schemeClr val="accent1"/>
        </a:buClr>
        <a:buSzPct val="80000"/>
        <a:buFont typeface="Wingdings" panose="05000000000000000000" pitchFamily="2" charset="2"/>
        <a:buChar char="v"/>
        <a:defRPr sz="2200">
          <a:solidFill>
            <a:schemeClr val="tx1"/>
          </a:solidFill>
          <a:latin typeface="+mn-lt"/>
          <a:ea typeface="+mn-ea"/>
        </a:defRPr>
      </a:lvl3pPr>
      <a:lvl4pPr marL="1681480" indent="-386080" algn="l" rtl="0" eaLnBrk="0" fontAlgn="base" latinLnBrk="1"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mn-lt"/>
          <a:ea typeface="+mn-ea"/>
        </a:defRPr>
      </a:lvl4pPr>
      <a:lvl5pPr marL="20701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5pPr>
      <a:lvl6pPr marL="25273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6pPr>
      <a:lvl7pPr marL="29845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7pPr>
      <a:lvl8pPr marL="34417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8pPr>
      <a:lvl9pPr marL="3898900" indent="-387350" algn="l" rtl="0" eaLnBrk="0" fontAlgn="base" latinLnBrk="1" hangingPunct="0">
        <a:spcBef>
          <a:spcPct val="20000"/>
        </a:spcBef>
        <a:spcAft>
          <a:spcPct val="0"/>
        </a:spcAft>
        <a:buClr>
          <a:schemeClr val="accent1"/>
        </a:buClr>
        <a:buSzPct val="80000"/>
        <a:buFont typeface="Wingdings" panose="05000000000000000000" pitchFamily="2" charset="2"/>
        <a:buChar char="v"/>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5.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5.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5.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5.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5.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5.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5.xml"/><Relationship Id="rId1" Type="http://schemas.openxmlformats.org/officeDocument/2006/relationships/image" Target="../media/image1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2.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266" name="AutoShape 7"/>
          <p:cNvSpPr/>
          <p:nvPr/>
        </p:nvSpPr>
        <p:spPr>
          <a:xfrm>
            <a:off x="7580313" y="4292600"/>
            <a:ext cx="2500312" cy="379413"/>
          </a:xfrm>
          <a:prstGeom prst="roundRect">
            <a:avLst>
              <a:gd name="adj" fmla="val 36819"/>
            </a:avLst>
          </a:prstGeom>
          <a:solidFill>
            <a:schemeClr val="bg1"/>
          </a:solidFill>
          <a:ln w="9525">
            <a:noFill/>
          </a:ln>
          <a:effectLst>
            <a:outerShdw dist="35921" dir="8100000" algn="ctr" rotWithShape="0">
              <a:srgbClr val="333399">
                <a:alpha val="50000"/>
              </a:srgbClr>
            </a:outerShdw>
          </a:effectLst>
        </p:spPr>
        <p:txBody>
          <a:bodyPr wrap="none" anchor="ctr" anchorCtr="0"/>
          <a:p>
            <a:pPr algn="ctr" eaLnBrk="1" latinLnBrk="1" hangingPunct="1">
              <a:lnSpc>
                <a:spcPct val="80000"/>
              </a:lnSpc>
              <a:spcBef>
                <a:spcPct val="50000"/>
              </a:spcBef>
              <a:buClr>
                <a:srgbClr val="FF0000"/>
              </a:buClr>
              <a:buFont typeface="Wingdings" panose="05000000000000000000" pitchFamily="2" charset="2"/>
            </a:pPr>
            <a:endParaRPr lang="ko-KR" altLang="en-US" dirty="0">
              <a:solidFill>
                <a:srgbClr val="000000"/>
              </a:solidFill>
              <a:latin typeface="Gulim" pitchFamily="34" charset="-127"/>
            </a:endParaRPr>
          </a:p>
        </p:txBody>
      </p:sp>
      <p:sp>
        <p:nvSpPr>
          <p:cNvPr id="11267" name="Text Box 3"/>
          <p:cNvSpPr txBox="1"/>
          <p:nvPr/>
        </p:nvSpPr>
        <p:spPr>
          <a:xfrm>
            <a:off x="287338" y="2565400"/>
            <a:ext cx="9504362" cy="677863"/>
          </a:xfrm>
          <a:prstGeom prst="rect">
            <a:avLst/>
          </a:prstGeom>
          <a:noFill/>
          <a:ln w="9525">
            <a:noFill/>
          </a:ln>
          <a:effectLst>
            <a:prstShdw prst="shdw13" dist="53882" dir="13499999">
              <a:schemeClr val="bg2">
                <a:alpha val="50000"/>
              </a:schemeClr>
            </a:prstShdw>
          </a:effectLst>
        </p:spPr>
        <p:txBody>
          <a:bodyPr>
            <a:spAutoFit/>
          </a:bodyPr>
          <a:p>
            <a:pPr algn="ctr" eaLnBrk="1" latinLnBrk="1" hangingPunct="1">
              <a:lnSpc>
                <a:spcPct val="80000"/>
              </a:lnSpc>
              <a:spcBef>
                <a:spcPct val="50000"/>
              </a:spcBef>
              <a:buClr>
                <a:srgbClr val="FF0000"/>
              </a:buClr>
              <a:buFont typeface="Wingdings" panose="05000000000000000000" pitchFamily="2" charset="2"/>
            </a:pPr>
            <a:r>
              <a:rPr lang="zh-CN" altLang="en-US" sz="4800" b="1" dirty="0">
                <a:solidFill>
                  <a:srgbClr val="000000"/>
                </a:solidFill>
                <a:latin typeface="宋体" panose="02010600030101010101" pitchFamily="2" charset="-122"/>
                <a:ea typeface="宋体" panose="02010600030101010101" pitchFamily="2" charset="-122"/>
              </a:rPr>
              <a:t>第</a:t>
            </a:r>
            <a:r>
              <a:rPr lang="en-US" altLang="zh-CN" sz="4800" b="1" dirty="0">
                <a:solidFill>
                  <a:srgbClr val="000000"/>
                </a:solidFill>
                <a:latin typeface="宋体" panose="02010600030101010101" pitchFamily="2" charset="-122"/>
                <a:ea typeface="宋体" panose="02010600030101010101" pitchFamily="2" charset="-122"/>
              </a:rPr>
              <a:t>16</a:t>
            </a:r>
            <a:r>
              <a:rPr lang="zh-CN" altLang="en-US" sz="4800" b="1" dirty="0">
                <a:solidFill>
                  <a:srgbClr val="000000"/>
                </a:solidFill>
                <a:latin typeface="宋体" panose="02010600030101010101" pitchFamily="2" charset="-122"/>
                <a:ea typeface="宋体" panose="02010600030101010101" pitchFamily="2" charset="-122"/>
              </a:rPr>
              <a:t>章 继承</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11268" name="文本框 1"/>
          <p:cNvSpPr txBox="1"/>
          <p:nvPr/>
        </p:nvSpPr>
        <p:spPr>
          <a:xfrm>
            <a:off x="2376488" y="4289425"/>
            <a:ext cx="5040312" cy="708025"/>
          </a:xfrm>
          <a:prstGeom prst="rect">
            <a:avLst/>
          </a:prstGeom>
          <a:solidFill>
            <a:schemeClr val="bg1"/>
          </a:solidFill>
          <a:ln w="9525">
            <a:noFill/>
          </a:ln>
        </p:spPr>
        <p:txBody>
          <a:bodyPr>
            <a:spAutoFit/>
          </a:bodyPr>
          <a:p>
            <a:r>
              <a:rPr lang="en-US" altLang="zh-CN" sz="4000" dirty="0">
                <a:latin typeface="Gulim" pitchFamily="34" charset="-127"/>
              </a:rPr>
              <a:t>                   </a:t>
            </a:r>
            <a:endParaRPr lang="zh-CN" altLang="en-US" sz="4000" dirty="0">
              <a:latin typeface="Gulim" pitchFamily="34" charset="-127"/>
            </a:endParaRPr>
          </a:p>
        </p:txBody>
      </p:sp>
    </p:spTree>
  </p:cSld>
  <p:clrMapOvr>
    <a:masterClrMapping/>
  </p:clrMapOvr>
  <p:transition spd="med">
    <p:wedg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FFFFFF"/>
            </a:gs>
          </a:gsLst>
          <a:lin ang="5400000" scaled="1"/>
          <a:tileRect/>
        </a:gradFill>
        <a:effectLst/>
      </p:bgPr>
    </p:bg>
    <p:spTree>
      <p:nvGrpSpPr>
        <p:cNvPr id="1" name=""/>
        <p:cNvGrpSpPr/>
        <p:nvPr/>
      </p:nvGrpSpPr>
      <p:grpSpPr/>
      <p:sp>
        <p:nvSpPr>
          <p:cNvPr id="12290" name="标题 1"/>
          <p:cNvSpPr>
            <a:spLocks noGrp="1"/>
          </p:cNvSpPr>
          <p:nvPr>
            <p:ph type="title"/>
          </p:nvPr>
        </p:nvSpPr>
        <p:spPr>
          <a:xfrm>
            <a:off x="360363" y="165100"/>
            <a:ext cx="9072562"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隐式类型转换</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12291" name="内容占位符 2"/>
          <p:cNvSpPr>
            <a:spLocks noGrp="1"/>
          </p:cNvSpPr>
          <p:nvPr>
            <p:ph idx="1"/>
          </p:nvPr>
        </p:nvSpPr>
        <p:spPr>
          <a:xfrm>
            <a:off x="-288925" y="981075"/>
            <a:ext cx="10225088" cy="5040313"/>
          </a:xfrm>
          <a:noFill/>
          <a:ln>
            <a:noFill/>
          </a:ln>
        </p:spPr>
        <p:txBody>
          <a:bodyPr/>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从基本数据类型到类类型：构造函数</a:t>
            </a:r>
            <a:endParaRPr lang="en-US" altLang="zh-CN" sz="2800" dirty="0">
              <a:latin typeface="黑体" panose="02010609060101010101" pitchFamily="49" charset="-122"/>
              <a:ea typeface="黑体" panose="02010609060101010101" pitchFamily="49" charset="-122"/>
            </a:endParaRPr>
          </a:p>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类的构造函数只有一个参数时，编译器使用构造函数将参数的类型隐式转换为类类型。</a:t>
            </a:r>
            <a:endParaRPr lang="en-US" altLang="zh-CN" sz="2800" dirty="0">
              <a:latin typeface="黑体" panose="02010609060101010101" pitchFamily="49" charset="-122"/>
              <a:ea typeface="黑体" panose="02010609060101010101" pitchFamily="49" charset="-122"/>
            </a:endParaRPr>
          </a:p>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阅读附件的“隐式类型转换</a:t>
            </a:r>
            <a:r>
              <a:rPr lang="en-US" altLang="zh-CN" sz="2800" dirty="0">
                <a:latin typeface="黑体" panose="02010609060101010101" pitchFamily="49" charset="-122"/>
                <a:ea typeface="黑体" panose="02010609060101010101" pitchFamily="49" charset="-122"/>
              </a:rPr>
              <a:t>.cpp</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构造函数前加</a:t>
            </a:r>
            <a:r>
              <a:rPr lang="en-US" altLang="zh-CN" sz="2800" dirty="0">
                <a:latin typeface="黑体" panose="02010609060101010101" pitchFamily="49" charset="-122"/>
                <a:ea typeface="黑体" panose="02010609060101010101" pitchFamily="49" charset="-122"/>
              </a:rPr>
              <a:t>explicit</a:t>
            </a:r>
            <a:r>
              <a:rPr lang="zh-CN" altLang="en-US" sz="2800" dirty="0">
                <a:latin typeface="黑体" panose="02010609060101010101" pitchFamily="49" charset="-122"/>
                <a:ea typeface="黑体" panose="02010609060101010101" pitchFamily="49" charset="-122"/>
              </a:rPr>
              <a:t>关键字，避免隐式类型转换。</a:t>
            </a:r>
            <a:endParaRPr lang="en-US" altLang="zh-CN" sz="2800" dirty="0">
              <a:latin typeface="黑体" panose="02010609060101010101" pitchFamily="49" charset="-122"/>
              <a:ea typeface="黑体" panose="02010609060101010101" pitchFamily="49" charset="-122"/>
            </a:endParaRPr>
          </a:p>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默认情况下，应将所有包含一个实参的构造函数声明为</a:t>
            </a:r>
            <a:r>
              <a:rPr lang="en-US" altLang="zh-CN" sz="2800" dirty="0">
                <a:latin typeface="黑体" panose="02010609060101010101" pitchFamily="49" charset="-122"/>
                <a:ea typeface="黑体" panose="02010609060101010101" pitchFamily="49" charset="-122"/>
              </a:rPr>
              <a:t>explicit</a:t>
            </a:r>
            <a:r>
              <a:rPr lang="zh-CN" altLang="en-US" sz="2800" dirty="0">
                <a:latin typeface="黑体" panose="02010609060101010101" pitchFamily="49" charset="-122"/>
                <a:ea typeface="黑体" panose="02010609060101010101" pitchFamily="49" charset="-122"/>
              </a:rPr>
              <a:t>。（包括有多个实参，除第一个，其它参数有默认值）。</a:t>
            </a:r>
            <a:endParaRPr lang="zh-CN" altLang="en-US" sz="2800" dirty="0">
              <a:latin typeface="黑体" panose="02010609060101010101" pitchFamily="49" charset="-122"/>
              <a:ea typeface="黑体" panose="02010609060101010101" pitchFamily="49" charset="-122"/>
            </a:endParaRPr>
          </a:p>
          <a:p>
            <a:pPr marL="793750" indent="-457200" eaLnBrk="1" hangingPunct="1">
              <a:lnSpc>
                <a:spcPct val="150000"/>
              </a:lnSpc>
              <a:buFont typeface="Wingdings" panose="05000000000000000000" pitchFamily="2" charset="2"/>
              <a:buChar char="v"/>
            </a:pPr>
            <a:endParaRPr lang="zh-CN" altLang="en-US" sz="2800" dirty="0"/>
          </a:p>
        </p:txBody>
      </p:sp>
      <p:sp>
        <p:nvSpPr>
          <p:cNvPr id="12292" name="灯片编号占位符 3"/>
          <p:cNvSpPr txBox="1">
            <a:spLocks noGrp="1"/>
          </p:cNvSpPr>
          <p:nvPr>
            <p:ph type="sldNum" sz="quarter"/>
          </p:nvPr>
        </p:nvSpPr>
        <p:spPr>
          <a:xfrm>
            <a:off x="97139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overrideClrMapping bg1="lt1" tx1="dk1" bg2="lt2" tx2="dk2" accent1="accent1" accent2="accent2" accent3="accent3" accent4="accent4" accent5="accent5" accent6="accent6" hlink="hlink" folHlink="folHlink"/>
  </p:clrMapOvr>
  <p:transition spd="med">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内容占位符 2"/>
          <p:cNvSpPr>
            <a:spLocks noGrp="1"/>
          </p:cNvSpPr>
          <p:nvPr>
            <p:ph idx="1"/>
          </p:nvPr>
        </p:nvSpPr>
        <p:spPr>
          <a:xfrm>
            <a:off x="0" y="1052513"/>
            <a:ext cx="9575800" cy="2952750"/>
          </a:xfrm>
          <a:noFill/>
          <a:ln>
            <a:noFill/>
          </a:ln>
        </p:spPr>
        <p:txBody>
          <a:bodyPr/>
          <a:p>
            <a:pPr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继承的概念</a:t>
            </a:r>
            <a:endParaRPr lang="en-US" altLang="zh-CN" sz="2800" dirty="0">
              <a:latin typeface="黑体" panose="02010609060101010101" pitchFamily="49" charset="-122"/>
              <a:ea typeface="黑体" panose="02010609060101010101" pitchFamily="49" charset="-122"/>
            </a:endParaRPr>
          </a:p>
          <a:p>
            <a:pPr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派生类的定义</a:t>
            </a:r>
            <a:endParaRPr lang="en-US" altLang="zh-CN" sz="2800" dirty="0">
              <a:latin typeface="黑体" panose="02010609060101010101" pitchFamily="49" charset="-122"/>
              <a:ea typeface="黑体" panose="02010609060101010101" pitchFamily="49" charset="-122"/>
            </a:endParaRPr>
          </a:p>
          <a:p>
            <a:pPr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继承的访问控制</a:t>
            </a:r>
            <a:endParaRPr lang="en-US" altLang="zh-CN" sz="2800" dirty="0">
              <a:latin typeface="黑体" panose="02010609060101010101" pitchFamily="49" charset="-122"/>
              <a:ea typeface="黑体" panose="02010609060101010101" pitchFamily="49" charset="-122"/>
            </a:endParaRPr>
          </a:p>
          <a:p>
            <a:pPr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派生类的构造、析构顺序</a:t>
            </a:r>
            <a:endParaRPr lang="zh-CN" altLang="en-US" sz="2800" dirty="0">
              <a:latin typeface="黑体" panose="02010609060101010101" pitchFamily="49" charset="-122"/>
              <a:ea typeface="黑体" panose="02010609060101010101" pitchFamily="49" charset="-122"/>
            </a:endParaRPr>
          </a:p>
        </p:txBody>
      </p:sp>
      <p:sp>
        <p:nvSpPr>
          <p:cNvPr id="14339" name="标题 1"/>
          <p:cNvSpPr>
            <a:spLocks noGrp="1"/>
          </p:cNvSpPr>
          <p:nvPr>
            <p:ph type="title"/>
          </p:nvPr>
        </p:nvSpPr>
        <p:spPr>
          <a:xfrm>
            <a:off x="528638" y="84138"/>
            <a:ext cx="9072562"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本章内容</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14340" name="灯片编号占位符 2"/>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内容占位符 2"/>
          <p:cNvSpPr>
            <a:spLocks noGrp="1"/>
          </p:cNvSpPr>
          <p:nvPr>
            <p:ph idx="1"/>
          </p:nvPr>
        </p:nvSpPr>
        <p:spPr>
          <a:xfrm>
            <a:off x="0" y="1052513"/>
            <a:ext cx="9575800" cy="2952750"/>
          </a:xfrm>
          <a:noFill/>
          <a:ln>
            <a:noFill/>
          </a:ln>
        </p:spPr>
        <p:txBody>
          <a:bodyPr/>
          <a:p>
            <a:pPr marL="0" indent="0" eaLnBrk="1" hangingPunct="1">
              <a:lnSpc>
                <a:spcPct val="150000"/>
              </a:lnSpc>
              <a:buClr>
                <a:srgbClr val="FF0000"/>
              </a:buClr>
              <a:buNone/>
            </a:pPr>
            <a:r>
              <a:rPr lang="zh-CN" altLang="en-US" sz="2800" dirty="0">
                <a:latin typeface="黑体" panose="02010609060101010101" pitchFamily="49" charset="-122"/>
                <a:ea typeface="黑体" panose="02010609060101010101" pitchFamily="49" charset="-122"/>
              </a:rPr>
              <a:t>面向对象程序设计的三个主要特点：</a:t>
            </a:r>
            <a:endParaRPr lang="en-US" altLang="zh-CN" sz="2800" dirty="0">
              <a:latin typeface="黑体" panose="02010609060101010101" pitchFamily="49" charset="-122"/>
              <a:ea typeface="黑体" panose="02010609060101010101" pitchFamily="49" charset="-122"/>
            </a:endParaRPr>
          </a:p>
          <a:p>
            <a:pPr marL="0" indent="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封装</a:t>
            </a:r>
            <a:endParaRPr lang="en-US" altLang="zh-CN" sz="2800" dirty="0">
              <a:latin typeface="黑体" panose="02010609060101010101" pitchFamily="49" charset="-122"/>
              <a:ea typeface="黑体" panose="02010609060101010101" pitchFamily="49" charset="-122"/>
            </a:endParaRPr>
          </a:p>
          <a:p>
            <a:pPr marL="0" indent="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继承</a:t>
            </a:r>
            <a:endParaRPr lang="en-US" altLang="zh-CN" sz="2800" dirty="0">
              <a:latin typeface="黑体" panose="02010609060101010101" pitchFamily="49" charset="-122"/>
              <a:ea typeface="黑体" panose="02010609060101010101" pitchFamily="49" charset="-122"/>
            </a:endParaRPr>
          </a:p>
          <a:p>
            <a:pPr marL="0" indent="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多态</a:t>
            </a:r>
            <a:endParaRPr lang="zh-CN" altLang="en-US" sz="2800" dirty="0">
              <a:latin typeface="黑体" panose="02010609060101010101" pitchFamily="49" charset="-122"/>
              <a:ea typeface="黑体" panose="02010609060101010101" pitchFamily="49" charset="-122"/>
            </a:endParaRPr>
          </a:p>
        </p:txBody>
      </p:sp>
      <p:sp>
        <p:nvSpPr>
          <p:cNvPr id="15363" name="标题 1"/>
          <p:cNvSpPr>
            <a:spLocks noGrp="1"/>
          </p:cNvSpPr>
          <p:nvPr>
            <p:ph type="title"/>
          </p:nvPr>
        </p:nvSpPr>
        <p:spPr>
          <a:xfrm>
            <a:off x="528638" y="84138"/>
            <a:ext cx="9072562" cy="1143000"/>
          </a:xfrm>
          <a:noFill/>
          <a:ln>
            <a:noFill/>
          </a:ln>
        </p:spPr>
        <p:txBody>
          <a:bodyPr/>
          <a:p>
            <a:pPr eaLnBrk="1" hangingPunct="1"/>
            <a:r>
              <a:rPr lang="en-US" altLang="zh-CN" sz="4000" dirty="0">
                <a:solidFill>
                  <a:schemeClr val="bg1"/>
                </a:solidFill>
                <a:latin typeface="宋体" panose="02010600030101010101" pitchFamily="2" charset="-122"/>
                <a:ea typeface="宋体" panose="02010600030101010101" pitchFamily="2" charset="-122"/>
              </a:rPr>
              <a:t>1</a:t>
            </a:r>
            <a:r>
              <a:rPr lang="zh-CN" altLang="en-US" sz="4000" dirty="0">
                <a:solidFill>
                  <a:schemeClr val="bg1"/>
                </a:solidFill>
                <a:latin typeface="宋体" panose="02010600030101010101" pitchFamily="2" charset="-122"/>
                <a:ea typeface="宋体" panose="02010600030101010101" pitchFamily="2" charset="-122"/>
              </a:rPr>
              <a:t>、继承的概念</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15364" name="灯片编号占位符 2"/>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内容占位符 2"/>
          <p:cNvSpPr>
            <a:spLocks noGrp="1"/>
          </p:cNvSpPr>
          <p:nvPr>
            <p:ph idx="1"/>
          </p:nvPr>
        </p:nvSpPr>
        <p:spPr>
          <a:xfrm>
            <a:off x="144463" y="1052513"/>
            <a:ext cx="9648825" cy="4525962"/>
          </a:xfrm>
          <a:noFill/>
          <a:ln>
            <a:noFill/>
          </a:ln>
        </p:spPr>
        <p:txBody>
          <a:bodyPr/>
          <a:p>
            <a:pPr marL="0" indent="0" eaLnBrk="1" hangingPunct="1">
              <a:buNone/>
            </a:pPr>
            <a:r>
              <a:rPr lang="zh-CN" altLang="en-US" sz="2800" dirty="0">
                <a:latin typeface="黑体" panose="02010609060101010101" pitchFamily="49" charset="-122"/>
                <a:ea typeface="黑体" panose="02010609060101010101" pitchFamily="49" charset="-122"/>
              </a:rPr>
              <a:t>类</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对象实现了封装。</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buNone/>
            </a:pPr>
            <a:r>
              <a:rPr lang="zh-CN" altLang="en-US" sz="2800" dirty="0">
                <a:latin typeface="黑体" panose="02010609060101010101" pitchFamily="49" charset="-122"/>
                <a:ea typeface="黑体" panose="02010609060101010101" pitchFamily="49" charset="-122"/>
              </a:rPr>
              <a:t>表现：</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buNone/>
            </a:pP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）类将表示实体状态的数据和作用在这些数据上的行为有机</a:t>
            </a:r>
            <a:endParaRPr lang="en-US" altLang="zh-CN" sz="2800" dirty="0">
              <a:latin typeface="黑体" panose="02010609060101010101" pitchFamily="49" charset="-122"/>
              <a:ea typeface="黑体" panose="02010609060101010101" pitchFamily="49" charset="-122"/>
            </a:endParaRPr>
          </a:p>
          <a:p>
            <a:pPr marL="0" indent="0" eaLnBrk="1" hangingPunct="1">
              <a:lnSpc>
                <a:spcPct val="90000"/>
              </a:lnSpc>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地组合在一起</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buNone/>
            </a:pP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）类可以实现对内部组成细节的信息隐藏</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buNone/>
            </a:pP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）对象之间的交互只能通过类公开的接口进行</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buNone/>
            </a:pPr>
            <a:endParaRPr lang="en-US" altLang="zh-CN" sz="2800" dirty="0">
              <a:latin typeface="黑体" panose="02010609060101010101" pitchFamily="49" charset="-122"/>
              <a:ea typeface="黑体" panose="02010609060101010101" pitchFamily="49" charset="-122"/>
            </a:endParaRPr>
          </a:p>
          <a:p>
            <a:pPr marL="0" indent="0" eaLnBrk="1" hangingPunct="1">
              <a:lnSpc>
                <a:spcPct val="90000"/>
              </a:lnSpc>
              <a:buNone/>
            </a:pPr>
            <a:r>
              <a:rPr lang="zh-CN" altLang="en-US" sz="2800" dirty="0">
                <a:latin typeface="黑体" panose="02010609060101010101" pitchFamily="49" charset="-122"/>
                <a:ea typeface="黑体" panose="02010609060101010101" pitchFamily="49" charset="-122"/>
              </a:rPr>
              <a:t>带来的好处：</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buNone/>
            </a:pP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）保持内聚性的同时， 对类与类间的耦合进行控制</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buNone/>
            </a:pPr>
            <a:r>
              <a:rPr lang="en-US" altLang="zh-CN" b="1" dirty="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提高了可重用性和可维护性</a:t>
            </a:r>
            <a:endParaRPr lang="zh-CN" altLang="en-US" sz="2800" b="1" dirty="0">
              <a:latin typeface="Times New Roman" panose="02020603050405020304" pitchFamily="18" charset="0"/>
              <a:ea typeface="宋体" panose="02010600030101010101" pitchFamily="2" charset="-122"/>
            </a:endParaRPr>
          </a:p>
        </p:txBody>
      </p:sp>
      <p:sp>
        <p:nvSpPr>
          <p:cNvPr id="16387" name="标题 1"/>
          <p:cNvSpPr>
            <a:spLocks noGrp="1"/>
          </p:cNvSpPr>
          <p:nvPr>
            <p:ph type="title"/>
          </p:nvPr>
        </p:nvSpPr>
        <p:spPr>
          <a:xfrm>
            <a:off x="503238" y="98425"/>
            <a:ext cx="9072562"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封装</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16388"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2">
                                            <p:txEl>
                                              <p:charRg st="15" end="4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2">
                                            <p:txEl>
                                              <p:charRg st="43" end="5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482">
                                            <p:txEl>
                                              <p:charRg st="53" end="7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482">
                                            <p:txEl>
                                              <p:charRg st="73" end="9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482">
                                            <p:txEl>
                                              <p:charRg st="96" end="10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482">
                                            <p:txEl>
                                              <p:charRg st="103" end="12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482">
                                            <p:txEl>
                                              <p:charRg st="128" end="14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矩形 2"/>
          <p:cNvSpPr>
            <a:spLocks noGrp="1"/>
          </p:cNvSpPr>
          <p:nvPr>
            <p:ph idx="1"/>
          </p:nvPr>
        </p:nvSpPr>
        <p:spPr>
          <a:xfrm>
            <a:off x="144463" y="981075"/>
            <a:ext cx="9648825" cy="6264275"/>
          </a:xfrm>
          <a:noFill/>
          <a:ln>
            <a:noFill/>
          </a:ln>
        </p:spPr>
        <p:txBody>
          <a:bodyPr/>
          <a:p>
            <a:pPr eaLnBrk="1" hangingPunct="1">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类的扩展：早期课程考核成绩实行</a:t>
            </a:r>
            <a:r>
              <a:rPr lang="en-US" altLang="zh-CN" sz="2800" dirty="0">
                <a:latin typeface="黑体" panose="02010609060101010101" pitchFamily="49" charset="-122"/>
                <a:ea typeface="黑体" panose="02010609060101010101" pitchFamily="49" charset="-122"/>
              </a:rPr>
              <a:t>A</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B</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B-</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C</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C-</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D</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D-</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F</a:t>
            </a:r>
            <a:r>
              <a:rPr lang="zh-CN" altLang="en-US" sz="2800" dirty="0">
                <a:latin typeface="黑体" panose="02010609060101010101" pitchFamily="49" charset="-122"/>
                <a:ea typeface="黑体" panose="02010609060101010101" pitchFamily="49" charset="-122"/>
              </a:rPr>
              <a:t>等级记分制记载。</a:t>
            </a:r>
            <a:endParaRPr lang="en-US" altLang="zh-CN" sz="2800" dirty="0">
              <a:latin typeface="黑体" panose="02010609060101010101" pitchFamily="49" charset="-122"/>
              <a:ea typeface="黑体" panose="02010609060101010101" pitchFamily="49" charset="-122"/>
            </a:endParaRPr>
          </a:p>
          <a:p>
            <a:pPr eaLnBrk="1" hangingPunct="1">
              <a:buNone/>
            </a:pPr>
            <a:r>
              <a:rPr lang="zh-CN" altLang="en-US" sz="2800" dirty="0">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现在：</a:t>
            </a:r>
            <a:r>
              <a:rPr lang="zh-CN" altLang="en-US" sz="2800" dirty="0">
                <a:latin typeface="黑体" panose="02010609060101010101" pitchFamily="49" charset="-122"/>
                <a:ea typeface="黑体" panose="02010609060101010101" pitchFamily="49" charset="-122"/>
              </a:rPr>
              <a:t>第三十一条 课程考核成绩实行</a:t>
            </a:r>
            <a:r>
              <a:rPr lang="en-US" altLang="zh-CN" sz="2800" dirty="0">
                <a:latin typeface="黑体" panose="02010609060101010101" pitchFamily="49" charset="-122"/>
                <a:ea typeface="黑体" panose="02010609060101010101" pitchFamily="49" charset="-122"/>
              </a:rPr>
              <a:t>A+</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A</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B+</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B</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C+</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eaLnBrk="1" hangingPunct="1">
              <a:buNone/>
            </a:pPr>
            <a:r>
              <a:rPr lang="en-US" altLang="zh-CN" sz="2800" dirty="0">
                <a:latin typeface="黑体" panose="02010609060101010101" pitchFamily="49" charset="-122"/>
                <a:ea typeface="黑体" panose="02010609060101010101" pitchFamily="49" charset="-122"/>
              </a:rPr>
              <a:t>   C</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D</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F</a:t>
            </a:r>
            <a:r>
              <a:rPr lang="zh-CN" altLang="en-US" sz="2800" dirty="0">
                <a:latin typeface="黑体" panose="02010609060101010101" pitchFamily="49" charset="-122"/>
                <a:ea typeface="黑体" panose="02010609060101010101" pitchFamily="49" charset="-122"/>
              </a:rPr>
              <a:t>等级记分制记载。</a:t>
            </a:r>
            <a:endParaRPr lang="en-US" altLang="zh-CN" sz="2800" dirty="0">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p"/>
            </a:pPr>
            <a:endParaRPr lang="en-US" altLang="zh-CN" sz="2800" dirty="0">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类的抽象：不准养狗－</a:t>
            </a:r>
            <a:r>
              <a:rPr lang="en-US" altLang="zh-CN" sz="2800" dirty="0">
                <a:latin typeface="黑体" panose="02010609060101010101" pitchFamily="49" charset="-122"/>
                <a:ea typeface="黑体" panose="02010609060101010101" pitchFamily="49" charset="-122"/>
              </a:rPr>
              <a:t>&gt;</a:t>
            </a:r>
            <a:r>
              <a:rPr lang="zh-CN" altLang="en-US" sz="2800" dirty="0">
                <a:latin typeface="黑体" panose="02010609060101010101" pitchFamily="49" charset="-122"/>
                <a:ea typeface="黑体" panose="02010609060101010101" pitchFamily="49" charset="-122"/>
              </a:rPr>
              <a:t>不准养宠物</a:t>
            </a:r>
            <a:endParaRPr lang="en-US" altLang="zh-CN" sz="2800" dirty="0">
              <a:latin typeface="黑体" panose="02010609060101010101" pitchFamily="49" charset="-122"/>
              <a:ea typeface="黑体" panose="02010609060101010101" pitchFamily="49" charset="-122"/>
            </a:endParaRPr>
          </a:p>
          <a:p>
            <a:pPr eaLnBrk="1" hangingPunct="1">
              <a:buNone/>
            </a:pPr>
            <a:endParaRPr lang="zh-CN" altLang="en-US" b="1" dirty="0">
              <a:ea typeface="宋体" panose="02010600030101010101" pitchFamily="2" charset="-122"/>
            </a:endParaRPr>
          </a:p>
        </p:txBody>
      </p:sp>
      <p:sp>
        <p:nvSpPr>
          <p:cNvPr id="17411"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17412" name="标题 1"/>
          <p:cNvSpPr>
            <a:spLocks noGrp="1"/>
          </p:cNvSpPr>
          <p:nvPr>
            <p:ph type="title"/>
          </p:nvPr>
        </p:nvSpPr>
        <p:spPr>
          <a:xfrm>
            <a:off x="144463" y="109538"/>
            <a:ext cx="9072562"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新问题</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如何扩展？</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矩形 2"/>
          <p:cNvSpPr>
            <a:spLocks noGrp="1"/>
          </p:cNvSpPr>
          <p:nvPr>
            <p:ph idx="1"/>
          </p:nvPr>
        </p:nvSpPr>
        <p:spPr>
          <a:xfrm>
            <a:off x="144463" y="1052513"/>
            <a:ext cx="9791700" cy="6264275"/>
          </a:xfrm>
          <a:noFill/>
          <a:ln>
            <a:noFill/>
          </a:ln>
        </p:spPr>
        <p:txBody>
          <a:bodyPr/>
          <a:p>
            <a:pPr eaLnBrk="1" hangingPunct="1">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此类问题的特点：</a:t>
            </a:r>
            <a:endParaRPr lang="en-US" altLang="zh-CN" sz="2800" dirty="0">
              <a:latin typeface="黑体" panose="02010609060101010101" pitchFamily="49" charset="-122"/>
              <a:ea typeface="黑体" panose="02010609060101010101" pitchFamily="49" charset="-122"/>
            </a:endParaRPr>
          </a:p>
          <a:p>
            <a:pPr eaLnBrk="1" hangingPunct="1">
              <a:lnSpc>
                <a:spcPct val="150000"/>
              </a:lnSpc>
              <a:buNone/>
            </a:pPr>
            <a:r>
              <a:rPr lang="zh-CN" altLang="en-US" sz="2800" dirty="0">
                <a:latin typeface="黑体" panose="02010609060101010101" pitchFamily="49" charset="-122"/>
                <a:ea typeface="黑体" panose="02010609060101010101" pitchFamily="49" charset="-122"/>
              </a:rPr>
              <a:t>   类与类之间存在</a:t>
            </a:r>
            <a:r>
              <a:rPr lang="en-US" altLang="zh-CN" sz="2800" dirty="0">
                <a:solidFill>
                  <a:srgbClr val="FF0000"/>
                </a:solidFill>
                <a:latin typeface="黑体" panose="02010609060101010101" pitchFamily="49" charset="-122"/>
                <a:ea typeface="黑体" panose="02010609060101010101" pitchFamily="49" charset="-122"/>
              </a:rPr>
              <a:t>IS-A</a:t>
            </a:r>
            <a:r>
              <a:rPr lang="zh-CN" altLang="en-US" sz="2800" dirty="0">
                <a:latin typeface="黑体" panose="02010609060101010101" pitchFamily="49" charset="-122"/>
                <a:ea typeface="黑体" panose="02010609060101010101" pitchFamily="49" charset="-122"/>
              </a:rPr>
              <a:t>关系，类与子类的关系</a:t>
            </a:r>
            <a:endParaRPr lang="zh-CN" altLang="en-US" sz="2800" dirty="0">
              <a:latin typeface="黑体" panose="02010609060101010101" pitchFamily="49" charset="-122"/>
              <a:ea typeface="黑体" panose="02010609060101010101" pitchFamily="49" charset="-122"/>
            </a:endParaRPr>
          </a:p>
          <a:p>
            <a:pPr marL="447675" lvl="1" indent="0" eaLnBrk="1" hangingPunct="1">
              <a:lnSpc>
                <a:spcPct val="150000"/>
              </a:lnSpc>
              <a:buNone/>
            </a:pPr>
            <a:r>
              <a:rPr lang="zh-CN" altLang="en-US" sz="2800" dirty="0">
                <a:latin typeface="黑体" panose="02010609060101010101" pitchFamily="49" charset="-122"/>
                <a:ea typeface="黑体" panose="02010609060101010101" pitchFamily="49" charset="-122"/>
              </a:rPr>
              <a:t>狗是宠物，猫是宠物，小强也是宠物</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宠物”概念的</a:t>
            </a:r>
            <a:endParaRPr lang="en-US" altLang="zh-CN" sz="2800" dirty="0">
              <a:latin typeface="黑体" panose="02010609060101010101" pitchFamily="49" charset="-122"/>
              <a:ea typeface="黑体" panose="02010609060101010101" pitchFamily="49" charset="-122"/>
            </a:endParaRPr>
          </a:p>
          <a:p>
            <a:pPr marL="447675" lvl="1" indent="0" eaLnBrk="1" hangingPunct="1">
              <a:lnSpc>
                <a:spcPct val="150000"/>
              </a:lnSpc>
              <a:buNone/>
            </a:pPr>
            <a:r>
              <a:rPr lang="zh-CN" altLang="en-US" sz="2800" dirty="0">
                <a:latin typeface="黑体" panose="02010609060101010101" pitchFamily="49" charset="-122"/>
                <a:ea typeface="黑体" panose="02010609060101010101" pitchFamily="49" charset="-122"/>
              </a:rPr>
              <a:t>提出，可以使狗、猫、小强</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等的一些共同性的行为被</a:t>
            </a:r>
            <a:endParaRPr lang="en-US" altLang="zh-CN" sz="2800" dirty="0">
              <a:latin typeface="黑体" panose="02010609060101010101" pitchFamily="49" charset="-122"/>
              <a:ea typeface="黑体" panose="02010609060101010101" pitchFamily="49" charset="-122"/>
            </a:endParaRPr>
          </a:p>
          <a:p>
            <a:pPr marL="447675" lvl="1" indent="0" eaLnBrk="1" hangingPunct="1">
              <a:lnSpc>
                <a:spcPct val="150000"/>
              </a:lnSpc>
              <a:buNone/>
            </a:pPr>
            <a:r>
              <a:rPr lang="zh-CN" altLang="en-US" sz="2800" dirty="0">
                <a:latin typeface="黑体" panose="02010609060101010101" pitchFamily="49" charset="-122"/>
                <a:ea typeface="黑体" panose="02010609060101010101" pitchFamily="49" charset="-122"/>
              </a:rPr>
              <a:t>提取出来。</a:t>
            </a:r>
            <a:endParaRPr lang="en-US" altLang="zh-CN" sz="2800" dirty="0">
              <a:latin typeface="黑体" panose="02010609060101010101" pitchFamily="49" charset="-122"/>
              <a:ea typeface="黑体" panose="02010609060101010101" pitchFamily="49" charset="-122"/>
            </a:endParaRPr>
          </a:p>
          <a:p>
            <a:pPr marL="447675" lvl="1" indent="0" eaLnBrk="1" hangingPunct="1">
              <a:lnSpc>
                <a:spcPct val="150000"/>
              </a:lnSpc>
              <a:buNone/>
            </a:pPr>
            <a:r>
              <a:rPr lang="zh-CN" altLang="en-US" sz="2800" dirty="0">
                <a:latin typeface="黑体" panose="02010609060101010101" pitchFamily="49" charset="-122"/>
                <a:ea typeface="黑体" panose="02010609060101010101" pitchFamily="49" charset="-122"/>
              </a:rPr>
              <a:t>循环计数器是计数器。</a:t>
            </a:r>
            <a:endParaRPr lang="zh-CN" altLang="en-US" sz="2800" dirty="0">
              <a:latin typeface="黑体" panose="02010609060101010101" pitchFamily="49" charset="-122"/>
              <a:ea typeface="黑体" panose="02010609060101010101" pitchFamily="49" charset="-122"/>
            </a:endParaRPr>
          </a:p>
          <a:p>
            <a:pPr eaLnBrk="1" hangingPunct="1">
              <a:buNone/>
            </a:pPr>
            <a:endParaRPr lang="zh-CN" altLang="en-US" b="1" dirty="0">
              <a:ea typeface="宋体" panose="02010600030101010101" pitchFamily="2" charset="-122"/>
            </a:endParaRPr>
          </a:p>
        </p:txBody>
      </p:sp>
      <p:sp>
        <p:nvSpPr>
          <p:cNvPr id="19459"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19460" name="标题 1"/>
          <p:cNvSpPr>
            <a:spLocks noGrp="1"/>
          </p:cNvSpPr>
          <p:nvPr>
            <p:ph type="title"/>
          </p:nvPr>
        </p:nvSpPr>
        <p:spPr>
          <a:xfrm>
            <a:off x="144463" y="109538"/>
            <a:ext cx="9072562"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新问题</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如何扩展？</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矩形 2"/>
          <p:cNvSpPr>
            <a:spLocks noGrp="1"/>
          </p:cNvSpPr>
          <p:nvPr>
            <p:ph idx="1"/>
          </p:nvPr>
        </p:nvSpPr>
        <p:spPr>
          <a:xfrm>
            <a:off x="136525" y="1125538"/>
            <a:ext cx="8172450" cy="6264275"/>
          </a:xfrm>
          <a:noFill/>
          <a:ln>
            <a:noFill/>
          </a:ln>
        </p:spPr>
        <p:txBody>
          <a:bodyPr/>
          <a:p>
            <a:pPr eaLnBrk="1" hangingPunct="1">
              <a:buClr>
                <a:srgbClr val="FF0000"/>
              </a:buClr>
              <a:buFont typeface="Wingdings" panose="05000000000000000000" pitchFamily="2" charset="2"/>
              <a:buChar char="p"/>
            </a:pPr>
            <a:r>
              <a:rPr lang="zh-CN" altLang="en-US" b="1" dirty="0">
                <a:ea typeface="宋体" panose="02010600030101010101" pitchFamily="2" charset="-122"/>
              </a:rPr>
              <a:t>自然界的继承</a:t>
            </a:r>
            <a:endParaRPr lang="zh-CN" altLang="en-US" b="1" dirty="0">
              <a:ea typeface="宋体" panose="02010600030101010101" pitchFamily="2" charset="-122"/>
            </a:endParaRPr>
          </a:p>
          <a:p>
            <a:pPr eaLnBrk="1" hangingPunct="1">
              <a:buNone/>
            </a:pPr>
            <a:endParaRPr lang="zh-CN" altLang="en-US" b="1" dirty="0">
              <a:ea typeface="宋体" panose="02010600030101010101" pitchFamily="2" charset="-122"/>
            </a:endParaRPr>
          </a:p>
        </p:txBody>
      </p:sp>
      <p:sp>
        <p:nvSpPr>
          <p:cNvPr id="21507"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pic>
        <p:nvPicPr>
          <p:cNvPr id="21508" name="图片 3" descr="untitled2"/>
          <p:cNvPicPr>
            <a:picLocks noChangeAspect="1"/>
          </p:cNvPicPr>
          <p:nvPr/>
        </p:nvPicPr>
        <p:blipFill>
          <a:blip r:embed="rId1"/>
          <a:stretch>
            <a:fillRect/>
          </a:stretch>
        </p:blipFill>
        <p:spPr>
          <a:xfrm>
            <a:off x="863600" y="2084388"/>
            <a:ext cx="8569325" cy="3648075"/>
          </a:xfrm>
          <a:prstGeom prst="rect">
            <a:avLst/>
          </a:prstGeom>
          <a:noFill/>
          <a:ln w="9525">
            <a:noFill/>
          </a:ln>
        </p:spPr>
      </p:pic>
      <p:sp>
        <p:nvSpPr>
          <p:cNvPr id="21509" name="标题 1"/>
          <p:cNvSpPr>
            <a:spLocks noGrp="1"/>
          </p:cNvSpPr>
          <p:nvPr>
            <p:ph type="title"/>
          </p:nvPr>
        </p:nvSpPr>
        <p:spPr>
          <a:xfrm>
            <a:off x="863600" y="92075"/>
            <a:ext cx="9072563"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新问题</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如何扩展？</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矩形 2"/>
          <p:cNvSpPr>
            <a:spLocks noGrp="1"/>
          </p:cNvSpPr>
          <p:nvPr>
            <p:ph idx="1"/>
          </p:nvPr>
        </p:nvSpPr>
        <p:spPr>
          <a:xfrm>
            <a:off x="611188" y="4044950"/>
            <a:ext cx="9074150" cy="2363788"/>
          </a:xfrm>
          <a:noFill/>
          <a:ln>
            <a:noFill/>
          </a:ln>
        </p:spPr>
        <p:txBody>
          <a:bodyPr/>
          <a:p>
            <a:pPr eaLnBrk="1" hangingPunct="1">
              <a:buNone/>
            </a:pPr>
            <a:r>
              <a:rPr lang="zh-CN" altLang="en-US" sz="2800" dirty="0">
                <a:latin typeface="黑体" panose="02010609060101010101" pitchFamily="49" charset="-122"/>
                <a:ea typeface="黑体" panose="02010609060101010101" pitchFamily="49" charset="-122"/>
              </a:rPr>
              <a:t>苹果是一种水果（苹果继承了水果的共性行为）；</a:t>
            </a:r>
            <a:endParaRPr lang="zh-CN" altLang="en-US" sz="2800" dirty="0">
              <a:latin typeface="黑体" panose="02010609060101010101" pitchFamily="49" charset="-122"/>
              <a:ea typeface="黑体" panose="02010609060101010101" pitchFamily="49" charset="-122"/>
            </a:endParaRPr>
          </a:p>
          <a:p>
            <a:pPr eaLnBrk="1" hangingPunct="1">
              <a:buNone/>
            </a:pPr>
            <a:r>
              <a:rPr lang="zh-CN" altLang="en-US" sz="2800" dirty="0">
                <a:latin typeface="黑体" panose="02010609060101010101" pitchFamily="49" charset="-122"/>
                <a:ea typeface="黑体" panose="02010609060101010101" pitchFamily="49" charset="-122"/>
              </a:rPr>
              <a:t>国光苹果是一种苹果（国光苹果继承了苹果的共性行为）；</a:t>
            </a:r>
            <a:endParaRPr lang="zh-CN" altLang="en-US" sz="2800" dirty="0">
              <a:latin typeface="黑体" panose="02010609060101010101" pitchFamily="49" charset="-122"/>
              <a:ea typeface="黑体" panose="02010609060101010101" pitchFamily="49" charset="-122"/>
            </a:endParaRPr>
          </a:p>
          <a:p>
            <a:pPr eaLnBrk="1" hangingPunct="1">
              <a:buNone/>
            </a:pPr>
            <a:r>
              <a:rPr lang="zh-CN" altLang="en-US" sz="2800" dirty="0">
                <a:latin typeface="黑体" panose="02010609060101010101" pitchFamily="49" charset="-122"/>
                <a:ea typeface="黑体" panose="02010609060101010101" pitchFamily="49" charset="-122"/>
              </a:rPr>
              <a:t> 梨是一种水果；    雪梨是一种梨。</a:t>
            </a:r>
            <a:endParaRPr lang="zh-CN" altLang="en-US" sz="2800" dirty="0">
              <a:latin typeface="黑体" panose="02010609060101010101" pitchFamily="49" charset="-122"/>
              <a:ea typeface="黑体" panose="02010609060101010101" pitchFamily="49" charset="-122"/>
            </a:endParaRPr>
          </a:p>
          <a:p>
            <a:pPr eaLnBrk="1" hangingPunct="1">
              <a:buNone/>
            </a:pPr>
            <a:r>
              <a:rPr lang="zh-CN" altLang="en-US" sz="2800" dirty="0">
                <a:latin typeface="黑体" panose="02010609060101010101" pitchFamily="49" charset="-122"/>
                <a:ea typeface="黑体" panose="02010609060101010101" pitchFamily="49" charset="-122"/>
              </a:rPr>
              <a:t>   </a:t>
            </a:r>
            <a:endParaRPr lang="en-US" altLang="zh-CN" sz="2800" dirty="0">
              <a:latin typeface="黑体" panose="02010609060101010101" pitchFamily="49" charset="-122"/>
              <a:ea typeface="黑体" panose="02010609060101010101" pitchFamily="49" charset="-122"/>
            </a:endParaRPr>
          </a:p>
        </p:txBody>
      </p:sp>
      <p:sp>
        <p:nvSpPr>
          <p:cNvPr id="23555"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pic>
        <p:nvPicPr>
          <p:cNvPr id="23556" name="图片 3" descr="7"/>
          <p:cNvPicPr>
            <a:picLocks noChangeAspect="1"/>
          </p:cNvPicPr>
          <p:nvPr/>
        </p:nvPicPr>
        <p:blipFill>
          <a:blip r:embed="rId1"/>
          <a:stretch>
            <a:fillRect/>
          </a:stretch>
        </p:blipFill>
        <p:spPr>
          <a:xfrm>
            <a:off x="647700" y="1093788"/>
            <a:ext cx="8858250" cy="2951162"/>
          </a:xfrm>
          <a:prstGeom prst="rect">
            <a:avLst/>
          </a:prstGeom>
          <a:noFill/>
          <a:ln w="9525">
            <a:noFill/>
          </a:ln>
        </p:spPr>
      </p:pic>
      <p:sp>
        <p:nvSpPr>
          <p:cNvPr id="23557" name="标题 1"/>
          <p:cNvSpPr>
            <a:spLocks noGrp="1"/>
          </p:cNvSpPr>
          <p:nvPr>
            <p:ph type="title"/>
          </p:nvPr>
        </p:nvSpPr>
        <p:spPr>
          <a:xfrm>
            <a:off x="863600" y="92075"/>
            <a:ext cx="9072563"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新问题</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如何扩展？</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xEl>
                                              <p:charRg st="0" end="2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6">
                                            <p:txEl>
                                              <p:charRg st="23" end="5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6">
                                            <p:txEl>
                                              <p:charRg st="50" end="7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6">
                                            <p:txEl>
                                              <p:charRg st="70" end="7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矩形 2"/>
          <p:cNvSpPr>
            <a:spLocks noGrp="1"/>
          </p:cNvSpPr>
          <p:nvPr>
            <p:ph idx="1"/>
          </p:nvPr>
        </p:nvSpPr>
        <p:spPr>
          <a:xfrm>
            <a:off x="0" y="1009650"/>
            <a:ext cx="9821863" cy="5399088"/>
          </a:xfrm>
          <a:noFill/>
          <a:ln>
            <a:noFill/>
          </a:ln>
        </p:spPr>
        <p:txBody>
          <a:bodyPr/>
          <a:p>
            <a:pPr eaLnBrk="1" hangingPunct="1">
              <a:buClr>
                <a:srgbClr val="FF0000"/>
              </a:buClr>
              <a:buFont typeface="Wingdings" panose="05000000000000000000" pitchFamily="2" charset="2"/>
              <a:buChar char="p"/>
            </a:pPr>
            <a:r>
              <a:rPr lang="en-US" altLang="zh-CN" sz="2800" dirty="0">
                <a:latin typeface="黑体" panose="02010609060101010101" pitchFamily="49" charset="-122"/>
                <a:ea typeface="黑体" panose="02010609060101010101" pitchFamily="49" charset="-122"/>
              </a:rPr>
              <a:t>“IS-A”</a:t>
            </a:r>
            <a:r>
              <a:rPr lang="zh-CN" altLang="en-US" sz="2800" dirty="0">
                <a:latin typeface="黑体" panose="02010609060101010101" pitchFamily="49" charset="-122"/>
                <a:ea typeface="黑体" panose="02010609060101010101" pitchFamily="49" charset="-122"/>
              </a:rPr>
              <a:t>关系：表示了一种继承关系。相当于，苹果是一种水果：苹果具有水果共同有的特点，同时兼有苹果所特有的特点。</a:t>
            </a:r>
            <a:endParaRPr lang="zh-CN" altLang="en-US" sz="2800" dirty="0">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p"/>
            </a:pPr>
            <a:r>
              <a:rPr lang="en-US" altLang="zh-CN" sz="2800" dirty="0">
                <a:latin typeface="黑体" panose="02010609060101010101" pitchFamily="49" charset="-122"/>
                <a:ea typeface="黑体" panose="02010609060101010101" pitchFamily="49" charset="-122"/>
              </a:rPr>
              <a:t>“HAS-A”</a:t>
            </a:r>
            <a:r>
              <a:rPr lang="zh-CN" altLang="en-US" sz="2800" dirty="0">
                <a:latin typeface="黑体" panose="02010609060101010101" pitchFamily="49" charset="-122"/>
                <a:ea typeface="黑体" panose="02010609060101010101" pitchFamily="49" charset="-122"/>
              </a:rPr>
              <a:t>关系：描述了一种聚集关系（组合关系） 。</a:t>
            </a:r>
            <a:endParaRPr lang="en-US" altLang="zh-CN" sz="2800" dirty="0">
              <a:latin typeface="黑体" panose="02010609060101010101" pitchFamily="49" charset="-122"/>
              <a:ea typeface="黑体" panose="02010609060101010101" pitchFamily="49" charset="-122"/>
            </a:endParaRPr>
          </a:p>
          <a:p>
            <a:pPr eaLnBrk="1" hangingPunct="1">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例如：水果</a:t>
            </a:r>
            <a:r>
              <a:rPr lang="zh-CN" altLang="en-US" b="1" dirty="0">
                <a:ea typeface="宋体" panose="02010600030101010101" pitchFamily="2" charset="-122"/>
              </a:rPr>
              <a:t>由果皮、果肉、果核等组成。</a:t>
            </a:r>
            <a:endParaRPr lang="zh-CN" altLang="en-US" b="1" dirty="0">
              <a:ea typeface="宋体" panose="02010600030101010101" pitchFamily="2" charset="-122"/>
            </a:endParaRPr>
          </a:p>
          <a:p>
            <a:pPr eaLnBrk="1" hangingPunct="1">
              <a:buNone/>
            </a:pPr>
            <a:endParaRPr lang="en-US" altLang="zh-CN" b="1" dirty="0">
              <a:ea typeface="宋体" panose="02010600030101010101" pitchFamily="2" charset="-122"/>
            </a:endParaRPr>
          </a:p>
        </p:txBody>
      </p:sp>
      <p:sp>
        <p:nvSpPr>
          <p:cNvPr id="25603"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pic>
        <p:nvPicPr>
          <p:cNvPr id="25604" name="图片 3" descr="7"/>
          <p:cNvPicPr>
            <a:picLocks noChangeAspect="1"/>
          </p:cNvPicPr>
          <p:nvPr/>
        </p:nvPicPr>
        <p:blipFill>
          <a:blip r:embed="rId1"/>
          <a:stretch>
            <a:fillRect/>
          </a:stretch>
        </p:blipFill>
        <p:spPr>
          <a:xfrm>
            <a:off x="1933575" y="3384550"/>
            <a:ext cx="6464300" cy="3024188"/>
          </a:xfrm>
          <a:prstGeom prst="rect">
            <a:avLst/>
          </a:prstGeom>
          <a:noFill/>
          <a:ln w="9525">
            <a:noFill/>
          </a:ln>
        </p:spPr>
      </p:pic>
      <p:sp>
        <p:nvSpPr>
          <p:cNvPr id="25605" name="矩形 2"/>
          <p:cNvSpPr/>
          <p:nvPr/>
        </p:nvSpPr>
        <p:spPr>
          <a:xfrm>
            <a:off x="661988" y="6283325"/>
            <a:ext cx="9274175" cy="523875"/>
          </a:xfrm>
          <a:prstGeom prst="rect">
            <a:avLst/>
          </a:prstGeom>
          <a:noFill/>
          <a:ln w="9525">
            <a:noFill/>
          </a:ln>
        </p:spPr>
        <p:txBody>
          <a:bodyPr>
            <a:spAutoFit/>
          </a:bodyPr>
          <a:p>
            <a:pPr>
              <a:buNone/>
            </a:pPr>
            <a:r>
              <a:rPr lang="zh-CN" altLang="en-US" sz="2800" dirty="0">
                <a:solidFill>
                  <a:srgbClr val="FF0000"/>
                </a:solidFill>
                <a:latin typeface="黑体" panose="02010609060101010101" pitchFamily="49" charset="-122"/>
                <a:ea typeface="黑体" panose="02010609060101010101" pitchFamily="49" charset="-122"/>
              </a:rPr>
              <a:t>面向对象设计的原则之一：优先使用对象组合。</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25606" name="标题 1"/>
          <p:cNvSpPr>
            <a:spLocks noGrp="1"/>
          </p:cNvSpPr>
          <p:nvPr>
            <p:ph type="title"/>
          </p:nvPr>
        </p:nvSpPr>
        <p:spPr>
          <a:xfrm>
            <a:off x="863600" y="92075"/>
            <a:ext cx="9072563"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新问题</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如何扩展？</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矩形 2"/>
          <p:cNvSpPr>
            <a:spLocks noGrp="1"/>
          </p:cNvSpPr>
          <p:nvPr>
            <p:ph idx="1"/>
          </p:nvPr>
        </p:nvSpPr>
        <p:spPr>
          <a:xfrm>
            <a:off x="144463" y="1020763"/>
            <a:ext cx="9575800" cy="3921125"/>
          </a:xfrm>
          <a:noFill/>
          <a:ln>
            <a:noFill/>
          </a:ln>
        </p:spPr>
        <p:txBody>
          <a:bodyPr/>
          <a:p>
            <a:pPr eaLnBrk="1" hangingPunct="1">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计算机应用中的实际问题</a:t>
            </a:r>
            <a:endParaRPr lang="zh-CN" altLang="en-US" sz="2800" dirty="0">
              <a:latin typeface="黑体" panose="02010609060101010101" pitchFamily="49" charset="-122"/>
              <a:ea typeface="黑体" panose="02010609060101010101" pitchFamily="49" charset="-122"/>
            </a:endParaRPr>
          </a:p>
          <a:p>
            <a:pPr marL="447675" lvl="1" indent="0" eaLnBrk="1" hangingPunct="1">
              <a:lnSpc>
                <a:spcPct val="150000"/>
              </a:lnSpc>
              <a:buNone/>
            </a:pPr>
            <a:r>
              <a:rPr lang="zh-CN" altLang="en-US" sz="2800" dirty="0">
                <a:latin typeface="黑体" panose="02010609060101010101" pitchFamily="49" charset="-122"/>
                <a:ea typeface="黑体" panose="02010609060101010101" pitchFamily="49" charset="-122"/>
              </a:rPr>
              <a:t>类的封装形式为用户提供了一种自定义数据类型。随着用户需求的变动，原来的数据类型可能无法满足用户的新要求；按照传统程序设计方法，就要改写</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甚至重写</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这些前面定义的数据类型。由于改写了数据类型，用户原来的程序就很可能无法使用。</a:t>
            </a:r>
            <a:endParaRPr lang="en-US" altLang="zh-CN" sz="2800" dirty="0">
              <a:latin typeface="黑体" panose="02010609060101010101" pitchFamily="49" charset="-122"/>
              <a:ea typeface="黑体" panose="02010609060101010101" pitchFamily="49" charset="-122"/>
            </a:endParaRPr>
          </a:p>
          <a:p>
            <a:pPr marL="447675" lvl="1" indent="0" eaLnBrk="1" hangingPunct="1">
              <a:lnSpc>
                <a:spcPct val="150000"/>
              </a:lnSpc>
            </a:pPr>
            <a:endParaRPr lang="zh-CN" altLang="en-US" sz="2800" b="1" dirty="0">
              <a:ea typeface="宋体" panose="02010600030101010101" pitchFamily="2" charset="-122"/>
            </a:endParaRPr>
          </a:p>
          <a:p>
            <a:pPr eaLnBrk="1" hangingPunct="1">
              <a:buNone/>
            </a:pPr>
            <a:endParaRPr lang="en-US" altLang="zh-CN" b="1" dirty="0">
              <a:ea typeface="宋体" panose="02010600030101010101" pitchFamily="2" charset="-122"/>
            </a:endParaRPr>
          </a:p>
        </p:txBody>
      </p:sp>
      <p:sp>
        <p:nvSpPr>
          <p:cNvPr id="27651"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27652" name="标题 1"/>
          <p:cNvSpPr>
            <a:spLocks noGrp="1"/>
          </p:cNvSpPr>
          <p:nvPr>
            <p:ph type="title"/>
          </p:nvPr>
        </p:nvSpPr>
        <p:spPr>
          <a:xfrm>
            <a:off x="863600" y="92075"/>
            <a:ext cx="9072563"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新问题</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如何扩展？</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矩形 5"/>
          <p:cNvSpPr>
            <a:spLocks noGrp="1"/>
          </p:cNvSpPr>
          <p:nvPr>
            <p:ph idx="1"/>
          </p:nvPr>
        </p:nvSpPr>
        <p:spPr>
          <a:xfrm>
            <a:off x="-431800" y="981075"/>
            <a:ext cx="10367963" cy="6626225"/>
          </a:xfrm>
          <a:noFill/>
          <a:ln>
            <a:noFill/>
          </a:ln>
        </p:spPr>
        <p:txBody>
          <a:bodyPr/>
          <a:p>
            <a:pPr lvl="1" eaLnBrk="1" hangingPunct="1">
              <a:lnSpc>
                <a:spcPct val="150000"/>
              </a:lnSpc>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面向对象程序设计致力于解决此类问题。它提供“继承”这种机制，通过继承机制，可以方便地把这些原有程序进行改造、扩充，达到用户的新要求。</a:t>
            </a:r>
            <a:endParaRPr lang="en-US" altLang="zh-CN" sz="2800" dirty="0">
              <a:latin typeface="黑体" panose="02010609060101010101" pitchFamily="49" charset="-122"/>
              <a:ea typeface="黑体" panose="02010609060101010101" pitchFamily="49" charset="-122"/>
            </a:endParaRPr>
          </a:p>
          <a:p>
            <a:pPr lvl="1" eaLnBrk="1" hangingPunct="1">
              <a:lnSpc>
                <a:spcPct val="150000"/>
              </a:lnSpc>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用户不必直接修改</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更不必重写</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原有的程序，而是利用系统所提供的“继承”定义，用户可以使用已定义的数据类型方便地定义出新的数据类型。</a:t>
            </a:r>
            <a:endParaRPr lang="en-US" altLang="zh-CN" sz="2800" dirty="0">
              <a:latin typeface="黑体" panose="02010609060101010101" pitchFamily="49" charset="-122"/>
              <a:ea typeface="黑体" panose="02010609060101010101" pitchFamily="49" charset="-122"/>
            </a:endParaRPr>
          </a:p>
          <a:p>
            <a:pPr lvl="1" eaLnBrk="1" hangingPunct="1">
              <a:lnSpc>
                <a:spcPct val="150000"/>
              </a:lnSpc>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这样，不仅能重用原来的程序，而且还能不断扩展新的程序，适应用户需求的变化。</a:t>
            </a:r>
            <a:endParaRPr lang="zh-CN" altLang="en-US" sz="2800" dirty="0">
              <a:latin typeface="黑体" panose="02010609060101010101" pitchFamily="49" charset="-122"/>
              <a:ea typeface="黑体" panose="02010609060101010101" pitchFamily="49" charset="-122"/>
            </a:endParaRPr>
          </a:p>
        </p:txBody>
      </p:sp>
      <p:sp>
        <p:nvSpPr>
          <p:cNvPr id="29699"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29700" name="标题 1"/>
          <p:cNvSpPr>
            <a:spLocks noGrp="1"/>
          </p:cNvSpPr>
          <p:nvPr>
            <p:ph type="title"/>
          </p:nvPr>
        </p:nvSpPr>
        <p:spPr>
          <a:xfrm>
            <a:off x="863600" y="92075"/>
            <a:ext cx="9072563"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新问题</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如何扩展？</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charRg st="67" end="13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0">
                                            <p:txEl>
                                              <p:charRg st="133" end="17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矩形 2"/>
          <p:cNvSpPr>
            <a:spLocks noGrp="1"/>
          </p:cNvSpPr>
          <p:nvPr>
            <p:ph type="title"/>
          </p:nvPr>
        </p:nvSpPr>
        <p:spPr>
          <a:xfrm>
            <a:off x="2232025" y="57150"/>
            <a:ext cx="6192838" cy="838200"/>
          </a:xfrm>
          <a:noFill/>
          <a:ln>
            <a:noFill/>
          </a:ln>
        </p:spPr>
        <p:txBody>
          <a:bodyPr/>
          <a:p>
            <a:pPr marL="365125" indent="-255270" eaLnBrk="1" hangingPunct="1">
              <a:spcBef>
                <a:spcPts val="400"/>
              </a:spcBef>
              <a:buClr>
                <a:schemeClr val="accent1"/>
              </a:buClr>
              <a:buSzPct val="68000"/>
            </a:pPr>
            <a:r>
              <a:rPr lang="zh-CN" altLang="en-US" sz="4000" dirty="0">
                <a:solidFill>
                  <a:schemeClr val="bg1"/>
                </a:solidFill>
                <a:latin typeface="宋体" panose="02010600030101010101" pitchFamily="2" charset="-122"/>
                <a:ea typeface="宋体" panose="02010600030101010101" pitchFamily="2" charset="-122"/>
              </a:rPr>
              <a:t>继承</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31747"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31748" name="矩形 3"/>
          <p:cNvSpPr/>
          <p:nvPr/>
        </p:nvSpPr>
        <p:spPr>
          <a:xfrm>
            <a:off x="-4762" y="969963"/>
            <a:ext cx="9940925" cy="1450975"/>
          </a:xfrm>
          <a:prstGeom prst="rect">
            <a:avLst/>
          </a:prstGeom>
          <a:noFill/>
          <a:ln w="9525">
            <a:noFill/>
          </a:ln>
        </p:spPr>
        <p:txBody>
          <a:bodyPr/>
          <a:p>
            <a:pPr marL="457200" indent="-457200" algn="just">
              <a:lnSpc>
                <a:spcPct val="150000"/>
              </a:lnSpc>
              <a:spcBef>
                <a:spcPct val="20000"/>
              </a:spcBef>
              <a:buClr>
                <a:srgbClr val="FF5050"/>
              </a:buClr>
              <a:buFont typeface="Wingdings" panose="05000000000000000000" pitchFamily="2" charset="2"/>
              <a:buChar char="p"/>
            </a:pPr>
            <a:r>
              <a:rPr lang="zh-CN" altLang="en-US" sz="2800" dirty="0">
                <a:latin typeface="Gulim" pitchFamily="34" charset="-127"/>
                <a:cs typeface="Tahoma" panose="020B0604030504040204" pitchFamily="34" charset="0"/>
              </a:rPr>
              <a:t>提供类复合的实现机制，有助于实现代码的重用。继承性是面向对象程序设计的关键。</a:t>
            </a:r>
            <a:endParaRPr lang="zh-CN" altLang="en-US" sz="2800" dirty="0">
              <a:latin typeface="Gulim" pitchFamily="34" charset="-127"/>
              <a:cs typeface="Tahoma" panose="020B0604030504040204" pitchFamily="34" charset="0"/>
            </a:endParaRPr>
          </a:p>
          <a:p>
            <a:pPr marL="457200" indent="-457200" algn="just">
              <a:lnSpc>
                <a:spcPct val="150000"/>
              </a:lnSpc>
              <a:spcBef>
                <a:spcPct val="20000"/>
              </a:spcBef>
              <a:buClr>
                <a:srgbClr val="FF5050"/>
              </a:buClr>
              <a:buChar char="•"/>
            </a:pPr>
            <a:endParaRPr lang="zh-CN" altLang="en-US" sz="2800" b="1" dirty="0">
              <a:latin typeface="楷体" panose="02010609060101010101" pitchFamily="49" charset="-122"/>
              <a:ea typeface="楷体" panose="02010609060101010101" pitchFamily="49" charset="-122"/>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矩形 2"/>
          <p:cNvSpPr>
            <a:spLocks noGrp="1"/>
          </p:cNvSpPr>
          <p:nvPr>
            <p:ph type="title"/>
          </p:nvPr>
        </p:nvSpPr>
        <p:spPr>
          <a:xfrm>
            <a:off x="2160588" y="125413"/>
            <a:ext cx="6192837" cy="838200"/>
          </a:xfrm>
          <a:noFill/>
          <a:ln>
            <a:noFill/>
          </a:ln>
        </p:spPr>
        <p:txBody>
          <a:bodyPr/>
          <a:p>
            <a:pPr marL="365125" indent="-255270" eaLnBrk="1" hangingPunct="1">
              <a:spcBef>
                <a:spcPts val="400"/>
              </a:spcBef>
              <a:buClr>
                <a:schemeClr val="accent1"/>
              </a:buClr>
              <a:buSzPct val="68000"/>
            </a:pPr>
            <a:r>
              <a:rPr lang="zh-CN" altLang="en-US" sz="4000" dirty="0">
                <a:solidFill>
                  <a:schemeClr val="bg1"/>
                </a:solidFill>
                <a:latin typeface="宋体" panose="02010600030101010101" pitchFamily="2" charset="-122"/>
                <a:ea typeface="宋体" panose="02010600030101010101" pitchFamily="2" charset="-122"/>
              </a:rPr>
              <a:t>继承的基本概念 </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33795"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33796" name="矩形 3"/>
          <p:cNvSpPr/>
          <p:nvPr/>
        </p:nvSpPr>
        <p:spPr>
          <a:xfrm>
            <a:off x="34925" y="1008063"/>
            <a:ext cx="10045700" cy="5400675"/>
          </a:xfrm>
          <a:prstGeom prst="rect">
            <a:avLst/>
          </a:prstGeom>
          <a:noFill/>
          <a:ln w="9525">
            <a:noFill/>
          </a:ln>
        </p:spPr>
        <p:txBody>
          <a:bodyPr/>
          <a:p>
            <a:pPr marL="457200" indent="-457200">
              <a:lnSpc>
                <a:spcPct val="150000"/>
              </a:lnSpc>
              <a:spcBef>
                <a:spcPct val="20000"/>
              </a:spcBef>
              <a:buClr>
                <a:srgbClr val="FF505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继承是在已有类的基础上定义新的类，从而形成类的层次和等级，体现了面向对象程序设计的层次性概括方法</a:t>
            </a:r>
            <a:endParaRPr lang="en-US" altLang="zh-CN" sz="2800" dirty="0">
              <a:latin typeface="黑体" panose="02010609060101010101" pitchFamily="49" charset="-122"/>
              <a:ea typeface="黑体" panose="02010609060101010101" pitchFamily="49" charset="-122"/>
            </a:endParaRPr>
          </a:p>
          <a:p>
            <a:pPr marL="457200" indent="-457200">
              <a:lnSpc>
                <a:spcPct val="150000"/>
              </a:lnSpc>
              <a:spcBef>
                <a:spcPct val="20000"/>
              </a:spcBef>
              <a:buClr>
                <a:srgbClr val="FF505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作为基础的类</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已知的类</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基类</a:t>
            </a:r>
            <a:r>
              <a:rPr lang="en-US" altLang="zh-CN" sz="2800" dirty="0">
                <a:latin typeface="黑体" panose="02010609060101010101" pitchFamily="49" charset="-122"/>
                <a:ea typeface="黑体" panose="02010609060101010101" pitchFamily="49" charset="-122"/>
              </a:rPr>
              <a:t>(Base class)</a:t>
            </a:r>
            <a:endParaRPr lang="en-US" altLang="zh-CN" sz="2800" dirty="0">
              <a:latin typeface="黑体" panose="02010609060101010101" pitchFamily="49" charset="-122"/>
              <a:ea typeface="黑体" panose="02010609060101010101" pitchFamily="49" charset="-122"/>
            </a:endParaRPr>
          </a:p>
          <a:p>
            <a:pPr marL="457200" indent="-457200">
              <a:lnSpc>
                <a:spcPct val="150000"/>
              </a:lnSpc>
              <a:spcBef>
                <a:spcPct val="20000"/>
              </a:spcBef>
              <a:buClr>
                <a:srgbClr val="FF505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由基类经扩充修改形成的新类</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派生类</a:t>
            </a:r>
            <a:r>
              <a:rPr lang="en-US" altLang="zh-CN" sz="2800" dirty="0">
                <a:latin typeface="黑体" panose="02010609060101010101" pitchFamily="49" charset="-122"/>
                <a:ea typeface="黑体" panose="02010609060101010101" pitchFamily="49" charset="-122"/>
              </a:rPr>
              <a:t>(Derived class)(</a:t>
            </a:r>
            <a:r>
              <a:rPr lang="zh-CN" altLang="en-US" sz="2800" dirty="0">
                <a:latin typeface="黑体" panose="02010609060101010101" pitchFamily="49" charset="-122"/>
                <a:ea typeface="黑体" panose="02010609060101010101" pitchFamily="49" charset="-122"/>
              </a:rPr>
              <a:t>基类又称父类，派生类又称为子类</a:t>
            </a:r>
            <a:r>
              <a:rPr lang="en-US" altLang="zh-CN"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457200" indent="-457200">
              <a:lnSpc>
                <a:spcPct val="150000"/>
              </a:lnSpc>
              <a:spcBef>
                <a:spcPct val="20000"/>
              </a:spcBef>
              <a:buClr>
                <a:srgbClr val="FF505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派生类又可以作为另一个类的基类，即继承具有层次性</a:t>
            </a:r>
            <a:endParaRPr lang="en-US" altLang="zh-CN" sz="2800" dirty="0">
              <a:latin typeface="黑体" panose="02010609060101010101" pitchFamily="49" charset="-122"/>
              <a:ea typeface="黑体" panose="02010609060101010101" pitchFamily="49" charset="-122"/>
            </a:endParaRPr>
          </a:p>
          <a:p>
            <a:pPr marL="457200" indent="-457200" algn="just">
              <a:lnSpc>
                <a:spcPct val="150000"/>
              </a:lnSpc>
              <a:spcBef>
                <a:spcPct val="20000"/>
              </a:spcBef>
              <a:buClr>
                <a:srgbClr val="FF5050"/>
              </a:buClr>
              <a:buChar char="•"/>
            </a:pPr>
            <a:endParaRPr lang="zh-CN" altLang="en-US" sz="2800" b="1" dirty="0">
              <a:latin typeface="楷体" panose="02010609060101010101" pitchFamily="49" charset="-122"/>
              <a:ea typeface="楷体" panose="02010609060101010101" pitchFamily="49" charset="-122"/>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矩形 2"/>
          <p:cNvSpPr>
            <a:spLocks noGrp="1"/>
          </p:cNvSpPr>
          <p:nvPr>
            <p:ph type="title"/>
          </p:nvPr>
        </p:nvSpPr>
        <p:spPr>
          <a:xfrm>
            <a:off x="2160588" y="115888"/>
            <a:ext cx="6192837" cy="838200"/>
          </a:xfrm>
          <a:noFill/>
          <a:ln>
            <a:noFill/>
          </a:ln>
        </p:spPr>
        <p:txBody>
          <a:bodyPr/>
          <a:p>
            <a:pPr marL="365125" indent="-255270" eaLnBrk="1" hangingPunct="1">
              <a:spcBef>
                <a:spcPts val="400"/>
              </a:spcBef>
              <a:buClr>
                <a:schemeClr val="accent1"/>
              </a:buClr>
              <a:buSzPct val="68000"/>
            </a:pPr>
            <a:r>
              <a:rPr lang="en-US" altLang="zh-CN" sz="4000" dirty="0">
                <a:solidFill>
                  <a:schemeClr val="bg1"/>
                </a:solidFill>
                <a:latin typeface="宋体" panose="02010600030101010101" pitchFamily="2" charset="-122"/>
                <a:ea typeface="宋体" panose="02010600030101010101" pitchFamily="2" charset="-122"/>
              </a:rPr>
              <a:t>C++</a:t>
            </a:r>
            <a:r>
              <a:rPr lang="zh-CN" altLang="en-US" sz="4000" dirty="0">
                <a:solidFill>
                  <a:schemeClr val="bg1"/>
                </a:solidFill>
                <a:latin typeface="宋体" panose="02010600030101010101" pitchFamily="2" charset="-122"/>
                <a:ea typeface="宋体" panose="02010600030101010101" pitchFamily="2" charset="-122"/>
              </a:rPr>
              <a:t>系统中的继承</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35843"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35844" name="矩形 3"/>
          <p:cNvSpPr/>
          <p:nvPr/>
        </p:nvSpPr>
        <p:spPr>
          <a:xfrm>
            <a:off x="719138" y="981075"/>
            <a:ext cx="8713787" cy="5400675"/>
          </a:xfrm>
          <a:prstGeom prst="rect">
            <a:avLst/>
          </a:prstGeom>
          <a:noFill/>
          <a:ln w="9525">
            <a:noFill/>
          </a:ln>
        </p:spPr>
        <p:txBody>
          <a:bodyPr/>
          <a:p>
            <a:pPr marL="342900" indent="-342900" algn="just">
              <a:lnSpc>
                <a:spcPct val="150000"/>
              </a:lnSpc>
              <a:spcBef>
                <a:spcPct val="20000"/>
              </a:spcBef>
              <a:buClr>
                <a:srgbClr val="FF5050"/>
              </a:buClr>
              <a:buChar char="•"/>
            </a:pPr>
            <a:endParaRPr lang="zh-CN" altLang="en-US" sz="2800" b="1" dirty="0">
              <a:latin typeface="楷体" panose="02010609060101010101" pitchFamily="49" charset="-122"/>
              <a:ea typeface="楷体" panose="02010609060101010101" pitchFamily="49" charset="-122"/>
            </a:endParaRPr>
          </a:p>
        </p:txBody>
      </p:sp>
      <p:pic>
        <p:nvPicPr>
          <p:cNvPr id="35845" name="图片 9"/>
          <p:cNvPicPr>
            <a:picLocks noChangeAspect="1"/>
          </p:cNvPicPr>
          <p:nvPr/>
        </p:nvPicPr>
        <p:blipFill>
          <a:blip r:embed="rId1"/>
          <a:stretch>
            <a:fillRect/>
          </a:stretch>
        </p:blipFill>
        <p:spPr>
          <a:xfrm>
            <a:off x="1162050" y="1268413"/>
            <a:ext cx="7826375" cy="4175125"/>
          </a:xfrm>
          <a:prstGeom prst="rect">
            <a:avLst/>
          </a:prstGeom>
          <a:noFill/>
          <a:ln w="9525">
            <a:noFill/>
          </a:ln>
        </p:spPr>
      </p:pic>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矩形 2"/>
          <p:cNvSpPr>
            <a:spLocks noGrp="1"/>
          </p:cNvSpPr>
          <p:nvPr>
            <p:ph type="title"/>
          </p:nvPr>
        </p:nvSpPr>
        <p:spPr>
          <a:xfrm>
            <a:off x="2160588" y="115888"/>
            <a:ext cx="6192837" cy="838200"/>
          </a:xfrm>
          <a:noFill/>
          <a:ln>
            <a:noFill/>
          </a:ln>
        </p:spPr>
        <p:txBody>
          <a:bodyPr/>
          <a:p>
            <a:pPr marL="365125" indent="-255270" eaLnBrk="1" hangingPunct="1">
              <a:spcBef>
                <a:spcPts val="400"/>
              </a:spcBef>
              <a:buClr>
                <a:schemeClr val="accent1"/>
              </a:buClr>
              <a:buSzPct val="68000"/>
            </a:pPr>
            <a:r>
              <a:rPr lang="en-US" altLang="zh-CN" sz="4000" dirty="0">
                <a:solidFill>
                  <a:schemeClr val="bg1"/>
                </a:solidFill>
                <a:latin typeface="宋体" panose="02010600030101010101" pitchFamily="2" charset="-122"/>
                <a:ea typeface="宋体" panose="02010600030101010101" pitchFamily="2" charset="-122"/>
              </a:rPr>
              <a:t>C++</a:t>
            </a:r>
            <a:r>
              <a:rPr lang="zh-CN" altLang="en-US" sz="4000" dirty="0">
                <a:solidFill>
                  <a:schemeClr val="bg1"/>
                </a:solidFill>
                <a:latin typeface="宋体" panose="02010600030101010101" pitchFamily="2" charset="-122"/>
                <a:ea typeface="宋体" panose="02010600030101010101" pitchFamily="2" charset="-122"/>
              </a:rPr>
              <a:t>系统中的继承</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37891"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37892" name="矩形 3"/>
          <p:cNvSpPr/>
          <p:nvPr/>
        </p:nvSpPr>
        <p:spPr>
          <a:xfrm>
            <a:off x="719138" y="981075"/>
            <a:ext cx="8713787" cy="5400675"/>
          </a:xfrm>
          <a:prstGeom prst="rect">
            <a:avLst/>
          </a:prstGeom>
          <a:noFill/>
          <a:ln w="9525">
            <a:noFill/>
          </a:ln>
        </p:spPr>
        <p:txBody>
          <a:bodyPr/>
          <a:p>
            <a:pPr marL="342900" indent="-342900" algn="just">
              <a:lnSpc>
                <a:spcPct val="150000"/>
              </a:lnSpc>
              <a:spcBef>
                <a:spcPct val="20000"/>
              </a:spcBef>
              <a:buClr>
                <a:srgbClr val="FF5050"/>
              </a:buClr>
              <a:buChar char="•"/>
            </a:pPr>
            <a:endParaRPr lang="zh-CN" altLang="en-US" sz="2800" b="1" dirty="0">
              <a:latin typeface="楷体" panose="02010609060101010101" pitchFamily="49" charset="-122"/>
              <a:ea typeface="楷体" panose="02010609060101010101" pitchFamily="49" charset="-122"/>
            </a:endParaRPr>
          </a:p>
        </p:txBody>
      </p:sp>
      <p:sp>
        <p:nvSpPr>
          <p:cNvPr id="37893" name="矩形 1"/>
          <p:cNvSpPr/>
          <p:nvPr/>
        </p:nvSpPr>
        <p:spPr>
          <a:xfrm>
            <a:off x="144463" y="1116013"/>
            <a:ext cx="9936162" cy="3538537"/>
          </a:xfrm>
          <a:prstGeom prst="rect">
            <a:avLst/>
          </a:prstGeom>
          <a:noFill/>
          <a:ln w="9525">
            <a:noFill/>
          </a:ln>
        </p:spPr>
        <p:txBody>
          <a:bodyPr>
            <a:spAutoFit/>
          </a:bodyPr>
          <a:p>
            <a:pPr>
              <a:buNone/>
            </a:pPr>
            <a:r>
              <a:rPr lang="en-US" altLang="zh-CN" sz="2800" dirty="0">
                <a:solidFill>
                  <a:srgbClr val="000000"/>
                </a:solidFill>
                <a:latin typeface="黑体" panose="02010609060101010101" pitchFamily="49" charset="-122"/>
                <a:ea typeface="黑体" panose="02010609060101010101" pitchFamily="49" charset="-122"/>
              </a:rPr>
              <a:t>cin</a:t>
            </a:r>
            <a:r>
              <a:rPr lang="zh-CN" altLang="en-US" sz="2800" dirty="0">
                <a:solidFill>
                  <a:srgbClr val="000000"/>
                </a:solidFill>
                <a:latin typeface="黑体" panose="02010609060101010101" pitchFamily="49" charset="-122"/>
                <a:ea typeface="黑体" panose="02010609060101010101" pitchFamily="49" charset="-122"/>
              </a:rPr>
              <a:t>，表示标准输入</a:t>
            </a:r>
            <a:r>
              <a:rPr lang="en-US" altLang="zh-CN" sz="2800" dirty="0">
                <a:solidFill>
                  <a:srgbClr val="000000"/>
                </a:solidFill>
                <a:latin typeface="黑体" panose="02010609060101010101" pitchFamily="49" charset="-122"/>
                <a:ea typeface="黑体" panose="02010609060101010101" pitchFamily="49" charset="-122"/>
              </a:rPr>
              <a:t>(standard input)</a:t>
            </a:r>
            <a:r>
              <a:rPr lang="zh-CN" altLang="en-US" sz="2800" dirty="0">
                <a:solidFill>
                  <a:srgbClr val="000000"/>
                </a:solidFill>
                <a:latin typeface="黑体" panose="02010609060101010101" pitchFamily="49" charset="-122"/>
                <a:ea typeface="黑体" panose="02010609060101010101" pitchFamily="49" charset="-122"/>
              </a:rPr>
              <a:t>的</a:t>
            </a:r>
            <a:r>
              <a:rPr lang="en-US" altLang="zh-CN" sz="2800" dirty="0">
                <a:solidFill>
                  <a:srgbClr val="000000"/>
                </a:solidFill>
                <a:latin typeface="黑体" panose="02010609060101010101" pitchFamily="49" charset="-122"/>
                <a:ea typeface="黑体" panose="02010609060101010101" pitchFamily="49" charset="-122"/>
              </a:rPr>
              <a:t>istream</a:t>
            </a:r>
            <a:r>
              <a:rPr lang="zh-CN" altLang="en-US" sz="2800" dirty="0">
                <a:solidFill>
                  <a:srgbClr val="000000"/>
                </a:solidFill>
                <a:latin typeface="黑体" panose="02010609060101010101" pitchFamily="49" charset="-122"/>
                <a:ea typeface="黑体" panose="02010609060101010101" pitchFamily="49" charset="-122"/>
              </a:rPr>
              <a:t>类对象从设备读入数据。 默认键盘。</a:t>
            </a:r>
            <a:endParaRPr lang="en-US" altLang="zh-CN" sz="2800" dirty="0">
              <a:solidFill>
                <a:srgbClr val="000000"/>
              </a:solidFill>
              <a:latin typeface="黑体" panose="02010609060101010101" pitchFamily="49" charset="-122"/>
              <a:ea typeface="黑体" panose="02010609060101010101" pitchFamily="49" charset="-122"/>
            </a:endParaRPr>
          </a:p>
          <a:p>
            <a:pPr>
              <a:buNone/>
            </a:pPr>
            <a:endParaRPr lang="en-US" altLang="zh-CN" sz="2800" dirty="0">
              <a:solidFill>
                <a:srgbClr val="000000"/>
              </a:solidFill>
              <a:latin typeface="黑体" panose="02010609060101010101" pitchFamily="49" charset="-122"/>
              <a:ea typeface="黑体" panose="02010609060101010101" pitchFamily="49" charset="-122"/>
            </a:endParaRPr>
          </a:p>
          <a:p>
            <a:pPr>
              <a:buNone/>
            </a:pPr>
            <a:r>
              <a:rPr lang="en-US" altLang="zh-CN" sz="2800" dirty="0">
                <a:solidFill>
                  <a:srgbClr val="000000"/>
                </a:solidFill>
                <a:latin typeface="黑体" panose="02010609060101010101" pitchFamily="49" charset="-122"/>
                <a:ea typeface="黑体" panose="02010609060101010101" pitchFamily="49" charset="-122"/>
              </a:rPr>
              <a:t>cout</a:t>
            </a:r>
            <a:r>
              <a:rPr lang="zh-CN" altLang="en-US" sz="2800" dirty="0">
                <a:solidFill>
                  <a:srgbClr val="000000"/>
                </a:solidFill>
                <a:latin typeface="黑体" panose="02010609060101010101" pitchFamily="49" charset="-122"/>
                <a:ea typeface="黑体" panose="02010609060101010101" pitchFamily="49" charset="-122"/>
              </a:rPr>
              <a:t>，表示标准输出</a:t>
            </a:r>
            <a:r>
              <a:rPr lang="en-US" altLang="zh-CN" sz="2800" dirty="0">
                <a:solidFill>
                  <a:srgbClr val="000000"/>
                </a:solidFill>
                <a:latin typeface="黑体" panose="02010609060101010101" pitchFamily="49" charset="-122"/>
                <a:ea typeface="黑体" panose="02010609060101010101" pitchFamily="49" charset="-122"/>
              </a:rPr>
              <a:t>(standard output)</a:t>
            </a:r>
            <a:r>
              <a:rPr lang="zh-CN" altLang="en-US" sz="2800" dirty="0">
                <a:solidFill>
                  <a:srgbClr val="000000"/>
                </a:solidFill>
                <a:latin typeface="黑体" panose="02010609060101010101" pitchFamily="49" charset="-122"/>
                <a:ea typeface="黑体" panose="02010609060101010101" pitchFamily="49" charset="-122"/>
              </a:rPr>
              <a:t>的</a:t>
            </a:r>
            <a:r>
              <a:rPr lang="en-US" altLang="zh-CN" sz="2800" dirty="0">
                <a:solidFill>
                  <a:srgbClr val="000000"/>
                </a:solidFill>
                <a:latin typeface="黑体" panose="02010609060101010101" pitchFamily="49" charset="-122"/>
                <a:ea typeface="黑体" panose="02010609060101010101" pitchFamily="49" charset="-122"/>
              </a:rPr>
              <a:t>ostream</a:t>
            </a:r>
            <a:r>
              <a:rPr lang="zh-CN" altLang="en-US" sz="2800" dirty="0">
                <a:solidFill>
                  <a:srgbClr val="000000"/>
                </a:solidFill>
                <a:latin typeface="黑体" panose="02010609060101010101" pitchFamily="49" charset="-122"/>
                <a:ea typeface="黑体" panose="02010609060101010101" pitchFamily="49" charset="-122"/>
              </a:rPr>
              <a:t>类对象。向设备输出或者写数据。 默认屏幕。</a:t>
            </a:r>
            <a:endParaRPr lang="en-US" altLang="zh-CN" sz="2800" dirty="0">
              <a:solidFill>
                <a:srgbClr val="000000"/>
              </a:solidFill>
              <a:latin typeface="黑体" panose="02010609060101010101" pitchFamily="49" charset="-122"/>
              <a:ea typeface="黑体" panose="02010609060101010101" pitchFamily="49" charset="-122"/>
            </a:endParaRPr>
          </a:p>
          <a:p>
            <a:pPr>
              <a:buNone/>
            </a:pPr>
            <a:endParaRPr lang="en-US" altLang="zh-CN" sz="2800" dirty="0">
              <a:solidFill>
                <a:srgbClr val="000000"/>
              </a:solidFill>
              <a:latin typeface="黑体" panose="02010609060101010101" pitchFamily="49" charset="-122"/>
              <a:ea typeface="黑体" panose="02010609060101010101" pitchFamily="49" charset="-122"/>
            </a:endParaRPr>
          </a:p>
          <a:p>
            <a:pPr>
              <a:buNone/>
            </a:pPr>
            <a:r>
              <a:rPr lang="en-US" altLang="zh-CN" sz="2800" dirty="0">
                <a:solidFill>
                  <a:srgbClr val="000000"/>
                </a:solidFill>
                <a:latin typeface="黑体" panose="02010609060101010101" pitchFamily="49" charset="-122"/>
                <a:ea typeface="黑体" panose="02010609060101010101" pitchFamily="49" charset="-122"/>
              </a:rPr>
              <a:t>cerr</a:t>
            </a:r>
            <a:r>
              <a:rPr lang="zh-CN" altLang="en-US" sz="2800" dirty="0">
                <a:solidFill>
                  <a:srgbClr val="000000"/>
                </a:solidFill>
                <a:latin typeface="黑体" panose="02010609060101010101" pitchFamily="49" charset="-122"/>
                <a:ea typeface="黑体" panose="02010609060101010101" pitchFamily="49" charset="-122"/>
              </a:rPr>
              <a:t>，表示标准错误</a:t>
            </a:r>
            <a:r>
              <a:rPr lang="en-US" altLang="zh-CN" sz="2800" dirty="0">
                <a:solidFill>
                  <a:srgbClr val="000000"/>
                </a:solidFill>
                <a:latin typeface="黑体" panose="02010609060101010101" pitchFamily="49" charset="-122"/>
                <a:ea typeface="黑体" panose="02010609060101010101" pitchFamily="49" charset="-122"/>
              </a:rPr>
              <a:t>(standard error)</a:t>
            </a:r>
            <a:r>
              <a:rPr lang="zh-CN" altLang="en-US" sz="2800" dirty="0">
                <a:solidFill>
                  <a:srgbClr val="000000"/>
                </a:solidFill>
                <a:latin typeface="黑体" panose="02010609060101010101" pitchFamily="49" charset="-122"/>
                <a:ea typeface="黑体" panose="02010609060101010101" pitchFamily="49" charset="-122"/>
              </a:rPr>
              <a:t>的</a:t>
            </a:r>
            <a:r>
              <a:rPr lang="en-US" altLang="zh-CN" sz="2800" dirty="0">
                <a:solidFill>
                  <a:srgbClr val="000000"/>
                </a:solidFill>
                <a:latin typeface="黑体" panose="02010609060101010101" pitchFamily="49" charset="-122"/>
                <a:ea typeface="黑体" panose="02010609060101010101" pitchFamily="49" charset="-122"/>
              </a:rPr>
              <a:t>ostream</a:t>
            </a:r>
            <a:r>
              <a:rPr lang="zh-CN" altLang="en-US" sz="2800" dirty="0">
                <a:solidFill>
                  <a:srgbClr val="000000"/>
                </a:solidFill>
                <a:latin typeface="黑体" panose="02010609060101010101" pitchFamily="49" charset="-122"/>
                <a:ea typeface="黑体" panose="02010609060101010101" pitchFamily="49" charset="-122"/>
              </a:rPr>
              <a:t>类对象。</a:t>
            </a:r>
            <a:r>
              <a:rPr lang="en-US" altLang="zh-CN" sz="2800" dirty="0">
                <a:solidFill>
                  <a:srgbClr val="000000"/>
                </a:solidFill>
                <a:latin typeface="黑体" panose="02010609060101010101" pitchFamily="49" charset="-122"/>
                <a:ea typeface="黑体" panose="02010609060101010101" pitchFamily="49" charset="-122"/>
              </a:rPr>
              <a:t>cerr</a:t>
            </a:r>
            <a:r>
              <a:rPr lang="zh-CN" altLang="en-US" sz="2800" dirty="0">
                <a:solidFill>
                  <a:srgbClr val="000000"/>
                </a:solidFill>
                <a:latin typeface="黑体" panose="02010609060101010101" pitchFamily="49" charset="-122"/>
                <a:ea typeface="黑体" panose="02010609060101010101" pitchFamily="49" charset="-122"/>
              </a:rPr>
              <a:t>是导出程序错误消息的地方，默认屏幕。</a:t>
            </a:r>
            <a:endParaRPr lang="zh-CN" altLang="en-US"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矩形 2"/>
          <p:cNvSpPr>
            <a:spLocks noGrp="1"/>
          </p:cNvSpPr>
          <p:nvPr>
            <p:ph type="title"/>
          </p:nvPr>
        </p:nvSpPr>
        <p:spPr>
          <a:xfrm>
            <a:off x="2473325" y="84138"/>
            <a:ext cx="6192838" cy="838200"/>
          </a:xfrm>
          <a:noFill/>
          <a:ln>
            <a:noFill/>
          </a:ln>
        </p:spPr>
        <p:txBody>
          <a:bodyPr/>
          <a:p>
            <a:pPr marL="365125" indent="-255270" eaLnBrk="1" hangingPunct="1">
              <a:spcBef>
                <a:spcPts val="400"/>
              </a:spcBef>
              <a:buClr>
                <a:schemeClr val="accent1"/>
              </a:buClr>
              <a:buSzPct val="68000"/>
            </a:pPr>
            <a:r>
              <a:rPr lang="en-US" altLang="zh-CN" sz="4000" dirty="0">
                <a:solidFill>
                  <a:schemeClr val="bg1"/>
                </a:solidFill>
                <a:latin typeface="宋体" panose="02010600030101010101" pitchFamily="2" charset="-122"/>
                <a:ea typeface="宋体" panose="02010600030101010101" pitchFamily="2" charset="-122"/>
              </a:rPr>
              <a:t>C++</a:t>
            </a:r>
            <a:r>
              <a:rPr lang="zh-CN" altLang="en-US" sz="4000" dirty="0">
                <a:solidFill>
                  <a:schemeClr val="bg1"/>
                </a:solidFill>
                <a:latin typeface="宋体" panose="02010600030101010101" pitchFamily="2" charset="-122"/>
                <a:ea typeface="宋体" panose="02010600030101010101" pitchFamily="2" charset="-122"/>
              </a:rPr>
              <a:t>系统中的继承</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39939"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39940" name="矩形 3"/>
          <p:cNvSpPr/>
          <p:nvPr/>
        </p:nvSpPr>
        <p:spPr>
          <a:xfrm>
            <a:off x="719138" y="981075"/>
            <a:ext cx="8713787" cy="5400675"/>
          </a:xfrm>
          <a:prstGeom prst="rect">
            <a:avLst/>
          </a:prstGeom>
          <a:noFill/>
          <a:ln w="9525">
            <a:noFill/>
          </a:ln>
        </p:spPr>
        <p:txBody>
          <a:bodyPr/>
          <a:p>
            <a:pPr marL="342900" indent="-342900" algn="just">
              <a:lnSpc>
                <a:spcPct val="150000"/>
              </a:lnSpc>
              <a:spcBef>
                <a:spcPct val="20000"/>
              </a:spcBef>
              <a:buClr>
                <a:srgbClr val="FF5050"/>
              </a:buClr>
              <a:buChar char="•"/>
            </a:pPr>
            <a:endParaRPr lang="zh-CN" altLang="en-US" sz="2800" b="1" dirty="0">
              <a:latin typeface="楷体" panose="02010609060101010101" pitchFamily="49" charset="-122"/>
              <a:ea typeface="楷体" panose="02010609060101010101" pitchFamily="49" charset="-122"/>
            </a:endParaRPr>
          </a:p>
        </p:txBody>
      </p:sp>
      <p:pic>
        <p:nvPicPr>
          <p:cNvPr id="39941" name="图片 5"/>
          <p:cNvPicPr>
            <a:picLocks noChangeAspect="1"/>
          </p:cNvPicPr>
          <p:nvPr/>
        </p:nvPicPr>
        <p:blipFill>
          <a:blip r:embed="rId1"/>
          <a:stretch>
            <a:fillRect/>
          </a:stretch>
        </p:blipFill>
        <p:spPr>
          <a:xfrm>
            <a:off x="1547813" y="1268413"/>
            <a:ext cx="6985000" cy="3673475"/>
          </a:xfrm>
          <a:prstGeom prst="rect">
            <a:avLst/>
          </a:prstGeom>
          <a:noFill/>
          <a:ln w="9525">
            <a:noFill/>
          </a:ln>
        </p:spPr>
      </p:pic>
      <p:sp>
        <p:nvSpPr>
          <p:cNvPr id="39942" name="文本框 6"/>
          <p:cNvSpPr txBox="1"/>
          <p:nvPr/>
        </p:nvSpPr>
        <p:spPr>
          <a:xfrm>
            <a:off x="576263" y="5400675"/>
            <a:ext cx="6551612" cy="523875"/>
          </a:xfrm>
          <a:prstGeom prst="rect">
            <a:avLst/>
          </a:prstGeom>
          <a:noFill/>
          <a:ln w="9525">
            <a:noFill/>
          </a:ln>
        </p:spPr>
        <p:txBody>
          <a:bodyPr>
            <a:spAutoFit/>
          </a:bodyPr>
          <a:p>
            <a:pPr>
              <a:buNone/>
            </a:pPr>
            <a:r>
              <a:rPr lang="zh-CN" altLang="en-US" sz="2800" b="1" dirty="0">
                <a:latin typeface="Gulim" pitchFamily="34" charset="-127"/>
                <a:cs typeface="Tahoma" panose="020B0604030504040204" pitchFamily="34" charset="0"/>
              </a:rPr>
              <a:t>文件流。</a:t>
            </a:r>
            <a:r>
              <a:rPr lang="zh-CN" altLang="en-US" sz="2800" dirty="0">
                <a:latin typeface="黑体" panose="02010609060101010101" pitchFamily="49" charset="-122"/>
                <a:ea typeface="黑体" panose="02010609060101010101" pitchFamily="49" charset="-122"/>
              </a:rPr>
              <a:t>静态和友元里的串流。</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矩形 2"/>
          <p:cNvSpPr>
            <a:spLocks noGrp="1"/>
          </p:cNvSpPr>
          <p:nvPr>
            <p:ph type="title"/>
          </p:nvPr>
        </p:nvSpPr>
        <p:spPr>
          <a:xfrm>
            <a:off x="2087563" y="115888"/>
            <a:ext cx="6192837" cy="838200"/>
          </a:xfrm>
          <a:noFill/>
          <a:ln>
            <a:noFill/>
          </a:ln>
        </p:spPr>
        <p:txBody>
          <a:bodyPr/>
          <a:p>
            <a:pPr marL="365125" indent="-255270" eaLnBrk="1" hangingPunct="1">
              <a:spcBef>
                <a:spcPts val="400"/>
              </a:spcBef>
              <a:buClr>
                <a:schemeClr val="accent1"/>
              </a:buClr>
              <a:buSzPct val="68000"/>
            </a:pPr>
            <a:r>
              <a:rPr lang="zh-CN" altLang="en-US" sz="4000" dirty="0">
                <a:solidFill>
                  <a:schemeClr val="bg1"/>
                </a:solidFill>
                <a:latin typeface="宋体" panose="02010600030101010101" pitchFamily="2" charset="-122"/>
                <a:ea typeface="宋体" panose="02010600030101010101" pitchFamily="2" charset="-122"/>
              </a:rPr>
              <a:t>继承的好处 </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41987"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24580" name="矩形 3"/>
          <p:cNvSpPr/>
          <p:nvPr/>
        </p:nvSpPr>
        <p:spPr>
          <a:xfrm>
            <a:off x="0" y="1084263"/>
            <a:ext cx="10009188" cy="2705100"/>
          </a:xfrm>
          <a:prstGeom prst="rect">
            <a:avLst/>
          </a:prstGeom>
          <a:noFill/>
          <a:ln w="9525">
            <a:noFill/>
          </a:ln>
        </p:spPr>
        <p:txBody>
          <a:bodyPr/>
          <a:p>
            <a:pPr marL="457200" indent="-457200">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软件重用</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派生类可以直接利用基类已有的功能</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具有从属关系的类可以通过继承机制联系起来，体现派生类对象和基类对象之间的‘</a:t>
            </a:r>
            <a:r>
              <a:rPr lang="en-US" altLang="zh-CN" sz="2800" dirty="0">
                <a:solidFill>
                  <a:srgbClr val="000000"/>
                </a:solidFill>
                <a:latin typeface="黑体" panose="02010609060101010101" pitchFamily="49" charset="-122"/>
                <a:ea typeface="黑体" panose="02010609060101010101" pitchFamily="49" charset="-122"/>
              </a:rPr>
              <a:t>is-a-kind-of’</a:t>
            </a:r>
            <a:r>
              <a:rPr lang="zh-CN" altLang="en-US" sz="2800" dirty="0">
                <a:solidFill>
                  <a:srgbClr val="000000"/>
                </a:solidFill>
                <a:latin typeface="黑体" panose="02010609060101010101" pitchFamily="49" charset="-122"/>
                <a:ea typeface="黑体" panose="02010609060101010101" pitchFamily="49" charset="-122"/>
              </a:rPr>
              <a:t>的关系</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设计并测试好了的通用类可以组成类库重复使用。</a:t>
            </a:r>
            <a:r>
              <a:rPr lang="en-US" altLang="zh-CN" sz="2800" dirty="0">
                <a:solidFill>
                  <a:srgbClr val="000000"/>
                </a:solidFill>
                <a:latin typeface="黑体" panose="02010609060101010101" pitchFamily="49" charset="-122"/>
                <a:ea typeface="黑体" panose="02010609060101010101" pitchFamily="49" charset="-122"/>
              </a:rPr>
              <a:t>istream,ostream</a:t>
            </a:r>
            <a:r>
              <a:rPr lang="zh-CN" altLang="en-US" sz="2800" dirty="0">
                <a:solidFill>
                  <a:srgbClr val="000000"/>
                </a:solidFill>
                <a:latin typeface="黑体" panose="02010609060101010101" pitchFamily="49" charset="-122"/>
                <a:ea typeface="黑体" panose="02010609060101010101" pitchFamily="49" charset="-122"/>
              </a:rPr>
              <a:t>派生文件流、串流。</a:t>
            </a:r>
            <a:endParaRPr lang="zh-CN" altLang="en-US"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xEl>
                                              <p:charRg st="5" end="2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0">
                                            <p:txEl>
                                              <p:charRg st="22" end="7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80">
                                            <p:txEl>
                                              <p:charRg st="76" end="1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矩形 2"/>
          <p:cNvSpPr>
            <a:spLocks noGrp="1"/>
          </p:cNvSpPr>
          <p:nvPr>
            <p:ph type="title"/>
          </p:nvPr>
        </p:nvSpPr>
        <p:spPr>
          <a:xfrm>
            <a:off x="2160588" y="142875"/>
            <a:ext cx="6192837" cy="838200"/>
          </a:xfrm>
          <a:noFill/>
          <a:ln>
            <a:noFill/>
          </a:ln>
        </p:spPr>
        <p:txBody>
          <a:bodyPr/>
          <a:p>
            <a:pPr marL="365125" indent="-255270" eaLnBrk="1" hangingPunct="1">
              <a:spcBef>
                <a:spcPts val="400"/>
              </a:spcBef>
              <a:buClr>
                <a:schemeClr val="accent1"/>
              </a:buClr>
              <a:buSzPct val="68000"/>
            </a:pPr>
            <a:r>
              <a:rPr lang="zh-CN" altLang="en-US" sz="4000" dirty="0">
                <a:solidFill>
                  <a:schemeClr val="bg1"/>
                </a:solidFill>
                <a:latin typeface="宋体" panose="02010600030101010101" pitchFamily="2" charset="-122"/>
                <a:ea typeface="宋体" panose="02010600030101010101" pitchFamily="2" charset="-122"/>
              </a:rPr>
              <a:t>继承的好处 </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44035"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buNone/>
            </a:pPr>
            <a:fld id="{9A0DB2DC-4C9A-4742-B13C-FB6460FD3503}" type="slidenum">
              <a:rPr lang="zh-CN" altLang="en-US" dirty="0">
                <a:cs typeface="Tahoma" panose="020B0604030504040204" pitchFamily="34" charset="0"/>
              </a:rPr>
            </a:fld>
            <a:endParaRPr lang="zh-CN" altLang="en-US" dirty="0">
              <a:solidFill>
                <a:srgbClr val="000000"/>
              </a:solidFill>
              <a:latin typeface="Lucida Sans Unicode" panose="020B0602030504020204" pitchFamily="34" charset="0"/>
              <a:ea typeface="黑体" panose="02010609060101010101" pitchFamily="49" charset="-122"/>
              <a:cs typeface="Tahoma" panose="020B0604030504040204" pitchFamily="34" charset="0"/>
            </a:endParaRPr>
          </a:p>
        </p:txBody>
      </p:sp>
      <p:sp>
        <p:nvSpPr>
          <p:cNvPr id="24580" name="矩形 3"/>
          <p:cNvSpPr/>
          <p:nvPr/>
        </p:nvSpPr>
        <p:spPr>
          <a:xfrm>
            <a:off x="101600" y="1012825"/>
            <a:ext cx="9834563" cy="2632075"/>
          </a:xfrm>
          <a:prstGeom prst="rect">
            <a:avLst/>
          </a:prstGeom>
          <a:noFill/>
          <a:ln w="9525">
            <a:noFill/>
          </a:ln>
        </p:spPr>
        <p:txBody>
          <a:bodyPr/>
          <a:p>
            <a:pPr marL="457200" indent="-457200" eaLnBrk="1" hangingPunct="1">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接口重用</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eaLnBrk="1" hangingPunct="1">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基类中定义的函数可以在派生类中重新定义</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eaLnBrk="1" hangingPunct="1">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体现了接口与实现相分离的思想</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eaLnBrk="1" hangingPunct="1">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继承是实现面向对象程序设计多态性概括方法的基本手段 </a:t>
            </a:r>
            <a:endParaRPr lang="zh-CN" altLang="en-US"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xEl>
                                              <p:charRg st="5" end="2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0">
                                            <p:txEl>
                                              <p:charRg st="25" end="4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80">
                                            <p:txEl>
                                              <p:charRg st="40" end="6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矩形 2"/>
          <p:cNvSpPr>
            <a:spLocks noGrp="1"/>
          </p:cNvSpPr>
          <p:nvPr>
            <p:ph idx="1"/>
          </p:nvPr>
        </p:nvSpPr>
        <p:spPr>
          <a:xfrm>
            <a:off x="0" y="1052513"/>
            <a:ext cx="10080625" cy="647700"/>
          </a:xfrm>
          <a:noFill/>
          <a:ln>
            <a:noFill/>
          </a:ln>
        </p:spPr>
        <p:txBody>
          <a:bodyPr/>
          <a:p>
            <a:pPr eaLnBrk="1" hangingPunct="1">
              <a:buClr>
                <a:srgbClr val="FF0000"/>
              </a:buClr>
              <a:buFont typeface="Wingdings" panose="05000000000000000000" pitchFamily="2" charset="2"/>
              <a:buChar char="p"/>
            </a:pPr>
            <a:r>
              <a:rPr lang="en-US" altLang="zh-CN" dirty="0">
                <a:latin typeface="黑体" panose="02010609060101010101" pitchFamily="49" charset="-122"/>
                <a:ea typeface="黑体" panose="02010609060101010101" pitchFamily="49" charset="-122"/>
              </a:rPr>
              <a:t>C</a:t>
            </a:r>
            <a:r>
              <a:rPr lang="zh-CN" altLang="en-US" dirty="0">
                <a:latin typeface="黑体" panose="02010609060101010101" pitchFamily="49" charset="-122"/>
                <a:ea typeface="黑体" panose="02010609060101010101" pitchFamily="49" charset="-122"/>
              </a:rPr>
              <a:t>＋＋继承形式主要有单重继承、多重继承。如下图所示：</a:t>
            </a:r>
            <a:endParaRPr lang="zh-CN" altLang="en-US" dirty="0">
              <a:latin typeface="黑体" panose="02010609060101010101" pitchFamily="49" charset="-122"/>
              <a:ea typeface="黑体" panose="02010609060101010101" pitchFamily="49" charset="-122"/>
            </a:endParaRPr>
          </a:p>
        </p:txBody>
      </p:sp>
      <p:sp>
        <p:nvSpPr>
          <p:cNvPr id="46083" name="矩形 2"/>
          <p:cNvSpPr>
            <a:spLocks noGrp="1"/>
          </p:cNvSpPr>
          <p:nvPr>
            <p:ph type="title"/>
          </p:nvPr>
        </p:nvSpPr>
        <p:spPr>
          <a:xfrm>
            <a:off x="1943100" y="42863"/>
            <a:ext cx="6192838" cy="838200"/>
          </a:xfrm>
          <a:noFill/>
          <a:ln>
            <a:noFill/>
          </a:ln>
        </p:spPr>
        <p:txBody>
          <a:bodyPr/>
          <a:p>
            <a:pPr marL="365125" indent="-255270" eaLnBrk="1" hangingPunct="1">
              <a:spcBef>
                <a:spcPts val="400"/>
              </a:spcBef>
              <a:buClr>
                <a:schemeClr val="accent1"/>
              </a:buClr>
              <a:buSzPct val="68000"/>
            </a:pPr>
            <a:r>
              <a:rPr lang="en-US" altLang="zh-CN" sz="4000" dirty="0">
                <a:solidFill>
                  <a:schemeClr val="bg1"/>
                </a:solidFill>
                <a:latin typeface="宋体" panose="02010600030101010101" pitchFamily="2" charset="-122"/>
                <a:ea typeface="宋体" panose="02010600030101010101" pitchFamily="2" charset="-122"/>
              </a:rPr>
              <a:t>C++</a:t>
            </a:r>
            <a:r>
              <a:rPr lang="zh-CN" altLang="en-US" sz="4000" dirty="0">
                <a:solidFill>
                  <a:schemeClr val="bg1"/>
                </a:solidFill>
                <a:latin typeface="宋体" panose="02010600030101010101" pitchFamily="2" charset="-122"/>
                <a:ea typeface="宋体" panose="02010600030101010101" pitchFamily="2" charset="-122"/>
              </a:rPr>
              <a:t>的继承形式 </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46084"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pic>
        <p:nvPicPr>
          <p:cNvPr id="46085" name="图片 3" descr="7"/>
          <p:cNvPicPr>
            <a:picLocks noChangeAspect="1"/>
          </p:cNvPicPr>
          <p:nvPr/>
        </p:nvPicPr>
        <p:blipFill>
          <a:blip r:embed="rId1"/>
          <a:stretch>
            <a:fillRect/>
          </a:stretch>
        </p:blipFill>
        <p:spPr>
          <a:xfrm>
            <a:off x="1025525" y="1898650"/>
            <a:ext cx="8027988" cy="3225800"/>
          </a:xfrm>
          <a:prstGeom prst="rect">
            <a:avLst/>
          </a:prstGeom>
          <a:noFill/>
          <a:ln w="9525">
            <a:noFill/>
          </a:ln>
        </p:spPr>
      </p:pic>
    </p:spTree>
  </p:cSld>
  <p:clrMapOvr>
    <a:masterClrMapping/>
  </p:clrMapOvr>
  <p:transition spd="med">
    <p:wedg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a:xfrm>
            <a:off x="528638" y="84138"/>
            <a:ext cx="9072562" cy="1143000"/>
          </a:xfrm>
          <a:noFill/>
          <a:ln>
            <a:noFill/>
          </a:ln>
        </p:spPr>
        <p:txBody>
          <a:bodyPr/>
          <a:p>
            <a:pPr eaLnBrk="1" hangingPunct="1"/>
            <a:r>
              <a:rPr lang="en-US" altLang="zh-CN" sz="4000" dirty="0">
                <a:solidFill>
                  <a:schemeClr val="bg1"/>
                </a:solidFill>
                <a:latin typeface="宋体" panose="02010600030101010101" pitchFamily="2" charset="-122"/>
                <a:ea typeface="宋体" panose="02010600030101010101" pitchFamily="2" charset="-122"/>
              </a:rPr>
              <a:t>2</a:t>
            </a:r>
            <a:r>
              <a:rPr lang="zh-CN" altLang="en-US" sz="4000" dirty="0">
                <a:solidFill>
                  <a:schemeClr val="bg1"/>
                </a:solidFill>
                <a:latin typeface="宋体" panose="02010600030101010101" pitchFamily="2" charset="-122"/>
                <a:ea typeface="宋体" panose="02010600030101010101" pitchFamily="2" charset="-122"/>
              </a:rPr>
              <a:t>、单继承</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48131" name="灯片编号占位符 2"/>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48132" name="Rectangle 3"/>
          <p:cNvSpPr txBox="1"/>
          <p:nvPr/>
        </p:nvSpPr>
        <p:spPr>
          <a:xfrm>
            <a:off x="-15875" y="1052513"/>
            <a:ext cx="9928225" cy="5011737"/>
          </a:xfrm>
          <a:prstGeom prst="rect">
            <a:avLst/>
          </a:prstGeom>
          <a:noFill/>
          <a:ln w="9525">
            <a:noFill/>
          </a:ln>
        </p:spPr>
        <p:txBody>
          <a:bodyPr/>
          <a:p>
            <a:pPr marL="447675" indent="-447675" latinLnBrk="1">
              <a:lnSpc>
                <a:spcPts val="4000"/>
              </a:lnSpc>
              <a:buClr>
                <a:schemeClr val="accent1"/>
              </a:buClr>
              <a:buNone/>
            </a:pPr>
            <a:r>
              <a:rPr lang="zh-CN" altLang="en-US" sz="2800" dirty="0">
                <a:solidFill>
                  <a:srgbClr val="FF0000"/>
                </a:solidFill>
                <a:latin typeface="黑体" panose="02010609060101010101" pitchFamily="49" charset="-122"/>
                <a:ea typeface="黑体" panose="02010609060101010101" pitchFamily="49" charset="-122"/>
              </a:rPr>
              <a:t>例：</a:t>
            </a:r>
            <a:r>
              <a:rPr lang="zh-CN" altLang="en-US" sz="2800" dirty="0">
                <a:latin typeface="黑体" panose="02010609060101010101" pitchFamily="49" charset="-122"/>
                <a:ea typeface="黑体" panose="02010609060101010101" pitchFamily="49" charset="-122"/>
              </a:rPr>
              <a:t>建立如下的类继承结构：</a:t>
            </a:r>
            <a:endParaRPr lang="en-US" altLang="zh-CN" sz="2800" dirty="0">
              <a:latin typeface="黑体" panose="02010609060101010101" pitchFamily="49" charset="-122"/>
              <a:ea typeface="黑体" panose="02010609060101010101" pitchFamily="49" charset="-122"/>
            </a:endParaRPr>
          </a:p>
          <a:p>
            <a:pPr marL="447675" indent="-447675" latinLnBrk="1">
              <a:lnSpc>
                <a:spcPts val="4000"/>
              </a:lnSpc>
              <a:buClr>
                <a:schemeClr val="accent1"/>
              </a:buClr>
              <a:buNone/>
            </a:pP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定义日期类</a:t>
            </a:r>
            <a:r>
              <a:rPr lang="en-US" altLang="zh-CN" sz="2800" dirty="0">
                <a:latin typeface="黑体" panose="02010609060101010101" pitchFamily="49" charset="-122"/>
                <a:ea typeface="黑体" panose="02010609060101010101" pitchFamily="49" charset="-122"/>
              </a:rPr>
              <a:t>CDate,</a:t>
            </a:r>
            <a:r>
              <a:rPr lang="zh-CN" altLang="en-US" sz="2800" dirty="0">
                <a:latin typeface="黑体" panose="02010609060101010101" pitchFamily="49" charset="-122"/>
                <a:ea typeface="黑体" panose="02010609060101010101" pitchFamily="49" charset="-122"/>
              </a:rPr>
              <a:t>属性有：年，月，日。</a:t>
            </a:r>
            <a:endParaRPr lang="zh-CN" altLang="en-US" sz="2800" dirty="0">
              <a:latin typeface="黑体" panose="02010609060101010101" pitchFamily="49" charset="-122"/>
              <a:ea typeface="黑体" panose="02010609060101010101" pitchFamily="49" charset="-122"/>
            </a:endParaRPr>
          </a:p>
          <a:p>
            <a:pPr marL="447675" indent="-447675" latinLnBrk="1">
              <a:lnSpc>
                <a:spcPts val="4000"/>
              </a:lnSpc>
              <a:buClr>
                <a:schemeClr val="accent1"/>
              </a:buClr>
              <a:buNone/>
            </a:pP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定义类</a:t>
            </a:r>
            <a:r>
              <a:rPr lang="en-US" altLang="zh-CN" sz="2800" dirty="0">
                <a:latin typeface="黑体" panose="02010609060101010101" pitchFamily="49" charset="-122"/>
                <a:ea typeface="黑体" panose="02010609060101010101" pitchFamily="49" charset="-122"/>
              </a:rPr>
              <a:t>CPerson</a:t>
            </a:r>
            <a:r>
              <a:rPr lang="zh-CN" altLang="en-US" sz="2800" dirty="0">
                <a:latin typeface="黑体" panose="02010609060101010101" pitchFamily="49" charset="-122"/>
                <a:ea typeface="黑体" panose="02010609060101010101" pitchFamily="49" charset="-122"/>
              </a:rPr>
              <a:t>，属性（保护类型）有：</a:t>
            </a:r>
            <a:r>
              <a:rPr lang="zh-CN" altLang="en-US" sz="2800" dirty="0">
                <a:solidFill>
                  <a:srgbClr val="FF0000"/>
                </a:solidFill>
                <a:latin typeface="黑体" panose="02010609060101010101" pitchFamily="49" charset="-122"/>
                <a:ea typeface="黑体" panose="02010609060101010101" pitchFamily="49" charset="-122"/>
              </a:rPr>
              <a:t>姓名</a:t>
            </a:r>
            <a:r>
              <a:rPr lang="zh-CN" altLang="en-US" sz="2800" dirty="0">
                <a:latin typeface="黑体" panose="02010609060101010101" pitchFamily="49" charset="-122"/>
                <a:ea typeface="黑体" panose="02010609060101010101" pitchFamily="49" charset="-122"/>
              </a:rPr>
              <a:t>、性别。</a:t>
            </a:r>
            <a:endParaRPr lang="zh-CN" altLang="en-US" sz="2800" dirty="0">
              <a:latin typeface="黑体" panose="02010609060101010101" pitchFamily="49" charset="-122"/>
              <a:ea typeface="黑体" panose="02010609060101010101" pitchFamily="49" charset="-122"/>
            </a:endParaRPr>
          </a:p>
          <a:p>
            <a:pPr marL="447675" indent="-447675" latinLnBrk="1">
              <a:lnSpc>
                <a:spcPts val="4000"/>
              </a:lnSpc>
              <a:buClr>
                <a:schemeClr val="accent1"/>
              </a:buClr>
              <a:buNone/>
            </a:pP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从</a:t>
            </a:r>
            <a:r>
              <a:rPr lang="en-US" altLang="zh-CN" sz="2800" dirty="0">
                <a:latin typeface="黑体" panose="02010609060101010101" pitchFamily="49" charset="-122"/>
                <a:ea typeface="黑体" panose="02010609060101010101" pitchFamily="49" charset="-122"/>
              </a:rPr>
              <a:t>CPerson</a:t>
            </a:r>
            <a:r>
              <a:rPr lang="zh-CN" altLang="en-US" sz="2800" dirty="0">
                <a:latin typeface="黑体" panose="02010609060101010101" pitchFamily="49" charset="-122"/>
                <a:ea typeface="黑体" panose="02010609060101010101" pitchFamily="49" charset="-122"/>
              </a:rPr>
              <a:t>公有派生学生类</a:t>
            </a:r>
            <a:r>
              <a:rPr lang="en-US" altLang="zh-CN" sz="2800" dirty="0">
                <a:latin typeface="黑体" panose="02010609060101010101" pitchFamily="49" charset="-122"/>
                <a:ea typeface="黑体" panose="02010609060101010101" pitchFamily="49" charset="-122"/>
              </a:rPr>
              <a:t>CStudent</a:t>
            </a:r>
            <a:r>
              <a:rPr lang="zh-CN" altLang="en-US" sz="2800" dirty="0">
                <a:latin typeface="黑体" panose="02010609060101010101" pitchFamily="49" charset="-122"/>
                <a:ea typeface="黑体" panose="02010609060101010101" pitchFamily="49" charset="-122"/>
              </a:rPr>
              <a:t>，新增属性：</a:t>
            </a:r>
            <a:r>
              <a:rPr lang="zh-CN" altLang="en-US" sz="2800" dirty="0">
                <a:solidFill>
                  <a:srgbClr val="FF0000"/>
                </a:solidFill>
                <a:latin typeface="黑体" panose="02010609060101010101" pitchFamily="49" charset="-122"/>
                <a:ea typeface="黑体" panose="02010609060101010101" pitchFamily="49" charset="-122"/>
              </a:rPr>
              <a:t>学号、入</a:t>
            </a:r>
            <a:endParaRPr lang="en-US" altLang="zh-CN" sz="2800" dirty="0">
              <a:solidFill>
                <a:srgbClr val="FF0000"/>
              </a:solidFill>
              <a:latin typeface="黑体" panose="02010609060101010101" pitchFamily="49" charset="-122"/>
              <a:ea typeface="黑体" panose="02010609060101010101" pitchFamily="49" charset="-122"/>
            </a:endParaRPr>
          </a:p>
          <a:p>
            <a:pPr marL="447675" indent="-447675" latinLnBrk="1">
              <a:lnSpc>
                <a:spcPts val="4000"/>
              </a:lnSpc>
              <a:buClr>
                <a:schemeClr val="accent1"/>
              </a:buClr>
              <a:buNone/>
            </a:pPr>
            <a:r>
              <a:rPr lang="en-US" altLang="zh-CN" sz="2800" dirty="0">
                <a:solidFill>
                  <a:srgbClr val="FF0000"/>
                </a:solidFill>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学日期</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447675" indent="-447675" latinLnBrk="1">
              <a:lnSpc>
                <a:spcPts val="4000"/>
              </a:lnSpc>
              <a:buClr>
                <a:schemeClr val="accent1"/>
              </a:buClr>
              <a:buNone/>
            </a:pPr>
            <a:r>
              <a:rPr lang="en-US" altLang="zh-CN" sz="2800" dirty="0">
                <a:latin typeface="黑体" panose="02010609060101010101" pitchFamily="49" charset="-122"/>
                <a:ea typeface="黑体" panose="02010609060101010101" pitchFamily="49" charset="-122"/>
              </a:rPr>
              <a:t>4)</a:t>
            </a:r>
            <a:r>
              <a:rPr lang="zh-CN" altLang="en-US" sz="2800" dirty="0">
                <a:latin typeface="黑体" panose="02010609060101010101" pitchFamily="49" charset="-122"/>
                <a:ea typeface="黑体" panose="02010609060101010101" pitchFamily="49" charset="-122"/>
              </a:rPr>
              <a:t>分别定义以上类的构造函数、输出函数</a:t>
            </a:r>
            <a:r>
              <a:rPr lang="en-US" altLang="zh-CN" sz="2800" dirty="0">
                <a:latin typeface="黑体" panose="02010609060101010101" pitchFamily="49" charset="-122"/>
                <a:ea typeface="黑体" panose="02010609060101010101" pitchFamily="49" charset="-122"/>
              </a:rPr>
              <a:t>display</a:t>
            </a:r>
            <a:r>
              <a:rPr lang="zh-CN" altLang="en-US" sz="2800" dirty="0">
                <a:latin typeface="黑体" panose="02010609060101010101" pitchFamily="49" charset="-122"/>
                <a:ea typeface="黑体" panose="02010609060101010101" pitchFamily="49" charset="-122"/>
              </a:rPr>
              <a:t>及其它函数</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如需要）。</a:t>
            </a:r>
            <a:endParaRPr lang="zh-CN" altLang="en-US" sz="2800" dirty="0">
              <a:latin typeface="黑体" panose="02010609060101010101" pitchFamily="49" charset="-122"/>
              <a:ea typeface="黑体" panose="02010609060101010101" pitchFamily="49" charset="-122"/>
            </a:endParaRPr>
          </a:p>
          <a:p>
            <a:pPr marL="447675" indent="-447675" latinLnBrk="1">
              <a:lnSpc>
                <a:spcPts val="4000"/>
              </a:lnSpc>
              <a:buClr>
                <a:schemeClr val="accent1"/>
              </a:buClr>
              <a:buNone/>
            </a:pPr>
            <a:r>
              <a:rPr lang="en-US" altLang="zh-CN" sz="2800" dirty="0">
                <a:latin typeface="黑体" panose="02010609060101010101" pitchFamily="49" charset="-122"/>
                <a:ea typeface="黑体" panose="02010609060101010101" pitchFamily="49" charset="-122"/>
              </a:rPr>
              <a:t>5</a:t>
            </a:r>
            <a:r>
              <a:rPr lang="zh-CN" altLang="en-US" sz="2800" dirty="0">
                <a:latin typeface="黑体" panose="02010609060101010101" pitchFamily="49" charset="-122"/>
                <a:ea typeface="黑体" panose="02010609060101010101" pitchFamily="49" charset="-122"/>
              </a:rPr>
              <a:t>）在主函数中定义各种类的对象，并测试之。</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spd="med">
    <p:wedg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1"/>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49155" name="矩形 3"/>
          <p:cNvSpPr/>
          <p:nvPr/>
        </p:nvSpPr>
        <p:spPr>
          <a:xfrm>
            <a:off x="33338" y="1052513"/>
            <a:ext cx="10047287" cy="5805487"/>
          </a:xfrm>
          <a:prstGeom prst="rect">
            <a:avLst/>
          </a:prstGeom>
          <a:noFill/>
          <a:ln w="9525">
            <a:noFill/>
          </a:ln>
        </p:spPr>
        <p:txBody>
          <a:bodyPr/>
          <a:p>
            <a:pPr marL="457200" indent="-457200">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单继承派生类的定义格式为：</a:t>
            </a:r>
            <a:endParaRPr lang="zh-CN" altLang="en-US" sz="2800" dirty="0">
              <a:solidFill>
                <a:srgbClr val="000000"/>
              </a:solidFill>
              <a:latin typeface="黑体" panose="02010609060101010101" pitchFamily="49" charset="-122"/>
              <a:ea typeface="黑体" panose="02010609060101010101" pitchFamily="49" charset="-122"/>
            </a:endParaRPr>
          </a:p>
          <a:p>
            <a:pPr marL="457200" indent="-457200">
              <a:buClr>
                <a:srgbClr val="FF5050"/>
              </a:buClr>
              <a:buNone/>
            </a:pPr>
            <a:r>
              <a:rPr lang="zh-CN" altLang="en-US" sz="2800" dirty="0">
                <a:solidFill>
                  <a:srgbClr val="0000F1"/>
                </a:solidFill>
                <a:latin typeface="黑体" panose="02010609060101010101" pitchFamily="49" charset="-122"/>
                <a:ea typeface="黑体" panose="02010609060101010101" pitchFamily="49" charset="-122"/>
              </a:rPr>
              <a:t>       </a:t>
            </a:r>
            <a:r>
              <a:rPr lang="en-US" altLang="zh-CN" sz="2800" dirty="0">
                <a:solidFill>
                  <a:srgbClr val="0000F1"/>
                </a:solidFill>
                <a:latin typeface="黑体" panose="02010609060101010101" pitchFamily="49" charset="-122"/>
                <a:ea typeface="黑体" panose="02010609060101010101" pitchFamily="49" charset="-122"/>
              </a:rPr>
              <a:t>class &lt;</a:t>
            </a:r>
            <a:r>
              <a:rPr lang="zh-CN" altLang="en-US" sz="2800" dirty="0">
                <a:solidFill>
                  <a:srgbClr val="0000F1"/>
                </a:solidFill>
                <a:latin typeface="黑体" panose="02010609060101010101" pitchFamily="49" charset="-122"/>
                <a:ea typeface="黑体" panose="02010609060101010101" pitchFamily="49" charset="-122"/>
              </a:rPr>
              <a:t>派生类名</a:t>
            </a:r>
            <a:r>
              <a:rPr lang="en-US" altLang="zh-CN" sz="2800" dirty="0">
                <a:solidFill>
                  <a:srgbClr val="0000F1"/>
                </a:solidFill>
                <a:latin typeface="黑体" panose="02010609060101010101" pitchFamily="49" charset="-122"/>
                <a:ea typeface="黑体" panose="02010609060101010101" pitchFamily="49" charset="-122"/>
              </a:rPr>
              <a:t>&gt; : &lt;</a:t>
            </a:r>
            <a:r>
              <a:rPr lang="zh-CN" altLang="en-US" sz="2800" dirty="0">
                <a:solidFill>
                  <a:srgbClr val="0000F1"/>
                </a:solidFill>
                <a:latin typeface="黑体" panose="02010609060101010101" pitchFamily="49" charset="-122"/>
                <a:ea typeface="黑体" panose="02010609060101010101" pitchFamily="49" charset="-122"/>
              </a:rPr>
              <a:t>继承方式</a:t>
            </a:r>
            <a:r>
              <a:rPr lang="en-US" altLang="zh-CN" sz="2800" dirty="0">
                <a:solidFill>
                  <a:srgbClr val="0000F1"/>
                </a:solidFill>
                <a:latin typeface="黑体" panose="02010609060101010101" pitchFamily="49" charset="-122"/>
                <a:ea typeface="黑体" panose="02010609060101010101" pitchFamily="49" charset="-122"/>
              </a:rPr>
              <a:t>&gt; &lt;</a:t>
            </a:r>
            <a:r>
              <a:rPr lang="zh-CN" altLang="en-US" sz="2800" dirty="0">
                <a:solidFill>
                  <a:srgbClr val="0000F1"/>
                </a:solidFill>
                <a:latin typeface="黑体" panose="02010609060101010101" pitchFamily="49" charset="-122"/>
                <a:ea typeface="黑体" panose="02010609060101010101" pitchFamily="49" charset="-122"/>
              </a:rPr>
              <a:t>基类名</a:t>
            </a:r>
            <a:r>
              <a:rPr lang="en-US" altLang="zh-CN" sz="2800" dirty="0">
                <a:solidFill>
                  <a:srgbClr val="0000F1"/>
                </a:solidFill>
                <a:latin typeface="黑体" panose="02010609060101010101" pitchFamily="49" charset="-122"/>
                <a:ea typeface="黑体" panose="02010609060101010101" pitchFamily="49" charset="-122"/>
              </a:rPr>
              <a:t>&gt;</a:t>
            </a:r>
            <a:endParaRPr lang="en-US" altLang="zh-CN" sz="2800" dirty="0">
              <a:solidFill>
                <a:srgbClr val="0000F1"/>
              </a:solidFill>
              <a:latin typeface="黑体" panose="02010609060101010101" pitchFamily="49" charset="-122"/>
              <a:ea typeface="黑体" panose="02010609060101010101" pitchFamily="49" charset="-122"/>
            </a:endParaRPr>
          </a:p>
          <a:p>
            <a:pPr marL="457200" indent="-457200">
              <a:buClr>
                <a:srgbClr val="FF5050"/>
              </a:buClr>
              <a:buNone/>
            </a:pPr>
            <a:r>
              <a:rPr lang="en-US" altLang="zh-CN" sz="2800" dirty="0">
                <a:solidFill>
                  <a:srgbClr val="0000F1"/>
                </a:solidFill>
                <a:latin typeface="黑体" panose="02010609060101010101" pitchFamily="49" charset="-122"/>
                <a:ea typeface="黑体" panose="02010609060101010101" pitchFamily="49" charset="-122"/>
              </a:rPr>
              <a:t>       {</a:t>
            </a:r>
            <a:endParaRPr lang="en-US" altLang="zh-CN" sz="2800" dirty="0">
              <a:solidFill>
                <a:srgbClr val="0000F1"/>
              </a:solidFill>
              <a:latin typeface="黑体" panose="02010609060101010101" pitchFamily="49" charset="-122"/>
              <a:ea typeface="黑体" panose="02010609060101010101" pitchFamily="49" charset="-122"/>
            </a:endParaRPr>
          </a:p>
          <a:p>
            <a:pPr marL="457200" indent="-457200">
              <a:buClr>
                <a:srgbClr val="FF5050"/>
              </a:buClr>
              <a:buNone/>
            </a:pPr>
            <a:r>
              <a:rPr lang="en-US" altLang="zh-CN" sz="2800" dirty="0">
                <a:solidFill>
                  <a:srgbClr val="C00000"/>
                </a:solidFill>
                <a:latin typeface="黑体" panose="02010609060101010101" pitchFamily="49" charset="-122"/>
                <a:ea typeface="黑体" panose="02010609060101010101" pitchFamily="49" charset="-122"/>
              </a:rPr>
              <a:t>             &lt;</a:t>
            </a:r>
            <a:r>
              <a:rPr lang="zh-CN" altLang="en-US" sz="2800" dirty="0">
                <a:solidFill>
                  <a:srgbClr val="C00000"/>
                </a:solidFill>
                <a:latin typeface="黑体" panose="02010609060101010101" pitchFamily="49" charset="-122"/>
                <a:ea typeface="黑体" panose="02010609060101010101" pitchFamily="49" charset="-122"/>
              </a:rPr>
              <a:t>派生类新增加的数据成员</a:t>
            </a:r>
            <a:r>
              <a:rPr lang="en-US" altLang="zh-CN" sz="2800" dirty="0">
                <a:solidFill>
                  <a:srgbClr val="C00000"/>
                </a:solidFill>
                <a:latin typeface="黑体" panose="02010609060101010101" pitchFamily="49" charset="-122"/>
                <a:ea typeface="黑体" panose="02010609060101010101" pitchFamily="49" charset="-122"/>
              </a:rPr>
              <a:t>&gt;</a:t>
            </a:r>
            <a:endParaRPr lang="en-US" altLang="zh-CN" sz="2800" dirty="0">
              <a:solidFill>
                <a:srgbClr val="C00000"/>
              </a:solidFill>
              <a:latin typeface="黑体" panose="02010609060101010101" pitchFamily="49" charset="-122"/>
              <a:ea typeface="黑体" panose="02010609060101010101" pitchFamily="49" charset="-122"/>
            </a:endParaRPr>
          </a:p>
          <a:p>
            <a:pPr marL="457200" indent="-457200">
              <a:buClr>
                <a:srgbClr val="FF5050"/>
              </a:buClr>
              <a:buNone/>
            </a:pPr>
            <a:r>
              <a:rPr lang="en-US" altLang="zh-CN" sz="2800" dirty="0">
                <a:solidFill>
                  <a:srgbClr val="C00000"/>
                </a:solidFill>
                <a:latin typeface="黑体" panose="02010609060101010101" pitchFamily="49" charset="-122"/>
                <a:ea typeface="黑体" panose="02010609060101010101" pitchFamily="49" charset="-122"/>
              </a:rPr>
              <a:t>             &lt;</a:t>
            </a:r>
            <a:r>
              <a:rPr lang="zh-CN" altLang="en-US" sz="2800" dirty="0">
                <a:solidFill>
                  <a:srgbClr val="C00000"/>
                </a:solidFill>
                <a:latin typeface="黑体" panose="02010609060101010101" pitchFamily="49" charset="-122"/>
                <a:ea typeface="黑体" panose="02010609060101010101" pitchFamily="49" charset="-122"/>
              </a:rPr>
              <a:t>派生类新增加的成员函数</a:t>
            </a:r>
            <a:r>
              <a:rPr lang="en-US" altLang="zh-CN" sz="2800" dirty="0">
                <a:solidFill>
                  <a:srgbClr val="C00000"/>
                </a:solidFill>
                <a:latin typeface="黑体" panose="02010609060101010101" pitchFamily="49" charset="-122"/>
                <a:ea typeface="黑体" panose="02010609060101010101" pitchFamily="49" charset="-122"/>
              </a:rPr>
              <a:t>&gt;</a:t>
            </a:r>
            <a:endParaRPr lang="en-US" altLang="zh-CN" sz="2800" dirty="0">
              <a:solidFill>
                <a:srgbClr val="C00000"/>
              </a:solidFill>
              <a:latin typeface="黑体" panose="02010609060101010101" pitchFamily="49" charset="-122"/>
              <a:ea typeface="黑体" panose="02010609060101010101" pitchFamily="49" charset="-122"/>
            </a:endParaRPr>
          </a:p>
          <a:p>
            <a:pPr marL="457200" indent="-457200">
              <a:buClr>
                <a:srgbClr val="FF5050"/>
              </a:buClr>
              <a:buNone/>
            </a:pPr>
            <a:r>
              <a:rPr lang="en-US" altLang="zh-CN" sz="2800" dirty="0">
                <a:solidFill>
                  <a:srgbClr val="0000F1"/>
                </a:solidFill>
                <a:latin typeface="黑体" panose="02010609060101010101" pitchFamily="49" charset="-122"/>
                <a:ea typeface="黑体" panose="02010609060101010101" pitchFamily="49" charset="-122"/>
              </a:rPr>
              <a:t>       };</a:t>
            </a:r>
            <a:endParaRPr lang="en-US" altLang="zh-CN" sz="2800" dirty="0">
              <a:solidFill>
                <a:srgbClr val="0000F1"/>
              </a:solidFill>
              <a:latin typeface="黑体" panose="02010609060101010101" pitchFamily="49" charset="-122"/>
              <a:ea typeface="黑体" panose="02010609060101010101" pitchFamily="49" charset="-122"/>
            </a:endParaRPr>
          </a:p>
          <a:p>
            <a:pPr marL="457200" indent="-457200">
              <a:buClr>
                <a:srgbClr val="FF5050"/>
              </a:buClr>
              <a:buFont typeface="Wingdings" panose="05000000000000000000" pitchFamily="2" charset="2"/>
              <a:buChar char="p"/>
            </a:pPr>
            <a:endParaRPr lang="en-US" altLang="zh-CN" sz="2800" dirty="0">
              <a:solidFill>
                <a:srgbClr val="0000F1"/>
              </a:solidFill>
              <a:latin typeface="黑体" panose="02010609060101010101" pitchFamily="49" charset="-122"/>
              <a:ea typeface="黑体" panose="02010609060101010101" pitchFamily="49" charset="-122"/>
            </a:endParaRPr>
          </a:p>
          <a:p>
            <a:pPr marL="457200" indent="-457200">
              <a:buClr>
                <a:srgbClr val="FF5050"/>
              </a:buClr>
              <a:buFont typeface="Wingdings" panose="05000000000000000000" pitchFamily="2" charset="2"/>
              <a:buChar char="p"/>
            </a:pPr>
            <a:r>
              <a:rPr lang="zh-CN" altLang="en-US" sz="2800" dirty="0">
                <a:solidFill>
                  <a:srgbClr val="002673"/>
                </a:solidFill>
                <a:latin typeface="黑体" panose="02010609060101010101" pitchFamily="49" charset="-122"/>
                <a:ea typeface="黑体" panose="02010609060101010101" pitchFamily="49" charset="-122"/>
              </a:rPr>
              <a:t>继承方式包括: </a:t>
            </a:r>
            <a:endParaRPr lang="en-US" altLang="zh-CN" sz="2800" dirty="0">
              <a:solidFill>
                <a:srgbClr val="002673"/>
              </a:solidFill>
              <a:latin typeface="黑体" panose="02010609060101010101" pitchFamily="49" charset="-122"/>
              <a:ea typeface="黑体" panose="02010609060101010101" pitchFamily="49" charset="-122"/>
            </a:endParaRPr>
          </a:p>
          <a:p>
            <a:pPr marL="914400" lvl="1" indent="-457200">
              <a:buClr>
                <a:srgbClr val="FF5050"/>
              </a:buClr>
              <a:buFont typeface="Wingdings" panose="05000000000000000000" pitchFamily="2" charset="2"/>
              <a:buChar char="l"/>
            </a:pPr>
            <a:r>
              <a:rPr lang="en-US" altLang="zh-CN" sz="2800" dirty="0">
                <a:solidFill>
                  <a:srgbClr val="002673"/>
                </a:solidFill>
                <a:latin typeface="黑体" panose="02010609060101010101" pitchFamily="49" charset="-122"/>
                <a:ea typeface="黑体" panose="02010609060101010101" pitchFamily="49" charset="-122"/>
              </a:rPr>
              <a:t>public(</a:t>
            </a:r>
            <a:r>
              <a:rPr lang="zh-CN" altLang="en-US" sz="2800" dirty="0">
                <a:solidFill>
                  <a:srgbClr val="002673"/>
                </a:solidFill>
                <a:latin typeface="黑体" panose="02010609060101010101" pitchFamily="49" charset="-122"/>
                <a:ea typeface="黑体" panose="02010609060101010101" pitchFamily="49" charset="-122"/>
              </a:rPr>
              <a:t>公用的)</a:t>
            </a:r>
            <a:endParaRPr lang="en-US" altLang="zh-CN" sz="2800" dirty="0">
              <a:solidFill>
                <a:srgbClr val="002673"/>
              </a:solidFill>
              <a:latin typeface="黑体" panose="02010609060101010101" pitchFamily="49" charset="-122"/>
              <a:ea typeface="黑体" panose="02010609060101010101" pitchFamily="49" charset="-122"/>
            </a:endParaRPr>
          </a:p>
          <a:p>
            <a:pPr marL="914400" lvl="1" indent="-457200">
              <a:buClr>
                <a:srgbClr val="FF5050"/>
              </a:buClr>
              <a:buFont typeface="Wingdings" panose="05000000000000000000" pitchFamily="2" charset="2"/>
              <a:buChar char="l"/>
            </a:pPr>
            <a:r>
              <a:rPr lang="en-US" altLang="zh-CN" sz="2800" dirty="0">
                <a:solidFill>
                  <a:srgbClr val="002673"/>
                </a:solidFill>
                <a:latin typeface="黑体" panose="02010609060101010101" pitchFamily="49" charset="-122"/>
                <a:ea typeface="黑体" panose="02010609060101010101" pitchFamily="49" charset="-122"/>
              </a:rPr>
              <a:t>private(</a:t>
            </a:r>
            <a:r>
              <a:rPr lang="zh-CN" altLang="en-US" sz="2800" dirty="0">
                <a:solidFill>
                  <a:srgbClr val="002673"/>
                </a:solidFill>
                <a:latin typeface="黑体" panose="02010609060101010101" pitchFamily="49" charset="-122"/>
                <a:ea typeface="黑体" panose="02010609060101010101" pitchFamily="49" charset="-122"/>
              </a:rPr>
              <a:t>私有的)</a:t>
            </a:r>
            <a:endParaRPr lang="en-US" altLang="zh-CN" sz="2800" dirty="0">
              <a:solidFill>
                <a:srgbClr val="002673"/>
              </a:solidFill>
              <a:latin typeface="黑体" panose="02010609060101010101" pitchFamily="49" charset="-122"/>
              <a:ea typeface="黑体" panose="02010609060101010101" pitchFamily="49" charset="-122"/>
            </a:endParaRPr>
          </a:p>
          <a:p>
            <a:pPr marL="914400" lvl="1" indent="-457200">
              <a:buClr>
                <a:srgbClr val="FF5050"/>
              </a:buClr>
              <a:buFont typeface="Wingdings" panose="05000000000000000000" pitchFamily="2" charset="2"/>
              <a:buChar char="l"/>
            </a:pPr>
            <a:r>
              <a:rPr lang="en-US" altLang="zh-CN" sz="2800" dirty="0">
                <a:solidFill>
                  <a:srgbClr val="002673"/>
                </a:solidFill>
                <a:latin typeface="黑体" panose="02010609060101010101" pitchFamily="49" charset="-122"/>
                <a:ea typeface="黑体" panose="02010609060101010101" pitchFamily="49" charset="-122"/>
              </a:rPr>
              <a:t>protected(</a:t>
            </a:r>
            <a:r>
              <a:rPr lang="zh-CN" altLang="en-US" sz="2800" dirty="0">
                <a:solidFill>
                  <a:srgbClr val="002673"/>
                </a:solidFill>
                <a:latin typeface="黑体" panose="02010609060101010101" pitchFamily="49" charset="-122"/>
                <a:ea typeface="黑体" panose="02010609060101010101" pitchFamily="49" charset="-122"/>
              </a:rPr>
              <a:t>受保护的)。</a:t>
            </a:r>
            <a:endParaRPr lang="en-US" altLang="zh-CN" sz="2800" dirty="0">
              <a:solidFill>
                <a:srgbClr val="002673"/>
              </a:solidFill>
              <a:latin typeface="黑体" panose="02010609060101010101" pitchFamily="49" charset="-122"/>
              <a:ea typeface="黑体" panose="02010609060101010101" pitchFamily="49" charset="-122"/>
            </a:endParaRPr>
          </a:p>
          <a:p>
            <a:pPr marL="457200" indent="-457200">
              <a:buClr>
                <a:srgbClr val="FF5050"/>
              </a:buClr>
              <a:buNone/>
            </a:pPr>
            <a:r>
              <a:rPr lang="zh-CN" altLang="en-US" sz="2800" dirty="0">
                <a:solidFill>
                  <a:srgbClr val="002673"/>
                </a:solidFill>
                <a:latin typeface="黑体" panose="02010609060101010101" pitchFamily="49" charset="-122"/>
                <a:ea typeface="黑体" panose="02010609060101010101" pitchFamily="49" charset="-122"/>
              </a:rPr>
              <a:t>  此项可选。不写，默认</a:t>
            </a:r>
            <a:r>
              <a:rPr lang="en-US" altLang="zh-CN" sz="2800" dirty="0">
                <a:solidFill>
                  <a:srgbClr val="002673"/>
                </a:solidFill>
                <a:latin typeface="黑体" panose="02010609060101010101" pitchFamily="49" charset="-122"/>
                <a:ea typeface="黑体" panose="02010609060101010101" pitchFamily="49" charset="-122"/>
              </a:rPr>
              <a:t>private(</a:t>
            </a:r>
            <a:r>
              <a:rPr lang="zh-CN" altLang="en-US" sz="2800" dirty="0">
                <a:solidFill>
                  <a:srgbClr val="002673"/>
                </a:solidFill>
                <a:latin typeface="黑体" panose="02010609060101010101" pitchFamily="49" charset="-122"/>
                <a:ea typeface="黑体" panose="02010609060101010101" pitchFamily="49" charset="-122"/>
              </a:rPr>
              <a:t>私有的)。</a:t>
            </a:r>
            <a:endParaRPr lang="zh-CN" altLang="en-US" sz="2800" dirty="0">
              <a:solidFill>
                <a:srgbClr val="002673"/>
              </a:solidFill>
              <a:latin typeface="黑体" panose="02010609060101010101" pitchFamily="49" charset="-122"/>
              <a:ea typeface="黑体" panose="02010609060101010101" pitchFamily="49" charset="-122"/>
            </a:endParaRPr>
          </a:p>
          <a:p>
            <a:pPr marL="457200" indent="-457200">
              <a:buClr>
                <a:srgbClr val="FF5050"/>
              </a:buClr>
              <a:buNone/>
            </a:pPr>
            <a:endParaRPr lang="en-US" altLang="zh-CN" sz="2800" b="1" dirty="0">
              <a:solidFill>
                <a:srgbClr val="0000F1"/>
              </a:solidFill>
              <a:latin typeface="Times New Roman" panose="02020603050405020304" pitchFamily="18" charset="0"/>
              <a:ea typeface="楷体" panose="02010609060101010101" pitchFamily="49" charset="-122"/>
            </a:endParaRPr>
          </a:p>
          <a:p>
            <a:pPr marL="457200" indent="-457200">
              <a:buClr>
                <a:srgbClr val="FF5050"/>
              </a:buClr>
              <a:buNone/>
            </a:pPr>
            <a:endParaRPr lang="en-US" altLang="zh-CN" sz="2800" b="1" dirty="0">
              <a:solidFill>
                <a:schemeClr val="bg1"/>
              </a:solidFill>
              <a:latin typeface="Times New Roman" panose="02020603050405020304" pitchFamily="18" charset="0"/>
              <a:ea typeface="楷体" panose="02010609060101010101" pitchFamily="49" charset="-122"/>
            </a:endParaRPr>
          </a:p>
        </p:txBody>
      </p:sp>
      <p:sp>
        <p:nvSpPr>
          <p:cNvPr id="49156" name="标题 1"/>
          <p:cNvSpPr>
            <a:spLocks noGrp="1"/>
          </p:cNvSpPr>
          <p:nvPr>
            <p:ph type="title"/>
          </p:nvPr>
        </p:nvSpPr>
        <p:spPr>
          <a:xfrm>
            <a:off x="360363" y="84138"/>
            <a:ext cx="9072562"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单继承派生类定义格式</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内容占位符 2"/>
          <p:cNvSpPr>
            <a:spLocks noGrp="1"/>
          </p:cNvSpPr>
          <p:nvPr>
            <p:ph idx="1"/>
          </p:nvPr>
        </p:nvSpPr>
        <p:spPr>
          <a:xfrm>
            <a:off x="-360362" y="1065213"/>
            <a:ext cx="10080625" cy="5462587"/>
          </a:xfrm>
          <a:noFill/>
          <a:ln>
            <a:noFill/>
          </a:ln>
        </p:spPr>
        <p:txBody>
          <a:bodyPr/>
          <a:p>
            <a:pPr indent="-6350" eaLnBrk="1" hangingPunct="1">
              <a:buNone/>
            </a:pPr>
            <a:r>
              <a:rPr lang="zh-CN" altLang="en-US" sz="2800" dirty="0">
                <a:latin typeface="黑体" panose="02010609060101010101" pitchFamily="49" charset="-122"/>
                <a:ea typeface="黑体" panose="02010609060101010101" pitchFamily="49" charset="-122"/>
              </a:rPr>
              <a:t>假设已经声明了一个基类</a:t>
            </a:r>
            <a:r>
              <a:rPr lang="en-US" altLang="zh-CN" sz="2800" dirty="0">
                <a:latin typeface="黑体" panose="02010609060101010101" pitchFamily="49" charset="-122"/>
                <a:ea typeface="黑体" panose="02010609060101010101" pitchFamily="49" charset="-122"/>
              </a:rPr>
              <a:t>CPerson</a:t>
            </a:r>
            <a:r>
              <a:rPr lang="zh-CN" altLang="en-US" sz="2800" dirty="0">
                <a:latin typeface="黑体" panose="02010609060101010101" pitchFamily="49" charset="-122"/>
                <a:ea typeface="黑体" panose="02010609060101010101" pitchFamily="49" charset="-122"/>
              </a:rPr>
              <a:t>，在此基础上通过单继承建立一个派生类</a:t>
            </a:r>
            <a:r>
              <a:rPr lang="en-US" altLang="zh-CN" sz="2800" dirty="0">
                <a:latin typeface="黑体" panose="02010609060101010101" pitchFamily="49" charset="-122"/>
                <a:ea typeface="黑体" panose="02010609060101010101" pitchFamily="49" charset="-122"/>
              </a:rPr>
              <a:t>CStudent:</a:t>
            </a:r>
            <a:endParaRPr lang="en-US" altLang="zh-CN" sz="2800" dirty="0">
              <a:latin typeface="黑体" panose="02010609060101010101" pitchFamily="49" charset="-122"/>
              <a:ea typeface="黑体" panose="02010609060101010101" pitchFamily="49" charset="-122"/>
            </a:endParaRPr>
          </a:p>
          <a:p>
            <a:pPr indent="-6350" eaLnBrk="1" hangingPunct="1">
              <a:buNone/>
            </a:pPr>
            <a:r>
              <a:rPr lang="en-US" altLang="zh-CN" sz="2800" dirty="0">
                <a:solidFill>
                  <a:srgbClr val="663300"/>
                </a:solidFill>
                <a:latin typeface="黑体" panose="02010609060101010101" pitchFamily="49" charset="-122"/>
                <a:ea typeface="黑体" panose="02010609060101010101" pitchFamily="49" charset="-122"/>
              </a:rPr>
              <a:t>class CStudent: public CPerson</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声明基类是</a:t>
            </a:r>
            <a:r>
              <a:rPr lang="en-US" altLang="zh-CN" sz="2800" dirty="0">
                <a:latin typeface="黑体" panose="02010609060101010101" pitchFamily="49" charset="-122"/>
                <a:ea typeface="黑体" panose="02010609060101010101" pitchFamily="49" charset="-122"/>
              </a:rPr>
              <a:t>CPerson</a:t>
            </a:r>
            <a:endParaRPr lang="en-US" altLang="zh-CN" sz="2800" dirty="0">
              <a:latin typeface="黑体" panose="02010609060101010101" pitchFamily="49" charset="-122"/>
              <a:ea typeface="黑体" panose="02010609060101010101" pitchFamily="49" charset="-122"/>
            </a:endParaRPr>
          </a:p>
          <a:p>
            <a:pPr indent="-6350" eaLnBrk="1" hangingPunct="1">
              <a:buNone/>
            </a:pPr>
            <a:r>
              <a:rPr lang="en-US" altLang="zh-CN"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indent="-6350" eaLnBrk="1" hangingPunct="1">
              <a:buNone/>
            </a:pPr>
            <a:r>
              <a:rPr lang="en-US" altLang="zh-CN" sz="2800" dirty="0">
                <a:latin typeface="黑体" panose="02010609060101010101" pitchFamily="49" charset="-122"/>
                <a:ea typeface="黑体" panose="02010609060101010101" pitchFamily="49" charset="-122"/>
              </a:rPr>
              <a:t>  public:</a:t>
            </a:r>
            <a:endParaRPr lang="en-US" altLang="zh-CN" sz="2800" dirty="0">
              <a:latin typeface="黑体" panose="02010609060101010101" pitchFamily="49" charset="-122"/>
              <a:ea typeface="黑体" panose="02010609060101010101" pitchFamily="49" charset="-122"/>
            </a:endParaRPr>
          </a:p>
          <a:p>
            <a:pPr indent="-6350" eaLnBrk="1" hangingPunct="1">
              <a:buNone/>
            </a:pPr>
            <a:r>
              <a:rPr lang="en-US" altLang="zh-CN" sz="2800" dirty="0">
                <a:latin typeface="黑体" panose="02010609060101010101" pitchFamily="49" charset="-122"/>
                <a:ea typeface="黑体" panose="02010609060101010101" pitchFamily="49" charset="-122"/>
              </a:rPr>
              <a:t>     void display ( )    //</a:t>
            </a:r>
            <a:r>
              <a:rPr lang="zh-CN" altLang="en-US" sz="2800" dirty="0">
                <a:latin typeface="黑体" panose="02010609060101010101" pitchFamily="49" charset="-122"/>
                <a:ea typeface="黑体" panose="02010609060101010101" pitchFamily="49" charset="-122"/>
              </a:rPr>
              <a:t>新增加的成员函数</a:t>
            </a:r>
            <a:endParaRPr lang="zh-CN" altLang="en-US" sz="2800" dirty="0">
              <a:latin typeface="黑体" panose="02010609060101010101" pitchFamily="49" charset="-122"/>
              <a:ea typeface="黑体" panose="02010609060101010101" pitchFamily="49" charset="-122"/>
            </a:endParaRPr>
          </a:p>
          <a:p>
            <a:pPr indent="-6350" eaLnBrk="1" hangingPunct="1">
              <a:buNone/>
            </a:pPr>
            <a:r>
              <a:rPr lang="en-US" altLang="zh-CN" sz="2800" dirty="0">
                <a:latin typeface="黑体" panose="02010609060101010101" pitchFamily="49" charset="-122"/>
                <a:ea typeface="黑体" panose="02010609060101010101" pitchFamily="49" charset="-122"/>
              </a:rPr>
              <a:t>  private:</a:t>
            </a:r>
            <a:endParaRPr lang="en-US" altLang="zh-CN" sz="2800" dirty="0">
              <a:latin typeface="黑体" panose="02010609060101010101" pitchFamily="49" charset="-122"/>
              <a:ea typeface="黑体" panose="02010609060101010101" pitchFamily="49" charset="-122"/>
            </a:endParaRPr>
          </a:p>
          <a:p>
            <a:pPr indent="-6350" eaLnBrk="1" hangingPunct="1">
              <a:buNone/>
            </a:pPr>
            <a:r>
              <a:rPr lang="en-US" altLang="zh-CN" sz="2800" dirty="0">
                <a:latin typeface="黑体" panose="02010609060101010101" pitchFamily="49" charset="-122"/>
                <a:ea typeface="黑体" panose="02010609060101010101" pitchFamily="49" charset="-122"/>
              </a:rPr>
              <a:t>      string no, major;  //</a:t>
            </a:r>
            <a:r>
              <a:rPr lang="zh-CN" altLang="en-US" sz="2800" dirty="0">
                <a:latin typeface="黑体" panose="02010609060101010101" pitchFamily="49" charset="-122"/>
                <a:ea typeface="黑体" panose="02010609060101010101" pitchFamily="49" charset="-122"/>
              </a:rPr>
              <a:t>新增加的数据成员</a:t>
            </a:r>
            <a:endParaRPr lang="zh-CN" altLang="en-US" sz="2800" dirty="0">
              <a:latin typeface="黑体" panose="02010609060101010101" pitchFamily="49" charset="-122"/>
              <a:ea typeface="黑体" panose="02010609060101010101" pitchFamily="49" charset="-122"/>
            </a:endParaRPr>
          </a:p>
          <a:p>
            <a:pPr indent="-6350" eaLnBrk="1" hangingPunct="1">
              <a:buNone/>
            </a:pPr>
            <a:r>
              <a:rPr lang="en-US" altLang="zh-CN" sz="2800" dirty="0">
                <a:latin typeface="黑体" panose="02010609060101010101" pitchFamily="49" charset="-122"/>
                <a:ea typeface="黑体" panose="02010609060101010101" pitchFamily="49" charset="-122"/>
              </a:rPr>
              <a:t>      CDate enrollday;   //</a:t>
            </a:r>
            <a:r>
              <a:rPr lang="zh-CN" altLang="en-US" sz="2800" dirty="0">
                <a:latin typeface="黑体" panose="02010609060101010101" pitchFamily="49" charset="-122"/>
                <a:ea typeface="黑体" panose="02010609060101010101" pitchFamily="49" charset="-122"/>
              </a:rPr>
              <a:t>新增加的数据成员</a:t>
            </a:r>
            <a:endParaRPr lang="zh-CN" altLang="en-US" sz="2800" dirty="0">
              <a:latin typeface="黑体" panose="02010609060101010101" pitchFamily="49" charset="-122"/>
              <a:ea typeface="黑体" panose="02010609060101010101" pitchFamily="49" charset="-122"/>
            </a:endParaRPr>
          </a:p>
          <a:p>
            <a:pPr indent="-6350" eaLnBrk="1" hangingPunct="1">
              <a:buNone/>
            </a:pPr>
            <a:r>
              <a:rPr lang="zh-CN" altLang="en-US"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sp>
        <p:nvSpPr>
          <p:cNvPr id="51203"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51204" name="标题 1"/>
          <p:cNvSpPr txBox="1"/>
          <p:nvPr/>
        </p:nvSpPr>
        <p:spPr>
          <a:xfrm>
            <a:off x="1223963" y="19050"/>
            <a:ext cx="7345362" cy="823913"/>
          </a:xfrm>
          <a:prstGeom prst="rect">
            <a:avLst/>
          </a:prstGeom>
          <a:noFill/>
          <a:ln w="9525">
            <a:noFill/>
          </a:ln>
        </p:spPr>
        <p:txBody>
          <a:bodyPr anchor="ctr" anchorCtr="0"/>
          <a:p>
            <a:pPr algn="ctr">
              <a:buNone/>
            </a:pPr>
            <a:r>
              <a:rPr lang="zh-CN" altLang="en-US" sz="4000" b="1" dirty="0">
                <a:solidFill>
                  <a:schemeClr val="bg1"/>
                </a:solidFill>
                <a:latin typeface="宋体" panose="02010600030101010101" pitchFamily="2" charset="-122"/>
                <a:ea typeface="宋体" panose="02010600030101010101" pitchFamily="2" charset="-122"/>
              </a:rPr>
              <a:t>派生类定义举例 </a:t>
            </a:r>
            <a:endParaRPr lang="zh-CN" altLang="en-US" sz="40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矩形 5"/>
          <p:cNvSpPr>
            <a:spLocks noGrp="1"/>
          </p:cNvSpPr>
          <p:nvPr/>
        </p:nvSpPr>
        <p:spPr>
          <a:xfrm>
            <a:off x="31750" y="981075"/>
            <a:ext cx="9904413" cy="1584325"/>
          </a:xfrm>
          <a:prstGeom prst="rect">
            <a:avLst/>
          </a:prstGeom>
          <a:noFill/>
          <a:ln w="9525">
            <a:noFill/>
          </a:ln>
        </p:spPr>
        <p:txBody>
          <a:bodyPr lIns="45720" rIns="45720"/>
          <a:p>
            <a:pPr marL="45085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派生类中的成员分为两大部分: 一部分是</a:t>
            </a:r>
            <a:r>
              <a:rPr lang="zh-CN" altLang="en-US" sz="2800" dirty="0">
                <a:solidFill>
                  <a:srgbClr val="FF0000"/>
                </a:solidFill>
                <a:latin typeface="黑体" panose="02010609060101010101" pitchFamily="49" charset="-122"/>
                <a:ea typeface="黑体" panose="02010609060101010101" pitchFamily="49" charset="-122"/>
              </a:rPr>
              <a:t>从基类继承来的成员</a:t>
            </a:r>
            <a:r>
              <a:rPr lang="zh-CN" altLang="en-US" sz="2800" dirty="0">
                <a:latin typeface="黑体" panose="02010609060101010101" pitchFamily="49" charset="-122"/>
                <a:ea typeface="黑体" panose="02010609060101010101" pitchFamily="49" charset="-122"/>
              </a:rPr>
              <a:t>，另一部分是在声明派生类时</a:t>
            </a:r>
            <a:r>
              <a:rPr lang="zh-CN" altLang="en-US" sz="2800" dirty="0">
                <a:solidFill>
                  <a:srgbClr val="FF0000"/>
                </a:solidFill>
                <a:latin typeface="黑体" panose="02010609060101010101" pitchFamily="49" charset="-122"/>
                <a:ea typeface="黑体" panose="02010609060101010101" pitchFamily="49" charset="-122"/>
              </a:rPr>
              <a:t>增加的部分</a:t>
            </a:r>
            <a:r>
              <a:rPr lang="zh-CN" altLang="en-US" sz="2800" dirty="0">
                <a:latin typeface="黑体" panose="02010609060101010101" pitchFamily="49" charset="-122"/>
                <a:ea typeface="黑体" panose="02010609060101010101" pitchFamily="49" charset="-122"/>
              </a:rPr>
              <a:t>。每一部分均分别包括数据成员和成员函数。</a:t>
            </a:r>
            <a:endParaRPr lang="zh-CN" altLang="en-US" sz="2800" dirty="0">
              <a:latin typeface="黑体" panose="02010609060101010101" pitchFamily="49" charset="-122"/>
              <a:ea typeface="黑体" panose="02010609060101010101" pitchFamily="49" charset="-122"/>
            </a:endParaRPr>
          </a:p>
        </p:txBody>
      </p:sp>
      <p:sp>
        <p:nvSpPr>
          <p:cNvPr id="52227" name="标题 1"/>
          <p:cNvSpPr txBox="1"/>
          <p:nvPr/>
        </p:nvSpPr>
        <p:spPr>
          <a:xfrm>
            <a:off x="3384550" y="11113"/>
            <a:ext cx="3455988" cy="825500"/>
          </a:xfrm>
          <a:prstGeom prst="rect">
            <a:avLst/>
          </a:prstGeom>
          <a:noFill/>
          <a:ln w="9525">
            <a:noFill/>
          </a:ln>
        </p:spPr>
        <p:txBody>
          <a:bodyPr anchor="ctr" anchorCtr="0"/>
          <a:p>
            <a:pPr>
              <a:buNone/>
            </a:pPr>
            <a:r>
              <a:rPr lang="zh-CN" altLang="en-US" sz="4000" b="1" dirty="0">
                <a:solidFill>
                  <a:schemeClr val="bg1"/>
                </a:solidFill>
                <a:latin typeface="宋体" panose="02010600030101010101" pitchFamily="2" charset="-122"/>
                <a:ea typeface="宋体" panose="02010600030101010101" pitchFamily="2" charset="-122"/>
              </a:rPr>
              <a:t>派生类的构成</a:t>
            </a:r>
            <a:endParaRPr lang="zh-CN" altLang="en-US" sz="40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54275" name="矩形 2"/>
          <p:cNvSpPr>
            <a:spLocks noGrp="1"/>
          </p:cNvSpPr>
          <p:nvPr>
            <p:ph type="title"/>
          </p:nvPr>
        </p:nvSpPr>
        <p:spPr>
          <a:xfrm>
            <a:off x="1800225" y="84138"/>
            <a:ext cx="6192838"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继承</a:t>
            </a:r>
            <a:endParaRPr lang="zh-CN" altLang="en-US" sz="4000" dirty="0">
              <a:solidFill>
                <a:schemeClr val="bg1"/>
              </a:solidFill>
              <a:latin typeface="宋体" panose="02010600030101010101" pitchFamily="2" charset="-122"/>
              <a:ea typeface="宋体" panose="02010600030101010101" pitchFamily="2" charset="-122"/>
            </a:endParaRPr>
          </a:p>
        </p:txBody>
      </p:sp>
      <p:graphicFrame>
        <p:nvGraphicFramePr>
          <p:cNvPr id="4" name="表格 3"/>
          <p:cNvGraphicFramePr>
            <a:graphicFrameLocks noGrp="1"/>
          </p:cNvGraphicFramePr>
          <p:nvPr/>
        </p:nvGraphicFramePr>
        <p:xfrm>
          <a:off x="1511300" y="1196975"/>
          <a:ext cx="1441450" cy="3433763"/>
        </p:xfrm>
        <a:graphic>
          <a:graphicData uri="http://schemas.openxmlformats.org/drawingml/2006/table">
            <a:tbl>
              <a:tblPr/>
              <a:tblGrid>
                <a:gridCol w="1441450"/>
              </a:tblGrid>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基类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cs typeface="Tahoma" panose="020B0604030504040204" pitchFamily="34" charset="0"/>
                        </a:rPr>
                        <a:t>私有数据</a:t>
                      </a:r>
                      <a:endParaRPr kumimoji="0" lang="zh-CN" altLang="en-US" sz="24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kern="1200" cap="none" normalizeH="0" baseline="0" dirty="0">
                          <a:ln>
                            <a:noFill/>
                          </a:ln>
                          <a:solidFill>
                            <a:schemeClr val="accent2"/>
                          </a:solidFill>
                          <a:effectLst/>
                          <a:latin typeface="黑体" panose="02010609060101010101" pitchFamily="49" charset="-122"/>
                          <a:ea typeface="黑体" panose="02010609060101010101" pitchFamily="49" charset="-122"/>
                          <a:cs typeface="Tahoma" panose="020B0604030504040204" pitchFamily="34" charset="0"/>
                        </a:rPr>
                        <a:t>私有方法</a:t>
                      </a:r>
                      <a:endParaRPr kumimoji="0" lang="zh-CN" altLang="en-US" sz="2400" b="1" i="0" u="none" strike="noStrike" kern="1200" cap="none" normalizeH="0" baseline="0" dirty="0">
                        <a:ln>
                          <a:noFill/>
                        </a:ln>
                        <a:solidFill>
                          <a:schemeClr val="accent2"/>
                        </a:solidFill>
                        <a:effectLst/>
                        <a:latin typeface="黑体" panose="02010609060101010101" pitchFamily="49" charset="-122"/>
                        <a:ea typeface="黑体" panose="02010609060101010101" pitchFamily="49"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公有方法</a:t>
                      </a: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表格 9"/>
          <p:cNvGraphicFramePr>
            <a:graphicFrameLocks noGrp="1"/>
          </p:cNvGraphicFramePr>
          <p:nvPr/>
        </p:nvGraphicFramePr>
        <p:xfrm>
          <a:off x="5599113" y="1198563"/>
          <a:ext cx="2681288" cy="4406900"/>
        </p:xfrm>
        <a:graphic>
          <a:graphicData uri="http://schemas.openxmlformats.org/drawingml/2006/table">
            <a:tbl>
              <a:tblPr/>
              <a:tblGrid>
                <a:gridCol w="2681287"/>
              </a:tblGrid>
              <a:tr h="482600">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派生类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39" marR="91439" marT="45715" marB="45715"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kern="1200" cap="none" normalizeH="0" baseline="0" dirty="0">
                          <a:ln>
                            <a:noFill/>
                          </a:ln>
                          <a:solidFill>
                            <a:schemeClr val="accent2"/>
                          </a:solidFill>
                          <a:effectLst/>
                          <a:latin typeface="黑体" panose="02010609060101010101" pitchFamily="49" charset="-122"/>
                          <a:ea typeface="黑体" panose="02010609060101010101" pitchFamily="49" charset="-122"/>
                          <a:cs typeface="Tahoma" panose="020B0604030504040204" pitchFamily="34" charset="0"/>
                        </a:rPr>
                        <a:t>不可访问数据</a:t>
                      </a:r>
                      <a:endParaRPr kumimoji="0" lang="zh-CN" altLang="en-US" sz="2400" b="1" i="0" u="none" strike="noStrike" kern="1200" cap="none" normalizeH="0" baseline="0" dirty="0">
                        <a:ln>
                          <a:noFill/>
                        </a:ln>
                        <a:solidFill>
                          <a:schemeClr val="accent2"/>
                        </a:solidFill>
                        <a:effectLst/>
                        <a:latin typeface="黑体" panose="02010609060101010101" pitchFamily="49" charset="-122"/>
                        <a:ea typeface="黑体" panose="02010609060101010101" pitchFamily="49" charset="-122"/>
                        <a:cs typeface="Tahoma" panose="020B0604030504040204" pitchFamily="34" charset="0"/>
                      </a:endParaRPr>
                    </a:p>
                  </a:txBody>
                  <a:tcPr marL="91439" marR="91439"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39" marR="91439"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39" marR="91439"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kern="1200" cap="none" normalizeH="0" baseline="0" dirty="0">
                          <a:ln>
                            <a:noFill/>
                          </a:ln>
                          <a:solidFill>
                            <a:schemeClr val="accent2"/>
                          </a:solidFill>
                          <a:effectLst/>
                          <a:latin typeface="黑体" panose="02010609060101010101" pitchFamily="49" charset="-122"/>
                          <a:ea typeface="黑体" panose="02010609060101010101" pitchFamily="49" charset="-122"/>
                          <a:cs typeface="Tahoma" panose="020B0604030504040204" pitchFamily="34" charset="0"/>
                        </a:rPr>
                        <a:t>不可访问方法</a:t>
                      </a:r>
                      <a:endParaRPr kumimoji="0" lang="zh-CN" altLang="en-US" sz="2400" b="1" i="0" u="none" strike="noStrike" kern="1200" cap="none" normalizeH="0" baseline="0" dirty="0">
                        <a:ln>
                          <a:noFill/>
                        </a:ln>
                        <a:solidFill>
                          <a:schemeClr val="accent2"/>
                        </a:solidFill>
                        <a:effectLst/>
                        <a:latin typeface="黑体" panose="02010609060101010101" pitchFamily="49" charset="-122"/>
                        <a:ea typeface="黑体" panose="02010609060101010101" pitchFamily="49" charset="-122"/>
                        <a:cs typeface="Tahoma" panose="020B0604030504040204" pitchFamily="34" charset="0"/>
                      </a:endParaRPr>
                    </a:p>
                  </a:txBody>
                  <a:tcPr marL="91439" marR="91439"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39" marR="91439"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39" marR="91439"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39" marR="91439"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新增方法</a:t>
                      </a: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39" marR="91439"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右大括号 7"/>
          <p:cNvSpPr/>
          <p:nvPr/>
        </p:nvSpPr>
        <p:spPr>
          <a:xfrm>
            <a:off x="3024188" y="1716088"/>
            <a:ext cx="65088" cy="2808288"/>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w="0">
                <a:solidFill>
                  <a:schemeClr val="tx1"/>
                </a:solidFill>
              </a:ln>
              <a:solidFill>
                <a:schemeClr val="accent1"/>
              </a:solidFill>
              <a:effectLst>
                <a:outerShdw blurRad="38100" dist="25400" dir="5400000" algn="ctr" rotWithShape="0">
                  <a:srgbClr val="6E747A">
                    <a:alpha val="43000"/>
                  </a:srgbClr>
                </a:outerShdw>
              </a:effectLst>
              <a:uLnTx/>
              <a:uFillTx/>
              <a:latin typeface="+mn-lt"/>
              <a:ea typeface="+mn-ea"/>
              <a:cs typeface="+mn-cs"/>
            </a:endParaRPr>
          </a:p>
        </p:txBody>
      </p:sp>
      <p:sp>
        <p:nvSpPr>
          <p:cNvPr id="9" name="左大括号 8"/>
          <p:cNvSpPr/>
          <p:nvPr/>
        </p:nvSpPr>
        <p:spPr>
          <a:xfrm>
            <a:off x="5311775" y="1701800"/>
            <a:ext cx="150813" cy="3040063"/>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tx1"/>
              </a:solidFill>
              <a:effectLst/>
              <a:uLnTx/>
              <a:uFillTx/>
              <a:latin typeface="+mn-lt"/>
              <a:ea typeface="+mn-ea"/>
              <a:cs typeface="+mn-cs"/>
            </a:endParaRPr>
          </a:p>
        </p:txBody>
      </p:sp>
      <p:cxnSp>
        <p:nvCxnSpPr>
          <p:cNvPr id="12" name="直接箭头连接符 11"/>
          <p:cNvCxnSpPr/>
          <p:nvPr/>
        </p:nvCxnSpPr>
        <p:spPr>
          <a:xfrm flipH="1">
            <a:off x="3311525" y="2851150"/>
            <a:ext cx="18732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317" name="文本框 12"/>
          <p:cNvSpPr txBox="1"/>
          <p:nvPr/>
        </p:nvSpPr>
        <p:spPr>
          <a:xfrm>
            <a:off x="3455988" y="2365375"/>
            <a:ext cx="1512887" cy="400050"/>
          </a:xfrm>
          <a:prstGeom prst="rect">
            <a:avLst/>
          </a:prstGeom>
          <a:noFill/>
          <a:ln w="9525">
            <a:noFill/>
          </a:ln>
        </p:spPr>
        <p:txBody>
          <a:bodyPr>
            <a:spAutoFit/>
          </a:bodyPr>
          <a:p>
            <a:pPr algn="ctr">
              <a:buNone/>
            </a:pPr>
            <a:r>
              <a:rPr lang="zh-CN" altLang="en-US" sz="2000" b="1" dirty="0">
                <a:latin typeface="宋体" panose="02010600030101010101" pitchFamily="2" charset="-122"/>
                <a:ea typeface="宋体" panose="02010600030101010101" pitchFamily="2" charset="-122"/>
              </a:rPr>
              <a:t>    派生</a:t>
            </a:r>
            <a:endParaRPr lang="zh-CN" altLang="en-US" sz="2000" b="1" dirty="0">
              <a:latin typeface="宋体" panose="02010600030101010101" pitchFamily="2" charset="-122"/>
              <a:ea typeface="宋体" panose="02010600030101010101" pitchFamily="2" charset="-122"/>
            </a:endParaRPr>
          </a:p>
        </p:txBody>
      </p:sp>
      <p:sp>
        <p:nvSpPr>
          <p:cNvPr id="54318" name="文本框 13"/>
          <p:cNvSpPr txBox="1"/>
          <p:nvPr/>
        </p:nvSpPr>
        <p:spPr>
          <a:xfrm>
            <a:off x="3390900" y="2941638"/>
            <a:ext cx="1865313" cy="1014412"/>
          </a:xfrm>
          <a:prstGeom prst="rect">
            <a:avLst/>
          </a:prstGeom>
          <a:noFill/>
          <a:ln w="9525">
            <a:noFill/>
          </a:ln>
        </p:spPr>
        <p:txBody>
          <a:bodyPr>
            <a:spAutoFit/>
          </a:bodyPr>
          <a:p>
            <a:pPr algn="ctr">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public</a:t>
            </a:r>
            <a:endParaRPr lang="en-US" altLang="zh-CN" sz="2000" b="1" dirty="0">
              <a:latin typeface="宋体" panose="02010600030101010101" pitchFamily="2" charset="-122"/>
              <a:ea typeface="宋体" panose="02010600030101010101" pitchFamily="2" charset="-122"/>
            </a:endParaRPr>
          </a:p>
          <a:p>
            <a:pPr algn="ctr">
              <a:buNone/>
            </a:pPr>
            <a:r>
              <a:rPr lang="en-US" altLang="zh-CN" sz="2000" b="1" dirty="0">
                <a:latin typeface="宋体" panose="02010600030101010101" pitchFamily="2" charset="-122"/>
                <a:ea typeface="宋体" panose="02010600030101010101" pitchFamily="2" charset="-122"/>
              </a:rPr>
              <a:t>  private</a:t>
            </a:r>
            <a:endParaRPr lang="en-US" altLang="zh-CN" sz="2000" b="1" dirty="0">
              <a:latin typeface="宋体" panose="02010600030101010101" pitchFamily="2" charset="-122"/>
              <a:ea typeface="宋体" panose="02010600030101010101" pitchFamily="2" charset="-122"/>
            </a:endParaRPr>
          </a:p>
          <a:p>
            <a:pPr algn="ctr">
              <a:buNone/>
            </a:pPr>
            <a:r>
              <a:rPr lang="en-US" altLang="zh-CN" sz="2000" b="1" dirty="0">
                <a:latin typeface="宋体" panose="02010600030101010101" pitchFamily="2" charset="-122"/>
                <a:ea typeface="宋体" panose="02010600030101010101" pitchFamily="2" charset="-122"/>
              </a:rPr>
              <a:t>  protected</a:t>
            </a:r>
            <a:endParaRPr lang="zh-CN" altLang="en-US" sz="2000" b="1" dirty="0">
              <a:latin typeface="宋体" panose="02010600030101010101" pitchFamily="2" charset="-122"/>
              <a:ea typeface="宋体" panose="02010600030101010101" pitchFamily="2" charset="-122"/>
            </a:endParaRPr>
          </a:p>
        </p:txBody>
      </p:sp>
      <p:sp>
        <p:nvSpPr>
          <p:cNvPr id="2" name="文本框 1"/>
          <p:cNvSpPr txBox="1"/>
          <p:nvPr/>
        </p:nvSpPr>
        <p:spPr>
          <a:xfrm>
            <a:off x="1211263" y="5856288"/>
            <a:ext cx="8351837" cy="523875"/>
          </a:xfrm>
          <a:prstGeom prst="rect">
            <a:avLst/>
          </a:prstGeom>
          <a:noFill/>
          <a:ln w="9525">
            <a:noFill/>
          </a:ln>
        </p:spPr>
        <p:txBody>
          <a:bodyPr>
            <a:spAutoFit/>
          </a:bodyPr>
          <a:p>
            <a:pPr>
              <a:buNone/>
            </a:pPr>
            <a:r>
              <a:rPr lang="zh-CN" altLang="en-US" sz="2800" dirty="0">
                <a:solidFill>
                  <a:srgbClr val="FF0000"/>
                </a:solidFill>
                <a:latin typeface="黑体" panose="02010609060101010101" pitchFamily="49" charset="-122"/>
                <a:ea typeface="黑体" panose="02010609060101010101" pitchFamily="49" charset="-122"/>
              </a:rPr>
              <a:t>基类的保护和公有成员在派生类中的访问控制？</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3" name="矩形 2"/>
          <p:cNvSpPr/>
          <p:nvPr/>
        </p:nvSpPr>
        <p:spPr>
          <a:xfrm>
            <a:off x="3744913" y="2941638"/>
            <a:ext cx="1511300" cy="1135062"/>
          </a:xfrm>
          <a:prstGeom prst="rect">
            <a:avLst/>
          </a:prstGeom>
          <a:noFill/>
          <a:ln w="50800" cap="flat" cmpd="sng">
            <a:solidFill>
              <a:srgbClr val="FF0000"/>
            </a:solidFill>
            <a:prstDash val="solid"/>
            <a:round/>
            <a:headEnd type="none" w="med" len="med"/>
            <a:tailEnd type="none" w="med" len="sm"/>
          </a:ln>
        </p:spPr>
        <p:txBody>
          <a:bodyPr wrap="none" anchor="ctr" anchorCtr="0"/>
          <a:p>
            <a:pPr algn="ctr" eaLnBrk="1" latinLnBrk="1" hangingPunct="1">
              <a:lnSpc>
                <a:spcPct val="80000"/>
              </a:lnSpc>
              <a:spcBef>
                <a:spcPct val="50000"/>
              </a:spcBef>
              <a:buClr>
                <a:srgbClr val="FF0000"/>
              </a:buClr>
              <a:buFont typeface="Wingdings" panose="05000000000000000000" pitchFamily="2" charset="2"/>
            </a:pPr>
            <a:endParaRPr lang="zh-CN" altLang="en-US" dirty="0">
              <a:latin typeface="Gulim" pitchFamily="34" charset="-127"/>
              <a:ea typeface="Tahoma" panose="020B0604030504040204" pitchFamily="34" charset="0"/>
            </a:endParaRPr>
          </a:p>
        </p:txBody>
      </p:sp>
      <p:sp>
        <p:nvSpPr>
          <p:cNvPr id="6" name="矩形 5"/>
          <p:cNvSpPr/>
          <p:nvPr/>
        </p:nvSpPr>
        <p:spPr>
          <a:xfrm>
            <a:off x="1584325" y="2254250"/>
            <a:ext cx="608013" cy="879475"/>
          </a:xfrm>
          <a:prstGeom prst="rect">
            <a:avLst/>
          </a:prstGeom>
          <a:noFill/>
          <a:ln w="50800" cap="flat" cmpd="sng">
            <a:solidFill>
              <a:srgbClr val="FF0000"/>
            </a:solidFill>
            <a:prstDash val="solid"/>
            <a:round/>
            <a:headEnd type="none" w="med" len="med"/>
            <a:tailEnd type="none" w="med" len="sm"/>
          </a:ln>
        </p:spPr>
        <p:txBody>
          <a:bodyPr wrap="none" anchor="ctr" anchorCtr="0"/>
          <a:p>
            <a:pPr algn="ctr" eaLnBrk="1" latinLnBrk="1" hangingPunct="1">
              <a:lnSpc>
                <a:spcPct val="80000"/>
              </a:lnSpc>
              <a:spcBef>
                <a:spcPct val="50000"/>
              </a:spcBef>
              <a:buClr>
                <a:srgbClr val="FF0000"/>
              </a:buClr>
              <a:buFont typeface="Wingdings" panose="05000000000000000000" pitchFamily="2" charset="2"/>
            </a:pPr>
            <a:endParaRPr lang="zh-CN" altLang="en-US" dirty="0">
              <a:latin typeface="Gulim" pitchFamily="34" charset="-127"/>
              <a:ea typeface="Tahoma" panose="020B0604030504040204" pitchFamily="34" charset="0"/>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a:spLocks noGrp="1"/>
          </p:cNvSpPr>
          <p:nvPr/>
        </p:nvSpPr>
        <p:spPr>
          <a:xfrm>
            <a:off x="215900" y="1125538"/>
            <a:ext cx="9577388" cy="3529012"/>
          </a:xfrm>
          <a:prstGeom prst="rect">
            <a:avLst/>
          </a:prstGeom>
          <a:noFill/>
          <a:ln w="9525">
            <a:noFill/>
          </a:ln>
        </p:spPr>
        <p:txBody>
          <a:bodyPr lIns="45720" rIns="45720"/>
          <a:p>
            <a:pPr eaLnBrk="1" hangingPunct="1">
              <a:spcBef>
                <a:spcPts val="400"/>
              </a:spcBef>
              <a:buClr>
                <a:srgbClr val="2DA2BF"/>
              </a:buClr>
              <a:buSzPct val="68000"/>
              <a:buFont typeface="Wingdings 3" panose="05040102010807070707" pitchFamily="18" charset="2"/>
              <a:buNone/>
            </a:pPr>
            <a:r>
              <a:rPr lang="zh-CN" altLang="en-US" sz="2800" dirty="0">
                <a:solidFill>
                  <a:srgbClr val="000000"/>
                </a:solidFill>
                <a:latin typeface="黑体" panose="02010609060101010101" pitchFamily="49" charset="-122"/>
                <a:ea typeface="黑体" panose="02010609060101010101" pitchFamily="49" charset="-122"/>
              </a:rPr>
              <a:t>构造一个派生类包括以下3部分工作: </a:t>
            </a:r>
            <a:endParaRPr lang="en-US" altLang="zh-CN" sz="2800" dirty="0">
              <a:solidFill>
                <a:srgbClr val="000000"/>
              </a:solidFill>
              <a:latin typeface="黑体" panose="02010609060101010101" pitchFamily="49" charset="-122"/>
              <a:ea typeface="黑体" panose="02010609060101010101" pitchFamily="49" charset="-122"/>
            </a:endParaRPr>
          </a:p>
          <a:p>
            <a:pPr eaLnBrk="1" hangingPunct="1">
              <a:spcBef>
                <a:spcPts val="400"/>
              </a:spcBef>
              <a:buClr>
                <a:srgbClr val="FF0000"/>
              </a:buClr>
              <a:buSzPct val="100000"/>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从基类接收成员。派生类把基类全部的成员(</a:t>
            </a:r>
            <a:r>
              <a:rPr lang="zh-CN" altLang="en-US" sz="2800" dirty="0">
                <a:solidFill>
                  <a:srgbClr val="FF0000"/>
                </a:solidFill>
                <a:latin typeface="黑体" panose="02010609060101010101" pitchFamily="49" charset="-122"/>
                <a:ea typeface="黑体" panose="02010609060101010101" pitchFamily="49" charset="-122"/>
              </a:rPr>
              <a:t>不包括构造函数和析构函数</a:t>
            </a:r>
            <a:r>
              <a:rPr lang="zh-CN" altLang="en-US" sz="2800" dirty="0">
                <a:solidFill>
                  <a:srgbClr val="000000"/>
                </a:solidFill>
                <a:latin typeface="黑体" panose="02010609060101010101" pitchFamily="49" charset="-122"/>
                <a:ea typeface="黑体" panose="02010609060101010101" pitchFamily="49" charset="-122"/>
              </a:rPr>
              <a:t>)接收过来，也就是说是没有选择的，不能选择接收其中一部分成员，而舍弃另一部分成员。</a:t>
            </a:r>
            <a:endParaRPr lang="zh-CN" altLang="en-US" sz="2800" dirty="0">
              <a:solidFill>
                <a:srgbClr val="000000"/>
              </a:solidFill>
              <a:latin typeface="黑体" panose="02010609060101010101" pitchFamily="49" charset="-122"/>
              <a:ea typeface="黑体" panose="02010609060101010101" pitchFamily="49" charset="-122"/>
            </a:endParaRPr>
          </a:p>
          <a:p>
            <a:pPr eaLnBrk="1" hangingPunct="1">
              <a:spcBef>
                <a:spcPts val="400"/>
              </a:spcBef>
              <a:buClr>
                <a:srgbClr val="2DA2BF"/>
              </a:buClr>
              <a:buSzPct val="68000"/>
              <a:buFont typeface="Wingdings 3" panose="05040102010807070707" pitchFamily="18" charset="2"/>
              <a:buNone/>
            </a:pPr>
            <a:r>
              <a:rPr lang="zh-CN" altLang="en-US" sz="2800" dirty="0">
                <a:solidFill>
                  <a:srgbClr val="000000"/>
                </a:solidFill>
                <a:latin typeface="黑体" panose="02010609060101010101" pitchFamily="49" charset="-122"/>
                <a:ea typeface="黑体" panose="02010609060101010101" pitchFamily="49" charset="-122"/>
              </a:rPr>
              <a:t>    </a:t>
            </a:r>
            <a:endParaRPr lang="en-US" altLang="zh-CN" sz="2800" dirty="0">
              <a:solidFill>
                <a:srgbClr val="000000"/>
              </a:solidFill>
              <a:latin typeface="黑体" panose="02010609060101010101" pitchFamily="49" charset="-122"/>
              <a:ea typeface="黑体" panose="02010609060101010101" pitchFamily="49" charset="-122"/>
            </a:endParaRPr>
          </a:p>
          <a:p>
            <a:pPr eaLnBrk="1" hangingPunct="1">
              <a:spcBef>
                <a:spcPts val="400"/>
              </a:spcBef>
              <a:buClr>
                <a:srgbClr val="2DA2BF"/>
              </a:buClr>
              <a:buSzPct val="68000"/>
              <a:buFont typeface="Wingdings 3" panose="05040102010807070707" pitchFamily="18" charset="2"/>
              <a:buNone/>
            </a:pPr>
            <a:r>
              <a:rPr lang="en-US" altLang="zh-CN" sz="2800" dirty="0">
                <a:solidFill>
                  <a:srgbClr val="000000"/>
                </a:solidFill>
                <a:latin typeface="黑体" panose="02010609060101010101" pitchFamily="49" charset="-122"/>
                <a:ea typeface="黑体" panose="02010609060101010101" pitchFamily="49" charset="-122"/>
              </a:rPr>
              <a:t>   </a:t>
            </a:r>
            <a:r>
              <a:rPr lang="zh-CN" altLang="en-US" sz="2800" dirty="0">
                <a:solidFill>
                  <a:srgbClr val="000000"/>
                </a:solidFill>
                <a:latin typeface="黑体" panose="02010609060101010101" pitchFamily="49" charset="-122"/>
                <a:ea typeface="黑体" panose="02010609060101010101" pitchFamily="49" charset="-122"/>
              </a:rPr>
              <a:t>根据派生类的需要慎重选择基类，使冗余量最小。事实上，有些类是专门作为基类而设计的，在设计时充分考虑到派生类的要求。</a:t>
            </a:r>
            <a:endParaRPr lang="zh-CN" altLang="en-US" sz="2800" dirty="0">
              <a:solidFill>
                <a:srgbClr val="000000"/>
              </a:solidFill>
              <a:latin typeface="黑体" panose="02010609060101010101" pitchFamily="49" charset="-122"/>
              <a:ea typeface="黑体" panose="02010609060101010101" pitchFamily="49" charset="-122"/>
            </a:endParaRPr>
          </a:p>
          <a:p>
            <a:pPr eaLnBrk="1" hangingPunct="1">
              <a:spcBef>
                <a:spcPts val="400"/>
              </a:spcBef>
              <a:buClr>
                <a:srgbClr val="2DA2BF"/>
              </a:buClr>
              <a:buSzPct val="68000"/>
              <a:buFont typeface="Wingdings 3" panose="05040102010807070707" pitchFamily="18" charset="2"/>
              <a:buNone/>
            </a:pPr>
            <a:endParaRPr lang="zh-CN" altLang="en-US" sz="2700" b="1" dirty="0">
              <a:solidFill>
                <a:srgbClr val="000000"/>
              </a:solidFill>
              <a:latin typeface="Times New Roman" panose="02020603050405020304" pitchFamily="18" charset="0"/>
              <a:ea typeface="黑体" panose="02010609060101010101" pitchFamily="49" charset="-122"/>
            </a:endParaRPr>
          </a:p>
        </p:txBody>
      </p:sp>
      <p:sp>
        <p:nvSpPr>
          <p:cNvPr id="55299" name="矩形 2"/>
          <p:cNvSpPr>
            <a:spLocks noGrp="1"/>
          </p:cNvSpPr>
          <p:nvPr>
            <p:ph type="title"/>
          </p:nvPr>
        </p:nvSpPr>
        <p:spPr>
          <a:xfrm>
            <a:off x="1800225" y="84138"/>
            <a:ext cx="6192838"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派生类</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charRg st="19" end="9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charRg st="98" end="15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矩形 4"/>
          <p:cNvSpPr>
            <a:spLocks noGrp="1"/>
          </p:cNvSpPr>
          <p:nvPr/>
        </p:nvSpPr>
        <p:spPr>
          <a:xfrm>
            <a:off x="144463" y="1052513"/>
            <a:ext cx="9791700" cy="6192837"/>
          </a:xfrm>
          <a:prstGeom prst="rect">
            <a:avLst/>
          </a:prstGeom>
          <a:noFill/>
          <a:ln w="9525">
            <a:noFill/>
          </a:ln>
        </p:spPr>
        <p:txBody>
          <a:bodyPr lIns="45720" rIns="45720"/>
          <a:p>
            <a:pPr marL="45720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调整从基类接收的成员。接收基类成员是程序人员不能选择的，但是程序人员可以对这些成员作某些调整。</a:t>
            </a:r>
            <a:endParaRPr lang="zh-CN" altLang="en-US" sz="2800" dirty="0">
              <a:latin typeface="黑体" panose="02010609060101010101" pitchFamily="49" charset="-122"/>
              <a:ea typeface="黑体" panose="02010609060101010101" pitchFamily="49" charset="-122"/>
            </a:endParaRPr>
          </a:p>
        </p:txBody>
      </p:sp>
      <p:sp>
        <p:nvSpPr>
          <p:cNvPr id="4" name="文本框 3"/>
          <p:cNvSpPr txBox="1"/>
          <p:nvPr/>
        </p:nvSpPr>
        <p:spPr>
          <a:xfrm>
            <a:off x="144463" y="2636838"/>
            <a:ext cx="9791700" cy="2246312"/>
          </a:xfrm>
          <a:prstGeom prst="rect">
            <a:avLst/>
          </a:prstGeom>
          <a:noFill/>
          <a:ln w="9525">
            <a:noFill/>
          </a:ln>
        </p:spPr>
        <p:txBody>
          <a:bodyPr>
            <a:spAutoFit/>
          </a:bodyPr>
          <a:p>
            <a:pPr marL="457200" indent="-457200" eaLnBrk="1" hangingPunct="1">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声明派生类时增加的成员。这部分内容是很重要的，它体现了派生类对基类功能的扩展。</a:t>
            </a:r>
            <a:endParaRPr lang="en-US" altLang="zh-CN" sz="2800" dirty="0">
              <a:latin typeface="黑体" panose="02010609060101010101" pitchFamily="49" charset="-122"/>
              <a:ea typeface="黑体" panose="02010609060101010101" pitchFamily="49" charset="-122"/>
            </a:endParaRPr>
          </a:p>
          <a:p>
            <a:pPr marL="457200" indent="-457200" eaLnBrk="1" hangingPunct="1">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此外，在声明派生类时，一般还应当自己定义派生类的构造函数和析构函数，因为构造函数和析构函数是不能从基类继承的。</a:t>
            </a:r>
            <a:endParaRPr lang="zh-CN" altLang="en-US" sz="2800" dirty="0">
              <a:latin typeface="黑体" panose="02010609060101010101" pitchFamily="49" charset="-122"/>
              <a:ea typeface="黑体" panose="02010609060101010101" pitchFamily="49" charset="-122"/>
            </a:endParaRPr>
          </a:p>
        </p:txBody>
      </p:sp>
      <p:sp>
        <p:nvSpPr>
          <p:cNvPr id="56324" name="矩形 2"/>
          <p:cNvSpPr>
            <a:spLocks noGrp="1"/>
          </p:cNvSpPr>
          <p:nvPr>
            <p:ph type="title"/>
          </p:nvPr>
        </p:nvSpPr>
        <p:spPr>
          <a:xfrm>
            <a:off x="1800225" y="84138"/>
            <a:ext cx="6192838"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派生类</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charRg st="0" end="4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charRg st="40" end="9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幻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57347" name="矩形 4"/>
          <p:cNvSpPr>
            <a:spLocks noGrp="1"/>
          </p:cNvSpPr>
          <p:nvPr/>
        </p:nvSpPr>
        <p:spPr>
          <a:xfrm>
            <a:off x="66675" y="1052513"/>
            <a:ext cx="9942513" cy="4537075"/>
          </a:xfrm>
          <a:prstGeom prst="rect">
            <a:avLst/>
          </a:prstGeom>
          <a:noFill/>
          <a:ln w="9525">
            <a:noFill/>
          </a:ln>
        </p:spPr>
        <p:txBody>
          <a:bodyPr lIns="45720" rIns="45720"/>
          <a:p>
            <a:pPr marL="45720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既然派生类中包含基类成员和派生类自己增加的成员，就产生了这两部分成员的关系和访问属性的问题。</a:t>
            </a:r>
            <a:endParaRPr lang="en-US" altLang="zh-CN" sz="2800" dirty="0">
              <a:latin typeface="黑体" panose="02010609060101010101" pitchFamily="49" charset="-122"/>
              <a:ea typeface="黑体" panose="02010609060101010101" pitchFamily="49" charset="-122"/>
            </a:endParaRPr>
          </a:p>
          <a:p>
            <a:pPr marL="457200" indent="-457200" eaLnBrk="1" hangingPunct="1">
              <a:spcBef>
                <a:spcPts val="400"/>
              </a:spcBef>
              <a:buClr>
                <a:srgbClr val="FF0000"/>
              </a:buClr>
              <a:buSzPct val="100000"/>
              <a:buFont typeface="Wingdings" panose="05000000000000000000" pitchFamily="2" charset="2"/>
              <a:buChar char="p"/>
            </a:pPr>
            <a:endParaRPr lang="en-US" altLang="zh-CN" sz="2800" dirty="0">
              <a:latin typeface="黑体" panose="02010609060101010101" pitchFamily="49" charset="-122"/>
              <a:ea typeface="黑体" panose="02010609060101010101" pitchFamily="49" charset="-122"/>
            </a:endParaRPr>
          </a:p>
          <a:p>
            <a:pPr marL="45720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在建立派生类的时候，并不是简单地把基类的私有成员直接作为派生类的私有成员，把基类的公用成员直接作为派生类的公用成员。</a:t>
            </a:r>
            <a:endParaRPr lang="en-US" altLang="zh-CN" sz="2800" dirty="0">
              <a:latin typeface="黑体" panose="02010609060101010101" pitchFamily="49" charset="-122"/>
              <a:ea typeface="黑体" panose="02010609060101010101" pitchFamily="49" charset="-122"/>
            </a:endParaRPr>
          </a:p>
          <a:p>
            <a:pPr marL="457200" indent="-457200" eaLnBrk="1" hangingPunct="1">
              <a:spcBef>
                <a:spcPts val="400"/>
              </a:spcBef>
              <a:buClr>
                <a:srgbClr val="FF0000"/>
              </a:buClr>
              <a:buSzPct val="100000"/>
              <a:buFont typeface="Wingdings" panose="05000000000000000000" pitchFamily="2" charset="2"/>
              <a:buChar char="p"/>
            </a:pPr>
            <a:endParaRPr lang="en-US" altLang="zh-CN" sz="2800" dirty="0">
              <a:latin typeface="黑体" panose="02010609060101010101" pitchFamily="49" charset="-122"/>
              <a:ea typeface="黑体" panose="02010609060101010101" pitchFamily="49" charset="-122"/>
            </a:endParaRPr>
          </a:p>
          <a:p>
            <a:pPr marL="45720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对基类成员和派生类自己增加的成员是按不同的原则处理的。</a:t>
            </a:r>
            <a:endParaRPr lang="zh-CN" altLang="en-US" sz="2800" dirty="0">
              <a:latin typeface="黑体" panose="02010609060101010101" pitchFamily="49" charset="-122"/>
              <a:ea typeface="黑体" panose="02010609060101010101" pitchFamily="49" charset="-122"/>
            </a:endParaRPr>
          </a:p>
        </p:txBody>
      </p:sp>
      <p:sp>
        <p:nvSpPr>
          <p:cNvPr id="57348" name="矩形 2"/>
          <p:cNvSpPr>
            <a:spLocks noGrp="1"/>
          </p:cNvSpPr>
          <p:nvPr>
            <p:ph type="title"/>
          </p:nvPr>
        </p:nvSpPr>
        <p:spPr>
          <a:xfrm>
            <a:off x="1800225" y="84138"/>
            <a:ext cx="6192838"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派生类</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7">
                                            <p:txEl>
                                              <p:charRg st="48" end="10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xEl>
                                              <p:charRg st="108" end="13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内容占位符 2"/>
          <p:cNvSpPr>
            <a:spLocks noGrp="1"/>
          </p:cNvSpPr>
          <p:nvPr>
            <p:ph idx="1"/>
          </p:nvPr>
        </p:nvSpPr>
        <p:spPr>
          <a:xfrm>
            <a:off x="34925" y="1125538"/>
            <a:ext cx="9901238" cy="4524375"/>
          </a:xfrm>
          <a:noFill/>
          <a:ln>
            <a:noFill/>
          </a:ln>
        </p:spPr>
        <p:txBody>
          <a:bodyPr/>
          <a:p>
            <a:pPr eaLnBrk="1" hangingPunct="1">
              <a:buClr>
                <a:srgbClr val="FF0000"/>
              </a:buClr>
              <a:buFont typeface="Wingdings" panose="05000000000000000000" pitchFamily="2" charset="2"/>
              <a:buChar char="p"/>
            </a:pPr>
            <a:r>
              <a:rPr lang="en-US" altLang="zh-CN" sz="2800" dirty="0">
                <a:solidFill>
                  <a:srgbClr val="FF0000"/>
                </a:solidFill>
                <a:latin typeface="黑体" panose="02010609060101010101" pitchFamily="49" charset="-122"/>
                <a:ea typeface="黑体" panose="02010609060101010101" pitchFamily="49" charset="-122"/>
              </a:rPr>
              <a:t>private</a:t>
            </a:r>
            <a:r>
              <a:rPr lang="zh-CN" altLang="en-US" sz="2800" dirty="0">
                <a:solidFill>
                  <a:srgbClr val="FF0000"/>
                </a:solidFill>
                <a:latin typeface="黑体" panose="02010609060101010101" pitchFamily="49" charset="-122"/>
                <a:ea typeface="黑体" panose="02010609060101010101" pitchFamily="49" charset="-122"/>
              </a:rPr>
              <a:t>（私有）</a:t>
            </a:r>
            <a:r>
              <a:rPr lang="zh-CN" altLang="en-US" sz="2800" dirty="0">
                <a:latin typeface="黑体" panose="02010609060101010101" pitchFamily="49" charset="-122"/>
                <a:ea typeface="黑体" panose="02010609060101010101" pitchFamily="49" charset="-122"/>
              </a:rPr>
              <a:t>：在</a:t>
            </a:r>
            <a:r>
              <a:rPr lang="en-US" altLang="zh-CN" sz="2800" dirty="0">
                <a:latin typeface="黑体" panose="02010609060101010101" pitchFamily="49" charset="-122"/>
                <a:ea typeface="黑体" panose="02010609060101010101" pitchFamily="49" charset="-122"/>
              </a:rPr>
              <a:t>private</a:t>
            </a:r>
            <a:r>
              <a:rPr lang="zh-CN" altLang="en-US" sz="2800" dirty="0">
                <a:latin typeface="黑体" panose="02010609060101010101" pitchFamily="49" charset="-122"/>
                <a:ea typeface="黑体" panose="02010609060101010101" pitchFamily="49" charset="-122"/>
              </a:rPr>
              <a:t>后声明的成员称为私有成员，这些私有数据成员与私有成员函数只能在类中的成员函数内访问；</a:t>
            </a:r>
            <a:endParaRPr lang="en-US" altLang="zh-CN" sz="2800" dirty="0">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p"/>
            </a:pPr>
            <a:endParaRPr lang="zh-CN" altLang="en-US" sz="2800" dirty="0">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p"/>
            </a:pPr>
            <a:r>
              <a:rPr lang="en-US" altLang="zh-CN" sz="2800" dirty="0">
                <a:solidFill>
                  <a:srgbClr val="FF0000"/>
                </a:solidFill>
                <a:latin typeface="黑体" panose="02010609060101010101" pitchFamily="49" charset="-122"/>
                <a:ea typeface="黑体" panose="02010609060101010101" pitchFamily="49" charset="-122"/>
              </a:rPr>
              <a:t>public(</a:t>
            </a:r>
            <a:r>
              <a:rPr lang="zh-CN" altLang="en-US" sz="2800" dirty="0">
                <a:solidFill>
                  <a:srgbClr val="FF0000"/>
                </a:solidFill>
                <a:latin typeface="黑体" panose="02010609060101010101" pitchFamily="49" charset="-122"/>
                <a:ea typeface="黑体" panose="02010609060101010101" pitchFamily="49" charset="-122"/>
              </a:rPr>
              <a:t>公有）</a:t>
            </a:r>
            <a:r>
              <a:rPr lang="zh-CN" altLang="en-US" sz="2800" dirty="0">
                <a:latin typeface="黑体" panose="02010609060101010101" pitchFamily="49" charset="-122"/>
                <a:ea typeface="黑体" panose="02010609060101010101" pitchFamily="49" charset="-122"/>
              </a:rPr>
              <a:t>：在</a:t>
            </a:r>
            <a:r>
              <a:rPr lang="en-US" altLang="zh-CN" sz="2800" dirty="0">
                <a:latin typeface="黑体" panose="02010609060101010101" pitchFamily="49" charset="-122"/>
                <a:ea typeface="黑体" panose="02010609060101010101" pitchFamily="49" charset="-122"/>
              </a:rPr>
              <a:t>public</a:t>
            </a:r>
            <a:r>
              <a:rPr lang="zh-CN" altLang="en-US" sz="2800" dirty="0">
                <a:latin typeface="黑体" panose="02010609060101010101" pitchFamily="49" charset="-122"/>
                <a:ea typeface="黑体" panose="02010609060101010101" pitchFamily="49" charset="-122"/>
              </a:rPr>
              <a:t>后声明的成员称为公有成员，公有数据成员及公有成员函数用于描述一个类与外部世界的界面，其它类的函数成员（其它程序）也可访问这些公有成员。</a:t>
            </a:r>
            <a:endParaRPr lang="zh-CN" altLang="en-US" sz="2800" dirty="0">
              <a:latin typeface="黑体" panose="02010609060101010101" pitchFamily="49" charset="-122"/>
              <a:ea typeface="黑体" panose="02010609060101010101" pitchFamily="49" charset="-122"/>
            </a:endParaRPr>
          </a:p>
        </p:txBody>
      </p:sp>
      <p:sp>
        <p:nvSpPr>
          <p:cNvPr id="58371" name="标题 1"/>
          <p:cNvSpPr>
            <a:spLocks noGrp="1"/>
          </p:cNvSpPr>
          <p:nvPr>
            <p:ph type="title"/>
          </p:nvPr>
        </p:nvSpPr>
        <p:spPr>
          <a:xfrm>
            <a:off x="925513" y="65088"/>
            <a:ext cx="8229600"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类定义中的“访问控制”的含义</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58372"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内容占位符 2"/>
          <p:cNvSpPr>
            <a:spLocks noGrp="1"/>
          </p:cNvSpPr>
          <p:nvPr>
            <p:ph idx="1"/>
          </p:nvPr>
        </p:nvSpPr>
        <p:spPr>
          <a:xfrm>
            <a:off x="71438" y="1052513"/>
            <a:ext cx="9793287" cy="4524375"/>
          </a:xfrm>
          <a:noFill/>
          <a:ln>
            <a:noFill/>
          </a:ln>
        </p:spPr>
        <p:txBody>
          <a:bodyPr/>
          <a:p>
            <a:pPr eaLnBrk="1" hangingPunct="1">
              <a:buClr>
                <a:srgbClr val="FF0000"/>
              </a:buClr>
              <a:buFont typeface="Wingdings" panose="05000000000000000000" pitchFamily="2" charset="2"/>
              <a:buChar char="p"/>
            </a:pPr>
            <a:r>
              <a:rPr lang="en-US" altLang="zh-CN" sz="2800" dirty="0">
                <a:solidFill>
                  <a:srgbClr val="FF0000"/>
                </a:solidFill>
                <a:latin typeface="黑体" panose="02010609060101010101" pitchFamily="49" charset="-122"/>
                <a:ea typeface="黑体" panose="02010609060101010101" pitchFamily="49" charset="-122"/>
              </a:rPr>
              <a:t>protected</a:t>
            </a:r>
            <a:r>
              <a:rPr lang="zh-CN" altLang="en-US" sz="2800" dirty="0">
                <a:solidFill>
                  <a:srgbClr val="FF0000"/>
                </a:solidFill>
                <a:latin typeface="黑体" panose="02010609060101010101" pitchFamily="49" charset="-122"/>
                <a:ea typeface="黑体" panose="02010609060101010101" pitchFamily="49" charset="-122"/>
              </a:rPr>
              <a:t>（保护）：</a:t>
            </a:r>
            <a:r>
              <a:rPr lang="zh-CN" altLang="en-US" sz="2800" dirty="0">
                <a:latin typeface="黑体" panose="02010609060101010101" pitchFamily="49" charset="-122"/>
                <a:ea typeface="黑体" panose="02010609060101010101" pitchFamily="49" charset="-122"/>
              </a:rPr>
              <a:t>保护成员具有</a:t>
            </a:r>
            <a:r>
              <a:rPr lang="en-US" altLang="zh-CN" sz="2800" dirty="0">
                <a:latin typeface="黑体" panose="02010609060101010101" pitchFamily="49" charset="-122"/>
                <a:ea typeface="黑体" panose="02010609060101010101" pitchFamily="49" charset="-122"/>
              </a:rPr>
              <a:t>private</a:t>
            </a:r>
            <a:r>
              <a:rPr lang="zh-CN" altLang="en-US" sz="2800" dirty="0">
                <a:latin typeface="黑体" panose="02010609060101010101" pitchFamily="49" charset="-122"/>
                <a:ea typeface="黑体" panose="02010609060101010101" pitchFamily="49" charset="-122"/>
              </a:rPr>
              <a:t>与</a:t>
            </a:r>
            <a:r>
              <a:rPr lang="en-US" altLang="zh-CN" sz="2800" dirty="0">
                <a:latin typeface="黑体" panose="02010609060101010101" pitchFamily="49" charset="-122"/>
                <a:ea typeface="黑体" panose="02010609060101010101" pitchFamily="49" charset="-122"/>
              </a:rPr>
              <a:t>public</a:t>
            </a:r>
            <a:r>
              <a:rPr lang="zh-CN" altLang="en-US" sz="2800" dirty="0">
                <a:latin typeface="黑体" panose="02010609060101010101" pitchFamily="49" charset="-122"/>
                <a:ea typeface="黑体" panose="02010609060101010101" pitchFamily="49" charset="-122"/>
              </a:rPr>
              <a:t>的双重角色</a:t>
            </a:r>
            <a:r>
              <a:rPr lang="en-US" altLang="zh-CN" sz="2800" dirty="0">
                <a:latin typeface="黑体" panose="02010609060101010101" pitchFamily="49" charset="-122"/>
                <a:ea typeface="黑体" panose="02010609060101010101" pitchFamily="49" charset="-122"/>
              </a:rPr>
              <a:t>: </a:t>
            </a:r>
            <a:endParaRPr lang="en-US" altLang="zh-CN" sz="2800" dirty="0">
              <a:latin typeface="黑体" panose="02010609060101010101" pitchFamily="49" charset="-122"/>
              <a:ea typeface="黑体" panose="02010609060101010101" pitchFamily="49" charset="-122"/>
            </a:endParaRPr>
          </a:p>
          <a:p>
            <a:pPr eaLnBrk="1" hangingPunct="1">
              <a:buFont typeface="Wingdings" panose="05000000000000000000" pitchFamily="2" charset="2"/>
              <a:buChar char="v"/>
            </a:pPr>
            <a:endParaRPr lang="en-US" altLang="zh-CN" sz="2800" dirty="0">
              <a:latin typeface="黑体" panose="02010609060101010101" pitchFamily="49" charset="-122"/>
              <a:ea typeface="黑体" panose="02010609060101010101" pitchFamily="49" charset="-122"/>
            </a:endParaRPr>
          </a:p>
          <a:p>
            <a:pPr eaLnBrk="1" hangingPunct="1">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对派生类的成员函数而言，它是</a:t>
            </a:r>
            <a:r>
              <a:rPr lang="en-US" altLang="zh-CN" sz="2800" dirty="0">
                <a:latin typeface="黑体" panose="02010609060101010101" pitchFamily="49" charset="-122"/>
                <a:ea typeface="黑体" panose="02010609060101010101" pitchFamily="49" charset="-122"/>
              </a:rPr>
              <a:t>public</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eaLnBrk="1" hangingPunct="1">
              <a:buNone/>
            </a:pPr>
            <a:endParaRPr lang="en-US" altLang="zh-CN" sz="2800" dirty="0">
              <a:latin typeface="黑体" panose="02010609060101010101" pitchFamily="49" charset="-122"/>
              <a:ea typeface="黑体" panose="02010609060101010101" pitchFamily="49" charset="-122"/>
            </a:endParaRPr>
          </a:p>
          <a:p>
            <a:pPr eaLnBrk="1" hangingPunct="1">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对类外函数</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即全局函数</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及非派生类的成员函数而言，它是</a:t>
            </a:r>
            <a:r>
              <a:rPr lang="en-US" altLang="zh-CN" sz="2800" dirty="0">
                <a:latin typeface="黑体" panose="02010609060101010101" pitchFamily="49" charset="-122"/>
                <a:ea typeface="黑体" panose="02010609060101010101" pitchFamily="49" charset="-122"/>
              </a:rPr>
              <a:t>private</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 </a:t>
            </a:r>
            <a:endParaRPr lang="en-US" altLang="zh-CN" sz="2800" dirty="0">
              <a:latin typeface="黑体" panose="02010609060101010101" pitchFamily="49" charset="-122"/>
              <a:ea typeface="黑体" panose="02010609060101010101" pitchFamily="49" charset="-122"/>
            </a:endParaRPr>
          </a:p>
          <a:p>
            <a:pPr eaLnBrk="1" hangingPunct="1">
              <a:buNone/>
            </a:pPr>
            <a:endParaRPr lang="en-US" altLang="zh-CN" sz="2800" dirty="0">
              <a:latin typeface="黑体" panose="02010609060101010101" pitchFamily="49" charset="-122"/>
              <a:ea typeface="黑体" panose="02010609060101010101" pitchFamily="49" charset="-122"/>
            </a:endParaRPr>
          </a:p>
          <a:p>
            <a:pPr eaLnBrk="1" hangingPunct="1">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换言之：</a:t>
            </a:r>
            <a:r>
              <a:rPr lang="en-US" altLang="zh-CN" sz="2800" dirty="0">
                <a:latin typeface="黑体" panose="02010609060101010101" pitchFamily="49" charset="-122"/>
                <a:ea typeface="黑体" panose="02010609060101010101" pitchFamily="49" charset="-122"/>
              </a:rPr>
              <a:t>protected</a:t>
            </a:r>
            <a:r>
              <a:rPr lang="zh-CN" altLang="en-US" sz="2800" dirty="0">
                <a:latin typeface="黑体" panose="02010609060101010101" pitchFamily="49" charset="-122"/>
                <a:ea typeface="黑体" panose="02010609060101010101" pitchFamily="49" charset="-122"/>
              </a:rPr>
              <a:t>成员可以由本类及其派生类的函数成员访问，其它类则不能访问。</a:t>
            </a:r>
            <a:endParaRPr lang="en-US" altLang="zh-CN" sz="2800" dirty="0">
              <a:latin typeface="黑体" panose="02010609060101010101" pitchFamily="49" charset="-122"/>
              <a:ea typeface="黑体" panose="02010609060101010101" pitchFamily="49" charset="-122"/>
            </a:endParaRPr>
          </a:p>
        </p:txBody>
      </p:sp>
      <p:sp>
        <p:nvSpPr>
          <p:cNvPr id="59395" name="标题 1"/>
          <p:cNvSpPr>
            <a:spLocks noGrp="1"/>
          </p:cNvSpPr>
          <p:nvPr>
            <p:ph type="title"/>
          </p:nvPr>
        </p:nvSpPr>
        <p:spPr>
          <a:xfrm>
            <a:off x="792163" y="44450"/>
            <a:ext cx="8229600"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类定义中的“访问控制”的含义</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59396"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buNone/>
            </a:pPr>
            <a:fld id="{9A0DB2DC-4C9A-4742-B13C-FB6460FD3503}" type="slidenum">
              <a:rPr lang="zh-CN" altLang="en-US" dirty="0">
                <a:cs typeface="Tahoma" panose="020B0604030504040204" pitchFamily="34" charset="0"/>
              </a:rPr>
            </a:fld>
            <a:endParaRPr lang="zh-CN" altLang="en-US" dirty="0">
              <a:solidFill>
                <a:srgbClr val="000000"/>
              </a:solidFill>
              <a:latin typeface="Lucida Sans Unicode" panose="020B0602030504020204" pitchFamily="34" charset="0"/>
              <a:ea typeface="黑体" panose="02010609060101010101" pitchFamily="49" charset="-122"/>
              <a:cs typeface="Tahoma" panose="020B0604030504040204" pitchFamily="34" charset="0"/>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charRg st="43" end="6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charRg st="68" end="10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1">
                                            <p:txEl>
                                              <p:charRg st="108" end="15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内容占位符 2"/>
          <p:cNvSpPr>
            <a:spLocks noGrp="1"/>
          </p:cNvSpPr>
          <p:nvPr>
            <p:ph idx="1"/>
          </p:nvPr>
        </p:nvSpPr>
        <p:spPr>
          <a:xfrm>
            <a:off x="71438" y="1125538"/>
            <a:ext cx="8229600" cy="719137"/>
          </a:xfrm>
          <a:noFill/>
          <a:ln>
            <a:noFill/>
          </a:ln>
        </p:spPr>
        <p:txBody>
          <a:bodyPr/>
          <a:p>
            <a:pPr eaLnBrk="1" hangingPunct="1">
              <a:buClr>
                <a:srgbClr val="FF0000"/>
              </a:buClr>
              <a:buFont typeface="Wingdings" panose="05000000000000000000" pitchFamily="2" charset="2"/>
              <a:buChar char="p"/>
            </a:pPr>
            <a:r>
              <a:rPr lang="en-US" altLang="zh-CN" sz="2800" b="1" dirty="0">
                <a:solidFill>
                  <a:srgbClr val="FF0000"/>
                </a:solidFill>
                <a:latin typeface="宋体" panose="02010600030101010101" pitchFamily="2" charset="-122"/>
                <a:ea typeface="宋体" panose="02010600030101010101" pitchFamily="2" charset="-122"/>
              </a:rPr>
              <a:t>protected</a:t>
            </a:r>
            <a:r>
              <a:rPr lang="zh-CN" altLang="en-US" sz="2800" b="1" dirty="0">
                <a:solidFill>
                  <a:srgbClr val="FF0000"/>
                </a:solidFill>
                <a:latin typeface="宋体" panose="02010600030101010101" pitchFamily="2" charset="-122"/>
                <a:ea typeface="宋体" panose="02010600030101010101" pitchFamily="2" charset="-122"/>
              </a:rPr>
              <a:t>（保护）：</a:t>
            </a:r>
            <a:endParaRPr lang="en-US" altLang="zh-CN" sz="2800" b="1" dirty="0">
              <a:latin typeface="宋体" panose="02010600030101010101" pitchFamily="2" charset="-122"/>
              <a:ea typeface="宋体" panose="02010600030101010101" pitchFamily="2" charset="-122"/>
            </a:endParaRPr>
          </a:p>
        </p:txBody>
      </p:sp>
      <p:sp>
        <p:nvSpPr>
          <p:cNvPr id="60419" name="标题 1"/>
          <p:cNvSpPr>
            <a:spLocks noGrp="1"/>
          </p:cNvSpPr>
          <p:nvPr>
            <p:ph type="title"/>
          </p:nvPr>
        </p:nvSpPr>
        <p:spPr>
          <a:xfrm>
            <a:off x="792163" y="84138"/>
            <a:ext cx="8229600"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类定义中的“访问控制”的含义</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60420"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buNone/>
            </a:pPr>
            <a:fld id="{9A0DB2DC-4C9A-4742-B13C-FB6460FD3503}" type="slidenum">
              <a:rPr lang="zh-CN" altLang="en-US" dirty="0">
                <a:cs typeface="Tahoma" panose="020B0604030504040204" pitchFamily="34" charset="0"/>
              </a:rPr>
            </a:fld>
            <a:endParaRPr lang="zh-CN" altLang="en-US" dirty="0">
              <a:solidFill>
                <a:srgbClr val="000000"/>
              </a:solidFill>
              <a:latin typeface="Lucida Sans Unicode" panose="020B0602030504020204" pitchFamily="34" charset="0"/>
              <a:ea typeface="黑体" panose="02010609060101010101" pitchFamily="49" charset="-122"/>
              <a:cs typeface="Tahoma" panose="020B0604030504040204" pitchFamily="34" charset="0"/>
            </a:endParaRPr>
          </a:p>
        </p:txBody>
      </p:sp>
      <p:pic>
        <p:nvPicPr>
          <p:cNvPr id="60421" name="图片 4" descr="F:\C++程序设计\tu\tu\图11.8.tif"/>
          <p:cNvPicPr>
            <a:picLocks noChangeAspect="1"/>
          </p:cNvPicPr>
          <p:nvPr/>
        </p:nvPicPr>
        <p:blipFill>
          <a:blip r:embed="rId1"/>
          <a:stretch>
            <a:fillRect/>
          </a:stretch>
        </p:blipFill>
        <p:spPr>
          <a:xfrm>
            <a:off x="1389063" y="1901825"/>
            <a:ext cx="7632700" cy="3830638"/>
          </a:xfrm>
          <a:prstGeom prst="rect">
            <a:avLst/>
          </a:prstGeom>
          <a:noFill/>
          <a:ln w="9525">
            <a:noFill/>
          </a:ln>
        </p:spPr>
      </p:pic>
    </p:spTree>
  </p:cSld>
  <p:clrMapOvr>
    <a:masterClrMapping/>
  </p:clrMapOvr>
  <p:transition spd="med">
    <p:wedg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a:graphicFrameLocks noGrp="1"/>
          </p:cNvGraphicFramePr>
          <p:nvPr/>
        </p:nvGraphicFramePr>
        <p:xfrm>
          <a:off x="1727200" y="1397000"/>
          <a:ext cx="1441450" cy="3433763"/>
        </p:xfrm>
        <a:graphic>
          <a:graphicData uri="http://schemas.openxmlformats.org/drawingml/2006/table">
            <a:tbl>
              <a:tblPr/>
              <a:tblGrid>
                <a:gridCol w="1441450"/>
              </a:tblGrid>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基类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私有数据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私有方法</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表格 9"/>
          <p:cNvGraphicFramePr>
            <a:graphicFrameLocks noGrp="1"/>
          </p:cNvGraphicFramePr>
          <p:nvPr/>
        </p:nvGraphicFramePr>
        <p:xfrm>
          <a:off x="5815013" y="1398588"/>
          <a:ext cx="2320925" cy="4406900"/>
        </p:xfrm>
        <a:graphic>
          <a:graphicData uri="http://schemas.openxmlformats.org/drawingml/2006/table">
            <a:tbl>
              <a:tblPr/>
              <a:tblGrid>
                <a:gridCol w="2320925"/>
              </a:tblGrid>
              <a:tr h="482600">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派生类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不可访问数据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不可访问方法</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右大括号 7"/>
          <p:cNvSpPr/>
          <p:nvPr/>
        </p:nvSpPr>
        <p:spPr>
          <a:xfrm>
            <a:off x="3240088" y="1916113"/>
            <a:ext cx="65088" cy="2808288"/>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w="0">
                <a:solidFill>
                  <a:schemeClr val="tx1"/>
                </a:solidFill>
              </a:ln>
              <a:solidFill>
                <a:schemeClr val="accent1"/>
              </a:solidFill>
              <a:effectLst>
                <a:outerShdw blurRad="38100" dist="25400" dir="5400000" algn="ctr" rotWithShape="0">
                  <a:srgbClr val="6E747A">
                    <a:alpha val="43000"/>
                  </a:srgbClr>
                </a:outerShdw>
              </a:effectLst>
              <a:uLnTx/>
              <a:uFillTx/>
              <a:latin typeface="+mn-lt"/>
              <a:ea typeface="+mn-ea"/>
              <a:cs typeface="+mn-cs"/>
            </a:endParaRPr>
          </a:p>
        </p:txBody>
      </p:sp>
      <p:sp>
        <p:nvSpPr>
          <p:cNvPr id="9" name="左大括号 8"/>
          <p:cNvSpPr/>
          <p:nvPr/>
        </p:nvSpPr>
        <p:spPr>
          <a:xfrm>
            <a:off x="5527675" y="1901825"/>
            <a:ext cx="150813" cy="3040063"/>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tx1"/>
              </a:solidFill>
              <a:effectLst/>
              <a:uLnTx/>
              <a:uFillTx/>
              <a:latin typeface="+mn-lt"/>
              <a:ea typeface="+mn-ea"/>
              <a:cs typeface="+mn-cs"/>
            </a:endParaRPr>
          </a:p>
        </p:txBody>
      </p:sp>
      <p:cxnSp>
        <p:nvCxnSpPr>
          <p:cNvPr id="12" name="直接箭头连接符 11"/>
          <p:cNvCxnSpPr/>
          <p:nvPr/>
        </p:nvCxnSpPr>
        <p:spPr>
          <a:xfrm flipH="1">
            <a:off x="3527425" y="3051175"/>
            <a:ext cx="18732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483" name="文本框 12"/>
          <p:cNvSpPr txBox="1"/>
          <p:nvPr/>
        </p:nvSpPr>
        <p:spPr>
          <a:xfrm>
            <a:off x="3671888" y="2565400"/>
            <a:ext cx="1512887" cy="400050"/>
          </a:xfrm>
          <a:prstGeom prst="rect">
            <a:avLst/>
          </a:prstGeom>
          <a:noFill/>
          <a:ln w="9525">
            <a:noFill/>
          </a:ln>
        </p:spPr>
        <p:txBody>
          <a:bodyPr>
            <a:spAutoFit/>
          </a:bodyPr>
          <a:p>
            <a:pPr>
              <a:buNone/>
            </a:pPr>
            <a:r>
              <a:rPr lang="zh-CN" altLang="en-US" sz="2000" b="1" dirty="0">
                <a:latin typeface="宋体" panose="02010600030101010101" pitchFamily="2" charset="-122"/>
                <a:ea typeface="宋体" panose="02010600030101010101" pitchFamily="2" charset="-122"/>
              </a:rPr>
              <a:t>    派生</a:t>
            </a:r>
            <a:endParaRPr lang="zh-CN" altLang="en-US" sz="2000" b="1" dirty="0">
              <a:latin typeface="宋体" panose="02010600030101010101" pitchFamily="2" charset="-122"/>
              <a:ea typeface="宋体" panose="02010600030101010101" pitchFamily="2" charset="-122"/>
            </a:endParaRPr>
          </a:p>
        </p:txBody>
      </p:sp>
      <p:sp>
        <p:nvSpPr>
          <p:cNvPr id="61484" name="文本框 13"/>
          <p:cNvSpPr txBox="1"/>
          <p:nvPr/>
        </p:nvSpPr>
        <p:spPr>
          <a:xfrm>
            <a:off x="3606800" y="3141663"/>
            <a:ext cx="1865313" cy="1014412"/>
          </a:xfrm>
          <a:prstGeom prst="rect">
            <a:avLst/>
          </a:prstGeom>
          <a:noFill/>
          <a:ln w="9525">
            <a:noFill/>
          </a:ln>
        </p:spPr>
        <p:txBody>
          <a:bodyPr>
            <a:spAutoFit/>
          </a:bodyPr>
          <a:p>
            <a:pPr>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public</a:t>
            </a:r>
            <a:endParaRPr lang="en-US" altLang="zh-CN" sz="2000" b="1" dirty="0">
              <a:latin typeface="宋体" panose="02010600030101010101" pitchFamily="2" charset="-122"/>
              <a:ea typeface="宋体" panose="02010600030101010101" pitchFamily="2" charset="-122"/>
            </a:endParaRPr>
          </a:p>
          <a:p>
            <a:pPr>
              <a:buNone/>
            </a:pPr>
            <a:r>
              <a:rPr lang="en-US" altLang="zh-CN" sz="2000" b="1" dirty="0">
                <a:latin typeface="宋体" panose="02010600030101010101" pitchFamily="2" charset="-122"/>
                <a:ea typeface="宋体" panose="02010600030101010101" pitchFamily="2" charset="-122"/>
              </a:rPr>
              <a:t>  private</a:t>
            </a:r>
            <a:endParaRPr lang="en-US" altLang="zh-CN" sz="2000" b="1" dirty="0">
              <a:latin typeface="宋体" panose="02010600030101010101" pitchFamily="2" charset="-122"/>
              <a:ea typeface="宋体" panose="02010600030101010101" pitchFamily="2" charset="-122"/>
            </a:endParaRPr>
          </a:p>
          <a:p>
            <a:pPr>
              <a:buNone/>
            </a:pPr>
            <a:r>
              <a:rPr lang="en-US" altLang="zh-CN" sz="2000" b="1" dirty="0">
                <a:latin typeface="宋体" panose="02010600030101010101" pitchFamily="2" charset="-122"/>
                <a:ea typeface="宋体" panose="02010600030101010101" pitchFamily="2" charset="-122"/>
              </a:rPr>
              <a:t>  protected</a:t>
            </a:r>
            <a:endParaRPr lang="zh-CN" altLang="en-US" sz="2000" b="1" dirty="0">
              <a:latin typeface="宋体" panose="02010600030101010101" pitchFamily="2" charset="-122"/>
              <a:ea typeface="宋体" panose="02010600030101010101" pitchFamily="2" charset="-122"/>
            </a:endParaRPr>
          </a:p>
        </p:txBody>
      </p:sp>
      <p:sp>
        <p:nvSpPr>
          <p:cNvPr id="61485" name="矩形 12"/>
          <p:cNvSpPr/>
          <p:nvPr/>
        </p:nvSpPr>
        <p:spPr>
          <a:xfrm>
            <a:off x="1519238" y="84138"/>
            <a:ext cx="7040562" cy="722312"/>
          </a:xfrm>
          <a:prstGeom prst="rect">
            <a:avLst/>
          </a:prstGeom>
          <a:noFill/>
          <a:ln w="9525">
            <a:noFill/>
          </a:ln>
        </p:spPr>
        <p:txBody>
          <a:bodyPr wrap="none">
            <a:spAutoFit/>
          </a:bodyPr>
          <a:p>
            <a:pPr>
              <a:buNone/>
            </a:pPr>
            <a:r>
              <a:rPr lang="zh-CN" altLang="en-US" sz="4000" b="1" dirty="0">
                <a:solidFill>
                  <a:schemeClr val="bg1"/>
                </a:solidFill>
                <a:latin typeface="宋体" panose="02010600030101010101" pitchFamily="2" charset="-122"/>
                <a:ea typeface="宋体" panose="02010600030101010101" pitchFamily="2" charset="-122"/>
              </a:rPr>
              <a:t>派生类各成员的访问控制组合</a:t>
            </a:r>
            <a:endParaRPr lang="zh-CN" altLang="en-US" sz="4000" b="1" dirty="0">
              <a:solidFill>
                <a:schemeClr val="bg1"/>
              </a:solidFill>
              <a:latin typeface="宋体" panose="02010600030101010101" pitchFamily="2" charset="-122"/>
              <a:ea typeface="宋体" panose="02010600030101010101" pitchFamily="2" charset="-122"/>
            </a:endParaRPr>
          </a:p>
        </p:txBody>
      </p:sp>
      <p:sp>
        <p:nvSpPr>
          <p:cNvPr id="14" name="文本框 13"/>
          <p:cNvSpPr txBox="1"/>
          <p:nvPr/>
        </p:nvSpPr>
        <p:spPr>
          <a:xfrm>
            <a:off x="230188" y="5227638"/>
            <a:ext cx="6345237" cy="585787"/>
          </a:xfrm>
          <a:prstGeom prst="rect">
            <a:avLst/>
          </a:prstGeom>
          <a:noFill/>
          <a:ln w="9525">
            <a:noFill/>
          </a:ln>
        </p:spPr>
        <p:txBody>
          <a:bodyPr>
            <a:spAutoFit/>
          </a:bodyPr>
          <a:p>
            <a:r>
              <a:rPr lang="zh-CN" altLang="en-US" sz="3200" b="1" dirty="0">
                <a:latin typeface="Gulim" pitchFamily="34" charset="-127"/>
                <a:cs typeface="Tahoma" panose="020B0604030504040204" pitchFamily="34" charset="0"/>
              </a:rPr>
              <a:t>基类成员函数访问基类成员</a:t>
            </a:r>
            <a:endParaRPr lang="zh-CN" altLang="en-US" sz="3200" b="1" dirty="0">
              <a:latin typeface="Gulim" pitchFamily="34" charset="-127"/>
              <a:ea typeface="Tahoma" panose="020B0604030504040204" pitchFamily="34" charset="0"/>
            </a:endParaRPr>
          </a:p>
        </p:txBody>
      </p:sp>
      <p:grpSp>
        <p:nvGrpSpPr>
          <p:cNvPr id="15" name="组合 14"/>
          <p:cNvGrpSpPr/>
          <p:nvPr/>
        </p:nvGrpSpPr>
        <p:grpSpPr>
          <a:xfrm>
            <a:off x="5324475" y="4999038"/>
            <a:ext cx="844550" cy="847725"/>
            <a:chOff x="7802561" y="2095816"/>
            <a:chExt cx="844551" cy="848456"/>
          </a:xfrm>
        </p:grpSpPr>
        <p:sp>
          <p:nvSpPr>
            <p:cNvPr id="16" name="减号 15"/>
            <p:cNvSpPr/>
            <p:nvPr/>
          </p:nvSpPr>
          <p:spPr>
            <a:xfrm rot="2531543" flipV="1">
              <a:off x="7802561" y="2469200"/>
              <a:ext cx="606426" cy="386096"/>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17" name="减号 16"/>
            <p:cNvSpPr/>
            <p:nvPr/>
          </p:nvSpPr>
          <p:spPr>
            <a:xfrm rot="18719875">
              <a:off x="8053021" y="2350182"/>
              <a:ext cx="848456" cy="339725"/>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grpSp>
      <p:sp>
        <p:nvSpPr>
          <p:cNvPr id="18" name="文本框 17"/>
          <p:cNvSpPr txBox="1"/>
          <p:nvPr/>
        </p:nvSpPr>
        <p:spPr>
          <a:xfrm>
            <a:off x="198438" y="5994400"/>
            <a:ext cx="6800850" cy="584200"/>
          </a:xfrm>
          <a:prstGeom prst="rect">
            <a:avLst/>
          </a:prstGeom>
          <a:noFill/>
          <a:ln w="9525">
            <a:noFill/>
          </a:ln>
        </p:spPr>
        <p:txBody>
          <a:bodyPr>
            <a:spAutoFit/>
          </a:bodyPr>
          <a:p>
            <a:r>
              <a:rPr lang="zh-CN" altLang="en-US" sz="3200" b="1" dirty="0">
                <a:latin typeface="Gulim" pitchFamily="34" charset="-127"/>
                <a:cs typeface="Tahoma" panose="020B0604030504040204" pitchFamily="34" charset="0"/>
              </a:rPr>
              <a:t>基类成员函数访问派生类成员</a:t>
            </a:r>
            <a:endParaRPr lang="zh-CN" altLang="en-US" sz="3200" b="1" dirty="0">
              <a:latin typeface="Gulim" pitchFamily="34" charset="-127"/>
              <a:ea typeface="Tahoma" panose="020B0604030504040204" pitchFamily="34" charset="0"/>
            </a:endParaRPr>
          </a:p>
        </p:txBody>
      </p:sp>
      <p:sp>
        <p:nvSpPr>
          <p:cNvPr id="19" name="乘号 18"/>
          <p:cNvSpPr/>
          <p:nvPr/>
        </p:nvSpPr>
        <p:spPr>
          <a:xfrm>
            <a:off x="5745163" y="5981700"/>
            <a:ext cx="474663" cy="5842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charRg st="0" end="1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a:graphicFrameLocks noGrp="1"/>
          </p:cNvGraphicFramePr>
          <p:nvPr/>
        </p:nvGraphicFramePr>
        <p:xfrm>
          <a:off x="1727200" y="1052513"/>
          <a:ext cx="1441450" cy="3433763"/>
        </p:xfrm>
        <a:graphic>
          <a:graphicData uri="http://schemas.openxmlformats.org/drawingml/2006/table">
            <a:tbl>
              <a:tblPr/>
              <a:tblGrid>
                <a:gridCol w="1441450"/>
              </a:tblGrid>
              <a:tr h="490537">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基类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7">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私有数据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7">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7">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7">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私有方法</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7">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7">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表格 9"/>
          <p:cNvGraphicFramePr>
            <a:graphicFrameLocks noGrp="1"/>
          </p:cNvGraphicFramePr>
          <p:nvPr/>
        </p:nvGraphicFramePr>
        <p:xfrm>
          <a:off x="5815013" y="1054100"/>
          <a:ext cx="2320925" cy="4406900"/>
        </p:xfrm>
        <a:graphic>
          <a:graphicData uri="http://schemas.openxmlformats.org/drawingml/2006/table">
            <a:tbl>
              <a:tblPr/>
              <a:tblGrid>
                <a:gridCol w="2320925"/>
              </a:tblGrid>
              <a:tr h="482600">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派生类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不可访问数据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不可访问方法</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右大括号 7"/>
          <p:cNvSpPr/>
          <p:nvPr/>
        </p:nvSpPr>
        <p:spPr>
          <a:xfrm>
            <a:off x="3240088" y="1571625"/>
            <a:ext cx="65088" cy="2808288"/>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w="0">
                <a:solidFill>
                  <a:schemeClr val="tx1"/>
                </a:solidFill>
              </a:ln>
              <a:solidFill>
                <a:schemeClr val="accent1"/>
              </a:solidFill>
              <a:effectLst>
                <a:outerShdw blurRad="38100" dist="25400" dir="5400000" algn="ctr" rotWithShape="0">
                  <a:srgbClr val="6E747A">
                    <a:alpha val="43000"/>
                  </a:srgbClr>
                </a:outerShdw>
              </a:effectLst>
              <a:uLnTx/>
              <a:uFillTx/>
              <a:latin typeface="+mn-lt"/>
              <a:ea typeface="+mn-ea"/>
              <a:cs typeface="+mn-cs"/>
            </a:endParaRPr>
          </a:p>
        </p:txBody>
      </p:sp>
      <p:sp>
        <p:nvSpPr>
          <p:cNvPr id="9" name="左大括号 8"/>
          <p:cNvSpPr/>
          <p:nvPr/>
        </p:nvSpPr>
        <p:spPr>
          <a:xfrm>
            <a:off x="5527675" y="1557338"/>
            <a:ext cx="150813" cy="3040063"/>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tx1"/>
              </a:solidFill>
              <a:effectLst/>
              <a:uLnTx/>
              <a:uFillTx/>
              <a:latin typeface="+mn-lt"/>
              <a:ea typeface="+mn-ea"/>
              <a:cs typeface="+mn-cs"/>
            </a:endParaRPr>
          </a:p>
        </p:txBody>
      </p:sp>
      <p:cxnSp>
        <p:nvCxnSpPr>
          <p:cNvPr id="12" name="直接箭头连接符 11"/>
          <p:cNvCxnSpPr/>
          <p:nvPr/>
        </p:nvCxnSpPr>
        <p:spPr>
          <a:xfrm flipH="1">
            <a:off x="3527425" y="2706688"/>
            <a:ext cx="18732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531" name="文本框 12"/>
          <p:cNvSpPr txBox="1"/>
          <p:nvPr/>
        </p:nvSpPr>
        <p:spPr>
          <a:xfrm>
            <a:off x="3671888" y="2220913"/>
            <a:ext cx="1512887" cy="400050"/>
          </a:xfrm>
          <a:prstGeom prst="rect">
            <a:avLst/>
          </a:prstGeom>
          <a:noFill/>
          <a:ln w="9525">
            <a:noFill/>
          </a:ln>
        </p:spPr>
        <p:txBody>
          <a:bodyPr>
            <a:spAutoFit/>
          </a:bodyPr>
          <a:p>
            <a:pPr>
              <a:buNone/>
            </a:pPr>
            <a:r>
              <a:rPr lang="zh-CN" altLang="en-US" sz="2000" b="1" dirty="0">
                <a:latin typeface="宋体" panose="02010600030101010101" pitchFamily="2" charset="-122"/>
                <a:ea typeface="宋体" panose="02010600030101010101" pitchFamily="2" charset="-122"/>
              </a:rPr>
              <a:t>    派生</a:t>
            </a:r>
            <a:endParaRPr lang="zh-CN" altLang="en-US" sz="2000" b="1" dirty="0">
              <a:latin typeface="宋体" panose="02010600030101010101" pitchFamily="2" charset="-122"/>
              <a:ea typeface="宋体" panose="02010600030101010101" pitchFamily="2" charset="-122"/>
            </a:endParaRPr>
          </a:p>
        </p:txBody>
      </p:sp>
      <p:sp>
        <p:nvSpPr>
          <p:cNvPr id="63532" name="文本框 13"/>
          <p:cNvSpPr txBox="1"/>
          <p:nvPr/>
        </p:nvSpPr>
        <p:spPr>
          <a:xfrm>
            <a:off x="3606800" y="2797175"/>
            <a:ext cx="1865313" cy="1014413"/>
          </a:xfrm>
          <a:prstGeom prst="rect">
            <a:avLst/>
          </a:prstGeom>
          <a:noFill/>
          <a:ln w="9525">
            <a:noFill/>
          </a:ln>
        </p:spPr>
        <p:txBody>
          <a:bodyPr>
            <a:spAutoFit/>
          </a:bodyPr>
          <a:p>
            <a:pPr>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public</a:t>
            </a:r>
            <a:endParaRPr lang="en-US" altLang="zh-CN" sz="2000" b="1" dirty="0">
              <a:latin typeface="宋体" panose="02010600030101010101" pitchFamily="2" charset="-122"/>
              <a:ea typeface="宋体" panose="02010600030101010101" pitchFamily="2" charset="-122"/>
            </a:endParaRPr>
          </a:p>
          <a:p>
            <a:pPr>
              <a:buNone/>
            </a:pPr>
            <a:r>
              <a:rPr lang="en-US" altLang="zh-CN" sz="2000" b="1" dirty="0">
                <a:latin typeface="宋体" panose="02010600030101010101" pitchFamily="2" charset="-122"/>
                <a:ea typeface="宋体" panose="02010600030101010101" pitchFamily="2" charset="-122"/>
              </a:rPr>
              <a:t>  private</a:t>
            </a:r>
            <a:endParaRPr lang="en-US" altLang="zh-CN" sz="2000" b="1" dirty="0">
              <a:latin typeface="宋体" panose="02010600030101010101" pitchFamily="2" charset="-122"/>
              <a:ea typeface="宋体" panose="02010600030101010101" pitchFamily="2" charset="-122"/>
            </a:endParaRPr>
          </a:p>
          <a:p>
            <a:pPr>
              <a:buNone/>
            </a:pPr>
            <a:r>
              <a:rPr lang="en-US" altLang="zh-CN" sz="2000" b="1" dirty="0">
                <a:latin typeface="宋体" panose="02010600030101010101" pitchFamily="2" charset="-122"/>
                <a:ea typeface="宋体" panose="02010600030101010101" pitchFamily="2" charset="-122"/>
              </a:rPr>
              <a:t>  protected</a:t>
            </a:r>
            <a:endParaRPr lang="zh-CN" altLang="en-US" sz="2000" b="1" dirty="0">
              <a:latin typeface="宋体" panose="02010600030101010101" pitchFamily="2" charset="-122"/>
              <a:ea typeface="宋体" panose="02010600030101010101" pitchFamily="2" charset="-122"/>
            </a:endParaRPr>
          </a:p>
        </p:txBody>
      </p:sp>
      <p:sp>
        <p:nvSpPr>
          <p:cNvPr id="63533" name="矩形 12"/>
          <p:cNvSpPr/>
          <p:nvPr/>
        </p:nvSpPr>
        <p:spPr>
          <a:xfrm>
            <a:off x="1519238" y="84138"/>
            <a:ext cx="7040562" cy="722312"/>
          </a:xfrm>
          <a:prstGeom prst="rect">
            <a:avLst/>
          </a:prstGeom>
          <a:noFill/>
          <a:ln w="9525">
            <a:noFill/>
          </a:ln>
        </p:spPr>
        <p:txBody>
          <a:bodyPr wrap="none">
            <a:spAutoFit/>
          </a:bodyPr>
          <a:p>
            <a:pPr>
              <a:buNone/>
            </a:pPr>
            <a:r>
              <a:rPr lang="zh-CN" altLang="en-US" sz="4000" b="1" dirty="0">
                <a:solidFill>
                  <a:schemeClr val="bg1"/>
                </a:solidFill>
                <a:latin typeface="宋体" panose="02010600030101010101" pitchFamily="2" charset="-122"/>
                <a:ea typeface="宋体" panose="02010600030101010101" pitchFamily="2" charset="-122"/>
              </a:rPr>
              <a:t>派生类各成员的访问控制组合</a:t>
            </a:r>
            <a:endParaRPr lang="zh-CN" altLang="en-US" sz="4000" b="1" dirty="0">
              <a:solidFill>
                <a:schemeClr val="bg1"/>
              </a:solidFill>
              <a:latin typeface="宋体" panose="02010600030101010101" pitchFamily="2" charset="-122"/>
              <a:ea typeface="宋体" panose="02010600030101010101" pitchFamily="2" charset="-122"/>
            </a:endParaRPr>
          </a:p>
        </p:txBody>
      </p:sp>
      <p:grpSp>
        <p:nvGrpSpPr>
          <p:cNvPr id="15" name="组合 14"/>
          <p:cNvGrpSpPr/>
          <p:nvPr/>
        </p:nvGrpSpPr>
        <p:grpSpPr>
          <a:xfrm>
            <a:off x="5822950" y="5140325"/>
            <a:ext cx="844550" cy="847725"/>
            <a:chOff x="7802561" y="2095816"/>
            <a:chExt cx="844551" cy="848456"/>
          </a:xfrm>
        </p:grpSpPr>
        <p:sp>
          <p:nvSpPr>
            <p:cNvPr id="16" name="减号 15"/>
            <p:cNvSpPr/>
            <p:nvPr/>
          </p:nvSpPr>
          <p:spPr>
            <a:xfrm rot="2531543" flipV="1">
              <a:off x="7802561" y="2469201"/>
              <a:ext cx="606426" cy="386095"/>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17" name="减号 16"/>
            <p:cNvSpPr/>
            <p:nvPr/>
          </p:nvSpPr>
          <p:spPr>
            <a:xfrm rot="18719875">
              <a:off x="8053021" y="2350182"/>
              <a:ext cx="848456" cy="339725"/>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grpSp>
      <p:sp>
        <p:nvSpPr>
          <p:cNvPr id="18" name="文本框 17"/>
          <p:cNvSpPr txBox="1"/>
          <p:nvPr/>
        </p:nvSpPr>
        <p:spPr>
          <a:xfrm>
            <a:off x="230188" y="5414963"/>
            <a:ext cx="6345237" cy="522287"/>
          </a:xfrm>
          <a:prstGeom prst="rect">
            <a:avLst/>
          </a:prstGeom>
          <a:noFill/>
          <a:ln w="9525">
            <a:noFill/>
          </a:ln>
        </p:spPr>
        <p:txBody>
          <a:bodyPr>
            <a:spAutoFit/>
          </a:bodyPr>
          <a:p>
            <a:r>
              <a:rPr lang="zh-CN" altLang="en-US" sz="2800" b="1" dirty="0">
                <a:latin typeface="Gulim" pitchFamily="34" charset="-127"/>
                <a:cs typeface="Tahoma" panose="020B0604030504040204" pitchFamily="34" charset="0"/>
              </a:rPr>
              <a:t>派生类成员函数访问自己新增成员</a:t>
            </a:r>
            <a:endParaRPr lang="zh-CN" altLang="en-US" sz="2800" b="1" dirty="0">
              <a:latin typeface="Gulim" pitchFamily="34" charset="-127"/>
              <a:ea typeface="Tahoma" panose="020B0604030504040204" pitchFamily="34" charset="0"/>
            </a:endParaRPr>
          </a:p>
        </p:txBody>
      </p:sp>
      <p:sp>
        <p:nvSpPr>
          <p:cNvPr id="19" name="文本框 18"/>
          <p:cNvSpPr txBox="1"/>
          <p:nvPr/>
        </p:nvSpPr>
        <p:spPr>
          <a:xfrm>
            <a:off x="230188" y="6064250"/>
            <a:ext cx="8540750" cy="523875"/>
          </a:xfrm>
          <a:prstGeom prst="rect">
            <a:avLst/>
          </a:prstGeom>
          <a:noFill/>
          <a:ln w="9525">
            <a:noFill/>
          </a:ln>
        </p:spPr>
        <p:txBody>
          <a:bodyPr>
            <a:spAutoFit/>
          </a:bodyPr>
          <a:p>
            <a:pPr eaLnBrk="1" hangingPunct="1">
              <a:buNone/>
            </a:pPr>
            <a:r>
              <a:rPr lang="zh-CN" altLang="en-US" sz="2800" b="1" dirty="0">
                <a:solidFill>
                  <a:srgbClr val="000000"/>
                </a:solidFill>
                <a:latin typeface="黑体" panose="02010609060101010101" pitchFamily="49" charset="-122"/>
                <a:ea typeface="黑体" panose="02010609060101010101" pitchFamily="49" charset="-122"/>
              </a:rPr>
              <a:t>派生类成员函数访问基类保护成员和公有成员</a:t>
            </a:r>
            <a:endParaRPr lang="zh-CN" altLang="en-US" sz="2800" b="1" dirty="0">
              <a:solidFill>
                <a:srgbClr val="000000"/>
              </a:solidFill>
              <a:latin typeface="黑体" panose="02010609060101010101" pitchFamily="49" charset="-122"/>
              <a:ea typeface="黑体" panose="02010609060101010101" pitchFamily="49" charset="-122"/>
            </a:endParaRPr>
          </a:p>
        </p:txBody>
      </p:sp>
      <p:grpSp>
        <p:nvGrpSpPr>
          <p:cNvPr id="20" name="组合 19"/>
          <p:cNvGrpSpPr/>
          <p:nvPr/>
        </p:nvGrpSpPr>
        <p:grpSpPr>
          <a:xfrm>
            <a:off x="7713663" y="5797550"/>
            <a:ext cx="844550" cy="847725"/>
            <a:chOff x="7802561" y="2095816"/>
            <a:chExt cx="844551" cy="848456"/>
          </a:xfrm>
        </p:grpSpPr>
        <p:sp>
          <p:nvSpPr>
            <p:cNvPr id="21" name="减号 20"/>
            <p:cNvSpPr/>
            <p:nvPr/>
          </p:nvSpPr>
          <p:spPr>
            <a:xfrm rot="2531543" flipV="1">
              <a:off x="7802561" y="2469201"/>
              <a:ext cx="606426" cy="386095"/>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22" name="减号 21"/>
            <p:cNvSpPr/>
            <p:nvPr/>
          </p:nvSpPr>
          <p:spPr>
            <a:xfrm rot="18719875">
              <a:off x="8053021" y="2350182"/>
              <a:ext cx="848456" cy="339725"/>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5" name="矩形 4"/>
          <p:cNvSpPr>
            <a:spLocks noGrp="1"/>
          </p:cNvSpPr>
          <p:nvPr/>
        </p:nvSpPr>
        <p:spPr>
          <a:xfrm>
            <a:off x="-22225" y="1052513"/>
            <a:ext cx="10031413" cy="3097212"/>
          </a:xfrm>
          <a:prstGeom prst="rect">
            <a:avLst/>
          </a:prstGeom>
          <a:noFill/>
          <a:ln w="9525">
            <a:noFill/>
          </a:ln>
        </p:spPr>
        <p:txBody>
          <a:bodyPr lIns="45720" rIns="45720"/>
          <a:p>
            <a:pPr marL="56515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基类的成员函数访问基类成员。</a:t>
            </a:r>
            <a:endParaRPr lang="zh-CN" altLang="en-US" sz="2800" dirty="0">
              <a:latin typeface="黑体" panose="02010609060101010101" pitchFamily="49" charset="-122"/>
              <a:ea typeface="黑体" panose="02010609060101010101" pitchFamily="49" charset="-122"/>
            </a:endParaRPr>
          </a:p>
          <a:p>
            <a:pPr marL="56515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派生类的成员函数访问派生类自己新增成员。</a:t>
            </a:r>
            <a:endParaRPr lang="zh-CN" altLang="en-US" sz="2800" dirty="0">
              <a:latin typeface="黑体" panose="02010609060101010101" pitchFamily="49" charset="-122"/>
              <a:ea typeface="黑体" panose="02010609060101010101" pitchFamily="49" charset="-122"/>
            </a:endParaRPr>
          </a:p>
          <a:p>
            <a:pPr marL="56515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基类的成员函数访问派生类的成员。</a:t>
            </a:r>
            <a:endParaRPr lang="zh-CN" altLang="en-US" sz="2800" dirty="0">
              <a:latin typeface="黑体" panose="02010609060101010101" pitchFamily="49" charset="-122"/>
              <a:ea typeface="黑体" panose="02010609060101010101" pitchFamily="49" charset="-122"/>
            </a:endParaRPr>
          </a:p>
          <a:p>
            <a:pPr marL="565150" indent="-457200" eaLnBrk="1" hangingPunct="1">
              <a:spcBef>
                <a:spcPts val="400"/>
              </a:spcBef>
              <a:buClr>
                <a:srgbClr val="FF0000"/>
              </a:buClr>
              <a:buSzPct val="100000"/>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派生类的成员函数访问基类的保护和公有成员。</a:t>
            </a:r>
            <a:endParaRPr lang="zh-CN" altLang="en-US" sz="2800" dirty="0">
              <a:latin typeface="黑体" panose="02010609060101010101" pitchFamily="49" charset="-122"/>
              <a:ea typeface="黑体" panose="02010609060101010101" pitchFamily="49" charset="-122"/>
            </a:endParaRPr>
          </a:p>
          <a:p>
            <a:pPr marL="565150" indent="-457200" eaLnBrk="1" hangingPunct="1">
              <a:spcBef>
                <a:spcPts val="400"/>
              </a:spcBef>
              <a:buClr>
                <a:srgbClr val="FF0000"/>
              </a:buClr>
              <a:buSzPct val="100000"/>
              <a:buFont typeface="Wingdings" panose="05000000000000000000" pitchFamily="2" charset="2"/>
              <a:buChar char="p"/>
            </a:pPr>
            <a:r>
              <a:rPr lang="zh-CN" altLang="en-US" sz="2800" dirty="0">
                <a:solidFill>
                  <a:srgbClr val="FF0000"/>
                </a:solidFill>
                <a:latin typeface="黑体" panose="02010609060101010101" pitchFamily="49" charset="-122"/>
                <a:ea typeface="黑体" panose="02010609060101010101" pitchFamily="49" charset="-122"/>
              </a:rPr>
              <a:t>派生类对象访问派生类新增公有成员。</a:t>
            </a:r>
            <a:endParaRPr lang="zh-CN" altLang="en-US" sz="2800" dirty="0">
              <a:solidFill>
                <a:srgbClr val="FF0000"/>
              </a:solidFill>
              <a:latin typeface="黑体" panose="02010609060101010101" pitchFamily="49" charset="-122"/>
              <a:ea typeface="黑体" panose="02010609060101010101" pitchFamily="49" charset="-122"/>
            </a:endParaRPr>
          </a:p>
          <a:p>
            <a:pPr marL="565150" indent="-457200" eaLnBrk="1" hangingPunct="1">
              <a:spcBef>
                <a:spcPts val="400"/>
              </a:spcBef>
              <a:buClr>
                <a:srgbClr val="FF0000"/>
              </a:buClr>
              <a:buSzPct val="100000"/>
              <a:buFont typeface="Wingdings" panose="05000000000000000000" pitchFamily="2" charset="2"/>
              <a:buChar char="p"/>
            </a:pPr>
            <a:r>
              <a:rPr lang="zh-CN" altLang="en-US" sz="2800" dirty="0">
                <a:solidFill>
                  <a:srgbClr val="FF0000"/>
                </a:solidFill>
                <a:latin typeface="黑体" panose="02010609060101010101" pitchFamily="49" charset="-122"/>
                <a:ea typeface="黑体" panose="02010609060101010101" pitchFamily="49" charset="-122"/>
              </a:rPr>
              <a:t>派生类对象访问基类的成员？</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65540" name="矩形 7"/>
          <p:cNvSpPr/>
          <p:nvPr/>
        </p:nvSpPr>
        <p:spPr>
          <a:xfrm>
            <a:off x="1519238" y="90488"/>
            <a:ext cx="7040562" cy="723900"/>
          </a:xfrm>
          <a:prstGeom prst="rect">
            <a:avLst/>
          </a:prstGeom>
          <a:noFill/>
          <a:ln w="9525">
            <a:noFill/>
          </a:ln>
        </p:spPr>
        <p:txBody>
          <a:bodyPr wrap="none">
            <a:spAutoFit/>
          </a:bodyPr>
          <a:p>
            <a:pPr>
              <a:buNone/>
            </a:pPr>
            <a:r>
              <a:rPr lang="zh-CN" altLang="en-US" sz="4000" b="1" dirty="0">
                <a:solidFill>
                  <a:schemeClr val="bg1"/>
                </a:solidFill>
                <a:latin typeface="宋体" panose="02010600030101010101" pitchFamily="2" charset="-122"/>
                <a:ea typeface="宋体" panose="02010600030101010101" pitchFamily="2" charset="-122"/>
              </a:rPr>
              <a:t>派生类各成员的访问控制组合</a:t>
            </a:r>
            <a:endParaRPr lang="zh-CN" altLang="en-US" sz="4000" b="1" dirty="0">
              <a:solidFill>
                <a:schemeClr val="bg1"/>
              </a:solidFill>
              <a:latin typeface="宋体" panose="02010600030101010101" pitchFamily="2" charset="-122"/>
              <a:ea typeface="宋体" panose="02010600030101010101" pitchFamily="2" charset="-122"/>
            </a:endParaRPr>
          </a:p>
        </p:txBody>
      </p:sp>
      <p:sp>
        <p:nvSpPr>
          <p:cNvPr id="6" name="乘号 5"/>
          <p:cNvSpPr/>
          <p:nvPr/>
        </p:nvSpPr>
        <p:spPr>
          <a:xfrm>
            <a:off x="6219825" y="1987550"/>
            <a:ext cx="474663" cy="5842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grpSp>
        <p:nvGrpSpPr>
          <p:cNvPr id="7" name="组合 6"/>
          <p:cNvGrpSpPr/>
          <p:nvPr/>
        </p:nvGrpSpPr>
        <p:grpSpPr>
          <a:xfrm>
            <a:off x="6553200" y="2952750"/>
            <a:ext cx="611188" cy="552450"/>
            <a:chOff x="7802561" y="2095816"/>
            <a:chExt cx="844551" cy="848456"/>
          </a:xfrm>
        </p:grpSpPr>
        <p:sp>
          <p:nvSpPr>
            <p:cNvPr id="9" name="减号 8"/>
            <p:cNvSpPr/>
            <p:nvPr/>
          </p:nvSpPr>
          <p:spPr>
            <a:xfrm rot="2531543" flipV="1">
              <a:off x="7802561" y="2468845"/>
              <a:ext cx="605444" cy="387656"/>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10" name="减号 9"/>
            <p:cNvSpPr/>
            <p:nvPr/>
          </p:nvSpPr>
          <p:spPr>
            <a:xfrm rot="18719875">
              <a:off x="8052877" y="2350036"/>
              <a:ext cx="848456" cy="340014"/>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1" name="组合 10"/>
          <p:cNvGrpSpPr/>
          <p:nvPr/>
        </p:nvGrpSpPr>
        <p:grpSpPr>
          <a:xfrm>
            <a:off x="5472113" y="981075"/>
            <a:ext cx="612775" cy="550863"/>
            <a:chOff x="7802561" y="2095816"/>
            <a:chExt cx="844551" cy="848456"/>
          </a:xfrm>
        </p:grpSpPr>
        <p:sp>
          <p:nvSpPr>
            <p:cNvPr id="12" name="减号 11"/>
            <p:cNvSpPr/>
            <p:nvPr/>
          </p:nvSpPr>
          <p:spPr>
            <a:xfrm rot="2531543" flipV="1">
              <a:off x="7802561" y="2469920"/>
              <a:ext cx="606063" cy="386328"/>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13" name="减号 12"/>
            <p:cNvSpPr/>
            <p:nvPr/>
          </p:nvSpPr>
          <p:spPr>
            <a:xfrm rot="18719875">
              <a:off x="8053317" y="2350477"/>
              <a:ext cx="848456" cy="339134"/>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4" name="组合 13"/>
          <p:cNvGrpSpPr/>
          <p:nvPr/>
        </p:nvGrpSpPr>
        <p:grpSpPr>
          <a:xfrm>
            <a:off x="7588250" y="1484313"/>
            <a:ext cx="612775" cy="552450"/>
            <a:chOff x="7802561" y="2095816"/>
            <a:chExt cx="844551" cy="848456"/>
          </a:xfrm>
        </p:grpSpPr>
        <p:sp>
          <p:nvSpPr>
            <p:cNvPr id="15" name="减号 14"/>
            <p:cNvSpPr/>
            <p:nvPr/>
          </p:nvSpPr>
          <p:spPr>
            <a:xfrm rot="2531543" flipV="1">
              <a:off x="7802561" y="2468843"/>
              <a:ext cx="606064" cy="387657"/>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16" name="减号 15"/>
            <p:cNvSpPr/>
            <p:nvPr/>
          </p:nvSpPr>
          <p:spPr>
            <a:xfrm rot="18719875">
              <a:off x="8053318" y="2350478"/>
              <a:ext cx="848456" cy="339132"/>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7" name="组合 16"/>
          <p:cNvGrpSpPr/>
          <p:nvPr/>
        </p:nvGrpSpPr>
        <p:grpSpPr>
          <a:xfrm>
            <a:off x="7831138" y="2468563"/>
            <a:ext cx="611187" cy="550862"/>
            <a:chOff x="7802561" y="2095816"/>
            <a:chExt cx="844551" cy="848456"/>
          </a:xfrm>
        </p:grpSpPr>
        <p:sp>
          <p:nvSpPr>
            <p:cNvPr id="18" name="减号 17"/>
            <p:cNvSpPr/>
            <p:nvPr/>
          </p:nvSpPr>
          <p:spPr>
            <a:xfrm rot="2531543" flipV="1">
              <a:off x="7802561" y="2469919"/>
              <a:ext cx="605445" cy="386329"/>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19" name="减号 18"/>
            <p:cNvSpPr/>
            <p:nvPr/>
          </p:nvSpPr>
          <p:spPr>
            <a:xfrm rot="18719875">
              <a:off x="8052877" y="2350037"/>
              <a:ext cx="848456" cy="340014"/>
            </a:xfrm>
            <a:prstGeom prst="mathMin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5">
                                            <p:txEl>
                                              <p:charRg st="0" end="15"/>
                                            </p:txEl>
                                          </p:spTgt>
                                        </p:tgtEl>
                                      </p:cBhvr>
                                    </p:animEffect>
                                    <p:animScale>
                                      <p:cBhvr>
                                        <p:cTn id="7" dur="250" autoRev="1" fill="hold"/>
                                        <p:tgtEl>
                                          <p:spTgt spid="5">
                                            <p:txEl>
                                              <p:charRg st="0" end="15"/>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5">
                                            <p:txEl>
                                              <p:charRg st="15" end="36"/>
                                            </p:txEl>
                                          </p:spTgt>
                                        </p:tgtEl>
                                      </p:cBhvr>
                                    </p:animEffect>
                                    <p:animScale>
                                      <p:cBhvr>
                                        <p:cTn id="12" dur="250" autoRev="1" fill="hold"/>
                                        <p:tgtEl>
                                          <p:spTgt spid="5">
                                            <p:txEl>
                                              <p:charRg st="15" end="36"/>
                                            </p:txEl>
                                          </p:spTgt>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5">
                                            <p:txEl>
                                              <p:charRg st="36" end="53"/>
                                            </p:txEl>
                                          </p:spTgt>
                                        </p:tgtEl>
                                      </p:cBhvr>
                                    </p:animEffect>
                                    <p:animScale>
                                      <p:cBhvr>
                                        <p:cTn id="17" dur="250" autoRev="1" fill="hold"/>
                                        <p:tgtEl>
                                          <p:spTgt spid="5">
                                            <p:txEl>
                                              <p:charRg st="36" end="53"/>
                                            </p:txEl>
                                          </p:spTgt>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5">
                                            <p:txEl>
                                              <p:charRg st="53" end="75"/>
                                            </p:txEl>
                                          </p:spTgt>
                                        </p:tgtEl>
                                      </p:cBhvr>
                                    </p:animEffect>
                                    <p:animScale>
                                      <p:cBhvr>
                                        <p:cTn id="22" dur="250" autoRev="1" fill="hold"/>
                                        <p:tgtEl>
                                          <p:spTgt spid="5">
                                            <p:txEl>
                                              <p:charRg st="53" end="75"/>
                                            </p:txEl>
                                          </p:spTgt>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5">
                                            <p:txEl>
                                              <p:charRg st="75" end="93"/>
                                            </p:txEl>
                                          </p:spTgt>
                                        </p:tgtEl>
                                        <p:attrNameLst>
                                          <p:attrName>style.visibility</p:attrName>
                                        </p:attrNameLst>
                                      </p:cBhvr>
                                      <p:to>
                                        <p:strVal val="visible"/>
                                      </p:to>
                                    </p:set>
                                    <p:anim calcmode="lin" valueType="num">
                                      <p:cBhvr>
                                        <p:cTn id="27" dur="1000" fill="hold"/>
                                        <p:tgtEl>
                                          <p:spTgt spid="5">
                                            <p:txEl>
                                              <p:charRg st="75" end="93"/>
                                            </p:txEl>
                                          </p:spTgt>
                                        </p:tgtEl>
                                        <p:attrNameLst>
                                          <p:attrName>ppt_w</p:attrName>
                                        </p:attrNameLst>
                                      </p:cBhvr>
                                      <p:tavLst>
                                        <p:tav tm="0">
                                          <p:val>
                                            <p:fltVal val="0.000000"/>
                                          </p:val>
                                        </p:tav>
                                        <p:tav tm="100000">
                                          <p:val>
                                            <p:strVal val="#ppt_w"/>
                                          </p:val>
                                        </p:tav>
                                      </p:tavLst>
                                    </p:anim>
                                    <p:anim calcmode="lin" valueType="num">
                                      <p:cBhvr>
                                        <p:cTn id="28" dur="1000" fill="hold"/>
                                        <p:tgtEl>
                                          <p:spTgt spid="5">
                                            <p:txEl>
                                              <p:charRg st="75" end="93"/>
                                            </p:txEl>
                                          </p:spTgt>
                                        </p:tgtEl>
                                        <p:attrNameLst>
                                          <p:attrName>ppt_h</p:attrName>
                                        </p:attrNameLst>
                                      </p:cBhvr>
                                      <p:tavLst>
                                        <p:tav tm="0">
                                          <p:val>
                                            <p:fltVal val="0.000000"/>
                                          </p:val>
                                        </p:tav>
                                        <p:tav tm="100000">
                                          <p:val>
                                            <p:strVal val="#ppt_h"/>
                                          </p:val>
                                        </p:tav>
                                      </p:tavLst>
                                    </p:anim>
                                    <p:anim calcmode="lin" valueType="num">
                                      <p:cBhvr>
                                        <p:cTn id="29" dur="1000" fill="hold"/>
                                        <p:tgtEl>
                                          <p:spTgt spid="5">
                                            <p:txEl>
                                              <p:charRg st="75" end="93"/>
                                            </p:txEl>
                                          </p:spTgt>
                                        </p:tgtEl>
                                        <p:attrNameLst>
                                          <p:attrName>style.rotation</p:attrName>
                                        </p:attrNameLst>
                                      </p:cBhvr>
                                      <p:tavLst>
                                        <p:tav tm="0">
                                          <p:val>
                                            <p:fltVal val="90.000000"/>
                                          </p:val>
                                        </p:tav>
                                        <p:tav tm="100000">
                                          <p:val>
                                            <p:fltVal val="0.000000"/>
                                          </p:val>
                                        </p:tav>
                                      </p:tavLst>
                                    </p:anim>
                                    <p:animEffect transition="in" filter="fade">
                                      <p:cBhvr>
                                        <p:cTn id="30" dur="1000"/>
                                        <p:tgtEl>
                                          <p:spTgt spid="5">
                                            <p:txEl>
                                              <p:charRg st="75" end="9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5">
                                            <p:txEl>
                                              <p:charRg st="93" end="107"/>
                                            </p:txEl>
                                          </p:spTgt>
                                        </p:tgtEl>
                                        <p:attrNameLst>
                                          <p:attrName>style.visibility</p:attrName>
                                        </p:attrNameLst>
                                      </p:cBhvr>
                                      <p:to>
                                        <p:strVal val="visible"/>
                                      </p:to>
                                    </p:set>
                                    <p:anim calcmode="lin" valueType="num">
                                      <p:cBhvr>
                                        <p:cTn id="35" dur="1000" fill="hold"/>
                                        <p:tgtEl>
                                          <p:spTgt spid="5">
                                            <p:txEl>
                                              <p:charRg st="93" end="107"/>
                                            </p:txEl>
                                          </p:spTgt>
                                        </p:tgtEl>
                                        <p:attrNameLst>
                                          <p:attrName>ppt_w</p:attrName>
                                        </p:attrNameLst>
                                      </p:cBhvr>
                                      <p:tavLst>
                                        <p:tav tm="0">
                                          <p:val>
                                            <p:fltVal val="0.000000"/>
                                          </p:val>
                                        </p:tav>
                                        <p:tav tm="100000">
                                          <p:val>
                                            <p:strVal val="#ppt_w"/>
                                          </p:val>
                                        </p:tav>
                                      </p:tavLst>
                                    </p:anim>
                                    <p:anim calcmode="lin" valueType="num">
                                      <p:cBhvr>
                                        <p:cTn id="36" dur="1000" fill="hold"/>
                                        <p:tgtEl>
                                          <p:spTgt spid="5">
                                            <p:txEl>
                                              <p:charRg st="93" end="107"/>
                                            </p:txEl>
                                          </p:spTgt>
                                        </p:tgtEl>
                                        <p:attrNameLst>
                                          <p:attrName>ppt_h</p:attrName>
                                        </p:attrNameLst>
                                      </p:cBhvr>
                                      <p:tavLst>
                                        <p:tav tm="0">
                                          <p:val>
                                            <p:fltVal val="0.000000"/>
                                          </p:val>
                                        </p:tav>
                                        <p:tav tm="100000">
                                          <p:val>
                                            <p:strVal val="#ppt_h"/>
                                          </p:val>
                                        </p:tav>
                                      </p:tavLst>
                                    </p:anim>
                                    <p:anim calcmode="lin" valueType="num">
                                      <p:cBhvr>
                                        <p:cTn id="37" dur="1000" fill="hold"/>
                                        <p:tgtEl>
                                          <p:spTgt spid="5">
                                            <p:txEl>
                                              <p:charRg st="93" end="107"/>
                                            </p:txEl>
                                          </p:spTgt>
                                        </p:tgtEl>
                                        <p:attrNameLst>
                                          <p:attrName>style.rotation</p:attrName>
                                        </p:attrNameLst>
                                      </p:cBhvr>
                                      <p:tavLst>
                                        <p:tav tm="0">
                                          <p:val>
                                            <p:fltVal val="90.000000"/>
                                          </p:val>
                                        </p:tav>
                                        <p:tav tm="100000">
                                          <p:val>
                                            <p:fltVal val="0.000000"/>
                                          </p:val>
                                        </p:tav>
                                      </p:tavLst>
                                    </p:anim>
                                    <p:animEffect transition="in" filter="fade">
                                      <p:cBhvr>
                                        <p:cTn id="38" dur="1000"/>
                                        <p:tgtEl>
                                          <p:spTgt spid="5">
                                            <p:txEl>
                                              <p:charRg st="93" end="107"/>
                                            </p:txEl>
                                          </p:spTgt>
                                        </p:tgtEl>
                                      </p:cBhvr>
                                    </p:animEffect>
                                  </p:childTnLst>
                                </p:cTn>
                              </p:par>
                              <p:par>
                                <p:cTn id="39" presetID="1" presetClass="entr" presetSubtype="0" fill="hold"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a:graphicFrameLocks noGrp="1"/>
          </p:cNvGraphicFramePr>
          <p:nvPr/>
        </p:nvGraphicFramePr>
        <p:xfrm>
          <a:off x="1727200" y="2060575"/>
          <a:ext cx="1441450" cy="3433763"/>
        </p:xfrm>
        <a:graphic>
          <a:graphicData uri="http://schemas.openxmlformats.org/drawingml/2006/table">
            <a:tbl>
              <a:tblPr/>
              <a:tblGrid>
                <a:gridCol w="1441450"/>
              </a:tblGrid>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基类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私有数据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私有方法</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表格 9"/>
          <p:cNvGraphicFramePr>
            <a:graphicFrameLocks noGrp="1"/>
          </p:cNvGraphicFramePr>
          <p:nvPr/>
        </p:nvGraphicFramePr>
        <p:xfrm>
          <a:off x="5815013" y="2062163"/>
          <a:ext cx="2320925" cy="4406900"/>
        </p:xfrm>
        <a:graphic>
          <a:graphicData uri="http://schemas.openxmlformats.org/drawingml/2006/table">
            <a:tbl>
              <a:tblPr/>
              <a:tblGrid>
                <a:gridCol w="2320925"/>
              </a:tblGrid>
              <a:tr h="482600">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派生类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不可访问数据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不可访问方法</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新增数据</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新增方法</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26" marR="91426"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右大括号 7"/>
          <p:cNvSpPr/>
          <p:nvPr/>
        </p:nvSpPr>
        <p:spPr>
          <a:xfrm>
            <a:off x="3240088" y="2560638"/>
            <a:ext cx="65088" cy="2808288"/>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w="0">
                <a:solidFill>
                  <a:prstClr val="black"/>
                </a:solidFill>
              </a:ln>
              <a:solidFill>
                <a:srgbClr val="2DA2BF"/>
              </a:solidFill>
              <a:effectLst>
                <a:outerShdw blurRad="38100" dist="25400" dir="5400000" algn="ctr" rotWithShape="0">
                  <a:srgbClr val="6E747A">
                    <a:alpha val="43000"/>
                  </a:srgbClr>
                </a:outerShdw>
              </a:effectLst>
              <a:uLnTx/>
              <a:uFillTx/>
              <a:latin typeface="Lucida Sans Unicode" panose="020B0602030504020204"/>
              <a:ea typeface="黑体" panose="02010609060101010101" pitchFamily="49" charset="-122"/>
              <a:cs typeface="+mn-cs"/>
            </a:endParaRPr>
          </a:p>
        </p:txBody>
      </p:sp>
      <p:sp>
        <p:nvSpPr>
          <p:cNvPr id="9" name="左大括号 8"/>
          <p:cNvSpPr/>
          <p:nvPr/>
        </p:nvSpPr>
        <p:spPr>
          <a:xfrm>
            <a:off x="5527675" y="2546350"/>
            <a:ext cx="150813" cy="3040063"/>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Lucida Sans Unicode" panose="020B0602030504020204"/>
              <a:ea typeface="黑体" panose="02010609060101010101" pitchFamily="49" charset="-122"/>
              <a:cs typeface="+mn-cs"/>
            </a:endParaRPr>
          </a:p>
        </p:txBody>
      </p:sp>
      <p:cxnSp>
        <p:nvCxnSpPr>
          <p:cNvPr id="12" name="直接箭头连接符 11"/>
          <p:cNvCxnSpPr/>
          <p:nvPr/>
        </p:nvCxnSpPr>
        <p:spPr>
          <a:xfrm flipH="1">
            <a:off x="3527425" y="3695700"/>
            <a:ext cx="18732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603" name="文本框 12"/>
          <p:cNvSpPr txBox="1"/>
          <p:nvPr/>
        </p:nvSpPr>
        <p:spPr>
          <a:xfrm>
            <a:off x="3671888" y="3209925"/>
            <a:ext cx="1512887" cy="400050"/>
          </a:xfrm>
          <a:prstGeom prst="rect">
            <a:avLst/>
          </a:prstGeom>
          <a:noFill/>
          <a:ln w="9525">
            <a:noFill/>
          </a:ln>
        </p:spPr>
        <p:txBody>
          <a:bodyPr>
            <a:spAutoFit/>
          </a:bodyPr>
          <a:p>
            <a:pPr eaLnBrk="1" hangingPunct="1">
              <a:buNone/>
            </a:pPr>
            <a:r>
              <a:rPr lang="zh-CN" altLang="en-US" sz="2000" b="1" dirty="0">
                <a:solidFill>
                  <a:srgbClr val="000000"/>
                </a:solidFill>
                <a:latin typeface="宋体" panose="02010600030101010101" pitchFamily="2" charset="-122"/>
                <a:ea typeface="宋体" panose="02010600030101010101" pitchFamily="2" charset="-122"/>
              </a:rPr>
              <a:t>    派生</a:t>
            </a:r>
            <a:endParaRPr lang="zh-CN" altLang="en-US" sz="2000" b="1" dirty="0">
              <a:solidFill>
                <a:srgbClr val="000000"/>
              </a:solidFill>
              <a:latin typeface="宋体" panose="02010600030101010101" pitchFamily="2" charset="-122"/>
              <a:ea typeface="宋体" panose="02010600030101010101" pitchFamily="2" charset="-122"/>
            </a:endParaRPr>
          </a:p>
        </p:txBody>
      </p:sp>
      <p:sp>
        <p:nvSpPr>
          <p:cNvPr id="66604" name="文本框 13"/>
          <p:cNvSpPr txBox="1"/>
          <p:nvPr/>
        </p:nvSpPr>
        <p:spPr>
          <a:xfrm>
            <a:off x="3606800" y="3786188"/>
            <a:ext cx="1865313" cy="1014412"/>
          </a:xfrm>
          <a:prstGeom prst="rect">
            <a:avLst/>
          </a:prstGeom>
          <a:noFill/>
          <a:ln w="9525">
            <a:noFill/>
          </a:ln>
        </p:spPr>
        <p:txBody>
          <a:bodyPr>
            <a:spAutoFit/>
          </a:bodyPr>
          <a:p>
            <a:pPr eaLnBrk="1" hangingPunct="1">
              <a:buNone/>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public</a:t>
            </a:r>
            <a:endParaRPr lang="en-US" altLang="zh-CN" sz="2000" b="1" dirty="0">
              <a:solidFill>
                <a:srgbClr val="000000"/>
              </a:solidFill>
              <a:latin typeface="宋体" panose="02010600030101010101" pitchFamily="2" charset="-122"/>
              <a:ea typeface="宋体" panose="02010600030101010101" pitchFamily="2" charset="-122"/>
            </a:endParaRPr>
          </a:p>
          <a:p>
            <a:pPr eaLnBrk="1" hangingPunct="1">
              <a:buNone/>
            </a:pPr>
            <a:r>
              <a:rPr lang="en-US" altLang="zh-CN" sz="2000" b="1" dirty="0">
                <a:solidFill>
                  <a:srgbClr val="000000"/>
                </a:solidFill>
                <a:latin typeface="宋体" panose="02010600030101010101" pitchFamily="2" charset="-122"/>
                <a:ea typeface="宋体" panose="02010600030101010101" pitchFamily="2" charset="-122"/>
              </a:rPr>
              <a:t>  private</a:t>
            </a:r>
            <a:endParaRPr lang="en-US" altLang="zh-CN" sz="2000" b="1" dirty="0">
              <a:solidFill>
                <a:srgbClr val="000000"/>
              </a:solidFill>
              <a:latin typeface="宋体" panose="02010600030101010101" pitchFamily="2" charset="-122"/>
              <a:ea typeface="宋体" panose="02010600030101010101" pitchFamily="2" charset="-122"/>
            </a:endParaRPr>
          </a:p>
          <a:p>
            <a:pPr eaLnBrk="1" hangingPunct="1">
              <a:buNone/>
            </a:pPr>
            <a:r>
              <a:rPr lang="en-US" altLang="zh-CN" sz="2000" b="1" dirty="0">
                <a:solidFill>
                  <a:srgbClr val="000000"/>
                </a:solidFill>
                <a:latin typeface="宋体" panose="02010600030101010101" pitchFamily="2" charset="-122"/>
                <a:ea typeface="宋体" panose="02010600030101010101" pitchFamily="2" charset="-122"/>
              </a:rPr>
              <a:t>  protected</a:t>
            </a:r>
            <a:endParaRPr lang="zh-CN" altLang="en-US" sz="2000" b="1" dirty="0">
              <a:solidFill>
                <a:srgbClr val="000000"/>
              </a:solidFill>
              <a:latin typeface="宋体" panose="02010600030101010101" pitchFamily="2" charset="-122"/>
              <a:ea typeface="宋体" panose="02010600030101010101" pitchFamily="2" charset="-122"/>
            </a:endParaRPr>
          </a:p>
        </p:txBody>
      </p:sp>
      <p:sp>
        <p:nvSpPr>
          <p:cNvPr id="2" name="矩形 1"/>
          <p:cNvSpPr/>
          <p:nvPr/>
        </p:nvSpPr>
        <p:spPr>
          <a:xfrm>
            <a:off x="5815013" y="3065463"/>
            <a:ext cx="2305050" cy="863600"/>
          </a:xfrm>
          <a:prstGeom prst="rect">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5834063" y="4505325"/>
            <a:ext cx="2305050" cy="863600"/>
          </a:xfrm>
          <a:prstGeom prst="rect">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66607" name="文本框 2"/>
          <p:cNvSpPr txBox="1"/>
          <p:nvPr/>
        </p:nvSpPr>
        <p:spPr>
          <a:xfrm>
            <a:off x="-23812" y="1054100"/>
            <a:ext cx="10039350" cy="954088"/>
          </a:xfrm>
          <a:prstGeom prst="rect">
            <a:avLst/>
          </a:prstGeom>
          <a:noFill/>
          <a:ln w="9525">
            <a:noFill/>
          </a:ln>
        </p:spPr>
        <p:txBody>
          <a:bodyPr>
            <a:spAutoFit/>
          </a:bodyPr>
          <a:p>
            <a:pPr>
              <a:buNone/>
            </a:pPr>
            <a:r>
              <a:rPr lang="zh-CN" altLang="en-US" sz="2800" dirty="0">
                <a:latin typeface="黑体" panose="02010609060101010101" pitchFamily="49" charset="-122"/>
                <a:ea typeface="黑体" panose="02010609060101010101" pitchFamily="49" charset="-122"/>
              </a:rPr>
              <a:t>派生类对象能否访问基类成员，由继承后的基类成员的访问权限决定。</a:t>
            </a:r>
            <a:endParaRPr lang="zh-CN" altLang="en-US" sz="2800" dirty="0">
              <a:latin typeface="黑体" panose="02010609060101010101" pitchFamily="49" charset="-122"/>
              <a:ea typeface="黑体" panose="02010609060101010101" pitchFamily="49" charset="-122"/>
            </a:endParaRPr>
          </a:p>
        </p:txBody>
      </p:sp>
      <p:sp>
        <p:nvSpPr>
          <p:cNvPr id="16" name="矩形 15"/>
          <p:cNvSpPr/>
          <p:nvPr/>
        </p:nvSpPr>
        <p:spPr>
          <a:xfrm>
            <a:off x="3376613" y="3860800"/>
            <a:ext cx="2095500" cy="939800"/>
          </a:xfrm>
          <a:prstGeom prst="rect">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lt1"/>
              </a:solidFill>
              <a:effectLst/>
              <a:uLnTx/>
              <a:uFillTx/>
              <a:latin typeface="+mn-lt"/>
              <a:ea typeface="+mn-ea"/>
              <a:cs typeface="+mn-cs"/>
            </a:endParaRPr>
          </a:p>
        </p:txBody>
      </p:sp>
      <p:sp>
        <p:nvSpPr>
          <p:cNvPr id="66609" name="矩形 2"/>
          <p:cNvSpPr>
            <a:spLocks noGrp="1"/>
          </p:cNvSpPr>
          <p:nvPr>
            <p:ph type="title"/>
          </p:nvPr>
        </p:nvSpPr>
        <p:spPr>
          <a:xfrm>
            <a:off x="1800225" y="84138"/>
            <a:ext cx="6192838"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继承</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内容占位符 2"/>
          <p:cNvSpPr>
            <a:spLocks noGrp="1"/>
          </p:cNvSpPr>
          <p:nvPr>
            <p:ph idx="1"/>
          </p:nvPr>
        </p:nvSpPr>
        <p:spPr>
          <a:xfrm>
            <a:off x="14288" y="1052513"/>
            <a:ext cx="9921875" cy="4525962"/>
          </a:xfrm>
          <a:noFill/>
          <a:ln>
            <a:noFill/>
          </a:ln>
        </p:spPr>
        <p:txBody>
          <a:bodyPr/>
          <a:p>
            <a:pPr marL="565150" indent="-457200" eaLnBrk="1" hangingPunct="1">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派生类从基类中继承过来的成员的访问控制</a:t>
            </a:r>
            <a:endParaRPr lang="en-US" altLang="zh-CN" sz="2800" dirty="0">
              <a:latin typeface="黑体" panose="02010609060101010101" pitchFamily="49" charset="-122"/>
              <a:ea typeface="黑体" panose="02010609060101010101" pitchFamily="49" charset="-122"/>
            </a:endParaRPr>
          </a:p>
          <a:p>
            <a:pPr marL="565150" indent="-457200" eaLnBrk="1" hangingPunct="1">
              <a:buNone/>
            </a:pPr>
            <a:r>
              <a:rPr lang="zh-CN" altLang="en-US" sz="2800" dirty="0">
                <a:latin typeface="黑体" panose="02010609060101010101" pitchFamily="49" charset="-122"/>
                <a:ea typeface="黑体" panose="02010609060101010101" pitchFamily="49" charset="-122"/>
              </a:rPr>
              <a:t>   派生类按指定的访问控制（继承访问控制）从基类中继</a:t>
            </a:r>
            <a:endParaRPr lang="en-US" altLang="zh-CN" sz="2800" dirty="0">
              <a:latin typeface="黑体" panose="02010609060101010101" pitchFamily="49" charset="-122"/>
              <a:ea typeface="黑体" panose="02010609060101010101" pitchFamily="49" charset="-122"/>
            </a:endParaRPr>
          </a:p>
          <a:p>
            <a:pPr marL="565150" indent="-457200" eaLnBrk="1" hangingPunct="1">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承具有不同访问控制的成员，这些成员在派生类中，其访</a:t>
            </a:r>
            <a:endParaRPr lang="en-US" altLang="zh-CN" sz="2800" dirty="0">
              <a:latin typeface="黑体" panose="02010609060101010101" pitchFamily="49" charset="-122"/>
              <a:ea typeface="黑体" panose="02010609060101010101" pitchFamily="49" charset="-122"/>
            </a:endParaRPr>
          </a:p>
          <a:p>
            <a:pPr marL="565150" indent="-457200" eaLnBrk="1" hangingPunct="1">
              <a:buNone/>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问控制将发生变化。</a:t>
            </a:r>
            <a:endParaRPr lang="en-US" altLang="zh-CN" sz="2800" dirty="0">
              <a:latin typeface="黑体" panose="02010609060101010101" pitchFamily="49" charset="-122"/>
              <a:ea typeface="黑体" panose="02010609060101010101" pitchFamily="49" charset="-122"/>
            </a:endParaRPr>
          </a:p>
          <a:p>
            <a:pPr marL="565150" indent="-457200" eaLnBrk="1" hangingPunct="1">
              <a:buNone/>
            </a:pPr>
            <a:endParaRPr lang="zh-CN" altLang="en-US" sz="2800" dirty="0">
              <a:latin typeface="黑体" panose="02010609060101010101" pitchFamily="49" charset="-122"/>
              <a:ea typeface="黑体" panose="02010609060101010101" pitchFamily="49" charset="-122"/>
            </a:endParaRPr>
          </a:p>
          <a:p>
            <a:pPr marL="565150" indent="-457200" eaLnBrk="1" hangingPunct="1">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它们由以下两个因素共同决定：</a:t>
            </a:r>
            <a:endParaRPr lang="zh-CN" altLang="en-US" sz="2800" dirty="0">
              <a:latin typeface="黑体" panose="02010609060101010101" pitchFamily="49" charset="-122"/>
              <a:ea typeface="黑体" panose="02010609060101010101" pitchFamily="49" charset="-122"/>
            </a:endParaRPr>
          </a:p>
          <a:p>
            <a:pPr marL="107950" lvl="2" indent="0" eaLnBrk="1" hangingPunct="1">
              <a:spcBef>
                <a:spcPts val="400"/>
              </a:spcBef>
              <a:buSzPct val="68000"/>
              <a:buNone/>
            </a:pPr>
            <a:r>
              <a:rPr lang="zh-CN" altLang="en-US" sz="2800" dirty="0">
                <a:latin typeface="黑体" panose="02010609060101010101" pitchFamily="49" charset="-122"/>
                <a:ea typeface="黑体" panose="02010609060101010101" pitchFamily="49" charset="-122"/>
              </a:rPr>
              <a:t>   基类中该成员的访问控制</a:t>
            </a:r>
            <a:endParaRPr lang="zh-CN" altLang="en-US" sz="2800" dirty="0">
              <a:latin typeface="黑体" panose="02010609060101010101" pitchFamily="49" charset="-122"/>
              <a:ea typeface="黑体" panose="02010609060101010101" pitchFamily="49" charset="-122"/>
            </a:endParaRPr>
          </a:p>
          <a:p>
            <a:pPr marL="107950" lvl="2" indent="0" eaLnBrk="1" hangingPunct="1">
              <a:spcBef>
                <a:spcPts val="400"/>
              </a:spcBef>
              <a:buSzPct val="68000"/>
              <a:buNone/>
            </a:pPr>
            <a:r>
              <a:rPr lang="zh-CN" altLang="en-US" sz="2800" dirty="0">
                <a:latin typeface="黑体" panose="02010609060101010101" pitchFamily="49" charset="-122"/>
                <a:ea typeface="黑体" panose="02010609060101010101" pitchFamily="49" charset="-122"/>
              </a:rPr>
              <a:t>   派生类定义中的继承访问控制</a:t>
            </a:r>
            <a:endParaRPr lang="zh-CN" altLang="en-US" sz="2800" dirty="0">
              <a:latin typeface="黑体" panose="02010609060101010101" pitchFamily="49" charset="-122"/>
              <a:ea typeface="黑体" panose="02010609060101010101" pitchFamily="49" charset="-122"/>
            </a:endParaRPr>
          </a:p>
        </p:txBody>
      </p:sp>
      <p:sp>
        <p:nvSpPr>
          <p:cNvPr id="68611" name="标题 1"/>
          <p:cNvSpPr txBox="1">
            <a:spLocks noGrp="1"/>
          </p:cNvSpPr>
          <p:nvPr>
            <p:ph type="title"/>
          </p:nvPr>
        </p:nvSpPr>
        <p:spPr>
          <a:xfrm>
            <a:off x="1039813" y="84138"/>
            <a:ext cx="8229600" cy="1143000"/>
          </a:xfrm>
          <a:noFill/>
          <a:ln>
            <a:noFill/>
          </a:ln>
        </p:spPr>
        <p:txBody>
          <a:bodyPr/>
          <a:p>
            <a:r>
              <a:rPr lang="zh-CN" altLang="en-US" sz="4000" dirty="0">
                <a:solidFill>
                  <a:schemeClr val="bg1"/>
                </a:solidFill>
                <a:latin typeface="宋体" panose="02010600030101010101" pitchFamily="2" charset="-122"/>
                <a:ea typeface="宋体" panose="02010600030101010101" pitchFamily="2" charset="-122"/>
              </a:rPr>
              <a:t>继承的访问控制规则</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68612"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矩形 2"/>
          <p:cNvSpPr>
            <a:spLocks noGrp="1"/>
          </p:cNvSpPr>
          <p:nvPr>
            <p:ph type="title"/>
          </p:nvPr>
        </p:nvSpPr>
        <p:spPr>
          <a:xfrm>
            <a:off x="1439863" y="115888"/>
            <a:ext cx="7345362" cy="823912"/>
          </a:xfrm>
          <a:prstGeom prst="rect">
            <a:avLst/>
          </a:prstGeo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基类成员在派生类的访问权限 </a:t>
            </a:r>
            <a:endParaRPr lang="zh-CN" altLang="en-US" sz="4000" dirty="0">
              <a:solidFill>
                <a:schemeClr val="bg1"/>
              </a:solidFill>
              <a:latin typeface="宋体" panose="02010600030101010101" pitchFamily="2" charset="-122"/>
              <a:ea typeface="宋体" panose="02010600030101010101" pitchFamily="2" charset="-122"/>
            </a:endParaRPr>
          </a:p>
        </p:txBody>
      </p:sp>
      <p:graphicFrame>
        <p:nvGraphicFramePr>
          <p:cNvPr id="213133" name="组合 141"/>
          <p:cNvGraphicFramePr>
            <a:graphicFrameLocks noGrp="1"/>
          </p:cNvGraphicFramePr>
          <p:nvPr>
            <p:ph type="tbl" idx="4294967295"/>
          </p:nvPr>
        </p:nvGraphicFramePr>
        <p:xfrm>
          <a:off x="647700" y="1911350"/>
          <a:ext cx="8582025" cy="3525838"/>
        </p:xfrm>
        <a:graphic>
          <a:graphicData uri="http://schemas.openxmlformats.org/drawingml/2006/table">
            <a:tbl>
              <a:tblPr/>
              <a:tblGrid>
                <a:gridCol w="1223963"/>
                <a:gridCol w="1439862"/>
                <a:gridCol w="1524000"/>
                <a:gridCol w="2233613"/>
                <a:gridCol w="2160587"/>
              </a:tblGrid>
              <a:tr h="461963">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继承方式</a:t>
                      </a:r>
                      <a:endParaRPr kumimoji="1" lang="zh-CN" altLang="en-US" sz="2000" b="0"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基类特性</a:t>
                      </a:r>
                      <a:endParaRPr kumimoji="1" lang="zh-CN" altLang="en-US" sz="2000" b="0"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派生类特性</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派生类的成员函数</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派生类对象</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49338">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公有继承</a:t>
                      </a:r>
                      <a:endParaRPr kumimoji="1"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public</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public</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protected</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private</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public</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protected</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不可访问</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可访问基类中的</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公有成员和保护</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成员</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可访问基类和派</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生类中的公有成</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员</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8063">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私有继承</a:t>
                      </a:r>
                      <a:endParaRPr kumimoji="1"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private</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public</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protected</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private</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private</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private</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不可访问</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可访问基类中的</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公有成员和保护</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成员</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不能访问基类中</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的所有成员</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6475">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保护继承</a:t>
                      </a:r>
                      <a:endParaRPr kumimoji="1"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protected</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public</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protected</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private</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protected</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protected</a:t>
                      </a:r>
                      <a:endParaRPr kumimoji="1"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不可访问</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可访问基类中的</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公有成员和保护</a:t>
                      </a:r>
                      <a:endPar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成员</a:t>
                      </a:r>
                      <a:endParaRPr kumimoji="1"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不能访问基类</a:t>
                      </a:r>
                      <a:endParaRPr kumimoji="1"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1"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中的所有成员</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1447" marR="9144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9667" name="灯片编号占位符 3"/>
          <p:cNvSpPr txBox="1">
            <a:spLocks noGrp="1"/>
          </p:cNvSpPr>
          <p:nvPr>
            <p:ph type="sldNum" sz="quarter" idx="4"/>
          </p:nvPr>
        </p:nvSpPr>
        <p:spPr>
          <a:prstGeom prst="rect">
            <a:avLst/>
          </a:prstGeom>
          <a:noFill/>
          <a:ln>
            <a:noFill/>
          </a:ln>
        </p:spPr>
        <p:txBody>
          <a:bodyPr/>
          <a:p>
            <a:fld id="{9A0DB2DC-4C9A-4742-B13C-FB6460FD3503}" type="slidenum">
              <a:rPr lang="en-US" altLang="zh-CN" dirty="0">
                <a:cs typeface="Tahoma" panose="020B0604030504040204" pitchFamily="34" charset="0"/>
              </a:rPr>
            </a:fld>
            <a:endParaRPr lang="en-US" altLang="zh-CN" dirty="0">
              <a:ea typeface="Tahoma" panose="020B0604030504040204" pitchFamily="34" charset="0"/>
              <a:cs typeface="Tahoma" panose="020B0604030504040204" pitchFamily="34" charset="0"/>
            </a:endParaRPr>
          </a:p>
        </p:txBody>
      </p:sp>
      <p:sp>
        <p:nvSpPr>
          <p:cNvPr id="69668" name="矩形 142"/>
          <p:cNvSpPr/>
          <p:nvPr/>
        </p:nvSpPr>
        <p:spPr>
          <a:xfrm>
            <a:off x="71438" y="1033463"/>
            <a:ext cx="9577387" cy="523875"/>
          </a:xfrm>
          <a:prstGeom prst="rect">
            <a:avLst/>
          </a:prstGeom>
          <a:noFill/>
          <a:ln w="9525">
            <a:noFill/>
          </a:ln>
        </p:spPr>
        <p:txBody>
          <a:bodyPr anchor="ctr" anchorCtr="0">
            <a:spAutoFit/>
          </a:bodyPr>
          <a:p>
            <a:pPr marL="457200" indent="-457200">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派生类的三种继承方式及基类成员在派生类的访问权限</a:t>
            </a:r>
            <a:r>
              <a:rPr lang="zh-CN" altLang="en-US" sz="2800" dirty="0">
                <a:latin typeface="黑体" panose="02010609060101010101" pitchFamily="49" charset="-122"/>
                <a:ea typeface="黑体" panose="02010609060101010101" pitchFamily="49" charset="-122"/>
              </a:rPr>
              <a:t> </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内容占位符 2"/>
          <p:cNvSpPr>
            <a:spLocks noGrp="1"/>
          </p:cNvSpPr>
          <p:nvPr>
            <p:ph idx="1"/>
          </p:nvPr>
        </p:nvSpPr>
        <p:spPr>
          <a:xfrm>
            <a:off x="-277812" y="908050"/>
            <a:ext cx="10213975" cy="5688013"/>
          </a:xfrm>
          <a:noFill/>
          <a:ln>
            <a:noFill/>
          </a:ln>
        </p:spPr>
        <p:txBody>
          <a:bodyPr/>
          <a:p>
            <a:pPr marL="793750" indent="-457200" eaLnBrk="1" hangingPunct="1">
              <a:lnSpc>
                <a:spcPct val="150000"/>
              </a:lnSpc>
              <a:buClr>
                <a:srgbClr val="FF0000"/>
              </a:buClr>
              <a:buFont typeface="Wingdings" panose="05000000000000000000" pitchFamily="2" charset="2"/>
              <a:buChar char="p"/>
            </a:pPr>
            <a:r>
              <a:rPr lang="zh-CN" altLang="en-US" b="1" dirty="0">
                <a:latin typeface="Times New Roman" panose="02020603050405020304" pitchFamily="18" charset="0"/>
                <a:cs typeface="Times New Roman" panose="02020603050405020304" pitchFamily="18" charset="0"/>
              </a:rPr>
              <a:t> </a:t>
            </a:r>
            <a:r>
              <a:rPr lang="zh-CN" altLang="en-US" sz="2800" dirty="0">
                <a:latin typeface="黑体" panose="02010609060101010101" pitchFamily="49" charset="-122"/>
                <a:ea typeface="黑体" panose="02010609060101010101" pitchFamily="49" charset="-122"/>
              </a:rPr>
              <a:t>定义一个派生类时将基类的继承方式指定为</a:t>
            </a:r>
            <a:r>
              <a:rPr lang="en-US" altLang="zh-CN" sz="2800" dirty="0">
                <a:latin typeface="黑体" panose="02010609060101010101" pitchFamily="49" charset="-122"/>
                <a:ea typeface="黑体" panose="02010609060101010101" pitchFamily="49" charset="-122"/>
              </a:rPr>
              <a:t>public</a:t>
            </a:r>
            <a:r>
              <a:rPr lang="zh-CN" altLang="en-US" sz="2800" dirty="0">
                <a:latin typeface="黑体" panose="02010609060101010101" pitchFamily="49" charset="-122"/>
                <a:ea typeface="黑体" panose="02010609060101010101" pitchFamily="49" charset="-122"/>
              </a:rPr>
              <a:t>的，称为公有继承</a:t>
            </a:r>
            <a:r>
              <a:rPr lang="en-US" altLang="zh-CN"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采用公有继承方式时，基类的公有成员和保护成员在派生类中仍然保持其公有成员和保护成员的属性，而基类的私有成员在派生类中并没有成为派生类的私有成员，它仍然是基类的私有成员，只有基类的成员函数可以访问它，而不能被派生类的成员函数访问，因此就成为派生类中的不可访问的成员。</a:t>
            </a:r>
            <a:endParaRPr lang="zh-CN" altLang="en-US" sz="2800" dirty="0">
              <a:latin typeface="黑体" panose="02010609060101010101" pitchFamily="49" charset="-122"/>
              <a:ea typeface="黑体" panose="02010609060101010101" pitchFamily="49" charset="-122"/>
            </a:endParaRPr>
          </a:p>
          <a:p>
            <a:pPr marL="793750" indent="-457200" eaLnBrk="1" hangingPunct="1">
              <a:buFont typeface="Wingdings" panose="05000000000000000000" pitchFamily="2" charset="2"/>
              <a:buChar char="v"/>
            </a:pPr>
            <a:endParaRPr lang="zh-CN" altLang="en-US" dirty="0"/>
          </a:p>
        </p:txBody>
      </p:sp>
      <p:sp>
        <p:nvSpPr>
          <p:cNvPr id="70659" name="标题 1"/>
          <p:cNvSpPr>
            <a:spLocks noGrp="1"/>
          </p:cNvSpPr>
          <p:nvPr>
            <p:ph type="title"/>
          </p:nvPr>
        </p:nvSpPr>
        <p:spPr>
          <a:xfrm>
            <a:off x="784225" y="115888"/>
            <a:ext cx="8229600"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公有继承</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70660"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71683" name="矩形 2"/>
          <p:cNvSpPr>
            <a:spLocks noGrp="1"/>
          </p:cNvSpPr>
          <p:nvPr>
            <p:ph type="title"/>
          </p:nvPr>
        </p:nvSpPr>
        <p:spPr>
          <a:xfrm>
            <a:off x="1295400" y="95250"/>
            <a:ext cx="6192838" cy="838200"/>
          </a:xfrm>
          <a:noFill/>
          <a:ln>
            <a:noFill/>
          </a:ln>
        </p:spPr>
        <p:txBody>
          <a:bodyPr/>
          <a:p>
            <a:pPr eaLnBrk="1" hangingPunct="1"/>
            <a:r>
              <a:rPr lang="zh-CN" altLang="en-US" dirty="0"/>
              <a:t>        </a:t>
            </a:r>
            <a:r>
              <a:rPr lang="zh-CN" altLang="en-US" sz="4000" dirty="0">
                <a:solidFill>
                  <a:schemeClr val="bg1"/>
                </a:solidFill>
                <a:latin typeface="宋体" panose="02010600030101010101" pitchFamily="2" charset="-122"/>
                <a:ea typeface="宋体" panose="02010600030101010101" pitchFamily="2" charset="-122"/>
              </a:rPr>
              <a:t>公有继承</a:t>
            </a:r>
            <a:endParaRPr lang="zh-CN" altLang="en-US" sz="4000" dirty="0">
              <a:solidFill>
                <a:schemeClr val="bg1"/>
              </a:solidFill>
              <a:latin typeface="宋体" panose="02010600030101010101" pitchFamily="2" charset="-122"/>
              <a:ea typeface="宋体" panose="02010600030101010101" pitchFamily="2" charset="-122"/>
            </a:endParaRPr>
          </a:p>
        </p:txBody>
      </p:sp>
      <p:graphicFrame>
        <p:nvGraphicFramePr>
          <p:cNvPr id="4" name="表格 3"/>
          <p:cNvGraphicFramePr>
            <a:graphicFrameLocks noGrp="1"/>
          </p:cNvGraphicFramePr>
          <p:nvPr/>
        </p:nvGraphicFramePr>
        <p:xfrm>
          <a:off x="2376488" y="1397000"/>
          <a:ext cx="1441450" cy="1962150"/>
        </p:xfrm>
        <a:graphic>
          <a:graphicData uri="http://schemas.openxmlformats.org/drawingml/2006/table">
            <a:tbl>
              <a:tblPr/>
              <a:tblGrid>
                <a:gridCol w="1441450"/>
              </a:tblGrid>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基类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私有成员</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表格 9"/>
          <p:cNvGraphicFramePr>
            <a:graphicFrameLocks noGrp="1"/>
          </p:cNvGraphicFramePr>
          <p:nvPr/>
        </p:nvGraphicFramePr>
        <p:xfrm>
          <a:off x="6464300" y="1398588"/>
          <a:ext cx="1584325" cy="2444750"/>
        </p:xfrm>
        <a:graphic>
          <a:graphicData uri="http://schemas.openxmlformats.org/drawingml/2006/table">
            <a:tbl>
              <a:tblPr/>
              <a:tblGrid>
                <a:gridCol w="1584325"/>
              </a:tblGrid>
              <a:tr h="482600">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派生类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右大括号 7"/>
          <p:cNvSpPr/>
          <p:nvPr/>
        </p:nvSpPr>
        <p:spPr>
          <a:xfrm>
            <a:off x="3889375" y="1916113"/>
            <a:ext cx="71438" cy="144145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w="0">
                <a:solidFill>
                  <a:schemeClr val="tx1"/>
                </a:solidFill>
              </a:ln>
              <a:solidFill>
                <a:schemeClr val="accent1"/>
              </a:solidFill>
              <a:effectLst>
                <a:outerShdw blurRad="38100" dist="25400" dir="5400000" algn="ctr" rotWithShape="0">
                  <a:srgbClr val="6E747A">
                    <a:alpha val="43000"/>
                  </a:srgbClr>
                </a:outerShdw>
              </a:effectLst>
              <a:uLnTx/>
              <a:uFillTx/>
              <a:latin typeface="+mn-lt"/>
              <a:ea typeface="+mn-ea"/>
              <a:cs typeface="+mn-cs"/>
            </a:endParaRPr>
          </a:p>
        </p:txBody>
      </p:sp>
      <p:sp>
        <p:nvSpPr>
          <p:cNvPr id="9" name="左大括号 8"/>
          <p:cNvSpPr/>
          <p:nvPr/>
        </p:nvSpPr>
        <p:spPr>
          <a:xfrm>
            <a:off x="6345238" y="1901825"/>
            <a:ext cx="53975" cy="14414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tx1"/>
              </a:solidFill>
              <a:effectLst/>
              <a:uLnTx/>
              <a:uFillTx/>
              <a:latin typeface="+mn-lt"/>
              <a:ea typeface="+mn-ea"/>
              <a:cs typeface="+mn-cs"/>
            </a:endParaRPr>
          </a:p>
        </p:txBody>
      </p:sp>
      <p:cxnSp>
        <p:nvCxnSpPr>
          <p:cNvPr id="12" name="直接箭头连接符 11"/>
          <p:cNvCxnSpPr/>
          <p:nvPr/>
        </p:nvCxnSpPr>
        <p:spPr>
          <a:xfrm flipH="1">
            <a:off x="4176713" y="2619375"/>
            <a:ext cx="18732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711" name="文本框 12"/>
          <p:cNvSpPr txBox="1"/>
          <p:nvPr/>
        </p:nvSpPr>
        <p:spPr>
          <a:xfrm>
            <a:off x="4321175" y="2133600"/>
            <a:ext cx="1512888" cy="400050"/>
          </a:xfrm>
          <a:prstGeom prst="rect">
            <a:avLst/>
          </a:prstGeom>
          <a:noFill/>
          <a:ln w="9525">
            <a:noFill/>
          </a:ln>
        </p:spPr>
        <p:txBody>
          <a:bodyPr>
            <a:spAutoFit/>
          </a:bodyPr>
          <a:p>
            <a:pPr>
              <a:buNone/>
            </a:pPr>
            <a:r>
              <a:rPr lang="en-US" altLang="zh-CN" sz="2000" b="1" dirty="0">
                <a:latin typeface="宋体" panose="02010600030101010101" pitchFamily="2" charset="-122"/>
                <a:ea typeface="宋体" panose="02010600030101010101" pitchFamily="2" charset="-122"/>
              </a:rPr>
              <a:t>public</a:t>
            </a:r>
            <a:r>
              <a:rPr lang="zh-CN" altLang="en-US" sz="2000" b="1" dirty="0">
                <a:latin typeface="宋体" panose="02010600030101010101" pitchFamily="2" charset="-122"/>
                <a:ea typeface="宋体" panose="02010600030101010101" pitchFamily="2" charset="-122"/>
              </a:rPr>
              <a:t>派生</a:t>
            </a:r>
            <a:endParaRPr lang="zh-CN" altLang="en-US" sz="2000" b="1" dirty="0">
              <a:latin typeface="宋体" panose="02010600030101010101" pitchFamily="2" charset="-122"/>
              <a:ea typeface="宋体" panose="02010600030101010101" pitchFamily="2" charset="-122"/>
            </a:endParaRPr>
          </a:p>
        </p:txBody>
      </p:sp>
      <p:sp>
        <p:nvSpPr>
          <p:cNvPr id="17" name="内容占位符 2"/>
          <p:cNvSpPr>
            <a:spLocks noGrp="1"/>
          </p:cNvSpPr>
          <p:nvPr>
            <p:ph idx="1"/>
          </p:nvPr>
        </p:nvSpPr>
        <p:spPr>
          <a:xfrm>
            <a:off x="0" y="4238625"/>
            <a:ext cx="9480550" cy="1150938"/>
          </a:xfrm>
          <a:noFill/>
          <a:ln>
            <a:noFill/>
          </a:ln>
        </p:spPr>
        <p:txBody>
          <a:bodyPr/>
          <a:p>
            <a:pPr marL="336550" indent="0">
              <a:buNone/>
            </a:pPr>
            <a:r>
              <a:rPr lang="zh-CN" altLang="en-US" sz="2800" dirty="0">
                <a:latin typeface="黑体" panose="02010609060101010101" pitchFamily="49" charset="-122"/>
                <a:ea typeface="黑体" panose="02010609060101010101" pitchFamily="49" charset="-122"/>
              </a:rPr>
              <a:t>派生类新增成员函数：访问基类的保护成员、公有成员</a:t>
            </a:r>
            <a:endParaRPr lang="en-US" altLang="zh-CN" sz="2800" dirty="0">
              <a:latin typeface="黑体" panose="02010609060101010101" pitchFamily="49" charset="-122"/>
              <a:ea typeface="黑体" panose="02010609060101010101" pitchFamily="49" charset="-122"/>
            </a:endParaRPr>
          </a:p>
          <a:p>
            <a:pPr marL="336550" indent="0">
              <a:buNone/>
            </a:pPr>
            <a:r>
              <a:rPr lang="zh-CN" altLang="en-US" sz="2800" dirty="0">
                <a:latin typeface="黑体" panose="02010609060101010101" pitchFamily="49" charset="-122"/>
                <a:ea typeface="黑体" panose="02010609060101010101" pitchFamily="49" charset="-122"/>
              </a:rPr>
              <a:t>派生类对象：访问基类公有成员、新增公有成员</a:t>
            </a:r>
            <a:endParaRPr lang="en-US" altLang="zh-CN" sz="2800" dirty="0">
              <a:latin typeface="黑体" panose="02010609060101010101" pitchFamily="49" charset="-122"/>
              <a:ea typeface="黑体" panose="02010609060101010101" pitchFamily="49"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charRg st="0" end="2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charRg st="25" end="4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3813" y="1085850"/>
            <a:ext cx="3313113" cy="3351213"/>
          </a:xfrm>
        </p:spPr>
        <p:txBody>
          <a:bodyPr/>
          <a:lstStyle/>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class  Base</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private:</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en-US" sz="2400" b="1" i="0" u="none" strike="noStrike" kern="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int</a:t>
            </a: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en-US" sz="2400" b="1" i="0" u="none" strike="noStrike" kern="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base_pri_data</a:t>
            </a: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protected:</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en-US" sz="2400" b="1" i="0" u="none" strike="noStrike" kern="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int</a:t>
            </a: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en-US" sz="2400" b="1" i="0" u="none" strike="noStrike" kern="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base_pro_data</a:t>
            </a: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public:</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en-US" sz="2400" b="1" i="0" u="none" strike="noStrike" kern="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int</a:t>
            </a: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en-US" sz="2400" b="1" i="0" u="none" strike="noStrike" kern="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base_pub_data</a:t>
            </a: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0" marR="0" lvl="0" indent="0" algn="l" defTabSz="914400" rtl="0" eaLnBrk="1" fontAlgn="base" latinLnBrk="1" hangingPunct="1">
              <a:lnSpc>
                <a:spcPct val="80000"/>
              </a:lnSpc>
              <a:spcBef>
                <a:spcPct val="20000"/>
              </a:spcBef>
              <a:spcAft>
                <a:spcPct val="0"/>
              </a:spcAft>
              <a:buClr>
                <a:schemeClr val="accent1"/>
              </a:buClr>
              <a:buSzTx/>
              <a:buFont typeface="Wingdings" panose="05000000000000000000" pitchFamily="2" charset="2"/>
              <a:buNone/>
              <a:defRPr/>
            </a:pPr>
            <a:r>
              <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a:t>
            </a:r>
            <a:endParaRPr kumimoji="1" lang="en-US"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a:p>
            <a:pPr marL="447675" marR="0" lvl="0" indent="-447675" algn="l" defTabSz="914400" rtl="0" eaLnBrk="1" fontAlgn="base" latinLnBrk="1" hangingPunct="1">
              <a:lnSpc>
                <a:spcPct val="100000"/>
              </a:lnSpc>
              <a:spcBef>
                <a:spcPct val="20000"/>
              </a:spcBef>
              <a:spcAft>
                <a:spcPct val="0"/>
              </a:spcAft>
              <a:buClr>
                <a:schemeClr val="accent1"/>
              </a:buClr>
              <a:buSzTx/>
              <a:buFont typeface="Wingdings" panose="05000000000000000000" pitchFamily="2" charset="2"/>
              <a:buChar char="v"/>
              <a:defRPr/>
            </a:pPr>
            <a:endParaRPr kumimoji="1" lang="en-US" altLang="en-US" sz="3000" b="0" i="0" u="none" strike="noStrike" kern="0" cap="none" spc="0" normalizeH="0" baseline="0" noProof="0" dirty="0">
              <a:ln>
                <a:noFill/>
              </a:ln>
              <a:solidFill>
                <a:schemeClr val="tx1"/>
              </a:solidFill>
              <a:effectLst/>
              <a:uLnTx/>
              <a:uFillTx/>
              <a:latin typeface="Gulim" pitchFamily="34" charset="-127"/>
              <a:ea typeface="Gulim" pitchFamily="34" charset="-127"/>
              <a:cs typeface="+mn-cs"/>
            </a:endParaRPr>
          </a:p>
        </p:txBody>
      </p:sp>
      <p:sp>
        <p:nvSpPr>
          <p:cNvPr id="72707" name="标题 1"/>
          <p:cNvSpPr>
            <a:spLocks noGrp="1"/>
          </p:cNvSpPr>
          <p:nvPr>
            <p:ph type="title"/>
          </p:nvPr>
        </p:nvSpPr>
        <p:spPr>
          <a:xfrm>
            <a:off x="684213" y="188913"/>
            <a:ext cx="8229600"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公有继承举例</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72708"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5" name="矩形​​ 4"/>
          <p:cNvSpPr/>
          <p:nvPr/>
        </p:nvSpPr>
        <p:spPr>
          <a:xfrm>
            <a:off x="3600450" y="1079500"/>
            <a:ext cx="6408738" cy="5411788"/>
          </a:xfrm>
          <a:prstGeom prst="rect">
            <a:avLst/>
          </a:prstGeom>
          <a:solidFill>
            <a:schemeClr val="bg2">
              <a:lumMod val="10000"/>
              <a:lumOff val="90000"/>
            </a:schemeClr>
          </a:solidFill>
        </p:spPr>
        <p:txBody>
          <a:bodyPr>
            <a:spAutoFit/>
          </a:bodyPr>
          <a:lstStyle>
            <a:lvl1pPr marL="342900" indent="-342900">
              <a:defRPr sz="1000">
                <a:solidFill>
                  <a:schemeClr val="tx1"/>
                </a:solidFill>
                <a:latin typeface="Gulim" pitchFamily="34" charset="-127"/>
                <a:ea typeface="Gulim" pitchFamily="34" charset="-127"/>
              </a:defRPr>
            </a:lvl1pPr>
            <a:lvl2pPr marL="742950" indent="-285750">
              <a:defRPr sz="1000">
                <a:solidFill>
                  <a:schemeClr val="tx1"/>
                </a:solidFill>
                <a:latin typeface="Gulim" pitchFamily="34" charset="-127"/>
                <a:ea typeface="Gulim" pitchFamily="34" charset="-127"/>
              </a:defRPr>
            </a:lvl2pPr>
            <a:lvl3pPr marL="1143000" indent="-228600">
              <a:defRPr sz="1000">
                <a:solidFill>
                  <a:schemeClr val="tx1"/>
                </a:solidFill>
                <a:latin typeface="Gulim" pitchFamily="34" charset="-127"/>
                <a:ea typeface="Gulim" pitchFamily="34" charset="-127"/>
              </a:defRPr>
            </a:lvl3pPr>
            <a:lvl4pPr marL="1600200" indent="-228600">
              <a:defRPr sz="1000">
                <a:solidFill>
                  <a:schemeClr val="tx1"/>
                </a:solidFill>
                <a:latin typeface="Gulim" pitchFamily="34" charset="-127"/>
                <a:ea typeface="Gulim" pitchFamily="34" charset="-127"/>
              </a:defRPr>
            </a:lvl4pPr>
            <a:lvl5pPr marL="2057400" indent="-228600">
              <a:defRPr sz="1000">
                <a:solidFill>
                  <a:schemeClr val="tx1"/>
                </a:solidFill>
                <a:latin typeface="Gulim" pitchFamily="34" charset="-127"/>
                <a:ea typeface="Gulim" pitchFamily="34" charset="-127"/>
              </a:defRPr>
            </a:lvl5pPr>
            <a:lvl6pPr marL="2514600" indent="-228600" eaLnBrk="0" fontAlgn="base" hangingPunct="0">
              <a:spcBef>
                <a:spcPct val="0"/>
              </a:spcBef>
              <a:spcAft>
                <a:spcPct val="0"/>
              </a:spcAft>
              <a:defRPr sz="1000">
                <a:solidFill>
                  <a:schemeClr val="tx1"/>
                </a:solidFill>
                <a:latin typeface="Gulim" pitchFamily="34" charset="-127"/>
                <a:ea typeface="Gulim" pitchFamily="34" charset="-127"/>
              </a:defRPr>
            </a:lvl6pPr>
            <a:lvl7pPr marL="2971800" indent="-228600" eaLnBrk="0" fontAlgn="base" hangingPunct="0">
              <a:spcBef>
                <a:spcPct val="0"/>
              </a:spcBef>
              <a:spcAft>
                <a:spcPct val="0"/>
              </a:spcAft>
              <a:defRPr sz="1000">
                <a:solidFill>
                  <a:schemeClr val="tx1"/>
                </a:solidFill>
                <a:latin typeface="Gulim" pitchFamily="34" charset="-127"/>
                <a:ea typeface="Gulim" pitchFamily="34" charset="-127"/>
              </a:defRPr>
            </a:lvl7pPr>
            <a:lvl8pPr marL="3429000" indent="-228600" eaLnBrk="0" fontAlgn="base" hangingPunct="0">
              <a:spcBef>
                <a:spcPct val="0"/>
              </a:spcBef>
              <a:spcAft>
                <a:spcPct val="0"/>
              </a:spcAft>
              <a:defRPr sz="1000">
                <a:solidFill>
                  <a:schemeClr val="tx1"/>
                </a:solidFill>
                <a:latin typeface="Gulim" pitchFamily="34" charset="-127"/>
                <a:ea typeface="Gulim" pitchFamily="34" charset="-127"/>
              </a:defRPr>
            </a:lvl8pPr>
            <a:lvl9pPr marL="3886200" indent="-228600" eaLnBrk="0" fontAlgn="base" hangingPunct="0">
              <a:spcBef>
                <a:spcPct val="0"/>
              </a:spcBef>
              <a:spcAft>
                <a:spcPct val="0"/>
              </a:spcAft>
              <a:defRPr sz="1000">
                <a:solidFill>
                  <a:schemeClr val="tx1"/>
                </a:solidFill>
                <a:latin typeface="Gulim" pitchFamily="34" charset="-127"/>
                <a:ea typeface="Gulim" pitchFamily="34" charset="-127"/>
              </a:defRPr>
            </a:lvl9pPr>
          </a:lstStyle>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class  </a:t>
            </a:r>
            <a:r>
              <a:rPr kumimoji="0"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PublicDerived</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public Base</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private:</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int </a:t>
            </a:r>
            <a:r>
              <a:rPr kumimoji="0"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derived_pri_data</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protected:</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int </a:t>
            </a:r>
            <a:r>
              <a:rPr kumimoji="0"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derived_pro_data</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public:</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int </a:t>
            </a:r>
            <a:r>
              <a:rPr kumimoji="0"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derived_pub_data</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void  </a:t>
            </a:r>
            <a:r>
              <a:rPr kumimoji="0"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testBase</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base_pri_data</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 1; //error: </a:t>
            </a: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基类 私有成员在公有继承的派生类中不可访问</a:t>
            </a:r>
            <a:endPar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base_pro_data</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 2; //OK</a:t>
            </a: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，基类保护成员在公有继承的派生类中仍是受保护的</a:t>
            </a:r>
            <a:endPar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base_pub_data</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 3; //OK</a:t>
            </a: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，基类公有成员在公有继承的派生类中仍是公有的</a:t>
            </a:r>
            <a:endPar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0" fontAlgn="base" latinLnBrk="0" hangingPunct="0">
              <a:lnSpc>
                <a:spcPct val="80000"/>
              </a:lnSpc>
              <a:spcBef>
                <a:spcPct val="0"/>
              </a:spcBef>
              <a:spcAft>
                <a:spcPct val="0"/>
              </a:spcAft>
              <a:buClr>
                <a:srgbClr val="FF5050"/>
              </a:buClr>
              <a:buSzTx/>
              <a:buFontTx/>
              <a:buNone/>
              <a:defRPr/>
            </a:pPr>
            <a:r>
              <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spd="med">
    <p:wedg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内容占位符 2"/>
          <p:cNvSpPr>
            <a:spLocks noGrp="1"/>
          </p:cNvSpPr>
          <p:nvPr>
            <p:ph idx="1"/>
          </p:nvPr>
        </p:nvSpPr>
        <p:spPr>
          <a:xfrm>
            <a:off x="-73025" y="1052513"/>
            <a:ext cx="10226675" cy="4525962"/>
          </a:xfrm>
          <a:noFill/>
          <a:ln>
            <a:noFill/>
          </a:ln>
        </p:spPr>
        <p:txBody>
          <a:bodyPr/>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int  main()</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PublicDerived   obj_of_public_derived_class;</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obj_of_public_derived_class.derived_pub_data = 1;   // ok</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obj_of_public_derived_class.testBase();             // ok</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obj_of_public_derived_class.derived_pri_data = 2;   // error</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obj_of_public_derived_class.derived_pro_data = 3;   // error</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obj_of_public_derived_class.base_pub_data = 1;      // ok</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obj_of_public_derived_class.base_pri_data = 2;      // error</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obj_of_public_derived_class.base_pro_data = 3;      // error</a:t>
            </a:r>
            <a:endParaRPr lang="en-US" altLang="zh-CN" sz="2400" dirty="0">
              <a:solidFill>
                <a:srgbClr val="000000"/>
              </a:solidFill>
              <a:latin typeface="黑体" panose="02010609060101010101" pitchFamily="49" charset="-122"/>
              <a:ea typeface="黑体" panose="02010609060101010101" pitchFamily="49" charset="-122"/>
            </a:endParaRPr>
          </a:p>
          <a:p>
            <a:pPr marL="0" indent="0" eaLnBrk="1" hangingPunct="1">
              <a:lnSpc>
                <a:spcPct val="80000"/>
              </a:lnSpc>
              <a:buNone/>
            </a:pPr>
            <a:r>
              <a:rPr lang="en-US" altLang="zh-CN" sz="2400" dirty="0">
                <a:solidFill>
                  <a:srgbClr val="000000"/>
                </a:solidFill>
                <a:latin typeface="黑体" panose="02010609060101010101" pitchFamily="49" charset="-122"/>
                <a:ea typeface="黑体" panose="02010609060101010101" pitchFamily="49" charset="-122"/>
              </a:rPr>
              <a:t>} </a:t>
            </a:r>
            <a:endParaRPr lang="en-US" altLang="zh-CN" sz="2400" dirty="0">
              <a:solidFill>
                <a:srgbClr val="000000"/>
              </a:solidFill>
              <a:latin typeface="黑体" panose="02010609060101010101" pitchFamily="49" charset="-122"/>
              <a:ea typeface="黑体" panose="02010609060101010101" pitchFamily="49" charset="-122"/>
            </a:endParaRPr>
          </a:p>
        </p:txBody>
      </p:sp>
      <p:sp>
        <p:nvSpPr>
          <p:cNvPr id="74755" name="标题 1"/>
          <p:cNvSpPr>
            <a:spLocks noGrp="1"/>
          </p:cNvSpPr>
          <p:nvPr>
            <p:ph type="title"/>
          </p:nvPr>
        </p:nvSpPr>
        <p:spPr>
          <a:xfrm>
            <a:off x="647700" y="0"/>
            <a:ext cx="8229600"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公有继承举例</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74756"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内容占位符 2"/>
          <p:cNvSpPr>
            <a:spLocks noGrp="1"/>
          </p:cNvSpPr>
          <p:nvPr>
            <p:ph idx="1"/>
          </p:nvPr>
        </p:nvSpPr>
        <p:spPr>
          <a:xfrm>
            <a:off x="-215900" y="1125538"/>
            <a:ext cx="10152063" cy="4525962"/>
          </a:xfrm>
          <a:noFill/>
          <a:ln>
            <a:noFill/>
          </a:ln>
        </p:spPr>
        <p:txBody>
          <a:bodyPr/>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在定义一个派生类时将基类的继承方式指定为</a:t>
            </a:r>
            <a:r>
              <a:rPr lang="en-US" altLang="zh-CN" sz="2800" dirty="0">
                <a:latin typeface="黑体" panose="02010609060101010101" pitchFamily="49" charset="-122"/>
                <a:ea typeface="黑体" panose="02010609060101010101" pitchFamily="49" charset="-122"/>
              </a:rPr>
              <a:t>protected</a:t>
            </a:r>
            <a:r>
              <a:rPr lang="zh-CN" altLang="en-US" sz="2800" dirty="0">
                <a:latin typeface="黑体" panose="02010609060101010101" pitchFamily="49" charset="-122"/>
                <a:ea typeface="黑体" panose="02010609060101010101" pitchFamily="49" charset="-122"/>
              </a:rPr>
              <a:t>的，称为保护继承。</a:t>
            </a:r>
            <a:endParaRPr lang="zh-CN" altLang="en-US" sz="2800" dirty="0">
              <a:latin typeface="黑体" panose="02010609060101010101" pitchFamily="49" charset="-122"/>
              <a:ea typeface="黑体" panose="02010609060101010101" pitchFamily="49" charset="-122"/>
            </a:endParaRPr>
          </a:p>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保护继承的特点是: 保护基类的公用成员和保护成员在派生类中都成了保护成员，其私有成员仍为基类私有。也就是把基类原有的公用成员也保护起来，不让类外任意访问。</a:t>
            </a:r>
            <a:endParaRPr lang="zh-CN" altLang="en-US" sz="2800" dirty="0">
              <a:latin typeface="黑体" panose="02010609060101010101" pitchFamily="49" charset="-122"/>
              <a:ea typeface="黑体" panose="02010609060101010101" pitchFamily="49" charset="-122"/>
            </a:endParaRPr>
          </a:p>
          <a:p>
            <a:pPr marL="793750" indent="-457200" eaLnBrk="1" hangingPunct="1">
              <a:buFont typeface="Wingdings" panose="05000000000000000000" pitchFamily="2" charset="2"/>
              <a:buChar char="v"/>
            </a:pPr>
            <a:endParaRPr lang="zh-CN" altLang="en-US" dirty="0"/>
          </a:p>
        </p:txBody>
      </p:sp>
      <p:sp>
        <p:nvSpPr>
          <p:cNvPr id="75779" name="标题 1"/>
          <p:cNvSpPr>
            <a:spLocks noGrp="1"/>
          </p:cNvSpPr>
          <p:nvPr>
            <p:ph type="title"/>
          </p:nvPr>
        </p:nvSpPr>
        <p:spPr>
          <a:xfrm>
            <a:off x="863600" y="115888"/>
            <a:ext cx="8229600"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保护继承</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75780"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76803" name="矩形 2"/>
          <p:cNvSpPr>
            <a:spLocks noGrp="1"/>
          </p:cNvSpPr>
          <p:nvPr>
            <p:ph type="title"/>
          </p:nvPr>
        </p:nvSpPr>
        <p:spPr>
          <a:xfrm>
            <a:off x="1206500" y="120650"/>
            <a:ext cx="6192838" cy="838200"/>
          </a:xfrm>
          <a:noFill/>
          <a:ln>
            <a:noFill/>
          </a:ln>
        </p:spPr>
        <p:txBody>
          <a:bodyPr/>
          <a:p>
            <a:pPr eaLnBrk="1" hangingPunct="1"/>
            <a:r>
              <a:rPr lang="zh-CN" altLang="en-US" dirty="0"/>
              <a:t>          </a:t>
            </a:r>
            <a:r>
              <a:rPr lang="zh-CN" altLang="en-US" sz="4000" dirty="0">
                <a:solidFill>
                  <a:schemeClr val="bg1"/>
                </a:solidFill>
                <a:latin typeface="宋体" panose="02010600030101010101" pitchFamily="2" charset="-122"/>
                <a:ea typeface="宋体" panose="02010600030101010101" pitchFamily="2" charset="-122"/>
              </a:rPr>
              <a:t>保护继承</a:t>
            </a:r>
            <a:endParaRPr lang="zh-CN" altLang="en-US" sz="4000" dirty="0">
              <a:solidFill>
                <a:schemeClr val="bg1"/>
              </a:solidFill>
              <a:latin typeface="宋体" panose="02010600030101010101" pitchFamily="2" charset="-122"/>
              <a:ea typeface="宋体" panose="02010600030101010101" pitchFamily="2" charset="-122"/>
            </a:endParaRPr>
          </a:p>
        </p:txBody>
      </p:sp>
      <p:graphicFrame>
        <p:nvGraphicFramePr>
          <p:cNvPr id="4" name="表格 3"/>
          <p:cNvGraphicFramePr>
            <a:graphicFrameLocks noGrp="1"/>
          </p:cNvGraphicFramePr>
          <p:nvPr/>
        </p:nvGraphicFramePr>
        <p:xfrm>
          <a:off x="1727200" y="1397000"/>
          <a:ext cx="1441450" cy="1962150"/>
        </p:xfrm>
        <a:graphic>
          <a:graphicData uri="http://schemas.openxmlformats.org/drawingml/2006/table">
            <a:tbl>
              <a:tblPr/>
              <a:tblGrid>
                <a:gridCol w="1441450"/>
              </a:tblGrid>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基类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私有成员</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表格 9"/>
          <p:cNvGraphicFramePr>
            <a:graphicFrameLocks noGrp="1"/>
          </p:cNvGraphicFramePr>
          <p:nvPr/>
        </p:nvGraphicFramePr>
        <p:xfrm>
          <a:off x="5815013" y="1398588"/>
          <a:ext cx="1584325" cy="2444750"/>
        </p:xfrm>
        <a:graphic>
          <a:graphicData uri="http://schemas.openxmlformats.org/drawingml/2006/table">
            <a:tbl>
              <a:tblPr/>
              <a:tblGrid>
                <a:gridCol w="1584325"/>
              </a:tblGrid>
              <a:tr h="482600">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派生类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右大括号 7"/>
          <p:cNvSpPr/>
          <p:nvPr/>
        </p:nvSpPr>
        <p:spPr>
          <a:xfrm>
            <a:off x="3240088" y="1916113"/>
            <a:ext cx="71438" cy="144145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w="0">
                <a:solidFill>
                  <a:schemeClr val="tx1"/>
                </a:solidFill>
              </a:ln>
              <a:solidFill>
                <a:schemeClr val="accent1"/>
              </a:solidFill>
              <a:effectLst>
                <a:outerShdw blurRad="38100" dist="25400" dir="5400000" algn="ctr" rotWithShape="0">
                  <a:srgbClr val="6E747A">
                    <a:alpha val="43000"/>
                  </a:srgbClr>
                </a:outerShdw>
              </a:effectLst>
              <a:uLnTx/>
              <a:uFillTx/>
              <a:latin typeface="+mn-lt"/>
              <a:ea typeface="+mn-ea"/>
              <a:cs typeface="+mn-cs"/>
            </a:endParaRPr>
          </a:p>
        </p:txBody>
      </p:sp>
      <p:sp>
        <p:nvSpPr>
          <p:cNvPr id="9" name="左大括号 8"/>
          <p:cNvSpPr/>
          <p:nvPr/>
        </p:nvSpPr>
        <p:spPr>
          <a:xfrm>
            <a:off x="5695950" y="1901825"/>
            <a:ext cx="53975" cy="14414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tx1"/>
              </a:solidFill>
              <a:effectLst/>
              <a:uLnTx/>
              <a:uFillTx/>
              <a:latin typeface="+mn-lt"/>
              <a:ea typeface="+mn-ea"/>
              <a:cs typeface="+mn-cs"/>
            </a:endParaRPr>
          </a:p>
        </p:txBody>
      </p:sp>
      <p:cxnSp>
        <p:nvCxnSpPr>
          <p:cNvPr id="12" name="直接箭头连接符 11"/>
          <p:cNvCxnSpPr/>
          <p:nvPr/>
        </p:nvCxnSpPr>
        <p:spPr>
          <a:xfrm flipH="1">
            <a:off x="3527425" y="2619375"/>
            <a:ext cx="18732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831" name="文本框 12"/>
          <p:cNvSpPr txBox="1"/>
          <p:nvPr/>
        </p:nvSpPr>
        <p:spPr>
          <a:xfrm>
            <a:off x="3527425" y="2133600"/>
            <a:ext cx="1873250" cy="400050"/>
          </a:xfrm>
          <a:prstGeom prst="rect">
            <a:avLst/>
          </a:prstGeom>
          <a:noFill/>
          <a:ln w="9525">
            <a:noFill/>
          </a:ln>
        </p:spPr>
        <p:txBody>
          <a:bodyPr>
            <a:spAutoFit/>
          </a:bodyPr>
          <a:p>
            <a:pPr>
              <a:buNone/>
            </a:pPr>
            <a:r>
              <a:rPr lang="en-US" altLang="zh-CN" sz="2000" b="1" dirty="0">
                <a:latin typeface="宋体" panose="02010600030101010101" pitchFamily="2" charset="-122"/>
                <a:ea typeface="宋体" panose="02010600030101010101" pitchFamily="2" charset="-122"/>
              </a:rPr>
              <a:t>protected</a:t>
            </a:r>
            <a:r>
              <a:rPr lang="zh-CN" altLang="en-US" sz="2000" b="1" dirty="0">
                <a:latin typeface="宋体" panose="02010600030101010101" pitchFamily="2" charset="-122"/>
                <a:ea typeface="宋体" panose="02010600030101010101" pitchFamily="2" charset="-122"/>
              </a:rPr>
              <a:t>派生</a:t>
            </a:r>
            <a:endParaRPr lang="zh-CN" altLang="en-US" sz="2000" b="1" dirty="0">
              <a:latin typeface="宋体" panose="02010600030101010101" pitchFamily="2" charset="-122"/>
              <a:ea typeface="宋体" panose="02010600030101010101" pitchFamily="2" charset="-122"/>
            </a:endParaRPr>
          </a:p>
        </p:txBody>
      </p:sp>
      <p:sp>
        <p:nvSpPr>
          <p:cNvPr id="14" name="内容占位符 2"/>
          <p:cNvSpPr>
            <a:spLocks noGrp="1"/>
          </p:cNvSpPr>
          <p:nvPr>
            <p:ph idx="1"/>
          </p:nvPr>
        </p:nvSpPr>
        <p:spPr>
          <a:xfrm>
            <a:off x="215900" y="4448175"/>
            <a:ext cx="9251950" cy="1150938"/>
          </a:xfrm>
          <a:noFill/>
          <a:ln>
            <a:noFill/>
          </a:ln>
        </p:spPr>
        <p:txBody>
          <a:bodyPr/>
          <a:p>
            <a:pPr marL="336550" indent="0">
              <a:buNone/>
            </a:pPr>
            <a:r>
              <a:rPr lang="zh-CN" altLang="en-US" sz="2800" b="1" dirty="0">
                <a:latin typeface="宋体" panose="02010600030101010101" pitchFamily="2" charset="-122"/>
                <a:ea typeface="宋体" panose="02010600030101010101" pitchFamily="2" charset="-122"/>
              </a:rPr>
              <a:t>派生类新增成员函数：访问基类的保护成员、公有成员</a:t>
            </a:r>
            <a:endParaRPr lang="en-US" altLang="zh-CN" sz="2800" b="1" dirty="0">
              <a:latin typeface="宋体" panose="02010600030101010101" pitchFamily="2" charset="-122"/>
              <a:ea typeface="宋体" panose="02010600030101010101" pitchFamily="2" charset="-122"/>
            </a:endParaRPr>
          </a:p>
          <a:p>
            <a:pPr marL="336550" indent="0">
              <a:buNone/>
            </a:pPr>
            <a:r>
              <a:rPr lang="zh-CN" altLang="en-US" sz="2800" b="1" dirty="0">
                <a:latin typeface="宋体" panose="02010600030101010101" pitchFamily="2" charset="-122"/>
                <a:ea typeface="宋体" panose="02010600030101010101" pitchFamily="2" charset="-122"/>
              </a:rPr>
              <a:t>派生类对象：只能访问派生类新增公有成员</a:t>
            </a:r>
            <a:endParaRPr lang="en-US" altLang="zh-CN" sz="2800" b="1" dirty="0">
              <a:latin typeface="宋体" panose="02010600030101010101" pitchFamily="2" charset="-122"/>
              <a:ea typeface="宋体" panose="02010600030101010101" pitchFamily="2"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charRg st="0" end="2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charRg st="25" end="4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矩形 2"/>
          <p:cNvSpPr>
            <a:spLocks noGrp="1"/>
          </p:cNvSpPr>
          <p:nvPr>
            <p:ph type="title"/>
          </p:nvPr>
        </p:nvSpPr>
        <p:spPr>
          <a:xfrm>
            <a:off x="2160588" y="0"/>
            <a:ext cx="6192837"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保护继承举例</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77827"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77828" name="矩形 3"/>
          <p:cNvSpPr/>
          <p:nvPr/>
        </p:nvSpPr>
        <p:spPr>
          <a:xfrm>
            <a:off x="0" y="1065213"/>
            <a:ext cx="10080625" cy="563562"/>
          </a:xfrm>
          <a:prstGeom prst="rect">
            <a:avLst/>
          </a:prstGeom>
          <a:noFill/>
          <a:ln w="9525">
            <a:noFill/>
          </a:ln>
        </p:spPr>
        <p:txBody>
          <a:bodyPr/>
          <a:p>
            <a:pPr marL="342900" indent="-342900">
              <a:lnSpc>
                <a:spcPct val="80000"/>
              </a:lnSpc>
              <a:buClr>
                <a:srgbClr val="FF5050"/>
              </a:buClr>
              <a:buNone/>
            </a:pPr>
            <a:r>
              <a:rPr lang="zh-CN" altLang="en-US" sz="2800" dirty="0">
                <a:solidFill>
                  <a:srgbClr val="000000"/>
                </a:solidFill>
                <a:latin typeface="黑体" panose="02010609060101010101" pitchFamily="49" charset="-122"/>
                <a:ea typeface="黑体" panose="02010609060101010101" pitchFamily="49" charset="-122"/>
              </a:rPr>
              <a:t>将公有继承例的继承方式改为</a:t>
            </a:r>
            <a:r>
              <a:rPr lang="en-US" altLang="zh-CN" sz="2800" dirty="0">
                <a:solidFill>
                  <a:srgbClr val="000000"/>
                </a:solidFill>
                <a:latin typeface="黑体" panose="02010609060101010101" pitchFamily="49" charset="-122"/>
                <a:ea typeface="黑体" panose="02010609060101010101" pitchFamily="49" charset="-122"/>
              </a:rPr>
              <a:t>protected</a:t>
            </a:r>
            <a:r>
              <a:rPr lang="zh-CN" altLang="en-US" sz="2800" dirty="0">
                <a:solidFill>
                  <a:srgbClr val="000000"/>
                </a:solidFill>
                <a:latin typeface="黑体" panose="02010609060101010101" pitchFamily="49" charset="-122"/>
                <a:ea typeface="黑体" panose="02010609060101010101" pitchFamily="49" charset="-122"/>
              </a:rPr>
              <a:t>，编译运行。</a:t>
            </a:r>
            <a:endParaRPr lang="en-US" altLang="zh-CN"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2"/>
          <p:cNvSpPr>
            <a:spLocks noGrp="1"/>
          </p:cNvSpPr>
          <p:nvPr>
            <p:ph type="title"/>
          </p:nvPr>
        </p:nvSpPr>
        <p:spPr>
          <a:xfrm>
            <a:off x="1943100" y="130175"/>
            <a:ext cx="6192838"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保护继承举例</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78851"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78852" name="矩形 4"/>
          <p:cNvSpPr/>
          <p:nvPr/>
        </p:nvSpPr>
        <p:spPr>
          <a:xfrm>
            <a:off x="273050" y="1190625"/>
            <a:ext cx="9663113" cy="5111750"/>
          </a:xfrm>
          <a:prstGeom prst="rect">
            <a:avLst/>
          </a:prstGeom>
          <a:noFill/>
          <a:ln w="9525">
            <a:noFill/>
          </a:ln>
        </p:spPr>
        <p:txBody>
          <a:bodyPr/>
          <a:p>
            <a:pPr marL="342900" indent="-342900">
              <a:lnSpc>
                <a:spcPct val="80000"/>
              </a:lnSpc>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int  main()</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lnSpc>
                <a:spcPct val="80000"/>
              </a:lnSpc>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ProtectedDerived   protected_derived_class;</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protected_derived_class.derived_pub_data = 1;   // ok</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protected_derived_class.testBase();             // ok</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protected_derived_class.derived_pri_data = 2;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protected_derived_class.derived_pro_data = 3;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protected_derived_class.base_pub_data = 1;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protected_derived_class.base_pri_data = 2;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protected_derived_class.base_pro_data = 3;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a:t>
            </a:r>
            <a:endParaRPr lang="en-US" altLang="zh-CN" sz="24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内容占位符 2"/>
          <p:cNvSpPr>
            <a:spLocks noGrp="1"/>
          </p:cNvSpPr>
          <p:nvPr>
            <p:ph idx="1"/>
          </p:nvPr>
        </p:nvSpPr>
        <p:spPr>
          <a:xfrm>
            <a:off x="-215900" y="990600"/>
            <a:ext cx="10080625" cy="5688013"/>
          </a:xfrm>
          <a:noFill/>
          <a:ln>
            <a:noFill/>
          </a:ln>
        </p:spPr>
        <p:txBody>
          <a:bodyPr/>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在声明一个派生类时将基类的继承方式指定为</a:t>
            </a:r>
            <a:r>
              <a:rPr lang="en-US" altLang="zh-CN" sz="2800" dirty="0">
                <a:latin typeface="黑体" panose="02010609060101010101" pitchFamily="49" charset="-122"/>
                <a:ea typeface="黑体" panose="02010609060101010101" pitchFamily="49" charset="-122"/>
              </a:rPr>
              <a:t>private</a:t>
            </a:r>
            <a:r>
              <a:rPr lang="zh-CN" altLang="en-US" sz="2800" dirty="0">
                <a:latin typeface="黑体" panose="02010609060101010101" pitchFamily="49" charset="-122"/>
                <a:ea typeface="黑体" panose="02010609060101010101" pitchFamily="49" charset="-122"/>
              </a:rPr>
              <a:t>的，称为私有继承。</a:t>
            </a:r>
            <a:endParaRPr lang="en-US" altLang="zh-CN" sz="2800" dirty="0">
              <a:latin typeface="黑体" panose="02010609060101010101" pitchFamily="49" charset="-122"/>
              <a:ea typeface="黑体" panose="02010609060101010101" pitchFamily="49" charset="-122"/>
            </a:endParaRPr>
          </a:p>
          <a:p>
            <a:pPr marL="793750" indent="-457200" eaLnBrk="1" hangingPunct="1">
              <a:lnSpc>
                <a:spcPct val="150000"/>
              </a:lnSpc>
              <a:buClr>
                <a:srgbClr val="FF000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私有基类的公用成员和保护成员在派生类中的访问属性相当于派生类中的私有成员，即派生类的成员函数能访问它们，而在派生类外不能访问它们。私有基类的私有成员在派生类中成为不可访问的成员，只有基类的成员函数可以引用它们。</a:t>
            </a:r>
            <a:endParaRPr lang="zh-CN" altLang="en-US" sz="2800" dirty="0">
              <a:latin typeface="黑体" panose="02010609060101010101" pitchFamily="49" charset="-122"/>
              <a:ea typeface="黑体" panose="02010609060101010101" pitchFamily="49" charset="-122"/>
            </a:endParaRPr>
          </a:p>
        </p:txBody>
      </p:sp>
      <p:sp>
        <p:nvSpPr>
          <p:cNvPr id="79875" name="标题 1"/>
          <p:cNvSpPr>
            <a:spLocks noGrp="1"/>
          </p:cNvSpPr>
          <p:nvPr>
            <p:ph type="title"/>
          </p:nvPr>
        </p:nvSpPr>
        <p:spPr>
          <a:xfrm>
            <a:off x="925513" y="115888"/>
            <a:ext cx="8229600" cy="11430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私有继承</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79876"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80899" name="矩形 2"/>
          <p:cNvSpPr>
            <a:spLocks noGrp="1"/>
          </p:cNvSpPr>
          <p:nvPr>
            <p:ph type="title"/>
          </p:nvPr>
        </p:nvSpPr>
        <p:spPr>
          <a:xfrm>
            <a:off x="1466850" y="141288"/>
            <a:ext cx="6192838" cy="838200"/>
          </a:xfrm>
          <a:noFill/>
          <a:ln>
            <a:noFill/>
          </a:ln>
        </p:spPr>
        <p:txBody>
          <a:bodyPr/>
          <a:p>
            <a:pPr eaLnBrk="1" hangingPunct="1"/>
            <a:r>
              <a:rPr lang="zh-CN" altLang="en-US" dirty="0"/>
              <a:t>         </a:t>
            </a:r>
            <a:r>
              <a:rPr lang="zh-CN" altLang="en-US" sz="4000" dirty="0">
                <a:solidFill>
                  <a:schemeClr val="bg1"/>
                </a:solidFill>
                <a:latin typeface="宋体" panose="02010600030101010101" pitchFamily="2" charset="-122"/>
                <a:ea typeface="宋体" panose="02010600030101010101" pitchFamily="2" charset="-122"/>
              </a:rPr>
              <a:t>私有继承</a:t>
            </a:r>
            <a:endParaRPr lang="zh-CN" altLang="en-US" sz="4000" dirty="0">
              <a:solidFill>
                <a:schemeClr val="bg1"/>
              </a:solidFill>
              <a:latin typeface="宋体" panose="02010600030101010101" pitchFamily="2" charset="-122"/>
              <a:ea typeface="宋体" panose="02010600030101010101" pitchFamily="2" charset="-122"/>
            </a:endParaRPr>
          </a:p>
        </p:txBody>
      </p:sp>
      <p:graphicFrame>
        <p:nvGraphicFramePr>
          <p:cNvPr id="4" name="表格 3"/>
          <p:cNvGraphicFramePr>
            <a:graphicFrameLocks noGrp="1"/>
          </p:cNvGraphicFramePr>
          <p:nvPr/>
        </p:nvGraphicFramePr>
        <p:xfrm>
          <a:off x="1727200" y="1397000"/>
          <a:ext cx="1441450" cy="1962150"/>
        </p:xfrm>
        <a:graphic>
          <a:graphicData uri="http://schemas.openxmlformats.org/drawingml/2006/table">
            <a:tbl>
              <a:tblPr/>
              <a:tblGrid>
                <a:gridCol w="1441450"/>
              </a:tblGrid>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基类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私有成员</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保护成员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公有成员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522" marR="91522" marT="45733" marB="457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表格 9"/>
          <p:cNvGraphicFramePr>
            <a:graphicFrameLocks noGrp="1"/>
          </p:cNvGraphicFramePr>
          <p:nvPr/>
        </p:nvGraphicFramePr>
        <p:xfrm>
          <a:off x="5815013" y="1398588"/>
          <a:ext cx="1584325" cy="2444750"/>
        </p:xfrm>
        <a:graphic>
          <a:graphicData uri="http://schemas.openxmlformats.org/drawingml/2006/table">
            <a:tbl>
              <a:tblPr/>
              <a:tblGrid>
                <a:gridCol w="1584325"/>
              </a:tblGrid>
              <a:tr h="482600">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 </a:t>
                      </a: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派生类</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rPr>
                        <a:t>不可访问</a:t>
                      </a:r>
                      <a:endParaRPr kumimoji="0" lang="zh-CN" altLang="en-US" sz="2400" b="1" i="0" u="none" strike="noStrike" cap="none" normalizeH="0" baseline="0">
                        <a:ln>
                          <a:noFill/>
                        </a:ln>
                        <a:solidFill>
                          <a:srgbClr val="FF0000"/>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私有成员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私有成员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latinLnBrk="1">
                        <a:spcBef>
                          <a:spcPct val="20000"/>
                        </a:spcBef>
                        <a:buClr>
                          <a:schemeClr val="accent1"/>
                        </a:buClr>
                        <a:buFont typeface="Wingdings" panose="05000000000000000000" pitchFamily="2" charset="2"/>
                        <a:defRPr kumimoji="1" sz="2600">
                          <a:solidFill>
                            <a:schemeClr val="tx1"/>
                          </a:solidFill>
                          <a:latin typeface="Gulim" pitchFamily="34" charset="-127"/>
                          <a:ea typeface="Gulim" pitchFamily="34" charset="-127"/>
                          <a:cs typeface="Tahoma" panose="020B0604030504040204" pitchFamily="34" charset="0"/>
                        </a:defRPr>
                      </a:lvl1pPr>
                      <a:lvl2pPr marL="742950" indent="-285750" latinLnBrk="1">
                        <a:spcBef>
                          <a:spcPct val="20000"/>
                        </a:spcBef>
                        <a:buClr>
                          <a:schemeClr val="hlink"/>
                        </a:buClr>
                        <a:buSzPct val="80000"/>
                        <a:buFont typeface="Wingdings" panose="05000000000000000000" pitchFamily="2" charset="2"/>
                        <a:defRPr kumimoji="1" sz="2200">
                          <a:solidFill>
                            <a:schemeClr val="tx1"/>
                          </a:solidFill>
                          <a:latin typeface="Gulim" pitchFamily="34" charset="-127"/>
                          <a:ea typeface="Gulim" pitchFamily="34" charset="-127"/>
                          <a:cs typeface="Tahoma" panose="020B0604030504040204" pitchFamily="34" charset="0"/>
                        </a:defRPr>
                      </a:lvl2pPr>
                      <a:lvl3pPr marL="1143000" indent="-228600" latinLnBrk="1">
                        <a:spcBef>
                          <a:spcPct val="20000"/>
                        </a:spcBef>
                        <a:buClr>
                          <a:schemeClr val="accent1"/>
                        </a:buClr>
                        <a:buSzPct val="80000"/>
                        <a:buFont typeface="Wingdings" panose="05000000000000000000" pitchFamily="2" charset="2"/>
                        <a:defRPr kumimoji="1" sz="2000">
                          <a:solidFill>
                            <a:schemeClr val="tx1"/>
                          </a:solidFill>
                          <a:latin typeface="Gulim" pitchFamily="34" charset="-127"/>
                          <a:ea typeface="Gulim" pitchFamily="34" charset="-127"/>
                          <a:cs typeface="Tahoma" panose="020B0604030504040204" pitchFamily="34" charset="0"/>
                        </a:defRPr>
                      </a:lvl3pPr>
                      <a:lvl4pPr marL="1600200" indent="-228600" latinLnBrk="1">
                        <a:spcBef>
                          <a:spcPct val="20000"/>
                        </a:spcBef>
                        <a:buClr>
                          <a:schemeClr val="hlink"/>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4pPr>
                      <a:lvl5pPr marL="2057400" indent="-228600" latinLnBrk="1">
                        <a:spcBef>
                          <a:spcPct val="20000"/>
                        </a:spcBef>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5pPr>
                      <a:lvl6pPr marL="25146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6pPr>
                      <a:lvl7pPr marL="29718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7pPr>
                      <a:lvl8pPr marL="34290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8pPr>
                      <a:lvl9pPr marL="3886200" indent="-228600" eaLnBrk="0" fontAlgn="base" latinLnBrk="1" hangingPunct="0">
                        <a:spcBef>
                          <a:spcPct val="20000"/>
                        </a:spcBef>
                        <a:spcAft>
                          <a:spcPct val="0"/>
                        </a:spcAft>
                        <a:buClr>
                          <a:schemeClr val="accent1"/>
                        </a:buClr>
                        <a:buSzPct val="80000"/>
                        <a:buFont typeface="Wingdings" panose="05000000000000000000" pitchFamily="2" charset="2"/>
                        <a:defRPr kumimoji="1">
                          <a:solidFill>
                            <a:schemeClr val="tx1"/>
                          </a:solidFill>
                          <a:latin typeface="Gulim" pitchFamily="34" charset="-127"/>
                          <a:ea typeface="Gulim" pitchFamily="34" charset="-127"/>
                          <a:cs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rPr>
                        <a:t>新增成员</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ahoma" panose="020B0604030504040204" pitchFamily="34" charset="0"/>
                      </a:endParaRPr>
                    </a:p>
                  </a:txBody>
                  <a:tcPr marL="91449" marR="91449"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右大括号 7"/>
          <p:cNvSpPr/>
          <p:nvPr/>
        </p:nvSpPr>
        <p:spPr>
          <a:xfrm>
            <a:off x="3240088" y="1916113"/>
            <a:ext cx="71438" cy="144145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w="0">
                <a:solidFill>
                  <a:schemeClr val="tx1"/>
                </a:solidFill>
              </a:ln>
              <a:solidFill>
                <a:schemeClr val="accent1"/>
              </a:solidFill>
              <a:effectLst>
                <a:outerShdw blurRad="38100" dist="25400" dir="5400000" algn="ctr" rotWithShape="0">
                  <a:srgbClr val="6E747A">
                    <a:alpha val="43000"/>
                  </a:srgbClr>
                </a:outerShdw>
              </a:effectLst>
              <a:uLnTx/>
              <a:uFillTx/>
              <a:latin typeface="+mn-lt"/>
              <a:ea typeface="+mn-ea"/>
              <a:cs typeface="+mn-cs"/>
            </a:endParaRPr>
          </a:p>
        </p:txBody>
      </p:sp>
      <p:sp>
        <p:nvSpPr>
          <p:cNvPr id="9" name="左大括号 8"/>
          <p:cNvSpPr/>
          <p:nvPr/>
        </p:nvSpPr>
        <p:spPr>
          <a:xfrm>
            <a:off x="5695950" y="1901825"/>
            <a:ext cx="53975" cy="144145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chemeClr val="tx1"/>
              </a:solidFill>
              <a:effectLst/>
              <a:uLnTx/>
              <a:uFillTx/>
              <a:latin typeface="+mn-lt"/>
              <a:ea typeface="+mn-ea"/>
              <a:cs typeface="+mn-cs"/>
            </a:endParaRPr>
          </a:p>
        </p:txBody>
      </p:sp>
      <p:cxnSp>
        <p:nvCxnSpPr>
          <p:cNvPr id="12" name="直接箭头连接符 11"/>
          <p:cNvCxnSpPr/>
          <p:nvPr/>
        </p:nvCxnSpPr>
        <p:spPr>
          <a:xfrm flipH="1">
            <a:off x="3527425" y="2619375"/>
            <a:ext cx="18732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927" name="文本框 12"/>
          <p:cNvSpPr txBox="1"/>
          <p:nvPr/>
        </p:nvSpPr>
        <p:spPr>
          <a:xfrm>
            <a:off x="3600450" y="2133600"/>
            <a:ext cx="1655763" cy="400050"/>
          </a:xfrm>
          <a:prstGeom prst="rect">
            <a:avLst/>
          </a:prstGeom>
          <a:noFill/>
          <a:ln w="9525">
            <a:noFill/>
          </a:ln>
        </p:spPr>
        <p:txBody>
          <a:bodyPr>
            <a:spAutoFit/>
          </a:bodyPr>
          <a:p>
            <a:pPr>
              <a:buNone/>
            </a:pPr>
            <a:r>
              <a:rPr lang="en-US" altLang="zh-CN" sz="2000" b="1" dirty="0">
                <a:latin typeface="宋体" panose="02010600030101010101" pitchFamily="2" charset="-122"/>
                <a:ea typeface="宋体" panose="02010600030101010101" pitchFamily="2" charset="-122"/>
              </a:rPr>
              <a:t>private</a:t>
            </a:r>
            <a:r>
              <a:rPr lang="zh-CN" altLang="en-US" sz="2000" b="1" dirty="0">
                <a:latin typeface="宋体" panose="02010600030101010101" pitchFamily="2" charset="-122"/>
                <a:ea typeface="宋体" panose="02010600030101010101" pitchFamily="2" charset="-122"/>
              </a:rPr>
              <a:t>派生</a:t>
            </a:r>
            <a:endParaRPr lang="zh-CN" altLang="en-US" sz="2000" b="1" dirty="0">
              <a:latin typeface="宋体" panose="02010600030101010101" pitchFamily="2" charset="-122"/>
              <a:ea typeface="宋体" panose="02010600030101010101" pitchFamily="2" charset="-122"/>
            </a:endParaRPr>
          </a:p>
        </p:txBody>
      </p:sp>
      <p:sp>
        <p:nvSpPr>
          <p:cNvPr id="14" name="内容占位符 2"/>
          <p:cNvSpPr>
            <a:spLocks noGrp="1"/>
          </p:cNvSpPr>
          <p:nvPr>
            <p:ph idx="1"/>
          </p:nvPr>
        </p:nvSpPr>
        <p:spPr>
          <a:xfrm>
            <a:off x="144463" y="4365625"/>
            <a:ext cx="9324975" cy="1150938"/>
          </a:xfrm>
          <a:noFill/>
          <a:ln>
            <a:noFill/>
          </a:ln>
        </p:spPr>
        <p:txBody>
          <a:bodyPr/>
          <a:p>
            <a:pPr marL="336550" indent="0">
              <a:buNone/>
            </a:pPr>
            <a:r>
              <a:rPr lang="zh-CN" altLang="en-US" sz="2800" b="1" dirty="0">
                <a:latin typeface="宋体" panose="02010600030101010101" pitchFamily="2" charset="-122"/>
                <a:ea typeface="宋体" panose="02010600030101010101" pitchFamily="2" charset="-122"/>
              </a:rPr>
              <a:t>派生类新增成员函数：访问基类的保护成员、公有成员</a:t>
            </a:r>
            <a:endParaRPr lang="en-US" altLang="zh-CN" sz="2800" b="1" dirty="0">
              <a:latin typeface="宋体" panose="02010600030101010101" pitchFamily="2" charset="-122"/>
              <a:ea typeface="宋体" panose="02010600030101010101" pitchFamily="2" charset="-122"/>
            </a:endParaRPr>
          </a:p>
          <a:p>
            <a:pPr marL="336550" indent="0">
              <a:buNone/>
            </a:pPr>
            <a:r>
              <a:rPr lang="zh-CN" altLang="en-US" sz="2800" b="1" dirty="0">
                <a:latin typeface="宋体" panose="02010600030101010101" pitchFamily="2" charset="-122"/>
                <a:ea typeface="宋体" panose="02010600030101010101" pitchFamily="2" charset="-122"/>
              </a:rPr>
              <a:t>派生类对象：只能访问派生类新增公有成员</a:t>
            </a:r>
            <a:endParaRPr lang="en-US" altLang="zh-CN" sz="2800" b="1" dirty="0">
              <a:latin typeface="宋体" panose="02010600030101010101" pitchFamily="2" charset="-122"/>
              <a:ea typeface="宋体" panose="02010600030101010101" pitchFamily="2"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charRg st="0" end="2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charRg st="25" end="4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矩形 2"/>
          <p:cNvSpPr>
            <a:spLocks noGrp="1"/>
          </p:cNvSpPr>
          <p:nvPr>
            <p:ph type="title"/>
          </p:nvPr>
        </p:nvSpPr>
        <p:spPr>
          <a:xfrm>
            <a:off x="2303463" y="142875"/>
            <a:ext cx="6192837"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私有继承举例</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81923"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81924" name="矩形 3"/>
          <p:cNvSpPr/>
          <p:nvPr/>
        </p:nvSpPr>
        <p:spPr>
          <a:xfrm>
            <a:off x="0" y="1065213"/>
            <a:ext cx="10080625" cy="563562"/>
          </a:xfrm>
          <a:prstGeom prst="rect">
            <a:avLst/>
          </a:prstGeom>
          <a:noFill/>
          <a:ln w="9525">
            <a:noFill/>
          </a:ln>
        </p:spPr>
        <p:txBody>
          <a:bodyPr/>
          <a:p>
            <a:pPr marL="342900" indent="-342900">
              <a:lnSpc>
                <a:spcPct val="80000"/>
              </a:lnSpc>
              <a:buClr>
                <a:srgbClr val="FF5050"/>
              </a:buClr>
              <a:buNone/>
            </a:pPr>
            <a:r>
              <a:rPr lang="zh-CN" altLang="en-US" sz="2800" dirty="0">
                <a:solidFill>
                  <a:srgbClr val="000000"/>
                </a:solidFill>
                <a:latin typeface="黑体" panose="02010609060101010101" pitchFamily="49" charset="-122"/>
                <a:ea typeface="黑体" panose="02010609060101010101" pitchFamily="49" charset="-122"/>
              </a:rPr>
              <a:t>将公有继承例的继承方式改为</a:t>
            </a:r>
            <a:r>
              <a:rPr lang="en-US" altLang="zh-CN" sz="2800" dirty="0">
                <a:solidFill>
                  <a:srgbClr val="000000"/>
                </a:solidFill>
                <a:latin typeface="黑体" panose="02010609060101010101" pitchFamily="49" charset="-122"/>
                <a:ea typeface="黑体" panose="02010609060101010101" pitchFamily="49" charset="-122"/>
              </a:rPr>
              <a:t>private</a:t>
            </a:r>
            <a:r>
              <a:rPr lang="zh-CN" altLang="en-US" sz="2800" dirty="0">
                <a:solidFill>
                  <a:srgbClr val="000000"/>
                </a:solidFill>
                <a:latin typeface="黑体" panose="02010609060101010101" pitchFamily="49" charset="-122"/>
                <a:ea typeface="黑体" panose="02010609060101010101" pitchFamily="49" charset="-122"/>
              </a:rPr>
              <a:t>，编译运行。</a:t>
            </a:r>
            <a:endParaRPr lang="en-US" altLang="zh-CN"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矩形 2"/>
          <p:cNvSpPr>
            <a:spLocks noGrp="1"/>
          </p:cNvSpPr>
          <p:nvPr>
            <p:ph type="title"/>
          </p:nvPr>
        </p:nvSpPr>
        <p:spPr>
          <a:xfrm>
            <a:off x="2232025" y="69850"/>
            <a:ext cx="6192838"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私有继承举例</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82947"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82948" name="矩形 4"/>
          <p:cNvSpPr/>
          <p:nvPr/>
        </p:nvSpPr>
        <p:spPr>
          <a:xfrm>
            <a:off x="215900" y="1171575"/>
            <a:ext cx="9648825" cy="5327650"/>
          </a:xfrm>
          <a:prstGeom prst="rect">
            <a:avLst/>
          </a:prstGeom>
          <a:noFill/>
          <a:ln w="9525">
            <a:noFill/>
          </a:ln>
        </p:spPr>
        <p:txBody>
          <a:bodyPr/>
          <a:p>
            <a:pPr marL="342900" indent="-342900">
              <a:lnSpc>
                <a:spcPct val="80000"/>
              </a:lnSpc>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int  main()</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lnSpc>
                <a:spcPct val="80000"/>
              </a:lnSpc>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PrivateDerived   obj_of_private_derived;</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obj_of_private_derived.derived_pub_data = 1;   // ok</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obj_of_private_derived.testBase();             // ok</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obj_of_private_derived.derived_pri_data = 2;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obj_of_private_derived.derived_pro_data = 3;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obj_of_private_derived.base_pub_data = 1;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obj_of_private_derived.base_pri_data = 2;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obj_of_private_derived.base_pro_data = 3;      // error</a:t>
            </a:r>
            <a:endParaRPr lang="en-US" altLang="zh-CN" sz="2400"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a:t>
            </a:r>
            <a:endParaRPr lang="en-US" altLang="zh-CN" sz="24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内容占位符 2"/>
          <p:cNvSpPr>
            <a:spLocks noGrp="1"/>
          </p:cNvSpPr>
          <p:nvPr>
            <p:ph idx="1"/>
          </p:nvPr>
        </p:nvSpPr>
        <p:spPr>
          <a:xfrm>
            <a:off x="207963" y="1125538"/>
            <a:ext cx="9801225" cy="1582737"/>
          </a:xfrm>
          <a:noFill/>
          <a:ln>
            <a:noFill/>
          </a:ln>
        </p:spPr>
        <p:txBody>
          <a:bodyPr/>
          <a:p>
            <a:pPr eaLnBrk="1" hangingPunct="1">
              <a:lnSpc>
                <a:spcPct val="150000"/>
              </a:lnSpc>
              <a:buNone/>
            </a:pPr>
            <a:r>
              <a:rPr lang="zh-CN" altLang="en-US" sz="2800" dirty="0">
                <a:latin typeface="黑体" panose="02010609060101010101" pitchFamily="49" charset="-122"/>
                <a:ea typeface="黑体" panose="02010609060101010101" pitchFamily="49" charset="-122"/>
              </a:rPr>
              <a:t>私有</a:t>
            </a:r>
            <a:r>
              <a:rPr lang="en-US" altLang="zh-CN" sz="2800" dirty="0">
                <a:latin typeface="黑体" panose="02010609060101010101" pitchFamily="49" charset="-122"/>
                <a:ea typeface="黑体" panose="02010609060101010101" pitchFamily="49" charset="-122"/>
              </a:rPr>
              <a:t> (private )</a:t>
            </a:r>
            <a:r>
              <a:rPr lang="zh-CN" altLang="en-US" sz="2800" dirty="0">
                <a:latin typeface="黑体" panose="02010609060101010101" pitchFamily="49" charset="-122"/>
                <a:ea typeface="黑体" panose="02010609060101010101" pitchFamily="49" charset="-122"/>
              </a:rPr>
              <a:t>：私有成员可以由类本身访问；</a:t>
            </a:r>
            <a:endParaRPr lang="zh-CN" altLang="en-US" sz="2800" dirty="0">
              <a:latin typeface="黑体" panose="02010609060101010101" pitchFamily="49" charset="-122"/>
              <a:ea typeface="黑体" panose="02010609060101010101" pitchFamily="49" charset="-122"/>
            </a:endParaRPr>
          </a:p>
          <a:p>
            <a:pPr eaLnBrk="1" hangingPunct="1">
              <a:lnSpc>
                <a:spcPct val="150000"/>
              </a:lnSpc>
              <a:buNone/>
            </a:pPr>
            <a:r>
              <a:rPr lang="zh-CN" altLang="en-US" sz="2800" dirty="0">
                <a:latin typeface="黑体" panose="02010609060101010101" pitchFamily="49" charset="-122"/>
                <a:ea typeface="黑体" panose="02010609060101010101" pitchFamily="49" charset="-122"/>
              </a:rPr>
              <a:t>不可访问：即使是类本身也不能访问</a:t>
            </a:r>
            <a:endParaRPr lang="zh-CN" altLang="en-US" sz="2800" dirty="0">
              <a:latin typeface="黑体" panose="02010609060101010101" pitchFamily="49" charset="-122"/>
              <a:ea typeface="黑体" panose="02010609060101010101" pitchFamily="49" charset="-122"/>
            </a:endParaRPr>
          </a:p>
          <a:p>
            <a:pPr eaLnBrk="1" hangingPunct="1"/>
            <a:endParaRPr lang="zh-CN" altLang="en-US" dirty="0"/>
          </a:p>
        </p:txBody>
      </p:sp>
      <p:sp>
        <p:nvSpPr>
          <p:cNvPr id="83971"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83972" name="矩形 2"/>
          <p:cNvSpPr>
            <a:spLocks noGrp="1"/>
          </p:cNvSpPr>
          <p:nvPr>
            <p:ph type="title"/>
          </p:nvPr>
        </p:nvSpPr>
        <p:spPr>
          <a:xfrm>
            <a:off x="0" y="131763"/>
            <a:ext cx="8928100" cy="838200"/>
          </a:xfrm>
          <a:noFill/>
          <a:ln>
            <a:noFill/>
          </a:ln>
        </p:spPr>
        <p:txBody>
          <a:bodyPr/>
          <a:p>
            <a:pPr eaLnBrk="1" hangingPunct="1"/>
            <a:r>
              <a:rPr lang="zh-CN" altLang="en-US" dirty="0"/>
              <a:t>         </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私有</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与</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不可访问</a:t>
            </a:r>
            <a:r>
              <a:rPr lang="en-US" altLang="zh-CN" sz="4000" dirty="0">
                <a:solidFill>
                  <a:schemeClr val="bg1"/>
                </a:solidFill>
                <a:latin typeface="宋体" panose="02010600030101010101" pitchFamily="2" charset="-122"/>
                <a:ea typeface="宋体" panose="02010600030101010101" pitchFamily="2" charset="-122"/>
              </a:rPr>
              <a:t>”</a:t>
            </a:r>
            <a:r>
              <a:rPr lang="zh-CN" altLang="en-US" sz="4000" dirty="0">
                <a:solidFill>
                  <a:schemeClr val="bg1"/>
                </a:solidFill>
                <a:latin typeface="宋体" panose="02010600030101010101" pitchFamily="2" charset="-122"/>
                <a:ea typeface="宋体" panose="02010600030101010101" pitchFamily="2" charset="-122"/>
              </a:rPr>
              <a:t>之区别</a:t>
            </a:r>
            <a:endParaRPr lang="zh-CN" altLang="en-US" sz="40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med">
    <p:wedg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矩形 2"/>
          <p:cNvSpPr>
            <a:spLocks noGrp="1"/>
          </p:cNvSpPr>
          <p:nvPr>
            <p:ph type="title"/>
          </p:nvPr>
        </p:nvSpPr>
        <p:spPr>
          <a:xfrm>
            <a:off x="792163" y="103188"/>
            <a:ext cx="8064500"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基类与派生类</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84995"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84996" name="矩形 3"/>
          <p:cNvSpPr/>
          <p:nvPr/>
        </p:nvSpPr>
        <p:spPr>
          <a:xfrm>
            <a:off x="71438" y="1025525"/>
            <a:ext cx="9721850" cy="4132263"/>
          </a:xfrm>
          <a:prstGeom prst="rect">
            <a:avLst/>
          </a:prstGeom>
          <a:noFill/>
          <a:ln w="9525">
            <a:noFill/>
          </a:ln>
        </p:spPr>
        <p:txBody>
          <a:bodyPr/>
          <a:p>
            <a:pPr marL="457200" indent="-457200">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基类中的成员函数可以访问基类的所有成员，但不能访问派生类的成员</a:t>
            </a:r>
            <a:endParaRPr lang="en-US" altLang="zh-CN" sz="2800" dirty="0">
              <a:solidFill>
                <a:srgbClr val="000000"/>
              </a:solidFill>
              <a:latin typeface="黑体" panose="02010609060101010101" pitchFamily="49" charset="-122"/>
              <a:ea typeface="黑体" panose="02010609060101010101" pitchFamily="49" charset="-122"/>
            </a:endParaRPr>
          </a:p>
          <a:p>
            <a:pPr marL="457200" indent="-457200">
              <a:spcBef>
                <a:spcPct val="20000"/>
              </a:spcBef>
              <a:buClr>
                <a:srgbClr val="FF5050"/>
              </a:buClr>
              <a:buNone/>
            </a:pPr>
            <a:endParaRPr lang="zh-CN" altLang="en-US" sz="2800" dirty="0">
              <a:solidFill>
                <a:srgbClr val="000000"/>
              </a:solidFill>
              <a:latin typeface="黑体" panose="02010609060101010101" pitchFamily="49" charset="-122"/>
              <a:ea typeface="黑体" panose="02010609060101010101" pitchFamily="49" charset="-122"/>
            </a:endParaRPr>
          </a:p>
          <a:p>
            <a:pPr marL="457200" indent="-457200">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基类的对象只能访问基类的公有数据成员和调用基类的公有成员函数，基类对象不能访问派生类的成员</a:t>
            </a:r>
            <a:endParaRPr lang="en-US" altLang="zh-CN" sz="2800" dirty="0">
              <a:solidFill>
                <a:srgbClr val="000000"/>
              </a:solidFill>
              <a:latin typeface="黑体" panose="02010609060101010101" pitchFamily="49" charset="-122"/>
              <a:ea typeface="黑体" panose="02010609060101010101" pitchFamily="49" charset="-122"/>
            </a:endParaRPr>
          </a:p>
          <a:p>
            <a:pPr marL="457200" indent="-457200">
              <a:spcBef>
                <a:spcPct val="20000"/>
              </a:spcBef>
              <a:buClr>
                <a:srgbClr val="FF5050"/>
              </a:buClr>
              <a:buNone/>
            </a:pPr>
            <a:endParaRPr lang="zh-CN" altLang="en-US" sz="2800" dirty="0">
              <a:solidFill>
                <a:srgbClr val="000000"/>
              </a:solidFill>
              <a:latin typeface="黑体" panose="02010609060101010101" pitchFamily="49" charset="-122"/>
              <a:ea typeface="黑体" panose="02010609060101010101" pitchFamily="49" charset="-122"/>
            </a:endParaRPr>
          </a:p>
          <a:p>
            <a:pPr marL="457200" indent="-457200">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派生类中的成员函数可以访问派生类的所有成员，也能访问其基类的公有成员和保护成员</a:t>
            </a:r>
            <a:endParaRPr lang="zh-CN" altLang="en-US"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矩形 2"/>
          <p:cNvSpPr>
            <a:spLocks noGrp="1"/>
          </p:cNvSpPr>
          <p:nvPr>
            <p:ph type="title"/>
          </p:nvPr>
        </p:nvSpPr>
        <p:spPr>
          <a:xfrm>
            <a:off x="792163" y="103188"/>
            <a:ext cx="8064500"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基类与派生类</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87043"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algn="r" eaLnBrk="1" hangingPunct="1">
              <a:buNone/>
            </a:pPr>
            <a:fld id="{9A0DB2DC-4C9A-4742-B13C-FB6460FD3503}" type="slidenum">
              <a:rPr lang="zh-CN" altLang="en-US" dirty="0">
                <a:cs typeface="Tahoma" panose="020B0604030504040204" pitchFamily="34" charset="0"/>
              </a:rPr>
            </a:fld>
            <a:endParaRPr lang="zh-CN" altLang="en-US" dirty="0">
              <a:solidFill>
                <a:srgbClr val="000000"/>
              </a:solidFill>
              <a:latin typeface="Lucida Sans Unicode" panose="020B0602030504020204" pitchFamily="34" charset="0"/>
              <a:ea typeface="黑体" panose="02010609060101010101" pitchFamily="49" charset="-122"/>
              <a:cs typeface="Tahoma" panose="020B0604030504040204" pitchFamily="34" charset="0"/>
            </a:endParaRPr>
          </a:p>
        </p:txBody>
      </p:sp>
      <p:sp>
        <p:nvSpPr>
          <p:cNvPr id="51204" name="矩形 3"/>
          <p:cNvSpPr/>
          <p:nvPr/>
        </p:nvSpPr>
        <p:spPr>
          <a:xfrm>
            <a:off x="28575" y="1042988"/>
            <a:ext cx="9907588" cy="1755775"/>
          </a:xfrm>
          <a:prstGeom prst="rect">
            <a:avLst/>
          </a:prstGeom>
          <a:noFill/>
          <a:ln w="9525">
            <a:noFill/>
          </a:ln>
        </p:spPr>
        <p:txBody>
          <a:bodyPr/>
          <a:p>
            <a:pPr marL="457200" indent="-457200" eaLnBrk="1" hangingPunct="1">
              <a:spcBef>
                <a:spcPct val="20000"/>
              </a:spcBef>
              <a:buClr>
                <a:srgbClr val="FF5050"/>
              </a:buClr>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派生类的对象能访问派生类的公有数据成员和调用派生类的公有成员函数，公有继承的派生类对象还能够访问其基类的公有成员。</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4">
                                            <p:txEl>
                                              <p:charRg st="0" end="5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矩形 2"/>
          <p:cNvSpPr>
            <a:spLocks noGrp="1"/>
          </p:cNvSpPr>
          <p:nvPr>
            <p:ph type="title"/>
          </p:nvPr>
        </p:nvSpPr>
        <p:spPr>
          <a:xfrm>
            <a:off x="1295400" y="115888"/>
            <a:ext cx="8064500" cy="838200"/>
          </a:xfrm>
          <a:noFill/>
          <a:ln>
            <a:noFill/>
          </a:ln>
        </p:spPr>
        <p:txBody>
          <a:bodyPr/>
          <a:p>
            <a:pPr eaLnBrk="1" hangingPunct="1"/>
            <a:r>
              <a:rPr lang="zh-CN" altLang="en-US" sz="4000" dirty="0">
                <a:solidFill>
                  <a:schemeClr val="bg1"/>
                </a:solidFill>
                <a:latin typeface="宋体" panose="02010600030101010101" pitchFamily="2" charset="-122"/>
                <a:ea typeface="宋体" panose="02010600030101010101" pitchFamily="2" charset="-122"/>
              </a:rPr>
              <a:t>派生类对象对成员函数的调用</a:t>
            </a:r>
            <a:endParaRPr lang="zh-CN" altLang="en-US" sz="4000" dirty="0">
              <a:solidFill>
                <a:schemeClr val="bg1"/>
              </a:solidFill>
              <a:latin typeface="宋体" panose="02010600030101010101" pitchFamily="2" charset="-122"/>
              <a:ea typeface="宋体" panose="02010600030101010101" pitchFamily="2" charset="-122"/>
            </a:endParaRPr>
          </a:p>
        </p:txBody>
      </p:sp>
      <p:sp>
        <p:nvSpPr>
          <p:cNvPr id="88067"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88068" name="矩形 3"/>
          <p:cNvSpPr/>
          <p:nvPr/>
        </p:nvSpPr>
        <p:spPr>
          <a:xfrm>
            <a:off x="33338" y="954088"/>
            <a:ext cx="9902825" cy="5327650"/>
          </a:xfrm>
          <a:prstGeom prst="rect">
            <a:avLst/>
          </a:prstGeom>
          <a:noFill/>
          <a:ln w="9525">
            <a:noFill/>
          </a:ln>
        </p:spPr>
        <p:txBody>
          <a:bodyPr/>
          <a:p>
            <a:pPr marL="457200" indent="-457200">
              <a:lnSpc>
                <a:spcPct val="150000"/>
              </a:lnSpc>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用公有继承的派生类对象名调用成员函数：</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lnSpc>
                <a:spcPct val="150000"/>
              </a:lnSpc>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若被调用的成员函数在基类中没有定义，是该</a:t>
            </a:r>
            <a:r>
              <a:rPr lang="zh-CN" altLang="en-US" sz="2800" dirty="0">
                <a:solidFill>
                  <a:srgbClr val="FF0000"/>
                </a:solidFill>
                <a:latin typeface="黑体" panose="02010609060101010101" pitchFamily="49" charset="-122"/>
                <a:ea typeface="黑体" panose="02010609060101010101" pitchFamily="49" charset="-122"/>
              </a:rPr>
              <a:t>派生类新增的成员函数</a:t>
            </a:r>
            <a:r>
              <a:rPr lang="zh-CN" altLang="en-US" sz="2800" dirty="0">
                <a:solidFill>
                  <a:srgbClr val="000000"/>
                </a:solidFill>
                <a:latin typeface="黑体" panose="02010609060101010101" pitchFamily="49" charset="-122"/>
                <a:ea typeface="黑体" panose="02010609060101010101" pitchFamily="49" charset="-122"/>
              </a:rPr>
              <a:t>，则调用派生类相应的成员函数</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lnSpc>
                <a:spcPct val="150000"/>
              </a:lnSpc>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被调用的成员函数</a:t>
            </a:r>
            <a:r>
              <a:rPr lang="zh-CN" altLang="en-US" sz="2800" dirty="0">
                <a:solidFill>
                  <a:srgbClr val="FF0000"/>
                </a:solidFill>
                <a:latin typeface="黑体" panose="02010609060101010101" pitchFamily="49" charset="-122"/>
                <a:ea typeface="黑体" panose="02010609060101010101" pitchFamily="49" charset="-122"/>
              </a:rPr>
              <a:t>从基类继承而来</a:t>
            </a:r>
            <a:r>
              <a:rPr lang="zh-CN" altLang="en-US" sz="2800" dirty="0">
                <a:solidFill>
                  <a:srgbClr val="000000"/>
                </a:solidFill>
                <a:latin typeface="黑体" panose="02010609060101010101" pitchFamily="49" charset="-122"/>
                <a:ea typeface="黑体" panose="02010609060101010101" pitchFamily="49" charset="-122"/>
              </a:rPr>
              <a:t>，且在</a:t>
            </a:r>
            <a:r>
              <a:rPr lang="zh-CN" altLang="en-US" sz="2800" dirty="0">
                <a:solidFill>
                  <a:srgbClr val="FF0000"/>
                </a:solidFill>
                <a:latin typeface="黑体" panose="02010609060101010101" pitchFamily="49" charset="-122"/>
                <a:ea typeface="黑体" panose="02010609060101010101" pitchFamily="49" charset="-122"/>
              </a:rPr>
              <a:t>派生类中没有重新定义</a:t>
            </a:r>
            <a:r>
              <a:rPr lang="zh-CN" altLang="en-US" sz="2800" dirty="0">
                <a:solidFill>
                  <a:srgbClr val="000000"/>
                </a:solidFill>
                <a:latin typeface="黑体" panose="02010609060101010101" pitchFamily="49" charset="-122"/>
                <a:ea typeface="黑体" panose="02010609060101010101" pitchFamily="49" charset="-122"/>
              </a:rPr>
              <a:t>，则调用基类相应的成员函数</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lnSpc>
                <a:spcPct val="150000"/>
              </a:lnSpc>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被调用的成员函数</a:t>
            </a:r>
            <a:r>
              <a:rPr lang="zh-CN" altLang="en-US" sz="2800" dirty="0">
                <a:solidFill>
                  <a:srgbClr val="FF0000"/>
                </a:solidFill>
                <a:latin typeface="黑体" panose="02010609060101010101" pitchFamily="49" charset="-122"/>
                <a:ea typeface="黑体" panose="02010609060101010101" pitchFamily="49" charset="-122"/>
              </a:rPr>
              <a:t>从基类继承而来</a:t>
            </a:r>
            <a:r>
              <a:rPr lang="zh-CN" altLang="en-US" sz="2800" dirty="0">
                <a:solidFill>
                  <a:srgbClr val="000000"/>
                </a:solidFill>
                <a:latin typeface="黑体" panose="02010609060101010101" pitchFamily="49" charset="-122"/>
                <a:ea typeface="黑体" panose="02010609060101010101" pitchFamily="49" charset="-122"/>
              </a:rPr>
              <a:t>，但在派生类中被</a:t>
            </a:r>
            <a:r>
              <a:rPr lang="zh-CN" altLang="en-US" sz="2800" dirty="0">
                <a:solidFill>
                  <a:srgbClr val="FF0000"/>
                </a:solidFill>
                <a:latin typeface="黑体" panose="02010609060101010101" pitchFamily="49" charset="-122"/>
                <a:ea typeface="黑体" panose="02010609060101010101" pitchFamily="49" charset="-122"/>
              </a:rPr>
              <a:t>重新定义</a:t>
            </a:r>
            <a:r>
              <a:rPr lang="zh-CN" altLang="en-US" sz="2800" dirty="0">
                <a:solidFill>
                  <a:srgbClr val="000000"/>
                </a:solidFill>
                <a:latin typeface="黑体" panose="02010609060101010101" pitchFamily="49" charset="-122"/>
                <a:ea typeface="黑体" panose="02010609060101010101" pitchFamily="49" charset="-122"/>
              </a:rPr>
              <a:t>。此时，如果派生类中与调用函数同名的成员函数参数匹配，则该成员函数被调用，否则返回出错信息。编译程序不会再在基类中查找参数匹配的成员函数</a:t>
            </a:r>
            <a:endParaRPr lang="zh-CN" altLang="en-US"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内容占位符 2"/>
          <p:cNvSpPr>
            <a:spLocks noGrp="1"/>
          </p:cNvSpPr>
          <p:nvPr>
            <p:ph idx="1"/>
          </p:nvPr>
        </p:nvSpPr>
        <p:spPr>
          <a:xfrm>
            <a:off x="19050" y="936625"/>
            <a:ext cx="9917113" cy="5472113"/>
          </a:xfrm>
          <a:noFill/>
          <a:ln>
            <a:noFill/>
          </a:ln>
        </p:spPr>
        <p:txBody>
          <a:bodyPr/>
          <a:p>
            <a:pPr eaLnBrk="1" hangingPunct="1">
              <a:lnSpc>
                <a:spcPct val="150000"/>
              </a:lnSpc>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派生类构造函数功能应该包含对从基类继承过来的继承成员的初始化；派生类析构函数功能应包含从基类继承过来的继承成员的撤消。</a:t>
            </a:r>
            <a:endParaRPr lang="zh-CN" altLang="en-US" sz="2800" dirty="0">
              <a:solidFill>
                <a:srgbClr val="000000"/>
              </a:solidFill>
              <a:latin typeface="黑体" panose="02010609060101010101" pitchFamily="49" charset="-122"/>
              <a:ea typeface="黑体" panose="02010609060101010101" pitchFamily="49" charset="-122"/>
            </a:endParaRPr>
          </a:p>
          <a:p>
            <a:pPr eaLnBrk="1" hangingPunct="1">
              <a:lnSpc>
                <a:spcPct val="150000"/>
              </a:lnSpc>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派生类并不继承基类的构造函数和析构函数，而派生类的构造函数必须为基类的构造函数提供实际参数；</a:t>
            </a:r>
            <a:endParaRPr lang="zh-CN" altLang="en-US" sz="2800" dirty="0">
              <a:solidFill>
                <a:srgbClr val="000000"/>
              </a:solidFill>
              <a:latin typeface="黑体" panose="02010609060101010101" pitchFamily="49" charset="-122"/>
              <a:ea typeface="黑体" panose="02010609060101010101" pitchFamily="49" charset="-122"/>
            </a:endParaRPr>
          </a:p>
          <a:p>
            <a:pPr eaLnBrk="1" hangingPunct="1">
              <a:lnSpc>
                <a:spcPct val="150000"/>
              </a:lnSpc>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若一个类没有定义构造函数时，</a:t>
            </a:r>
            <a:r>
              <a:rPr lang="en-US" altLang="zh-CN" sz="2800" dirty="0">
                <a:solidFill>
                  <a:srgbClr val="000000"/>
                </a:solidFill>
                <a:latin typeface="黑体" panose="02010609060101010101" pitchFamily="49" charset="-122"/>
                <a:ea typeface="黑体" panose="02010609060101010101" pitchFamily="49" charset="-122"/>
              </a:rPr>
              <a:t>C++</a:t>
            </a:r>
            <a:r>
              <a:rPr lang="zh-CN" altLang="en-US" sz="2800" dirty="0">
                <a:solidFill>
                  <a:srgbClr val="000000"/>
                </a:solidFill>
                <a:latin typeface="黑体" panose="02010609060101010101" pitchFamily="49" charset="-122"/>
                <a:ea typeface="黑体" panose="02010609060101010101" pitchFamily="49" charset="-122"/>
              </a:rPr>
              <a:t>编译会自动为该类生成一个缺省构造函数，但函数体为空。用这样的类创建对象时，其对象的状态将是不确定的。</a:t>
            </a:r>
            <a:endParaRPr lang="en-US" altLang="zh-CN" sz="2800" dirty="0">
              <a:solidFill>
                <a:srgbClr val="000000"/>
              </a:solidFill>
              <a:latin typeface="黑体" panose="02010609060101010101" pitchFamily="49" charset="-122"/>
              <a:ea typeface="黑体" panose="02010609060101010101" pitchFamily="49" charset="-122"/>
            </a:endParaRPr>
          </a:p>
          <a:p>
            <a:pPr eaLnBrk="1" hangingPunct="1">
              <a:buFont typeface="Wingdings" panose="05000000000000000000" pitchFamily="2" charset="2"/>
              <a:buChar char="v"/>
            </a:pPr>
            <a:endParaRPr lang="zh-CN" altLang="en-US" dirty="0"/>
          </a:p>
        </p:txBody>
      </p:sp>
      <p:sp>
        <p:nvSpPr>
          <p:cNvPr id="90115"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5" name="标题 1"/>
          <p:cNvSpPr txBox="1"/>
          <p:nvPr/>
        </p:nvSpPr>
        <p:spPr bwMode="auto">
          <a:xfrm>
            <a:off x="2376016" y="-50799"/>
            <a:ext cx="8229600" cy="1142999"/>
          </a:xfrm>
          <a:prstGeom prst="rect">
            <a:avLst/>
          </a:prstGeom>
          <a:noFill/>
          <a:ln>
            <a:noFill/>
          </a:ln>
        </p:spPr>
        <p:txBody>
          <a:bodyPr anchor="ctr">
            <a:normAutofit/>
            <a:scene3d>
              <a:camera prst="orthographicFront"/>
              <a:lightRig rig="soft" dir="t"/>
            </a:scene3d>
            <a:sp3d prstMaterial="softEdge">
              <a:bevelT w="25400" h="25400"/>
            </a:sp3d>
          </a:bodyPr>
          <a:lstStyle>
            <a:lvl1pPr algn="l" rtl="0" eaLnBrk="0" fontAlgn="base" hangingPunct="0">
              <a:spcBef>
                <a:spcPct val="0"/>
              </a:spcBef>
              <a:spcAft>
                <a:spcPct val="0"/>
              </a:spcAft>
              <a:defRPr sz="4100" b="1" kern="1200">
                <a:solidFill>
                  <a:schemeClr val="tx1"/>
                </a:solidFill>
                <a:effectLst>
                  <a:outerShdw blurRad="31750" dist="25400" dir="5400000" algn="tl" rotWithShape="0">
                    <a:srgbClr val="000000">
                      <a:alpha val="25000"/>
                    </a:srgbClr>
                  </a:outerShdw>
                </a:effectLst>
                <a:latin typeface="Arial" panose="020B0604020202020204" pitchFamily="34" charset="0"/>
                <a:ea typeface="宋体" panose="02010600030101010101" pitchFamily="2" charset="-122"/>
                <a:cs typeface="+mj-cs"/>
              </a:defRPr>
            </a:lvl1pPr>
            <a:lvl2pPr marL="742950" indent="-28575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2pPr>
            <a:lvl3pPr marL="11430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3pPr>
            <a:lvl4pPr marL="16002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4pPr>
            <a:lvl5pPr marL="20574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5pPr>
            <a:lvl6pPr marL="25146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6pPr>
            <a:lvl7pPr marL="29718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7pPr>
            <a:lvl8pPr marL="34290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8pPr>
            <a:lvl9pPr marL="38862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4</a:t>
            </a:r>
            <a:r>
              <a:rPr kumimoji="1" lang="zh-CN"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a:t>
            </a:r>
            <a:r>
              <a:rPr kumimoji="1" lang="en-US"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派生类的构造函数</a:t>
            </a:r>
            <a:endParaRPr kumimoji="1" lang="en-US"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endParaRPr>
          </a:p>
        </p:txBody>
      </p:sp>
    </p:spTree>
  </p:cSld>
  <p:clrMapOvr>
    <a:masterClrMapping/>
  </p:clrMapOvr>
  <p:transition spd="med">
    <p:wedg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内容占位符 2"/>
          <p:cNvSpPr>
            <a:spLocks noGrp="1"/>
          </p:cNvSpPr>
          <p:nvPr>
            <p:ph idx="1"/>
          </p:nvPr>
        </p:nvSpPr>
        <p:spPr>
          <a:xfrm>
            <a:off x="9525" y="981075"/>
            <a:ext cx="9494838" cy="5184775"/>
          </a:xfrm>
          <a:noFill/>
          <a:ln>
            <a:noFill/>
          </a:ln>
        </p:spPr>
        <p:txBody>
          <a:bodyPr/>
          <a:p>
            <a:pPr eaLnBrk="1" hangingPunct="1">
              <a:lnSpc>
                <a:spcPct val="150000"/>
              </a:lnSpc>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派生类对象的成员组成</a:t>
            </a:r>
            <a:endParaRPr lang="zh-CN" altLang="en-US" sz="2800" dirty="0">
              <a:solidFill>
                <a:srgbClr val="000000"/>
              </a:solidFill>
              <a:latin typeface="黑体" panose="02010609060101010101" pitchFamily="49" charset="-122"/>
              <a:ea typeface="黑体" panose="02010609060101010101" pitchFamily="49" charset="-122"/>
            </a:endParaRPr>
          </a:p>
          <a:p>
            <a:pPr marL="695325" lvl="2" indent="-457200" eaLnBrk="1" hangingPunct="1">
              <a:lnSpc>
                <a:spcPct val="150000"/>
              </a:lnSpc>
              <a:buClr>
                <a:srgbClr val="FF000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从基类继承过来的继承成员</a:t>
            </a:r>
            <a:endParaRPr lang="zh-CN" altLang="en-US" sz="2800" dirty="0">
              <a:solidFill>
                <a:srgbClr val="000000"/>
              </a:solidFill>
              <a:latin typeface="黑体" panose="02010609060101010101" pitchFamily="49" charset="-122"/>
              <a:ea typeface="黑体" panose="02010609060101010101" pitchFamily="49" charset="-122"/>
            </a:endParaRPr>
          </a:p>
          <a:p>
            <a:pPr marL="695325" lvl="2" indent="-457200" eaLnBrk="1" hangingPunct="1">
              <a:lnSpc>
                <a:spcPct val="150000"/>
              </a:lnSpc>
              <a:buClr>
                <a:srgbClr val="FF000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新加入的成员</a:t>
            </a:r>
            <a:endParaRPr lang="zh-CN" altLang="en-US" sz="2800" dirty="0">
              <a:solidFill>
                <a:srgbClr val="000000"/>
              </a:solidFill>
              <a:latin typeface="黑体" panose="02010609060101010101" pitchFamily="49" charset="-122"/>
              <a:ea typeface="黑体" panose="02010609060101010101" pitchFamily="49" charset="-122"/>
            </a:endParaRPr>
          </a:p>
          <a:p>
            <a:pPr eaLnBrk="1" hangingPunct="1">
              <a:lnSpc>
                <a:spcPct val="150000"/>
              </a:lnSpc>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派生类构造函数构成：</a:t>
            </a:r>
            <a:endParaRPr lang="zh-CN" altLang="en-US" sz="2800" dirty="0">
              <a:solidFill>
                <a:srgbClr val="000000"/>
              </a:solidFill>
              <a:latin typeface="黑体" panose="02010609060101010101" pitchFamily="49" charset="-122"/>
              <a:ea typeface="黑体" panose="02010609060101010101" pitchFamily="49" charset="-122"/>
            </a:endParaRPr>
          </a:p>
          <a:p>
            <a:pPr marL="695325" lvl="2" indent="-457200" eaLnBrk="1" hangingPunct="1">
              <a:lnSpc>
                <a:spcPct val="150000"/>
              </a:lnSpc>
              <a:buClr>
                <a:srgbClr val="FF000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调用基类构造函数，对继承成员进行初始化；</a:t>
            </a:r>
            <a:endParaRPr lang="zh-CN" altLang="en-US" sz="2800" dirty="0">
              <a:solidFill>
                <a:srgbClr val="000000"/>
              </a:solidFill>
              <a:latin typeface="黑体" panose="02010609060101010101" pitchFamily="49" charset="-122"/>
              <a:ea typeface="黑体" panose="02010609060101010101" pitchFamily="49" charset="-122"/>
            </a:endParaRPr>
          </a:p>
          <a:p>
            <a:pPr marL="695325" lvl="2" indent="-457200" eaLnBrk="1" hangingPunct="1">
              <a:lnSpc>
                <a:spcPct val="150000"/>
              </a:lnSpc>
              <a:buClr>
                <a:srgbClr val="FF000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按常规方法对新加入的数据成员初始化；</a:t>
            </a:r>
            <a:endParaRPr lang="zh-CN" altLang="en-US" sz="2800" dirty="0">
              <a:solidFill>
                <a:srgbClr val="000000"/>
              </a:solidFill>
              <a:latin typeface="黑体" panose="02010609060101010101" pitchFamily="49" charset="-122"/>
              <a:ea typeface="黑体" panose="02010609060101010101" pitchFamily="49" charset="-122"/>
            </a:endParaRPr>
          </a:p>
          <a:p>
            <a:pPr eaLnBrk="1" hangingPunct="1">
              <a:lnSpc>
                <a:spcPct val="150000"/>
              </a:lnSpc>
              <a:buFont typeface="Wingdings" panose="05000000000000000000" pitchFamily="2" charset="2"/>
              <a:buChar char="v"/>
            </a:pPr>
            <a:endParaRPr lang="zh-CN" altLang="en-US" sz="2800" dirty="0"/>
          </a:p>
        </p:txBody>
      </p:sp>
      <p:sp>
        <p:nvSpPr>
          <p:cNvPr id="91139" name="标题 1"/>
          <p:cNvSpPr>
            <a:spLocks noGrp="1" noChangeArrowheads="1"/>
          </p:cNvSpPr>
          <p:nvPr>
            <p:ph type="title"/>
          </p:nvPr>
        </p:nvSpPr>
        <p:spPr bwMode="auto">
          <a:xfrm>
            <a:off x="925513" y="198438"/>
            <a:ext cx="8229600"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派生类的构造函数 </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91140"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内容占位符 2"/>
          <p:cNvSpPr>
            <a:spLocks noGrp="1"/>
          </p:cNvSpPr>
          <p:nvPr>
            <p:ph idx="1"/>
          </p:nvPr>
        </p:nvSpPr>
        <p:spPr>
          <a:xfrm>
            <a:off x="26988" y="1125538"/>
            <a:ext cx="9621837" cy="5038725"/>
          </a:xfrm>
          <a:noFill/>
          <a:ln>
            <a:noFill/>
          </a:ln>
        </p:spPr>
        <p:txBody>
          <a:bodyPr/>
          <a:p>
            <a:pPr eaLnBrk="1" hangingPunct="1">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派生类构造函数的执行：</a:t>
            </a:r>
            <a:endParaRPr lang="zh-CN" altLang="en-US" sz="2800" dirty="0">
              <a:solidFill>
                <a:srgbClr val="000000"/>
              </a:solidFill>
              <a:latin typeface="黑体" panose="02010609060101010101" pitchFamily="49" charset="-122"/>
              <a:ea typeface="黑体" panose="02010609060101010101" pitchFamily="49" charset="-122"/>
            </a:endParaRPr>
          </a:p>
          <a:p>
            <a:pPr lvl="1" eaLnBrk="1" hangingPunct="1">
              <a:buClr>
                <a:srgbClr val="FF000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先调用基类的构造函数对继承成员进行初始化</a:t>
            </a:r>
            <a:r>
              <a:rPr lang="en-US" altLang="zh-CN" sz="2800" dirty="0">
                <a:solidFill>
                  <a:srgbClr val="000000"/>
                </a:solidFill>
                <a:latin typeface="黑体" panose="02010609060101010101" pitchFamily="49" charset="-122"/>
                <a:ea typeface="黑体" panose="02010609060101010101" pitchFamily="49" charset="-122"/>
              </a:rPr>
              <a:t>;</a:t>
            </a:r>
            <a:endParaRPr lang="en-US" altLang="zh-CN" sz="2800" dirty="0">
              <a:solidFill>
                <a:srgbClr val="000000"/>
              </a:solidFill>
              <a:latin typeface="黑体" panose="02010609060101010101" pitchFamily="49" charset="-122"/>
              <a:ea typeface="黑体" panose="02010609060101010101" pitchFamily="49" charset="-122"/>
            </a:endParaRPr>
          </a:p>
          <a:p>
            <a:pPr lvl="1" eaLnBrk="1" hangingPunct="1">
              <a:buClr>
                <a:srgbClr val="FF000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再执行对新加成员初始化的部分。</a:t>
            </a:r>
            <a:endParaRPr lang="zh-CN" altLang="en-US" sz="2800" dirty="0">
              <a:solidFill>
                <a:srgbClr val="000000"/>
              </a:solidFill>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p"/>
            </a:pPr>
            <a:endParaRPr lang="zh-CN" altLang="en-US" sz="2800" dirty="0">
              <a:solidFill>
                <a:srgbClr val="000000"/>
              </a:solidFill>
              <a:latin typeface="黑体" panose="02010609060101010101" pitchFamily="49" charset="-122"/>
              <a:ea typeface="黑体" panose="02010609060101010101" pitchFamily="49" charset="-122"/>
            </a:endParaRPr>
          </a:p>
          <a:p>
            <a:pPr eaLnBrk="1" hangingPunct="1">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若基类构造函数带有参数，则必须由派生类构造函数的形式参数中为基类构造函数提供实参。</a:t>
            </a:r>
            <a:endParaRPr lang="en-US" altLang="zh-CN" sz="2800" dirty="0">
              <a:solidFill>
                <a:srgbClr val="000000"/>
              </a:solidFill>
              <a:latin typeface="黑体" panose="02010609060101010101" pitchFamily="49" charset="-122"/>
              <a:ea typeface="黑体" panose="02010609060101010101" pitchFamily="49" charset="-122"/>
            </a:endParaRPr>
          </a:p>
          <a:p>
            <a:pPr lvl="1" eaLnBrk="1" hangingPunct="1">
              <a:buClr>
                <a:srgbClr val="FF000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在派生类构造函数函数体对派生类新增成员进行初始化，对继承来的基类成员的初始化以及派生类中定义的其它类的子对象通过指定初始化列表完成。</a:t>
            </a:r>
            <a:endParaRPr lang="zh-CN" altLang="en-US" sz="2800" dirty="0">
              <a:latin typeface="黑体" panose="02010609060101010101" pitchFamily="49" charset="-122"/>
              <a:ea typeface="黑体" panose="02010609060101010101" pitchFamily="49" charset="-122"/>
            </a:endParaRPr>
          </a:p>
        </p:txBody>
      </p:sp>
      <p:sp>
        <p:nvSpPr>
          <p:cNvPr id="92163" name="标题 1"/>
          <p:cNvSpPr>
            <a:spLocks noGrp="1" noChangeArrowheads="1"/>
          </p:cNvSpPr>
          <p:nvPr>
            <p:ph type="title"/>
          </p:nvPr>
        </p:nvSpPr>
        <p:spPr bwMode="auto">
          <a:xfrm>
            <a:off x="519113" y="171450"/>
            <a:ext cx="9072563"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派生类的构造函数 </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92164"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charRg st="12" end="3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2">
                                            <p:txEl>
                                              <p:charRg st="34" end="5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2">
                                            <p:txEl>
                                              <p:charRg st="51" end="9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62">
                                            <p:txEl>
                                              <p:charRg st="93" end="16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内容占位符 2"/>
          <p:cNvSpPr>
            <a:spLocks noGrp="1"/>
          </p:cNvSpPr>
          <p:nvPr>
            <p:ph idx="1"/>
          </p:nvPr>
        </p:nvSpPr>
        <p:spPr>
          <a:xfrm>
            <a:off x="144463" y="1125538"/>
            <a:ext cx="9791700" cy="3240087"/>
          </a:xfrm>
          <a:noFill/>
          <a:ln>
            <a:noFill/>
          </a:ln>
        </p:spPr>
        <p:txBody>
          <a:bodyPr/>
          <a:p>
            <a:pPr eaLnBrk="1" hangingPunct="1">
              <a:lnSpc>
                <a:spcPct val="150000"/>
              </a:lnSpc>
              <a:buClr>
                <a:srgbClr val="FF0000"/>
              </a:buClr>
              <a:buFont typeface="Wingdings" panose="05000000000000000000" pitchFamily="2" charset="2"/>
              <a:buChar char="p"/>
            </a:pPr>
            <a:r>
              <a:rPr lang="zh-CN" altLang="en-US" sz="2800" dirty="0">
                <a:solidFill>
                  <a:srgbClr val="663300"/>
                </a:solidFill>
                <a:latin typeface="黑体" panose="02010609060101010101" pitchFamily="49" charset="-122"/>
                <a:ea typeface="黑体" panose="02010609060101010101" pitchFamily="49" charset="-122"/>
              </a:rPr>
              <a:t>若基类构造函数不带参数：</a:t>
            </a:r>
            <a:r>
              <a:rPr lang="zh-CN" altLang="en-US" sz="2800" dirty="0">
                <a:solidFill>
                  <a:srgbClr val="000000"/>
                </a:solidFill>
                <a:latin typeface="黑体" panose="02010609060101010101" pitchFamily="49" charset="-122"/>
                <a:ea typeface="黑体" panose="02010609060101010101" pitchFamily="49" charset="-122"/>
              </a:rPr>
              <a:t>定义派生类构造函数时，可以不必显式的调用基类构造函数</a:t>
            </a:r>
            <a:r>
              <a:rPr lang="en-US" altLang="zh-CN" sz="2800" dirty="0">
                <a:solidFill>
                  <a:srgbClr val="000000"/>
                </a:solidFill>
                <a:latin typeface="黑体" panose="02010609060101010101" pitchFamily="49" charset="-122"/>
                <a:ea typeface="黑体" panose="02010609060101010101" pitchFamily="49" charset="-122"/>
              </a:rPr>
              <a:t>(C++</a:t>
            </a:r>
            <a:r>
              <a:rPr lang="zh-CN" altLang="en-US" sz="2800" dirty="0">
                <a:solidFill>
                  <a:srgbClr val="000000"/>
                </a:solidFill>
                <a:latin typeface="黑体" panose="02010609060101010101" pitchFamily="49" charset="-122"/>
                <a:ea typeface="黑体" panose="02010609060101010101" pitchFamily="49" charset="-122"/>
              </a:rPr>
              <a:t>编译程序认为已自动调用了基类中形式参数列表为空的构造函数。无参数的构造函数可以是</a:t>
            </a:r>
            <a:r>
              <a:rPr lang="en-US" altLang="zh-CN" sz="2800" dirty="0">
                <a:solidFill>
                  <a:srgbClr val="000000"/>
                </a:solidFill>
                <a:latin typeface="黑体" panose="02010609060101010101" pitchFamily="49" charset="-122"/>
                <a:ea typeface="黑体" panose="02010609060101010101" pitchFamily="49" charset="-122"/>
              </a:rPr>
              <a:t>C++</a:t>
            </a:r>
            <a:r>
              <a:rPr lang="zh-CN" altLang="en-US" sz="2800" dirty="0">
                <a:solidFill>
                  <a:srgbClr val="000000"/>
                </a:solidFill>
                <a:latin typeface="黑体" panose="02010609060101010101" pitchFamily="49" charset="-122"/>
                <a:ea typeface="黑体" panose="02010609060101010101" pitchFamily="49" charset="-122"/>
              </a:rPr>
              <a:t>编译程序自动产生的，也可以是程序员自己声明</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定义的</a:t>
            </a:r>
            <a:r>
              <a:rPr lang="en-US" altLang="zh-CN" sz="2800" dirty="0">
                <a:solidFill>
                  <a:srgbClr val="000000"/>
                </a:solidFill>
                <a:latin typeface="黑体" panose="02010609060101010101" pitchFamily="49" charset="-122"/>
                <a:ea typeface="黑体" panose="02010609060101010101" pitchFamily="49" charset="-122"/>
              </a:rPr>
              <a:t>) </a:t>
            </a:r>
            <a:r>
              <a:rPr lang="zh-CN" altLang="en-US" sz="2800" dirty="0">
                <a:solidFill>
                  <a:srgbClr val="000000"/>
                </a:solidFill>
                <a:latin typeface="黑体" panose="02010609060101010101" pitchFamily="49" charset="-122"/>
                <a:ea typeface="黑体" panose="02010609060101010101" pitchFamily="49" charset="-122"/>
              </a:rPr>
              <a:t>。</a:t>
            </a:r>
            <a:endParaRPr lang="zh-CN" altLang="en-US" dirty="0"/>
          </a:p>
        </p:txBody>
      </p:sp>
      <p:sp>
        <p:nvSpPr>
          <p:cNvPr id="93187" name="标题 1"/>
          <p:cNvSpPr>
            <a:spLocks noGrp="1" noChangeArrowheads="1"/>
          </p:cNvSpPr>
          <p:nvPr>
            <p:ph type="title"/>
          </p:nvPr>
        </p:nvSpPr>
        <p:spPr bwMode="auto">
          <a:xfrm>
            <a:off x="538163" y="157163"/>
            <a:ext cx="9072563"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派生类的构造函数 </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93188"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内容占位符 2"/>
          <p:cNvSpPr>
            <a:spLocks noGrp="1"/>
          </p:cNvSpPr>
          <p:nvPr>
            <p:ph idx="1"/>
          </p:nvPr>
        </p:nvSpPr>
        <p:spPr>
          <a:xfrm>
            <a:off x="19050" y="944563"/>
            <a:ext cx="9845675" cy="4968875"/>
          </a:xfrm>
          <a:noFill/>
          <a:ln>
            <a:noFill/>
          </a:ln>
        </p:spPr>
        <p:txBody>
          <a:bodyPr/>
          <a:p>
            <a:pPr eaLnBrk="1" hangingPunct="1">
              <a:lnSpc>
                <a:spcPct val="150000"/>
              </a:lnSpc>
              <a:buClr>
                <a:srgbClr val="FF0000"/>
              </a:buClr>
              <a:buFont typeface="Wingdings" panose="05000000000000000000" pitchFamily="2" charset="2"/>
              <a:buChar char="p"/>
            </a:pPr>
            <a:r>
              <a:rPr lang="zh-CN" altLang="en-US" sz="2800" dirty="0">
                <a:solidFill>
                  <a:srgbClr val="663300"/>
                </a:solidFill>
                <a:latin typeface="黑体" panose="02010609060101010101" pitchFamily="49" charset="-122"/>
                <a:ea typeface="黑体" panose="02010609060101010101" pitchFamily="49" charset="-122"/>
              </a:rPr>
              <a:t>基类构造函数带参数：</a:t>
            </a:r>
            <a:r>
              <a:rPr lang="zh-CN" altLang="en-US" sz="2800" dirty="0">
                <a:solidFill>
                  <a:srgbClr val="000000"/>
                </a:solidFill>
                <a:latin typeface="黑体" panose="02010609060101010101" pitchFamily="49" charset="-122"/>
                <a:ea typeface="黑体" panose="02010609060101010101" pitchFamily="49" charset="-122"/>
              </a:rPr>
              <a:t>定义派生类构造函数时必须在初始化列表中显式调用基类构造函数，并用在派生类构造函数的形参部分为基类构造函数提供实参。</a:t>
            </a:r>
            <a:endParaRPr lang="zh-CN" altLang="en-US" sz="2800" dirty="0">
              <a:solidFill>
                <a:srgbClr val="000000"/>
              </a:solidFill>
              <a:latin typeface="黑体" panose="02010609060101010101" pitchFamily="49" charset="-122"/>
              <a:ea typeface="黑体" panose="02010609060101010101" pitchFamily="49" charset="-122"/>
            </a:endParaRPr>
          </a:p>
          <a:p>
            <a:pPr lvl="1" eaLnBrk="1" hangingPunct="1">
              <a:lnSpc>
                <a:spcPct val="150000"/>
              </a:lnSpc>
              <a:buClr>
                <a:srgbClr val="FF0000"/>
              </a:buClr>
              <a:buSzPct val="100000"/>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即使派生类本身的构造函数不带参数也必须在冒号“</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之后调用基类的构造函数，但这时传递给基类构造函数的实参通常是一些常量表达式。</a:t>
            </a:r>
            <a:endParaRPr lang="en-US" altLang="zh-CN" sz="2800" dirty="0">
              <a:solidFill>
                <a:srgbClr val="000000"/>
              </a:solidFill>
              <a:latin typeface="黑体" panose="02010609060101010101" pitchFamily="49" charset="-122"/>
              <a:ea typeface="黑体" panose="02010609060101010101" pitchFamily="49" charset="-122"/>
            </a:endParaRPr>
          </a:p>
          <a:p>
            <a:pPr eaLnBrk="1" hangingPunct="1">
              <a:buFont typeface="Wingdings" panose="05000000000000000000" pitchFamily="2" charset="2"/>
              <a:buChar char="v"/>
            </a:pPr>
            <a:endParaRPr lang="zh-CN" altLang="en-US" dirty="0"/>
          </a:p>
        </p:txBody>
      </p:sp>
      <p:sp>
        <p:nvSpPr>
          <p:cNvPr id="94211" name="标题 1"/>
          <p:cNvSpPr>
            <a:spLocks noGrp="1" noChangeArrowheads="1"/>
          </p:cNvSpPr>
          <p:nvPr>
            <p:ph type="title"/>
          </p:nvPr>
        </p:nvSpPr>
        <p:spPr bwMode="auto">
          <a:xfrm>
            <a:off x="503238" y="139700"/>
            <a:ext cx="9072563"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派生类的构造函数 </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94212"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Tree>
  </p:cSld>
  <p:clrMapOvr>
    <a:masterClrMapping/>
  </p:clrMapOvr>
  <p:transition spd="med">
    <p:wedg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矩形 2"/>
          <p:cNvSpPr>
            <a:spLocks noGrp="1" noChangeArrowheads="1"/>
          </p:cNvSpPr>
          <p:nvPr>
            <p:ph type="title"/>
          </p:nvPr>
        </p:nvSpPr>
        <p:spPr bwMode="auto">
          <a:xfrm>
            <a:off x="2232025" y="50800"/>
            <a:ext cx="6192838" cy="8382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派生类的构造函数 </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95235"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95236" name="矩形 3"/>
          <p:cNvSpPr/>
          <p:nvPr/>
        </p:nvSpPr>
        <p:spPr>
          <a:xfrm>
            <a:off x="6350" y="1076325"/>
            <a:ext cx="10002838" cy="5543550"/>
          </a:xfrm>
          <a:prstGeom prst="rect">
            <a:avLst/>
          </a:prstGeom>
          <a:noFill/>
          <a:ln w="9525">
            <a:noFill/>
          </a:ln>
        </p:spPr>
        <p:txBody>
          <a:bodyPr/>
          <a:p>
            <a:pPr marL="457200" indent="-457200">
              <a:lnSpc>
                <a:spcPct val="150000"/>
              </a:lnSpc>
              <a:spcBef>
                <a:spcPct val="20000"/>
              </a:spcBef>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派生类构造函数一般的定义格式为：</a:t>
            </a:r>
            <a:endParaRPr lang="zh-CN" altLang="en-US" sz="2800" dirty="0">
              <a:solidFill>
                <a:srgbClr val="000000"/>
              </a:solidFill>
              <a:latin typeface="黑体" panose="02010609060101010101" pitchFamily="49" charset="-122"/>
              <a:ea typeface="黑体" panose="02010609060101010101" pitchFamily="49" charset="-122"/>
            </a:endParaRPr>
          </a:p>
          <a:p>
            <a:pPr marL="457200" indent="-457200">
              <a:lnSpc>
                <a:spcPct val="150000"/>
              </a:lnSpc>
              <a:buClr>
                <a:srgbClr val="FF5050"/>
              </a:buClr>
              <a:buNone/>
            </a:pPr>
            <a:r>
              <a:rPr lang="zh-CN" altLang="en-US" sz="2800" dirty="0">
                <a:solidFill>
                  <a:srgbClr val="663300"/>
                </a:solidFill>
                <a:latin typeface="黑体" panose="02010609060101010101" pitchFamily="49" charset="-122"/>
                <a:ea typeface="黑体" panose="02010609060101010101" pitchFamily="49" charset="-122"/>
              </a:rPr>
              <a:t>  </a:t>
            </a:r>
            <a:r>
              <a:rPr lang="zh-CN" altLang="en-US" sz="2800" dirty="0">
                <a:solidFill>
                  <a:srgbClr val="000000"/>
                </a:solidFill>
                <a:latin typeface="黑体" panose="02010609060101010101" pitchFamily="49" charset="-122"/>
                <a:ea typeface="黑体" panose="02010609060101010101" pitchFamily="49" charset="-122"/>
              </a:rPr>
              <a:t>派生类名</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派生类名</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基类所需形参</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派生类成员所需形参</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对象成员形参</a:t>
            </a:r>
            <a:r>
              <a:rPr lang="en-US" altLang="zh-CN" sz="2800" dirty="0">
                <a:solidFill>
                  <a:srgbClr val="FF0000"/>
                </a:solidFill>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基类名</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基类的参数</a:t>
            </a:r>
            <a:r>
              <a:rPr lang="en-US" altLang="zh-CN" sz="2800" dirty="0">
                <a:solidFill>
                  <a:srgbClr val="FF0000"/>
                </a:solidFill>
                <a:latin typeface="黑体" panose="02010609060101010101" pitchFamily="49" charset="-122"/>
                <a:ea typeface="黑体" panose="02010609060101010101" pitchFamily="49" charset="-122"/>
              </a:rPr>
              <a:t>), &lt;</a:t>
            </a:r>
            <a:r>
              <a:rPr lang="zh-CN" altLang="en-US" sz="2800" dirty="0">
                <a:solidFill>
                  <a:srgbClr val="FF0000"/>
                </a:solidFill>
                <a:latin typeface="黑体" panose="02010609060101010101" pitchFamily="49" charset="-122"/>
                <a:ea typeface="黑体" panose="02010609060101010101" pitchFamily="49" charset="-122"/>
              </a:rPr>
              <a:t>对象成员名</a:t>
            </a:r>
            <a:r>
              <a:rPr lang="en-US" altLang="zh-CN" sz="2800" dirty="0">
                <a:solidFill>
                  <a:srgbClr val="FF0000"/>
                </a:solidFill>
                <a:latin typeface="黑体" panose="02010609060101010101" pitchFamily="49" charset="-122"/>
                <a:ea typeface="黑体" panose="02010609060101010101" pitchFamily="49" charset="-122"/>
              </a:rPr>
              <a:t>&gt;(</a:t>
            </a:r>
            <a:r>
              <a:rPr lang="zh-CN" altLang="en-US" sz="2800" dirty="0">
                <a:solidFill>
                  <a:srgbClr val="FF0000"/>
                </a:solidFill>
                <a:latin typeface="黑体" panose="02010609060101010101" pitchFamily="49" charset="-122"/>
                <a:ea typeface="黑体" panose="02010609060101010101" pitchFamily="49" charset="-122"/>
              </a:rPr>
              <a:t>对象成员的参数</a:t>
            </a:r>
            <a:r>
              <a:rPr lang="en-US" altLang="zh-CN" sz="2800" dirty="0">
                <a:solidFill>
                  <a:srgbClr val="FF0000"/>
                </a:solidFill>
                <a:latin typeface="黑体" panose="02010609060101010101" pitchFamily="49" charset="-122"/>
                <a:ea typeface="黑体" panose="02010609060101010101" pitchFamily="49" charset="-122"/>
              </a:rPr>
              <a:t>) </a:t>
            </a:r>
            <a:endParaRPr lang="en-US" altLang="zh-CN" sz="2800" dirty="0">
              <a:solidFill>
                <a:srgbClr val="FF0000"/>
              </a:solidFill>
              <a:latin typeface="黑体" panose="02010609060101010101" pitchFamily="49" charset="-122"/>
              <a:ea typeface="黑体" panose="02010609060101010101" pitchFamily="49" charset="-122"/>
            </a:endParaRPr>
          </a:p>
          <a:p>
            <a:pPr marL="457200" indent="-457200">
              <a:lnSpc>
                <a:spcPct val="150000"/>
              </a:lnSpc>
              <a:buClr>
                <a:srgbClr val="FF5050"/>
              </a:buClr>
              <a:buNone/>
            </a:pPr>
            <a:r>
              <a:rPr lang="en-US" altLang="zh-CN" sz="2800" dirty="0">
                <a:solidFill>
                  <a:srgbClr val="FF0000"/>
                </a:solidFill>
                <a:latin typeface="黑体" panose="02010609060101010101" pitchFamily="49" charset="-122"/>
                <a:ea typeface="黑体" panose="02010609060101010101" pitchFamily="49" charset="-122"/>
              </a:rPr>
              <a:t>  {</a:t>
            </a:r>
            <a:endParaRPr lang="en-US" altLang="zh-CN" sz="2800" dirty="0">
              <a:solidFill>
                <a:srgbClr val="FF0000"/>
              </a:solidFill>
              <a:latin typeface="黑体" panose="02010609060101010101" pitchFamily="49" charset="-122"/>
              <a:ea typeface="黑体" panose="02010609060101010101" pitchFamily="49" charset="-122"/>
            </a:endParaRPr>
          </a:p>
          <a:p>
            <a:pPr marL="457200" indent="-457200">
              <a:lnSpc>
                <a:spcPct val="150000"/>
              </a:lnSpc>
              <a:buClr>
                <a:srgbClr val="FF5050"/>
              </a:buClr>
              <a:buNone/>
            </a:pPr>
            <a:r>
              <a:rPr lang="en-US" altLang="zh-CN" sz="2800" dirty="0">
                <a:solidFill>
                  <a:srgbClr val="FF0000"/>
                </a:solidFill>
                <a:latin typeface="黑体" panose="02010609060101010101" pitchFamily="49" charset="-122"/>
                <a:ea typeface="黑体" panose="02010609060101010101" pitchFamily="49" charset="-122"/>
              </a:rPr>
              <a:t>      </a:t>
            </a:r>
            <a:r>
              <a:rPr lang="zh-CN" altLang="en-US" sz="2800" dirty="0">
                <a:solidFill>
                  <a:srgbClr val="000000"/>
                </a:solidFill>
                <a:latin typeface="黑体" panose="02010609060101010101" pitchFamily="49" charset="-122"/>
                <a:ea typeface="黑体" panose="02010609060101010101" pitchFamily="49" charset="-122"/>
              </a:rPr>
              <a:t>派生类成员初始化赋值语句；</a:t>
            </a:r>
            <a:endParaRPr lang="zh-CN" altLang="en-US" sz="2800" dirty="0">
              <a:solidFill>
                <a:srgbClr val="000000"/>
              </a:solidFill>
              <a:latin typeface="黑体" panose="02010609060101010101" pitchFamily="49" charset="-122"/>
              <a:ea typeface="黑体" panose="02010609060101010101" pitchFamily="49" charset="-122"/>
            </a:endParaRPr>
          </a:p>
          <a:p>
            <a:pPr marL="457200" indent="-457200">
              <a:lnSpc>
                <a:spcPct val="150000"/>
              </a:lnSpc>
              <a:buClr>
                <a:srgbClr val="FF5050"/>
              </a:buClr>
              <a:buNone/>
            </a:pPr>
            <a:r>
              <a:rPr lang="zh-CN" altLang="en-US" sz="2800" dirty="0">
                <a:solidFill>
                  <a:srgbClr val="FF0000"/>
                </a:solidFill>
                <a:latin typeface="黑体" panose="02010609060101010101" pitchFamily="49" charset="-122"/>
                <a:ea typeface="黑体" panose="02010609060101010101" pitchFamily="49" charset="-122"/>
              </a:rPr>
              <a:t>  </a:t>
            </a:r>
            <a:r>
              <a:rPr lang="en-US" altLang="zh-CN" sz="2800" dirty="0">
                <a:solidFill>
                  <a:srgbClr val="FF0000"/>
                </a:solidFill>
                <a:latin typeface="黑体" panose="02010609060101010101" pitchFamily="49" charset="-122"/>
                <a:ea typeface="黑体" panose="02010609060101010101" pitchFamily="49" charset="-122"/>
              </a:rPr>
              <a:t>}</a:t>
            </a:r>
            <a:endParaRPr lang="en-US" altLang="zh-CN"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矩形 2"/>
          <p:cNvSpPr>
            <a:spLocks noGrp="1" noChangeArrowheads="1"/>
          </p:cNvSpPr>
          <p:nvPr>
            <p:ph type="title"/>
          </p:nvPr>
        </p:nvSpPr>
        <p:spPr bwMode="auto">
          <a:xfrm>
            <a:off x="2160588" y="142875"/>
            <a:ext cx="6486525" cy="8382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派生类构造函数的调用次序</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96259"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96260" name="矩形 3"/>
          <p:cNvSpPr/>
          <p:nvPr/>
        </p:nvSpPr>
        <p:spPr>
          <a:xfrm>
            <a:off x="0" y="1125538"/>
            <a:ext cx="9793288" cy="3095625"/>
          </a:xfrm>
          <a:prstGeom prst="rect">
            <a:avLst/>
          </a:prstGeom>
          <a:noFill/>
          <a:ln w="9525">
            <a:noFill/>
          </a:ln>
        </p:spPr>
        <p:txBody>
          <a:bodyPr/>
          <a:p>
            <a:pPr marL="457200" indent="-457200">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派生类构造函数的调用顺序如下：</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spcBef>
                <a:spcPct val="20000"/>
              </a:spcBef>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根据派生类定义顺序依次调用基类构造函数对基类数据成员初始化</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spcBef>
                <a:spcPct val="20000"/>
              </a:spcBef>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对象数据成员类的构造函数（如果有对象数据成员的话）</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spcBef>
                <a:spcPct val="20000"/>
              </a:spcBef>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派生类构造函数体内的代码 </a:t>
            </a:r>
            <a:endParaRPr lang="zh-CN" altLang="en-US" sz="280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260">
                                            <p:txEl>
                                              <p:charRg st="16" end="4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260">
                                            <p:txEl>
                                              <p:charRg st="46" end="7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6260">
                                            <p:txEl>
                                              <p:charRg st="72" end="8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98307" name="矩形 3"/>
          <p:cNvSpPr/>
          <p:nvPr/>
        </p:nvSpPr>
        <p:spPr>
          <a:xfrm>
            <a:off x="-14287" y="1052513"/>
            <a:ext cx="9950450" cy="4392612"/>
          </a:xfrm>
          <a:prstGeom prst="rect">
            <a:avLst/>
          </a:prstGeom>
          <a:noFill/>
          <a:ln w="9525">
            <a:noFill/>
          </a:ln>
        </p:spPr>
        <p:txBody>
          <a:bodyPr/>
          <a:p>
            <a:pPr marL="457200" indent="-457200">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析构函数也不能被继承，因而当派生类对象撤消，调用派生类的析构函数时，基类的析构函数也将同时自动隐式地被调用以释放基类数据成员所占用的资源</a:t>
            </a:r>
            <a:endParaRPr lang="zh-CN" altLang="en-US" sz="2800" dirty="0">
              <a:solidFill>
                <a:srgbClr val="000000"/>
              </a:solidFill>
              <a:latin typeface="黑体" panose="02010609060101010101" pitchFamily="49" charset="-122"/>
              <a:ea typeface="黑体" panose="02010609060101010101" pitchFamily="49" charset="-122"/>
            </a:endParaRPr>
          </a:p>
          <a:p>
            <a:pPr marL="457200" indent="-457200">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派生类析构函数的执行顺序与派生类构造函数的调用顺序正好相反：</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spcBef>
                <a:spcPct val="20000"/>
              </a:spcBef>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派生类析构函数</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spcBef>
                <a:spcPct val="20000"/>
              </a:spcBef>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子对象数据成员类的析构函数（如果有子对象数据成员的话）</a:t>
            </a:r>
            <a:endParaRPr lang="zh-CN" altLang="en-US" sz="2800" dirty="0">
              <a:solidFill>
                <a:srgbClr val="000000"/>
              </a:solidFill>
              <a:latin typeface="黑体" panose="02010609060101010101" pitchFamily="49" charset="-122"/>
              <a:ea typeface="黑体" panose="02010609060101010101" pitchFamily="49" charset="-122"/>
            </a:endParaRPr>
          </a:p>
          <a:p>
            <a:pPr marL="914400" lvl="1" indent="-457200">
              <a:spcBef>
                <a:spcPct val="20000"/>
              </a:spcBef>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基类的析构函数</a:t>
            </a:r>
            <a:endParaRPr lang="zh-CN" altLang="en-US" sz="2800" dirty="0">
              <a:solidFill>
                <a:srgbClr val="000000"/>
              </a:solidFill>
              <a:latin typeface="黑体" panose="02010609060101010101" pitchFamily="49" charset="-122"/>
              <a:ea typeface="黑体" panose="02010609060101010101" pitchFamily="49" charset="-122"/>
            </a:endParaRPr>
          </a:p>
        </p:txBody>
      </p:sp>
      <p:sp>
        <p:nvSpPr>
          <p:cNvPr id="6" name="标题 1"/>
          <p:cNvSpPr txBox="1"/>
          <p:nvPr/>
        </p:nvSpPr>
        <p:spPr bwMode="auto">
          <a:xfrm>
            <a:off x="2592040" y="-171400"/>
            <a:ext cx="8229600" cy="1142999"/>
          </a:xfrm>
          <a:prstGeom prst="rect">
            <a:avLst/>
          </a:prstGeom>
          <a:noFill/>
          <a:ln>
            <a:noFill/>
          </a:ln>
        </p:spPr>
        <p:txBody>
          <a:bodyPr anchor="ctr">
            <a:normAutofit/>
            <a:scene3d>
              <a:camera prst="orthographicFront"/>
              <a:lightRig rig="soft" dir="t"/>
            </a:scene3d>
            <a:sp3d prstMaterial="softEdge">
              <a:bevelT w="25400" h="25400"/>
            </a:sp3d>
          </a:bodyPr>
          <a:lstStyle>
            <a:lvl1pPr algn="l" rtl="0" eaLnBrk="0" fontAlgn="base" hangingPunct="0">
              <a:spcBef>
                <a:spcPct val="0"/>
              </a:spcBef>
              <a:spcAft>
                <a:spcPct val="0"/>
              </a:spcAft>
              <a:defRPr sz="4100" b="1" kern="1200">
                <a:solidFill>
                  <a:schemeClr val="tx1"/>
                </a:solidFill>
                <a:effectLst>
                  <a:outerShdw blurRad="31750" dist="25400" dir="5400000" algn="tl" rotWithShape="0">
                    <a:srgbClr val="000000">
                      <a:alpha val="25000"/>
                    </a:srgbClr>
                  </a:outerShdw>
                </a:effectLst>
                <a:latin typeface="Arial" panose="020B0604020202020204" pitchFamily="34" charset="0"/>
                <a:ea typeface="宋体" panose="02010600030101010101" pitchFamily="2" charset="-122"/>
                <a:cs typeface="+mj-cs"/>
              </a:defRPr>
            </a:lvl1pPr>
            <a:lvl2pPr marL="742950" indent="-28575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2pPr>
            <a:lvl3pPr marL="11430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3pPr>
            <a:lvl4pPr marL="16002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4pPr>
            <a:lvl5pPr marL="20574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5pPr>
            <a:lvl6pPr marL="25146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6pPr>
            <a:lvl7pPr marL="29718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7pPr>
            <a:lvl8pPr marL="34290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8pPr>
            <a:lvl9pPr marL="3886200" indent="-228600" algn="l" rtl="0" eaLnBrk="0" fontAlgn="base" hangingPunct="0">
              <a:spcBef>
                <a:spcPct val="0"/>
              </a:spcBef>
              <a:spcAft>
                <a:spcPct val="0"/>
              </a:spcAft>
              <a:defRPr sz="41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5</a:t>
            </a:r>
            <a:r>
              <a:rPr kumimoji="1" lang="zh-CN"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a:t>
            </a:r>
            <a:r>
              <a:rPr kumimoji="1" lang="en-US"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派生类的析构函数</a:t>
            </a:r>
            <a:endParaRPr kumimoji="1" lang="en-US"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endParaRPr>
          </a:p>
        </p:txBody>
      </p:sp>
    </p:spTree>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1" name="矩形 2"/>
          <p:cNvSpPr>
            <a:spLocks noGrp="1" noChangeArrowheads="1"/>
          </p:cNvSpPr>
          <p:nvPr>
            <p:ph type="title"/>
          </p:nvPr>
        </p:nvSpPr>
        <p:spPr>
          <a:xfrm>
            <a:off x="719138" y="115888"/>
            <a:ext cx="8540750" cy="576263"/>
          </a:xfrm>
        </p:spPr>
        <p:txBody>
          <a:bodyPr>
            <a:noAutofit/>
          </a:bodyPr>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练习</a:t>
            </a:r>
            <a:endParaRPr kumimoji="1" lang="en-US"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endParaRPr>
          </a:p>
        </p:txBody>
      </p:sp>
      <p:sp>
        <p:nvSpPr>
          <p:cNvPr id="99331" name="灯片编号占位符 3"/>
          <p:cNvSpPr txBox="1">
            <a:spLocks noGrp="1"/>
          </p:cNvSpPr>
          <p:nvPr>
            <p:ph type="sldNum" sz="quarter"/>
          </p:nvPr>
        </p:nvSpPr>
        <p:spPr>
          <a:xfrm>
            <a:off x="8647113" y="6408738"/>
            <a:ext cx="366712"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fld id="{9A0DB2DC-4C9A-4742-B13C-FB6460FD3503}" type="slidenum">
              <a:rPr lang="zh-CN" altLang="en-US" dirty="0">
                <a:cs typeface="Tahoma" panose="020B0604030504040204" pitchFamily="34" charset="0"/>
              </a:rPr>
            </a:fld>
            <a:endParaRPr lang="zh-CN" altLang="en-US" dirty="0">
              <a:ea typeface="Tahoma" panose="020B0604030504040204" pitchFamily="34" charset="0"/>
              <a:cs typeface="Tahoma" panose="020B0604030504040204" pitchFamily="34" charset="0"/>
            </a:endParaRPr>
          </a:p>
        </p:txBody>
      </p:sp>
      <p:sp>
        <p:nvSpPr>
          <p:cNvPr id="99332" name="矩形 4"/>
          <p:cNvSpPr/>
          <p:nvPr/>
        </p:nvSpPr>
        <p:spPr>
          <a:xfrm>
            <a:off x="120650" y="1619250"/>
            <a:ext cx="4392613" cy="4968875"/>
          </a:xfrm>
          <a:prstGeom prst="rect">
            <a:avLst/>
          </a:prstGeom>
          <a:noFill/>
          <a:ln w="9525">
            <a:noFill/>
          </a:ln>
        </p:spPr>
        <p:txBody>
          <a:bodyPr/>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class CA</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private:</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int a;</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public:</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CA();</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CA(int i);</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~CA();</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void print() const;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CA::CA()</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a=0;</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cout&lt;&lt;"A's default constructor called." &lt;&lt; endl;</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CA::CA(int i)</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a = i;</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cout&lt;&lt;“A's constructor called." &lt;&lt;endl;</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CA::~CA()</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cout&lt;&lt;“A's destructor called."&lt;&lt;endl;</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void CA::print() const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cout&lt;&lt; a &lt;&lt;endl;</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p:txBody>
      </p:sp>
      <p:sp>
        <p:nvSpPr>
          <p:cNvPr id="99333" name="矩形 5"/>
          <p:cNvSpPr/>
          <p:nvPr/>
        </p:nvSpPr>
        <p:spPr>
          <a:xfrm>
            <a:off x="4989513" y="1403350"/>
            <a:ext cx="4500562" cy="5400675"/>
          </a:xfrm>
          <a:prstGeom prst="rect">
            <a:avLst/>
          </a:prstGeom>
          <a:noFill/>
          <a:ln w="9525">
            <a:noFill/>
          </a:ln>
        </p:spPr>
        <p:txBody>
          <a:bodyPr/>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class CB : public CA</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private:</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int b;</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public:</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CB()</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   b=0;</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cout&lt;&lt;“B's default constructor called."&lt;&lt;endl;</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CB::CB(int i,int j):CA(j)</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   b=i;</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cout&lt;&lt;“B's constructor called."&lt;&lt;endl;</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~CB() { cout&lt;&lt;“B's destructor called."&lt;&lt;endl; }</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void print() const;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   CA::print();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cout&lt;&lt; b &lt;&lt;endl;</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int main()</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CB obj(5,6);</a:t>
            </a:r>
            <a:endParaRPr lang="en-US" altLang="zh-CN" sz="1600" u="sng"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obj.print();</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dirty="0">
                <a:solidFill>
                  <a:srgbClr val="000000"/>
                </a:solidFill>
                <a:latin typeface="Times New Roman" panose="02020603050405020304" pitchFamily="18" charset="0"/>
                <a:ea typeface="隶书" panose="02010509060101010101" pitchFamily="49" charset="-122"/>
              </a:rPr>
              <a:t>   return 0;</a:t>
            </a:r>
            <a:endParaRPr lang="en-US" altLang="zh-CN" sz="1600" dirty="0">
              <a:solidFill>
                <a:srgbClr val="000000"/>
              </a:solidFill>
              <a:latin typeface="Times New Roman" panose="02020603050405020304" pitchFamily="18" charset="0"/>
              <a:ea typeface="隶书" panose="02010509060101010101" pitchFamily="49" charset="-122"/>
            </a:endParaRPr>
          </a:p>
          <a:p>
            <a:pPr marL="342900" indent="-342900">
              <a:lnSpc>
                <a:spcPct val="80000"/>
              </a:lnSpc>
              <a:buClr>
                <a:srgbClr val="FF5050"/>
              </a:buClr>
              <a:buNone/>
            </a:pPr>
            <a:r>
              <a:rPr lang="en-US" altLang="zh-CN" sz="1600" u="sng" dirty="0">
                <a:solidFill>
                  <a:srgbClr val="000000"/>
                </a:solidFill>
                <a:latin typeface="Times New Roman" panose="02020603050405020304" pitchFamily="18" charset="0"/>
                <a:ea typeface="隶书" panose="02010509060101010101" pitchFamily="49" charset="-122"/>
              </a:rPr>
              <a:t>}</a:t>
            </a:r>
            <a:endParaRPr lang="en-US" altLang="zh-CN" sz="1600" u="sng" dirty="0">
              <a:solidFill>
                <a:srgbClr val="000000"/>
              </a:solidFill>
              <a:latin typeface="Times New Roman" panose="02020603050405020304" pitchFamily="18" charset="0"/>
              <a:ea typeface="隶书" panose="02010509060101010101" pitchFamily="49" charset="-122"/>
            </a:endParaRPr>
          </a:p>
        </p:txBody>
      </p:sp>
      <p:sp>
        <p:nvSpPr>
          <p:cNvPr id="99334" name="文本框 2"/>
          <p:cNvSpPr txBox="1"/>
          <p:nvPr/>
        </p:nvSpPr>
        <p:spPr>
          <a:xfrm>
            <a:off x="120650" y="1052513"/>
            <a:ext cx="8448675" cy="523875"/>
          </a:xfrm>
          <a:prstGeom prst="rect">
            <a:avLst/>
          </a:prstGeom>
          <a:noFill/>
          <a:ln w="9525">
            <a:noFill/>
          </a:ln>
        </p:spPr>
        <p:txBody>
          <a:bodyPr>
            <a:spAutoFit/>
          </a:bodyPr>
          <a:p>
            <a:pPr>
              <a:buNone/>
            </a:pPr>
            <a:r>
              <a:rPr lang="zh-CN" altLang="en-US" sz="2800" dirty="0">
                <a:latin typeface="黑体" panose="02010609060101010101" pitchFamily="49" charset="-122"/>
                <a:ea typeface="黑体" panose="02010609060101010101" pitchFamily="49" charset="-122"/>
              </a:rPr>
              <a:t>写出程序运行结果。</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标题 1"/>
          <p:cNvSpPr>
            <a:spLocks noGrp="1" noChangeArrowheads="1"/>
          </p:cNvSpPr>
          <p:nvPr>
            <p:ph type="title"/>
          </p:nvPr>
        </p:nvSpPr>
        <p:spPr bwMode="auto">
          <a:xfrm>
            <a:off x="792163" y="44450"/>
            <a:ext cx="8229600"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赋值兼容原则</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101379" name="内容占位符 2"/>
          <p:cNvSpPr>
            <a:spLocks noGrp="1"/>
          </p:cNvSpPr>
          <p:nvPr>
            <p:ph idx="1"/>
          </p:nvPr>
        </p:nvSpPr>
        <p:spPr>
          <a:xfrm>
            <a:off x="0" y="903288"/>
            <a:ext cx="10080625" cy="3389312"/>
          </a:xfrm>
          <a:noFill/>
          <a:ln>
            <a:noFill/>
          </a:ln>
        </p:spPr>
        <p:txBody>
          <a:bodyPr/>
          <a:p>
            <a:pPr>
              <a:lnSpc>
                <a:spcPct val="150000"/>
              </a:lnSpc>
              <a:spcBef>
                <a:spcPct val="0"/>
              </a:spcBef>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两个不同类的类对象一般是不能互相赋值的，但两个</a:t>
            </a:r>
            <a:r>
              <a:rPr lang="zh-CN" altLang="en-US" sz="2800" dirty="0">
                <a:solidFill>
                  <a:srgbClr val="FF5050"/>
                </a:solidFill>
                <a:latin typeface="黑体" panose="02010609060101010101" pitchFamily="49" charset="-122"/>
                <a:ea typeface="黑体" panose="02010609060101010101" pitchFamily="49" charset="-122"/>
              </a:rPr>
              <a:t>具有公有继承关系</a:t>
            </a:r>
            <a:r>
              <a:rPr lang="zh-CN" altLang="en-US" sz="2800" dirty="0">
                <a:solidFill>
                  <a:srgbClr val="000000"/>
                </a:solidFill>
                <a:latin typeface="黑体" panose="02010609060101010101" pitchFamily="49" charset="-122"/>
                <a:ea typeface="黑体" panose="02010609060101010101" pitchFamily="49" charset="-122"/>
              </a:rPr>
              <a:t>的对象可赋值。</a:t>
            </a:r>
            <a:endParaRPr lang="en-US" altLang="zh-CN" sz="2800" dirty="0">
              <a:solidFill>
                <a:srgbClr val="000000"/>
              </a:solidFill>
              <a:latin typeface="黑体" panose="02010609060101010101" pitchFamily="49" charset="-122"/>
              <a:ea typeface="黑体" panose="02010609060101010101" pitchFamily="49" charset="-122"/>
            </a:endParaRPr>
          </a:p>
          <a:p>
            <a:pPr>
              <a:lnSpc>
                <a:spcPct val="150000"/>
              </a:lnSpc>
              <a:spcBef>
                <a:spcPct val="0"/>
              </a:spcBef>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在继承层次结构中，赋值兼容规则是指在</a:t>
            </a:r>
            <a:r>
              <a:rPr lang="zh-CN" altLang="en-US" sz="2800" dirty="0">
                <a:solidFill>
                  <a:srgbClr val="FF0000"/>
                </a:solidFill>
                <a:latin typeface="黑体" panose="02010609060101010101" pitchFamily="49" charset="-122"/>
                <a:ea typeface="黑体" panose="02010609060101010101" pitchFamily="49" charset="-122"/>
              </a:rPr>
              <a:t>公有派生</a:t>
            </a:r>
            <a:r>
              <a:rPr lang="zh-CN" altLang="en-US" sz="2800" dirty="0">
                <a:solidFill>
                  <a:srgbClr val="000000"/>
                </a:solidFill>
                <a:latin typeface="黑体" panose="02010609060101010101" pitchFamily="49" charset="-122"/>
                <a:ea typeface="黑体" panose="02010609060101010101" pitchFamily="49" charset="-122"/>
              </a:rPr>
              <a:t>的条件下，任何使用基类对象的地方都可以用其派生类的对象替代。反之不成立。</a:t>
            </a:r>
            <a:endParaRPr lang="en-US" altLang="zh-CN" sz="2800" dirty="0">
              <a:solidFill>
                <a:srgbClr val="000000"/>
              </a:solidFill>
              <a:latin typeface="黑体" panose="02010609060101010101" pitchFamily="49" charset="-122"/>
              <a:ea typeface="黑体" panose="02010609060101010101" pitchFamily="49" charset="-122"/>
            </a:endParaRPr>
          </a:p>
          <a:p>
            <a:pPr>
              <a:lnSpc>
                <a:spcPct val="150000"/>
              </a:lnSpc>
              <a:spcBef>
                <a:spcPct val="0"/>
              </a:spcBef>
              <a:buFont typeface="Wingdings" panose="05000000000000000000" pitchFamily="2" charset="2"/>
              <a:buChar char="v"/>
            </a:pPr>
            <a:endParaRPr lang="en-US" altLang="zh-CN" b="1" dirty="0">
              <a:solidFill>
                <a:srgbClr val="000000"/>
              </a:solidFill>
              <a:latin typeface="楷体" panose="02010609060101010101" pitchFamily="49" charset="-122"/>
              <a:ea typeface="楷体" panose="02010609060101010101" pitchFamily="49" charset="-122"/>
            </a:endParaRPr>
          </a:p>
        </p:txBody>
      </p:sp>
    </p:spTree>
  </p:cSld>
  <p:clrMapOvr>
    <a:masterClrMapping/>
  </p:clrMapOvr>
  <p:transition spd="med">
    <p:wedg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内容占位符 2"/>
          <p:cNvSpPr>
            <a:spLocks noGrp="1"/>
          </p:cNvSpPr>
          <p:nvPr>
            <p:ph idx="1"/>
          </p:nvPr>
        </p:nvSpPr>
        <p:spPr>
          <a:xfrm>
            <a:off x="287338" y="1050925"/>
            <a:ext cx="9505950" cy="790575"/>
          </a:xfrm>
          <a:noFill/>
          <a:ln>
            <a:noFill/>
          </a:ln>
        </p:spPr>
        <p:txBody>
          <a:bodyPr/>
          <a:p>
            <a:pPr>
              <a:buNone/>
            </a:pPr>
            <a:r>
              <a:rPr lang="zh-CN" altLang="en-US" sz="2800" dirty="0">
                <a:latin typeface="黑体" panose="02010609060101010101" pitchFamily="49" charset="-122"/>
                <a:ea typeface="黑体" panose="02010609060101010101" pitchFamily="49" charset="-122"/>
              </a:rPr>
              <a:t>设已有类层次：</a:t>
            </a:r>
            <a:endParaRPr lang="en-US" altLang="zh-CN" sz="2800" dirty="0">
              <a:latin typeface="黑体" panose="02010609060101010101" pitchFamily="49" charset="-122"/>
              <a:ea typeface="黑体" panose="02010609060101010101" pitchFamily="49" charset="-122"/>
            </a:endParaRPr>
          </a:p>
          <a:p>
            <a:pPr>
              <a:buNone/>
            </a:pPr>
            <a:endParaRPr lang="en-US" altLang="zh-CN" sz="2800" b="1" dirty="0">
              <a:latin typeface="黑体" panose="02010609060101010101" pitchFamily="49" charset="-122"/>
              <a:ea typeface="黑体" panose="02010609060101010101" pitchFamily="49" charset="-122"/>
            </a:endParaRPr>
          </a:p>
          <a:p>
            <a:pPr>
              <a:buNone/>
            </a:pPr>
            <a:endParaRPr lang="en-US" altLang="zh-CN" sz="2800" b="1" dirty="0">
              <a:latin typeface="黑体" panose="02010609060101010101" pitchFamily="49" charset="-122"/>
              <a:ea typeface="黑体" panose="02010609060101010101" pitchFamily="49" charset="-122"/>
            </a:endParaRPr>
          </a:p>
          <a:p>
            <a:pPr>
              <a:buNone/>
            </a:pPr>
            <a:endParaRPr lang="en-US" altLang="zh-CN" sz="2800" b="1" dirty="0">
              <a:latin typeface="黑体" panose="02010609060101010101" pitchFamily="49" charset="-122"/>
              <a:ea typeface="黑体" panose="02010609060101010101" pitchFamily="49" charset="-122"/>
            </a:endParaRPr>
          </a:p>
          <a:p>
            <a:pPr>
              <a:buNone/>
            </a:pPr>
            <a:endParaRPr lang="en-US" altLang="zh-CN" sz="2800" b="1" dirty="0">
              <a:latin typeface="黑体" panose="02010609060101010101" pitchFamily="49" charset="-122"/>
              <a:ea typeface="黑体" panose="02010609060101010101" pitchFamily="49" charset="-122"/>
            </a:endParaRPr>
          </a:p>
          <a:p>
            <a:pPr>
              <a:buNone/>
            </a:pPr>
            <a:endParaRPr lang="en-US" altLang="zh-CN" sz="2800" b="1" dirty="0">
              <a:latin typeface="黑体" panose="02010609060101010101" pitchFamily="49" charset="-122"/>
              <a:ea typeface="黑体" panose="02010609060101010101" pitchFamily="49" charset="-122"/>
            </a:endParaRPr>
          </a:p>
        </p:txBody>
      </p:sp>
      <p:sp>
        <p:nvSpPr>
          <p:cNvPr id="103427"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pic>
        <p:nvPicPr>
          <p:cNvPr id="103428" name="图片 5" descr="7"/>
          <p:cNvPicPr>
            <a:picLocks noChangeAspect="1"/>
          </p:cNvPicPr>
          <p:nvPr/>
        </p:nvPicPr>
        <p:blipFill>
          <a:blip r:embed="rId1"/>
          <a:stretch>
            <a:fillRect/>
          </a:stretch>
        </p:blipFill>
        <p:spPr>
          <a:xfrm>
            <a:off x="3671888" y="1724025"/>
            <a:ext cx="2736850" cy="2913063"/>
          </a:xfrm>
          <a:prstGeom prst="rect">
            <a:avLst/>
          </a:prstGeom>
          <a:noFill/>
          <a:ln w="9525">
            <a:noFill/>
          </a:ln>
        </p:spPr>
      </p:pic>
      <p:sp>
        <p:nvSpPr>
          <p:cNvPr id="5" name="标题 1"/>
          <p:cNvSpPr>
            <a:spLocks noGrp="1" noChangeArrowheads="1"/>
          </p:cNvSpPr>
          <p:nvPr>
            <p:ph type="title"/>
          </p:nvPr>
        </p:nvSpPr>
        <p:spPr bwMode="auto">
          <a:xfrm>
            <a:off x="792163" y="125413"/>
            <a:ext cx="8229600"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赋值兼容原则</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7" name="文本框 6"/>
          <p:cNvSpPr txBox="1"/>
          <p:nvPr/>
        </p:nvSpPr>
        <p:spPr>
          <a:xfrm>
            <a:off x="442913" y="5016500"/>
            <a:ext cx="8928100" cy="1384300"/>
          </a:xfrm>
          <a:prstGeom prst="rect">
            <a:avLst/>
          </a:prstGeom>
          <a:noFill/>
          <a:ln w="9525">
            <a:noFill/>
          </a:ln>
        </p:spPr>
        <p:txBody>
          <a:bodyPr>
            <a:spAutoFit/>
          </a:bodyPr>
          <a:p>
            <a:pPr>
              <a:buFont typeface="Wingdings" panose="05000000000000000000" pitchFamily="2" charset="2"/>
              <a:buNone/>
            </a:pPr>
            <a:r>
              <a:rPr lang="en-US" altLang="zh-CN" sz="2800" dirty="0">
                <a:latin typeface="黑体" panose="02010609060101010101" pitchFamily="49" charset="-122"/>
                <a:ea typeface="黑体" panose="02010609060101010101" pitchFamily="49" charset="-122"/>
              </a:rPr>
              <a:t>LOCATION loc;POINT p;CIRCLE c;</a:t>
            </a:r>
            <a:endParaRPr lang="en-US" altLang="zh-CN" sz="2800" dirty="0">
              <a:latin typeface="黑体" panose="02010609060101010101" pitchFamily="49" charset="-122"/>
              <a:ea typeface="黑体" panose="02010609060101010101" pitchFamily="49" charset="-122"/>
            </a:endParaRPr>
          </a:p>
          <a:p>
            <a:pPr>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以下赋值合法：</a:t>
            </a:r>
            <a:r>
              <a:rPr lang="en-US" altLang="zh-CN" sz="2800" dirty="0">
                <a:latin typeface="黑体" panose="02010609060101010101" pitchFamily="49" charset="-122"/>
                <a:ea typeface="黑体" panose="02010609060101010101" pitchFamily="49" charset="-122"/>
              </a:rPr>
              <a:t>loc = p; loc = c; p = c;</a:t>
            </a:r>
            <a:endParaRPr lang="en-US" altLang="zh-CN" sz="2800" dirty="0">
              <a:latin typeface="黑体" panose="02010609060101010101" pitchFamily="49" charset="-122"/>
              <a:ea typeface="黑体" panose="02010609060101010101" pitchFamily="49" charset="-122"/>
            </a:endParaRPr>
          </a:p>
          <a:p>
            <a:pPr>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以下赋值非法：</a:t>
            </a:r>
            <a:r>
              <a:rPr lang="en-US" altLang="zh-CN" sz="2800" dirty="0">
                <a:latin typeface="黑体" panose="02010609060101010101" pitchFamily="49" charset="-122"/>
                <a:ea typeface="黑体" panose="02010609060101010101" pitchFamily="49" charset="-122"/>
              </a:rPr>
              <a:t>c = p; c = loc; p = loc;</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charRg st="0" end="3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charRg st="31" end="6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charRg st="63" end="9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内容占位符 2"/>
          <p:cNvSpPr>
            <a:spLocks noGrp="1"/>
          </p:cNvSpPr>
          <p:nvPr>
            <p:ph idx="1"/>
          </p:nvPr>
        </p:nvSpPr>
        <p:spPr>
          <a:xfrm>
            <a:off x="0" y="1052513"/>
            <a:ext cx="10080625" cy="4032250"/>
          </a:xfrm>
          <a:noFill/>
          <a:ln>
            <a:noFill/>
          </a:ln>
        </p:spPr>
        <p:txBody>
          <a:bodyPr/>
          <a:p>
            <a:pPr>
              <a:lnSpc>
                <a:spcPct val="150000"/>
              </a:lnSpc>
              <a:spcBef>
                <a:spcPct val="0"/>
              </a:spcBef>
              <a:buClr>
                <a:srgbClr val="FF000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派生类对象可以赋值基类对象，基类对象不能赋给派生类对象原因：</a:t>
            </a:r>
            <a:endParaRPr lang="en-US" altLang="zh-CN" sz="2800" dirty="0">
              <a:solidFill>
                <a:srgbClr val="000000"/>
              </a:solidFill>
              <a:latin typeface="黑体" panose="02010609060101010101" pitchFamily="49" charset="-122"/>
              <a:ea typeface="黑体" panose="02010609060101010101" pitchFamily="49" charset="-122"/>
            </a:endParaRPr>
          </a:p>
          <a:p>
            <a:pPr>
              <a:lnSpc>
                <a:spcPct val="150000"/>
              </a:lnSpc>
              <a:spcBef>
                <a:spcPct val="0"/>
              </a:spcBef>
              <a:buClr>
                <a:srgbClr val="FF0000"/>
              </a:buClr>
              <a:buNone/>
            </a:pPr>
            <a:r>
              <a:rPr lang="en-US" altLang="zh-CN" sz="2800" dirty="0">
                <a:solidFill>
                  <a:srgbClr val="000000"/>
                </a:solidFill>
                <a:latin typeface="黑体" panose="02010609060101010101" pitchFamily="49" charset="-122"/>
                <a:ea typeface="黑体" panose="02010609060101010101" pitchFamily="49" charset="-122"/>
              </a:rPr>
              <a:t>   </a:t>
            </a:r>
            <a:r>
              <a:rPr lang="zh-CN" altLang="en-US" sz="2800" dirty="0">
                <a:solidFill>
                  <a:srgbClr val="000000"/>
                </a:solidFill>
                <a:latin typeface="黑体" panose="02010609060101010101" pitchFamily="49" charset="-122"/>
                <a:ea typeface="黑体" panose="02010609060101010101" pitchFamily="49" charset="-122"/>
              </a:rPr>
              <a:t>后代类包含的信息多于祖先类。当后代类的对象赋值给祖先类的对象时，后代类所有继承下来的数据成员都可完全地赋值给祖先类的对象；但当祖先类的对象赋值给后代类的对象时，就会产生某些数据成员无法赋值的问题。</a:t>
            </a:r>
            <a:endParaRPr lang="en-US" altLang="zh-CN" sz="2800" dirty="0">
              <a:solidFill>
                <a:srgbClr val="000000"/>
              </a:solidFill>
              <a:latin typeface="黑体" panose="02010609060101010101" pitchFamily="49" charset="-122"/>
              <a:ea typeface="黑体" panose="02010609060101010101" pitchFamily="49" charset="-122"/>
            </a:endParaRPr>
          </a:p>
          <a:p>
            <a:pPr>
              <a:lnSpc>
                <a:spcPct val="150000"/>
              </a:lnSpc>
              <a:spcBef>
                <a:spcPct val="0"/>
              </a:spcBef>
              <a:buNone/>
            </a:pPr>
            <a:r>
              <a:rPr lang="zh-CN" altLang="en-US" sz="2800" dirty="0">
                <a:solidFill>
                  <a:srgbClr val="FF0000"/>
                </a:solidFill>
                <a:latin typeface="黑体" panose="02010609060101010101" pitchFamily="49" charset="-122"/>
                <a:ea typeface="黑体" panose="02010609060101010101" pitchFamily="49" charset="-122"/>
              </a:rPr>
              <a:t>注意：被赋值的基类对象只能访问基类的公有成员，而不能访问派生类中新增的成员。</a:t>
            </a:r>
            <a:endParaRPr lang="en-US" altLang="zh-CN" sz="2800" dirty="0">
              <a:solidFill>
                <a:srgbClr val="FF0000"/>
              </a:solidFill>
              <a:latin typeface="黑体" panose="02010609060101010101" pitchFamily="49" charset="-122"/>
              <a:ea typeface="黑体" panose="02010609060101010101" pitchFamily="49" charset="-122"/>
            </a:endParaRPr>
          </a:p>
          <a:p>
            <a:pPr>
              <a:lnSpc>
                <a:spcPct val="150000"/>
              </a:lnSpc>
              <a:spcBef>
                <a:spcPct val="0"/>
              </a:spcBef>
              <a:buNone/>
            </a:pPr>
            <a:endParaRPr lang="zh-CN" altLang="en-US" b="1" dirty="0">
              <a:solidFill>
                <a:srgbClr val="000000"/>
              </a:solidFill>
              <a:latin typeface="楷体" panose="02010609060101010101" pitchFamily="49" charset="-122"/>
              <a:ea typeface="楷体" panose="02010609060101010101" pitchFamily="49" charset="-122"/>
            </a:endParaRPr>
          </a:p>
          <a:p>
            <a:endParaRPr lang="zh-CN" altLang="en-US" dirty="0"/>
          </a:p>
        </p:txBody>
      </p:sp>
      <p:sp>
        <p:nvSpPr>
          <p:cNvPr id="104451"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4" name="标题 1"/>
          <p:cNvSpPr>
            <a:spLocks noGrp="1" noChangeArrowheads="1"/>
          </p:cNvSpPr>
          <p:nvPr>
            <p:ph type="title"/>
          </p:nvPr>
        </p:nvSpPr>
        <p:spPr bwMode="auto">
          <a:xfrm>
            <a:off x="792163" y="125413"/>
            <a:ext cx="8229600"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赋值兼容原则</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Tree>
  </p:cSld>
  <p:clrMapOvr>
    <a:masterClrMapping/>
  </p:clrMapOvr>
  <p:transition spd="med">
    <p:wedg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107523" name="矩形 2"/>
          <p:cNvSpPr>
            <a:spLocks noGrp="1" noChangeArrowheads="1"/>
          </p:cNvSpPr>
          <p:nvPr>
            <p:ph type="title"/>
          </p:nvPr>
        </p:nvSpPr>
        <p:spPr bwMode="auto">
          <a:xfrm>
            <a:off x="1798638" y="69850"/>
            <a:ext cx="7202488" cy="8382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基类对象与派生类对象的关系</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105476" name="矩形 3"/>
          <p:cNvSpPr/>
          <p:nvPr/>
        </p:nvSpPr>
        <p:spPr>
          <a:xfrm>
            <a:off x="0" y="1047750"/>
            <a:ext cx="10153650" cy="5543550"/>
          </a:xfrm>
          <a:prstGeom prst="rect">
            <a:avLst/>
          </a:prstGeom>
          <a:noFill/>
          <a:ln w="9525">
            <a:noFill/>
          </a:ln>
        </p:spPr>
        <p:txBody>
          <a:bodyPr/>
          <a:p>
            <a:pPr marL="342900" indent="-342900">
              <a:spcBef>
                <a:spcPct val="20000"/>
              </a:spcBef>
              <a:buClr>
                <a:srgbClr val="FF5050"/>
              </a:buClr>
              <a:buNone/>
            </a:pPr>
            <a:r>
              <a:rPr lang="en-US" altLang="zh-CN" sz="2400" b="1" dirty="0">
                <a:solidFill>
                  <a:srgbClr val="000000"/>
                </a:solidFill>
                <a:latin typeface="Times New Roman" panose="02020603050405020304" pitchFamily="18" charset="0"/>
                <a:ea typeface="楷体" panose="02010609060101010101" pitchFamily="49" charset="-122"/>
              </a:rPr>
              <a:t>        </a:t>
            </a:r>
            <a:r>
              <a:rPr lang="en-US" altLang="zh-CN" sz="2400" b="1" dirty="0">
                <a:solidFill>
                  <a:srgbClr val="000000"/>
                </a:solidFill>
                <a:latin typeface="黑体" panose="02010609060101010101" pitchFamily="49" charset="-122"/>
                <a:ea typeface="黑体" panose="02010609060101010101" pitchFamily="49" charset="-122"/>
              </a:rPr>
              <a:t>CPerson  person;    //person</a:t>
            </a:r>
            <a:r>
              <a:rPr lang="zh-CN" altLang="en-US" sz="2400" b="1" dirty="0">
                <a:solidFill>
                  <a:srgbClr val="000000"/>
                </a:solidFill>
                <a:latin typeface="黑体" panose="02010609060101010101" pitchFamily="49" charset="-122"/>
                <a:ea typeface="黑体" panose="02010609060101010101" pitchFamily="49" charset="-122"/>
              </a:rPr>
              <a:t>为基类对象</a:t>
            </a:r>
            <a:endParaRPr lang="zh-CN" altLang="en-US"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zh-CN" altLang="en-US" sz="2400" b="1" dirty="0">
                <a:solidFill>
                  <a:srgbClr val="000000"/>
                </a:solidFill>
                <a:latin typeface="黑体" panose="02010609060101010101" pitchFamily="49" charset="-122"/>
                <a:ea typeface="黑体" panose="02010609060101010101" pitchFamily="49" charset="-122"/>
              </a:rPr>
              <a:t>    </a:t>
            </a:r>
            <a:r>
              <a:rPr lang="en-US" altLang="zh-CN" sz="2400" b="1" dirty="0">
                <a:solidFill>
                  <a:srgbClr val="000000"/>
                </a:solidFill>
                <a:latin typeface="黑体" panose="02010609060101010101" pitchFamily="49" charset="-122"/>
                <a:ea typeface="黑体" panose="02010609060101010101" pitchFamily="49" charset="-122"/>
              </a:rPr>
              <a:t>CStudent stud;       //stud</a:t>
            </a:r>
            <a:r>
              <a:rPr lang="zh-CN" altLang="en-US" sz="2400" b="1" dirty="0">
                <a:solidFill>
                  <a:srgbClr val="000000"/>
                </a:solidFill>
                <a:latin typeface="黑体" panose="02010609060101010101" pitchFamily="49" charset="-122"/>
                <a:ea typeface="黑体" panose="02010609060101010101" pitchFamily="49" charset="-122"/>
              </a:rPr>
              <a:t>为派生类对象</a:t>
            </a:r>
            <a:endParaRPr lang="en-US" altLang="zh-CN"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zh-CN" altLang="en-US" sz="2400" b="1" dirty="0">
                <a:solidFill>
                  <a:srgbClr val="000000"/>
                </a:solidFill>
                <a:latin typeface="黑体" panose="02010609060101010101" pitchFamily="49" charset="-122"/>
                <a:ea typeface="黑体" panose="02010609060101010101" pitchFamily="49" charset="-122"/>
              </a:rPr>
              <a:t> 则：</a:t>
            </a:r>
            <a:r>
              <a:rPr lang="en-US" altLang="zh-CN" sz="2400" b="1" dirty="0">
                <a:solidFill>
                  <a:srgbClr val="000000"/>
                </a:solidFill>
                <a:latin typeface="黑体" panose="02010609060101010101" pitchFamily="49" charset="-122"/>
                <a:ea typeface="黑体" panose="02010609060101010101" pitchFamily="49" charset="-122"/>
              </a:rPr>
              <a:t>person = stud;      //ok</a:t>
            </a:r>
            <a:r>
              <a:rPr lang="zh-CN" altLang="en-US" sz="2400" b="1" dirty="0">
                <a:solidFill>
                  <a:srgbClr val="000000"/>
                </a:solidFill>
                <a:latin typeface="黑体" panose="02010609060101010101" pitchFamily="49" charset="-122"/>
                <a:ea typeface="黑体" panose="02010609060101010101" pitchFamily="49" charset="-122"/>
              </a:rPr>
              <a:t>，派生类对象赋给基类对象</a:t>
            </a:r>
            <a:endParaRPr lang="zh-CN" altLang="en-US"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zh-CN" altLang="en-US" sz="2400" b="1" dirty="0">
                <a:solidFill>
                  <a:srgbClr val="000000"/>
                </a:solidFill>
                <a:latin typeface="黑体" panose="02010609060101010101" pitchFamily="49" charset="-122"/>
                <a:ea typeface="黑体" panose="02010609060101010101" pitchFamily="49" charset="-122"/>
              </a:rPr>
              <a:t>     </a:t>
            </a:r>
            <a:r>
              <a:rPr lang="en-US" altLang="zh-CN" sz="2400" b="1" dirty="0">
                <a:solidFill>
                  <a:srgbClr val="000000"/>
                </a:solidFill>
                <a:latin typeface="黑体" panose="02010609060101010101" pitchFamily="49" charset="-122"/>
                <a:ea typeface="黑体" panose="02010609060101010101" pitchFamily="49" charset="-122"/>
              </a:rPr>
              <a:t>stud = person;      //error</a:t>
            </a:r>
            <a:r>
              <a:rPr lang="zh-CN" altLang="en-US" sz="2400" b="1" dirty="0">
                <a:solidFill>
                  <a:srgbClr val="000000"/>
                </a:solidFill>
                <a:latin typeface="黑体" panose="02010609060101010101" pitchFamily="49" charset="-122"/>
                <a:ea typeface="黑体" panose="02010609060101010101" pitchFamily="49" charset="-122"/>
              </a:rPr>
              <a:t>，基类对象不能直接赋给派生类对象</a:t>
            </a:r>
            <a:endParaRPr lang="zh-CN" altLang="en-US"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zh-CN" altLang="en-US" sz="2400" b="1" dirty="0">
                <a:solidFill>
                  <a:srgbClr val="000000"/>
                </a:solidFill>
                <a:latin typeface="黑体" panose="02010609060101010101" pitchFamily="49" charset="-122"/>
                <a:ea typeface="黑体" panose="02010609060101010101" pitchFamily="49" charset="-122"/>
              </a:rPr>
              <a:t>     </a:t>
            </a:r>
            <a:r>
              <a:rPr lang="en-US" altLang="zh-CN" sz="2400" b="1" dirty="0">
                <a:solidFill>
                  <a:srgbClr val="000000"/>
                </a:solidFill>
                <a:latin typeface="黑体" panose="02010609060101010101" pitchFamily="49" charset="-122"/>
                <a:ea typeface="黑体" panose="02010609060101010101" pitchFamily="49" charset="-122"/>
              </a:rPr>
              <a:t>person = (CPerson</a:t>
            </a:r>
            <a:r>
              <a:rPr lang="zh-CN" altLang="en-US" sz="2400" b="1" dirty="0">
                <a:solidFill>
                  <a:srgbClr val="000000"/>
                </a:solidFill>
                <a:latin typeface="黑体" panose="02010609060101010101" pitchFamily="49" charset="-122"/>
                <a:ea typeface="黑体" panose="02010609060101010101" pitchFamily="49" charset="-122"/>
              </a:rPr>
              <a:t>）</a:t>
            </a:r>
            <a:r>
              <a:rPr lang="en-US" altLang="zh-CN" sz="2400" b="1" dirty="0">
                <a:solidFill>
                  <a:srgbClr val="000000"/>
                </a:solidFill>
                <a:latin typeface="黑体" panose="02010609060101010101" pitchFamily="49" charset="-122"/>
                <a:ea typeface="黑体" panose="02010609060101010101" pitchFamily="49" charset="-122"/>
              </a:rPr>
              <a:t>stud; </a:t>
            </a:r>
            <a:endParaRPr lang="en-US" altLang="zh-CN"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b="1" dirty="0">
                <a:solidFill>
                  <a:srgbClr val="000000"/>
                </a:solidFill>
                <a:latin typeface="黑体" panose="02010609060101010101" pitchFamily="49" charset="-122"/>
                <a:ea typeface="黑体" panose="02010609060101010101" pitchFamily="49" charset="-122"/>
              </a:rPr>
              <a:t>			       //ok</a:t>
            </a:r>
            <a:r>
              <a:rPr lang="zh-CN" altLang="en-US" sz="2400" b="1" dirty="0">
                <a:solidFill>
                  <a:srgbClr val="000000"/>
                </a:solidFill>
                <a:latin typeface="黑体" panose="02010609060101010101" pitchFamily="49" charset="-122"/>
                <a:ea typeface="黑体" panose="02010609060101010101" pitchFamily="49" charset="-122"/>
              </a:rPr>
              <a:t>， 派生类对象经过显式类型转换成基类对象</a:t>
            </a:r>
            <a:endParaRPr lang="zh-CN" altLang="en-US"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zh-CN" altLang="en-US" sz="2400" b="1" dirty="0">
                <a:solidFill>
                  <a:srgbClr val="000000"/>
                </a:solidFill>
                <a:latin typeface="黑体" panose="02010609060101010101" pitchFamily="49" charset="-122"/>
                <a:ea typeface="黑体" panose="02010609060101010101" pitchFamily="49" charset="-122"/>
              </a:rPr>
              <a:t>     </a:t>
            </a:r>
            <a:r>
              <a:rPr lang="en-US" altLang="zh-CN" sz="2400" b="1" dirty="0">
                <a:solidFill>
                  <a:srgbClr val="000000"/>
                </a:solidFill>
                <a:latin typeface="黑体" panose="02010609060101010101" pitchFamily="49" charset="-122"/>
                <a:ea typeface="黑体" panose="02010609060101010101" pitchFamily="49" charset="-122"/>
              </a:rPr>
              <a:t>stud = (CStudent)person;    </a:t>
            </a:r>
            <a:endParaRPr lang="en-US" altLang="zh-CN"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r>
              <a:rPr lang="en-US" altLang="zh-CN" sz="2400" b="1" dirty="0">
                <a:solidFill>
                  <a:srgbClr val="000000"/>
                </a:solidFill>
                <a:latin typeface="黑体" panose="02010609060101010101" pitchFamily="49" charset="-122"/>
                <a:ea typeface="黑体" panose="02010609060101010101" pitchFamily="49" charset="-122"/>
              </a:rPr>
              <a:t>				 //error</a:t>
            </a:r>
            <a:r>
              <a:rPr lang="zh-CN" altLang="en-US" sz="2400" b="1" dirty="0">
                <a:solidFill>
                  <a:srgbClr val="000000"/>
                </a:solidFill>
                <a:latin typeface="黑体" panose="02010609060101010101" pitchFamily="49" charset="-122"/>
                <a:ea typeface="黑体" panose="02010609060101010101" pitchFamily="49" charset="-122"/>
              </a:rPr>
              <a:t>，基类对象不能显式转换成派生类 </a:t>
            </a:r>
            <a:endParaRPr lang="en-US" altLang="zh-CN"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None/>
            </a:pPr>
            <a:endParaRPr lang="zh-CN" altLang="en-US" sz="2400" b="1" dirty="0">
              <a:solidFill>
                <a:srgbClr val="000000"/>
              </a:solidFill>
              <a:latin typeface="黑体" panose="02010609060101010101" pitchFamily="49" charset="-122"/>
              <a:ea typeface="黑体" panose="02010609060101010101" pitchFamily="49" charset="-122"/>
            </a:endParaRPr>
          </a:p>
          <a:p>
            <a:pPr marL="342900" indent="-342900">
              <a:spcBef>
                <a:spcPct val="20000"/>
              </a:spcBef>
              <a:buClr>
                <a:srgbClr val="FF5050"/>
              </a:buClr>
              <a:buFont typeface="Wingdings" panose="05000000000000000000" pitchFamily="2" charset="2"/>
              <a:buChar char="p"/>
            </a:pPr>
            <a:r>
              <a:rPr lang="zh-CN" altLang="en-US" sz="2800" dirty="0">
                <a:solidFill>
                  <a:srgbClr val="FF0000"/>
                </a:solidFill>
                <a:latin typeface="黑体" panose="02010609060101010101" pitchFamily="49" charset="-122"/>
                <a:ea typeface="黑体" panose="02010609060101010101" pitchFamily="49" charset="-122"/>
              </a:rPr>
              <a:t>具有私有继承和保护继承关系的对象间不可互相赋值</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108547" name="矩形 2"/>
          <p:cNvSpPr>
            <a:spLocks noGrp="1" noChangeArrowheads="1"/>
          </p:cNvSpPr>
          <p:nvPr>
            <p:ph type="title"/>
          </p:nvPr>
        </p:nvSpPr>
        <p:spPr bwMode="auto">
          <a:xfrm>
            <a:off x="936625" y="69850"/>
            <a:ext cx="8856663" cy="8382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基类对象指针与派生类对象指针的关系</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106500" name="矩形 3"/>
          <p:cNvSpPr/>
          <p:nvPr/>
        </p:nvSpPr>
        <p:spPr>
          <a:xfrm>
            <a:off x="71438" y="1008063"/>
            <a:ext cx="9793287" cy="5445125"/>
          </a:xfrm>
          <a:prstGeom prst="rect">
            <a:avLst/>
          </a:prstGeom>
          <a:noFill/>
          <a:ln w="9525">
            <a:noFill/>
          </a:ln>
        </p:spPr>
        <p:txBody>
          <a:bodyPr/>
          <a:p>
            <a:pPr marL="457200" indent="-457200" eaLnBrk="1" hangingPunct="1">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两个不同类类对象的指针一般不能互相赋值。</a:t>
            </a:r>
            <a:endParaRPr lang="en-US" altLang="zh-CN" sz="2800" dirty="0">
              <a:solidFill>
                <a:srgbClr val="000000"/>
              </a:solidFill>
              <a:latin typeface="黑体" panose="02010609060101010101" pitchFamily="49" charset="-122"/>
              <a:ea typeface="黑体" panose="02010609060101010101" pitchFamily="49" charset="-122"/>
            </a:endParaRPr>
          </a:p>
          <a:p>
            <a:pPr marL="457200" indent="-457200" eaLnBrk="1" hangingPunct="1">
              <a:spcBef>
                <a:spcPct val="20000"/>
              </a:spcBef>
              <a:buClr>
                <a:srgbClr val="FF5050"/>
              </a:buClr>
              <a:buFont typeface="Wingdings" panose="05000000000000000000" pitchFamily="2" charset="2"/>
              <a:buChar char="p"/>
            </a:pPr>
            <a:r>
              <a:rPr lang="zh-CN" altLang="en-US" sz="2800" dirty="0">
                <a:solidFill>
                  <a:srgbClr val="000000"/>
                </a:solidFill>
                <a:latin typeface="黑体" panose="02010609060101010101" pitchFamily="49" charset="-122"/>
                <a:ea typeface="黑体" panose="02010609060101010101" pitchFamily="49" charset="-122"/>
              </a:rPr>
              <a:t>若指针指向的两个对象具有</a:t>
            </a:r>
            <a:r>
              <a:rPr lang="zh-CN" altLang="en-US" sz="2800" dirty="0">
                <a:solidFill>
                  <a:srgbClr val="FF0000"/>
                </a:solidFill>
                <a:latin typeface="黑体" panose="02010609060101010101" pitchFamily="49" charset="-122"/>
                <a:ea typeface="黑体" panose="02010609060101010101" pitchFamily="49" charset="-122"/>
              </a:rPr>
              <a:t>公共继承</a:t>
            </a:r>
            <a:r>
              <a:rPr lang="zh-CN" altLang="en-US" sz="2800" dirty="0">
                <a:solidFill>
                  <a:srgbClr val="000000"/>
                </a:solidFill>
                <a:latin typeface="黑体" panose="02010609060101010101" pitchFamily="49" charset="-122"/>
                <a:ea typeface="黑体" panose="02010609060101010101" pitchFamily="49" charset="-122"/>
              </a:rPr>
              <a:t>关系，则</a:t>
            </a:r>
            <a:r>
              <a:rPr lang="en-US" altLang="zh-CN" sz="2800" dirty="0">
                <a:solidFill>
                  <a:srgbClr val="000000"/>
                </a:solidFill>
                <a:latin typeface="黑体" panose="02010609060101010101" pitchFamily="49" charset="-122"/>
                <a:ea typeface="黑体" panose="02010609060101010101" pitchFamily="49" charset="-122"/>
              </a:rPr>
              <a:t>:</a:t>
            </a:r>
            <a:endParaRPr lang="en-US" altLang="zh-CN" sz="2800" dirty="0">
              <a:solidFill>
                <a:srgbClr val="000000"/>
              </a:solidFill>
              <a:latin typeface="黑体" panose="02010609060101010101" pitchFamily="49" charset="-122"/>
              <a:ea typeface="黑体" panose="02010609060101010101" pitchFamily="49" charset="-122"/>
            </a:endParaRPr>
          </a:p>
          <a:p>
            <a:pPr marL="914400" lvl="1" indent="-457200" eaLnBrk="1" hangingPunct="1">
              <a:lnSpc>
                <a:spcPts val="4000"/>
              </a:lnSpc>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派生类对象指针</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或引用</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可以赋值给基类对象指针</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或引用</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，反之则不然。此时被赋值的基类对象指针只能访问基类的公有成员，而不能访问派生类中新增的成员。</a:t>
            </a:r>
            <a:endParaRPr lang="en-US" altLang="zh-CN" sz="2800" dirty="0">
              <a:solidFill>
                <a:srgbClr val="000000"/>
              </a:solidFill>
              <a:latin typeface="黑体" panose="02010609060101010101" pitchFamily="49" charset="-122"/>
              <a:ea typeface="黑体" panose="02010609060101010101" pitchFamily="49" charset="-122"/>
            </a:endParaRPr>
          </a:p>
          <a:p>
            <a:pPr marL="914400" lvl="1" indent="-457200" eaLnBrk="1" hangingPunct="1">
              <a:lnSpc>
                <a:spcPts val="4000"/>
              </a:lnSpc>
              <a:buClr>
                <a:srgbClr val="FF5050"/>
              </a:buClr>
              <a:buFont typeface="Wingdings" panose="05000000000000000000" pitchFamily="2" charset="2"/>
              <a:buChar char="l"/>
            </a:pPr>
            <a:r>
              <a:rPr lang="zh-CN" altLang="en-US" sz="2800" dirty="0">
                <a:solidFill>
                  <a:srgbClr val="000000"/>
                </a:solidFill>
                <a:latin typeface="黑体" panose="02010609060101010101" pitchFamily="49" charset="-122"/>
                <a:ea typeface="黑体" panose="02010609060101010101" pitchFamily="49" charset="-122"/>
              </a:rPr>
              <a:t>可用类型转换运算符将基类指针显式转换为指向派生类的指针来访问派生类的公有成员</a:t>
            </a:r>
            <a:endParaRPr lang="en-US" altLang="zh-CN" sz="2800" dirty="0">
              <a:solidFill>
                <a:srgbClr val="000000"/>
              </a:solidFill>
              <a:latin typeface="黑体" panose="02010609060101010101" pitchFamily="49" charset="-122"/>
              <a:ea typeface="黑体" panose="02010609060101010101" pitchFamily="49" charset="-122"/>
            </a:endParaRPr>
          </a:p>
          <a:p>
            <a:pPr marL="457200" indent="-457200" eaLnBrk="1" hangingPunct="1">
              <a:spcBef>
                <a:spcPct val="20000"/>
              </a:spcBef>
              <a:buClr>
                <a:srgbClr val="FF5050"/>
              </a:buClr>
              <a:buFont typeface="Wingdings" panose="05000000000000000000" pitchFamily="2" charset="2"/>
              <a:buChar char="p"/>
            </a:pPr>
            <a:r>
              <a:rPr lang="zh-CN" altLang="en-US" sz="2800" dirty="0">
                <a:solidFill>
                  <a:srgbClr val="3333FF"/>
                </a:solidFill>
                <a:latin typeface="黑体" panose="02010609060101010101" pitchFamily="49" charset="-122"/>
                <a:ea typeface="黑体" panose="02010609060101010101" pitchFamily="49" charset="-122"/>
              </a:rPr>
              <a:t>使用对象和使用指针的差别？</a:t>
            </a:r>
            <a:endParaRPr lang="zh-CN" altLang="en-US" sz="2800" dirty="0">
              <a:solidFill>
                <a:srgbClr val="3333FF"/>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109571" name="矩形 2"/>
          <p:cNvSpPr>
            <a:spLocks noGrp="1" noChangeArrowheads="1"/>
          </p:cNvSpPr>
          <p:nvPr>
            <p:ph type="title"/>
          </p:nvPr>
        </p:nvSpPr>
        <p:spPr bwMode="auto">
          <a:xfrm>
            <a:off x="576263" y="84138"/>
            <a:ext cx="9072563" cy="8382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基类对象指针与派生类对象指针的关系</a:t>
            </a:r>
            <a:endParaRPr kumimoji="1" lang="zh-CN" altLang="en-US" sz="4000" b="1" i="0" u="none" strike="noStrike" kern="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107524" name="矩形 3"/>
          <p:cNvSpPr/>
          <p:nvPr/>
        </p:nvSpPr>
        <p:spPr>
          <a:xfrm>
            <a:off x="143193" y="1052513"/>
            <a:ext cx="10440987" cy="4891087"/>
          </a:xfrm>
          <a:prstGeom prst="rect">
            <a:avLst/>
          </a:prstGeom>
          <a:noFill/>
          <a:ln w="9525">
            <a:noFill/>
          </a:ln>
        </p:spPr>
        <p:txBody>
          <a:bodyPr/>
          <a:p>
            <a:pPr eaLnBrk="1" hangingPunct="1">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CPerson  person, *p_person = &amp;person; //person</a:t>
            </a:r>
            <a:r>
              <a:rPr lang="zh-CN" altLang="en-US" sz="2400" dirty="0">
                <a:solidFill>
                  <a:srgbClr val="000000"/>
                </a:solidFill>
                <a:latin typeface="黑体" panose="02010609060101010101" pitchFamily="49" charset="-122"/>
                <a:ea typeface="黑体" panose="02010609060101010101" pitchFamily="49" charset="-122"/>
              </a:rPr>
              <a:t>为基类对象</a:t>
            </a:r>
            <a:endParaRPr lang="zh-CN" altLang="en-US" sz="2400" dirty="0">
              <a:solidFill>
                <a:srgbClr val="000000"/>
              </a:solidFill>
              <a:latin typeface="黑体" panose="02010609060101010101" pitchFamily="49" charset="-122"/>
              <a:ea typeface="黑体" panose="02010609060101010101" pitchFamily="49" charset="-122"/>
            </a:endParaRPr>
          </a:p>
          <a:p>
            <a:pPr eaLnBrk="1" hangingPunct="1">
              <a:spcBef>
                <a:spcPct val="20000"/>
              </a:spcBef>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CStudent stud, *p_stud = &amp;stud;  //stud</a:t>
            </a:r>
            <a:r>
              <a:rPr lang="zh-CN" altLang="en-US" sz="2400" dirty="0">
                <a:solidFill>
                  <a:srgbClr val="000000"/>
                </a:solidFill>
                <a:latin typeface="黑体" panose="02010609060101010101" pitchFamily="49" charset="-122"/>
                <a:ea typeface="黑体" panose="02010609060101010101" pitchFamily="49" charset="-122"/>
              </a:rPr>
              <a:t>为派生类对象</a:t>
            </a:r>
            <a:endParaRPr lang="zh-CN" altLang="en-US" sz="2400" dirty="0">
              <a:solidFill>
                <a:srgbClr val="000000"/>
              </a:solidFill>
              <a:latin typeface="黑体" panose="02010609060101010101" pitchFamily="49" charset="-122"/>
              <a:ea typeface="黑体" panose="02010609060101010101" pitchFamily="49" charset="-122"/>
            </a:endParaRPr>
          </a:p>
          <a:p>
            <a:pPr eaLnBrk="1" hangingPunct="1">
              <a:spcBef>
                <a:spcPct val="20000"/>
              </a:spcBef>
              <a:buClr>
                <a:srgbClr val="FF5050"/>
              </a:buClr>
              <a:buNone/>
            </a:pPr>
            <a:r>
              <a:rPr lang="zh-CN" altLang="en-US" sz="2400" dirty="0">
                <a:solidFill>
                  <a:srgbClr val="000000"/>
                </a:solidFill>
                <a:latin typeface="黑体" panose="02010609060101010101" pitchFamily="49" charset="-122"/>
                <a:ea typeface="黑体" panose="02010609060101010101" pitchFamily="49" charset="-122"/>
              </a:rPr>
              <a:t>则：</a:t>
            </a:r>
            <a:r>
              <a:rPr lang="en-US" altLang="zh-CN" sz="2400" dirty="0">
                <a:solidFill>
                  <a:srgbClr val="000000"/>
                </a:solidFill>
                <a:latin typeface="黑体" panose="02010609060101010101" pitchFamily="49" charset="-122"/>
                <a:ea typeface="黑体" panose="02010609060101010101" pitchFamily="49" charset="-122"/>
              </a:rPr>
              <a:t>p_person = p_stud;  //ok</a:t>
            </a:r>
            <a:r>
              <a:rPr lang="zh-CN" altLang="en-US" sz="2400" dirty="0">
                <a:solidFill>
                  <a:srgbClr val="000000"/>
                </a:solidFill>
                <a:latin typeface="黑体" panose="02010609060101010101" pitchFamily="49" charset="-122"/>
                <a:ea typeface="黑体" panose="02010609060101010101" pitchFamily="49" charset="-122"/>
              </a:rPr>
              <a:t>，派生类对象指针赋给基类对象指针</a:t>
            </a:r>
            <a:endParaRPr lang="zh-CN" altLang="en-US" sz="2400" dirty="0">
              <a:solidFill>
                <a:srgbClr val="000000"/>
              </a:solidFill>
              <a:latin typeface="黑体" panose="02010609060101010101" pitchFamily="49" charset="-122"/>
              <a:ea typeface="黑体" panose="02010609060101010101" pitchFamily="49" charset="-122"/>
            </a:endParaRPr>
          </a:p>
          <a:p>
            <a:pPr eaLnBrk="1" hangingPunct="1">
              <a:spcBef>
                <a:spcPct val="20000"/>
              </a:spcBef>
              <a:buClr>
                <a:srgbClr val="FF5050"/>
              </a:buClr>
              <a:buNone/>
            </a:pPr>
            <a:r>
              <a:rPr lang="zh-CN" altLang="en-US" sz="2400" dirty="0">
                <a:solidFill>
                  <a:srgbClr val="000000"/>
                </a:solidFill>
                <a:latin typeface="黑体" panose="02010609060101010101" pitchFamily="49" charset="-122"/>
                <a:ea typeface="黑体" panose="02010609060101010101" pitchFamily="49" charset="-122"/>
              </a:rPr>
              <a:t>    </a:t>
            </a:r>
            <a:r>
              <a:rPr lang="en-US" altLang="zh-CN" sz="2400" dirty="0">
                <a:solidFill>
                  <a:srgbClr val="000000"/>
                </a:solidFill>
                <a:latin typeface="黑体" panose="02010609060101010101" pitchFamily="49" charset="-122"/>
                <a:ea typeface="黑体" panose="02010609060101010101" pitchFamily="49" charset="-122"/>
              </a:rPr>
              <a:t>p_stud = p_person;  //error</a:t>
            </a:r>
            <a:r>
              <a:rPr lang="zh-CN" altLang="en-US" sz="2400" dirty="0">
                <a:solidFill>
                  <a:srgbClr val="000000"/>
                </a:solidFill>
                <a:latin typeface="黑体" panose="02010609060101010101" pitchFamily="49" charset="-122"/>
                <a:ea typeface="黑体" panose="02010609060101010101" pitchFamily="49" charset="-122"/>
              </a:rPr>
              <a:t>，基类对象不能直接赋派生类对象</a:t>
            </a:r>
            <a:endParaRPr lang="zh-CN" altLang="en-US" sz="2400" dirty="0">
              <a:solidFill>
                <a:srgbClr val="000000"/>
              </a:solidFill>
              <a:latin typeface="黑体" panose="02010609060101010101" pitchFamily="49" charset="-122"/>
              <a:ea typeface="黑体" panose="02010609060101010101" pitchFamily="49" charset="-122"/>
            </a:endParaRPr>
          </a:p>
          <a:p>
            <a:pPr eaLnBrk="1" hangingPunct="1">
              <a:spcBef>
                <a:spcPct val="20000"/>
              </a:spcBef>
              <a:buClr>
                <a:srgbClr val="FF5050"/>
              </a:buClr>
              <a:buNone/>
            </a:pPr>
            <a:r>
              <a:rPr lang="zh-CN" altLang="en-US" sz="2400" dirty="0">
                <a:solidFill>
                  <a:srgbClr val="000000"/>
                </a:solidFill>
                <a:latin typeface="黑体" panose="02010609060101010101" pitchFamily="49" charset="-122"/>
                <a:ea typeface="黑体" panose="02010609060101010101" pitchFamily="49" charset="-122"/>
              </a:rPr>
              <a:t>    </a:t>
            </a:r>
            <a:r>
              <a:rPr lang="en-US" altLang="zh-CN" sz="2400" dirty="0">
                <a:solidFill>
                  <a:srgbClr val="000000"/>
                </a:solidFill>
                <a:latin typeface="黑体" panose="02010609060101010101" pitchFamily="49" charset="-122"/>
                <a:ea typeface="黑体" panose="02010609060101010101" pitchFamily="49" charset="-122"/>
              </a:rPr>
              <a:t>p_person-&gt;display(); //error, </a:t>
            </a:r>
            <a:r>
              <a:rPr lang="zh-CN" altLang="en-US" sz="2400" dirty="0">
                <a:solidFill>
                  <a:srgbClr val="000000"/>
                </a:solidFill>
                <a:latin typeface="黑体" panose="02010609060101010101" pitchFamily="49" charset="-122"/>
                <a:ea typeface="黑体" panose="02010609060101010101" pitchFamily="49" charset="-122"/>
              </a:rPr>
              <a:t>基类指针不能调用派生</a:t>
            </a:r>
            <a:r>
              <a:rPr lang="en-US" altLang="zh-CN" sz="2400" dirty="0">
                <a:solidFill>
                  <a:srgbClr val="000000"/>
                </a:solidFill>
                <a:latin typeface="黑体" panose="02010609060101010101" pitchFamily="49" charset="-122"/>
                <a:ea typeface="黑体" panose="02010609060101010101" pitchFamily="49" charset="-122"/>
              </a:rPr>
              <a:t>						 //</a:t>
            </a:r>
            <a:r>
              <a:rPr lang="zh-CN" altLang="en-US" sz="2400" dirty="0">
                <a:solidFill>
                  <a:srgbClr val="000000"/>
                </a:solidFill>
                <a:latin typeface="黑体" panose="02010609060101010101" pitchFamily="49" charset="-122"/>
                <a:ea typeface="黑体" panose="02010609060101010101" pitchFamily="49" charset="-122"/>
              </a:rPr>
              <a:t>类成员函数</a:t>
            </a:r>
            <a:endParaRPr lang="zh-CN" altLang="en-US" sz="2400" dirty="0">
              <a:solidFill>
                <a:srgbClr val="000000"/>
              </a:solidFill>
              <a:latin typeface="黑体" panose="02010609060101010101" pitchFamily="49" charset="-122"/>
              <a:ea typeface="黑体" panose="02010609060101010101" pitchFamily="49" charset="-122"/>
            </a:endParaRPr>
          </a:p>
          <a:p>
            <a:pPr eaLnBrk="1" hangingPunct="1">
              <a:spcBef>
                <a:spcPct val="20000"/>
              </a:spcBef>
              <a:buClr>
                <a:srgbClr val="FF5050"/>
              </a:buClr>
              <a:buNone/>
            </a:pPr>
            <a:r>
              <a:rPr lang="zh-CN" altLang="en-US" sz="2400" dirty="0">
                <a:solidFill>
                  <a:srgbClr val="000000"/>
                </a:solidFill>
                <a:latin typeface="黑体" panose="02010609060101010101" pitchFamily="49" charset="-122"/>
                <a:ea typeface="黑体" panose="02010609060101010101" pitchFamily="49" charset="-122"/>
              </a:rPr>
              <a:t>   </a:t>
            </a:r>
            <a:r>
              <a:rPr lang="en-US" altLang="zh-CN" sz="2400" dirty="0">
                <a:solidFill>
                  <a:srgbClr val="000000"/>
                </a:solidFill>
                <a:latin typeface="黑体" panose="02010609060101010101" pitchFamily="49" charset="-122"/>
                <a:ea typeface="黑体" panose="02010609060101010101" pitchFamily="49" charset="-122"/>
              </a:rPr>
              <a:t>((CStudent *)p_person)-&gt;display(); //ok,</a:t>
            </a:r>
            <a:r>
              <a:rPr lang="zh-CN" altLang="en-US" sz="2400" b="1" dirty="0">
                <a:solidFill>
                  <a:srgbClr val="C00000"/>
                </a:solidFill>
                <a:latin typeface="黑体" panose="02010609060101010101" pitchFamily="49" charset="-122"/>
                <a:ea typeface="黑体" panose="02010609060101010101" pitchFamily="49" charset="-122"/>
              </a:rPr>
              <a:t>基类指针转换后</a:t>
            </a:r>
            <a:endParaRPr lang="en-US" altLang="zh-CN" sz="2400" b="1" dirty="0">
              <a:solidFill>
                <a:srgbClr val="C00000"/>
              </a:solidFill>
              <a:latin typeface="黑体" panose="02010609060101010101" pitchFamily="49" charset="-122"/>
              <a:ea typeface="黑体" panose="02010609060101010101" pitchFamily="49" charset="-122"/>
            </a:endParaRPr>
          </a:p>
          <a:p>
            <a:pPr eaLnBrk="1" hangingPunct="1">
              <a:spcBef>
                <a:spcPct val="20000"/>
              </a:spcBef>
              <a:buClr>
                <a:srgbClr val="FF5050"/>
              </a:buClr>
              <a:buNone/>
            </a:pPr>
            <a:r>
              <a:rPr lang="en-US" altLang="zh-CN" sz="2400" b="1" dirty="0">
                <a:solidFill>
                  <a:srgbClr val="C00000"/>
                </a:solidFill>
                <a:latin typeface="黑体" panose="02010609060101010101" pitchFamily="49" charset="-122"/>
                <a:ea typeface="黑体" panose="02010609060101010101" pitchFamily="49" charset="-122"/>
              </a:rPr>
              <a:t>                                     //</a:t>
            </a:r>
            <a:r>
              <a:rPr lang="zh-CN" altLang="en-US" sz="2400" b="1" dirty="0">
                <a:solidFill>
                  <a:srgbClr val="C00000"/>
                </a:solidFill>
                <a:latin typeface="黑体" panose="02010609060101010101" pitchFamily="49" charset="-122"/>
                <a:ea typeface="黑体" panose="02010609060101010101" pitchFamily="49" charset="-122"/>
              </a:rPr>
              <a:t>可调用派生类成员函数</a:t>
            </a:r>
            <a:endParaRPr lang="en-US" altLang="zh-CN" sz="2400" b="1" dirty="0">
              <a:solidFill>
                <a:srgbClr val="C00000"/>
              </a:solidFill>
              <a:latin typeface="黑体" panose="02010609060101010101" pitchFamily="49" charset="-122"/>
              <a:ea typeface="黑体" panose="02010609060101010101" pitchFamily="49" charset="-122"/>
            </a:endParaRPr>
          </a:p>
          <a:p>
            <a:pPr eaLnBrk="1" hangingPunct="1">
              <a:spcBef>
                <a:spcPct val="20000"/>
              </a:spcBef>
              <a:buClr>
                <a:srgbClr val="FF5050"/>
              </a:buClr>
              <a:buNone/>
            </a:pPr>
            <a:endParaRPr lang="zh-CN" altLang="en-US" sz="2400" b="1" dirty="0">
              <a:solidFill>
                <a:srgbClr val="C00000"/>
              </a:solidFill>
              <a:latin typeface="黑体" panose="02010609060101010101" pitchFamily="49" charset="-122"/>
              <a:ea typeface="黑体" panose="02010609060101010101" pitchFamily="49" charset="-122"/>
            </a:endParaRPr>
          </a:p>
          <a:p>
            <a:pPr eaLnBrk="1" hangingPunct="1">
              <a:spcBef>
                <a:spcPct val="20000"/>
              </a:spcBef>
              <a:buClr>
                <a:srgbClr val="FF5050"/>
              </a:buClr>
              <a:buFont typeface="Wingdings" panose="05000000000000000000" pitchFamily="2" charset="2"/>
              <a:buChar char="p"/>
            </a:pPr>
            <a:r>
              <a:rPr lang="zh-CN" altLang="en-US" sz="2800" dirty="0">
                <a:solidFill>
                  <a:srgbClr val="663300"/>
                </a:solidFill>
                <a:latin typeface="黑体" panose="02010609060101010101" pitchFamily="49" charset="-122"/>
                <a:ea typeface="黑体" panose="02010609060101010101" pitchFamily="49" charset="-122"/>
              </a:rPr>
              <a:t>具有私有继承和保护继承关系的两个类类对象指针间不可互相赋值</a:t>
            </a:r>
            <a:endParaRPr lang="zh-CN" altLang="en-US" sz="2800" dirty="0">
              <a:solidFill>
                <a:srgbClr val="663300"/>
              </a:solidFill>
              <a:latin typeface="黑体" panose="02010609060101010101" pitchFamily="49" charset="-122"/>
              <a:ea typeface="黑体" panose="02010609060101010101" pitchFamily="49" charset="-122"/>
            </a:endParaRPr>
          </a:p>
        </p:txBody>
      </p:sp>
    </p:spTree>
  </p:cSld>
  <p:clrMapOvr>
    <a:masterClrMapping/>
  </p:clrMapOvr>
  <p:transition>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7" name="内容占位符 2"/>
          <p:cNvSpPr>
            <a:spLocks noGrp="1"/>
          </p:cNvSpPr>
          <p:nvPr>
            <p:ph idx="1"/>
          </p:nvPr>
        </p:nvSpPr>
        <p:spPr>
          <a:xfrm>
            <a:off x="287784" y="1052736"/>
            <a:ext cx="9145016" cy="3744416"/>
          </a:xfrm>
          <a:noFill/>
          <a:ln>
            <a:noFill/>
          </a:ln>
          <a:effectLst/>
          <a:scene3d>
            <a:camera prst="orthographicFront"/>
            <a:lightRig rig="balanced" dir="t"/>
          </a:scene3d>
          <a:sp3d prstMaterial="plastic"/>
        </p:spPr>
        <p:txBody>
          <a:bodyPr/>
          <a:lstStyle/>
          <a:p>
            <a:pPr marL="109220" marR="0" lvl="0" indent="0" algn="l" defTabSz="914400" rtl="0" eaLnBrk="1" fontAlgn="base" latinLnBrk="1" hangingPunct="1">
              <a:lnSpc>
                <a:spcPct val="100000"/>
              </a:lnSpc>
              <a:spcBef>
                <a:spcPct val="20000"/>
              </a:spcBef>
              <a:spcAft>
                <a:spcPct val="0"/>
              </a:spcAft>
              <a:buClr>
                <a:srgbClr val="FF5050"/>
              </a:buClr>
              <a:buSzTx/>
              <a:buFont typeface="Wingdings" panose="05000000000000000000" pitchFamily="2" charset="2"/>
              <a:buNone/>
              <a:defRPr/>
            </a:pPr>
            <a:r>
              <a:rPr kumimoji="1" lang="zh-CN" altLang="en-US"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假设定义类</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a:t>
            </a:r>
            <a:r>
              <a:rPr kumimoji="1" lang="zh-CN" altLang="en-US"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、类</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B</a:t>
            </a:r>
            <a:r>
              <a:rPr kumimoji="1" lang="zh-CN" altLang="en-US"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，类</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B</a:t>
            </a:r>
            <a:r>
              <a:rPr kumimoji="1" lang="zh-CN" altLang="en-US"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公有继承类</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a:t>
            </a:r>
            <a:r>
              <a:rPr kumimoji="1" lang="zh-CN" altLang="en-US"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。说明主函数的语句是否正确。</a:t>
            </a:r>
            <a:endPar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447675" marR="0" lvl="0" indent="-447675" algn="l" defTabSz="914400" rtl="0" eaLnBrk="1" fontAlgn="base" latinLnBrk="1" hangingPunct="1">
              <a:lnSpc>
                <a:spcPct val="100000"/>
              </a:lnSpc>
              <a:spcBef>
                <a:spcPct val="20000"/>
              </a:spcBef>
              <a:spcAft>
                <a:spcPct val="0"/>
              </a:spcAft>
              <a:buClr>
                <a:srgbClr val="FF5050"/>
              </a:buClr>
              <a:buSzTx/>
              <a:buFontTx/>
              <a:buNone/>
              <a:defRPr/>
            </a:pP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class A</a:t>
            </a:r>
            <a:endPar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447675" marR="0" lvl="0" indent="-447675" algn="l" defTabSz="914400" rtl="0" eaLnBrk="1" fontAlgn="base" latinLnBrk="1" hangingPunct="1">
              <a:lnSpc>
                <a:spcPct val="100000"/>
              </a:lnSpc>
              <a:spcBef>
                <a:spcPct val="20000"/>
              </a:spcBef>
              <a:spcAft>
                <a:spcPct val="0"/>
              </a:spcAft>
              <a:buClr>
                <a:srgbClr val="FF5050"/>
              </a:buClr>
              <a:buSzTx/>
              <a:buFontTx/>
              <a:buNone/>
              <a:defRPr/>
            </a:pP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endPar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447675" marR="0" lvl="0" indent="-447675" algn="l" defTabSz="914400" rtl="0" eaLnBrk="1" fontAlgn="base" latinLnBrk="1" hangingPunct="1">
              <a:lnSpc>
                <a:spcPct val="100000"/>
              </a:lnSpc>
              <a:spcBef>
                <a:spcPct val="20000"/>
              </a:spcBef>
              <a:spcAft>
                <a:spcPct val="0"/>
              </a:spcAft>
              <a:buClr>
                <a:srgbClr val="FF5050"/>
              </a:buClr>
              <a:buSzTx/>
              <a:buFontTx/>
              <a:buNone/>
              <a:defRPr/>
            </a:pP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public:</a:t>
            </a:r>
            <a:endPar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447675" marR="0" lvl="0" indent="-447675" algn="l" defTabSz="914400" rtl="0" eaLnBrk="1" fontAlgn="base" latinLnBrk="1" hangingPunct="1">
              <a:lnSpc>
                <a:spcPct val="100000"/>
              </a:lnSpc>
              <a:spcBef>
                <a:spcPct val="20000"/>
              </a:spcBef>
              <a:spcAft>
                <a:spcPct val="0"/>
              </a:spcAft>
              <a:buClr>
                <a:srgbClr val="FF5050"/>
              </a:buClr>
              <a:buSzTx/>
              <a:buFontTx/>
              <a:buNone/>
              <a:defRPr/>
            </a:pP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 </a:t>
            </a:r>
            <a:r>
              <a:rPr kumimoji="1" lang="en-US" altLang="zh-CN" sz="2400" b="0" i="0" u="none" strike="noStrike" kern="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cout</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&lt;&lt;"A's default constructor called." &lt;&lt;</a:t>
            </a:r>
            <a:r>
              <a:rPr kumimoji="1" lang="en-US" altLang="zh-CN" sz="2400" b="0" i="0" u="none" strike="noStrike" kern="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endl</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447675" marR="0" lvl="0" indent="-447675" algn="l" defTabSz="914400" rtl="0" eaLnBrk="1" fontAlgn="base" latinLnBrk="1" hangingPunct="1">
              <a:lnSpc>
                <a:spcPct val="100000"/>
              </a:lnSpc>
              <a:spcBef>
                <a:spcPct val="20000"/>
              </a:spcBef>
              <a:spcAft>
                <a:spcPct val="0"/>
              </a:spcAft>
              <a:buClr>
                <a:srgbClr val="FF5050"/>
              </a:buClr>
              <a:buSzTx/>
              <a:buFontTx/>
              <a:buNone/>
              <a:defRPr/>
            </a:pP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a:t>
            </a:r>
            <a:r>
              <a:rPr kumimoji="1" lang="en-US" altLang="zh-CN" sz="2400" b="0" i="0" u="none" strike="noStrike" kern="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cout</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&lt;&lt;"A's destructor called."&lt;&lt;</a:t>
            </a:r>
            <a:r>
              <a:rPr kumimoji="1" lang="en-US" altLang="zh-CN" sz="2400" b="0" i="0" u="none" strike="noStrike" kern="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endl</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447675" marR="0" lvl="0" indent="-447675" algn="l" defTabSz="914400" rtl="0" eaLnBrk="1" fontAlgn="base" latinLnBrk="1" hangingPunct="1">
              <a:lnSpc>
                <a:spcPct val="100000"/>
              </a:lnSpc>
              <a:spcBef>
                <a:spcPct val="20000"/>
              </a:spcBef>
              <a:spcAft>
                <a:spcPct val="0"/>
              </a:spcAft>
              <a:buClr>
                <a:srgbClr val="FF5050"/>
              </a:buClr>
              <a:buSzTx/>
              <a:buFontTx/>
              <a:buNone/>
              <a:defRPr/>
            </a:pP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void  print() const  { </a:t>
            </a:r>
            <a:r>
              <a:rPr kumimoji="1" lang="en-US" altLang="zh-CN" sz="2400" b="0" i="0" u="none" strike="noStrike" kern="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cout</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&lt;&lt; "I am A"&lt;&lt;</a:t>
            </a:r>
            <a:r>
              <a:rPr kumimoji="1" lang="en-US" altLang="zh-CN" sz="2400" b="0" i="0" u="none" strike="noStrike" kern="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endl</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447675" marR="0" lvl="0" indent="-447675" algn="l" defTabSz="914400" rtl="0" eaLnBrk="1" fontAlgn="base" latinLnBrk="1" hangingPunct="1">
              <a:lnSpc>
                <a:spcPct val="100000"/>
              </a:lnSpc>
              <a:spcBef>
                <a:spcPct val="20000"/>
              </a:spcBef>
              <a:spcAft>
                <a:spcPct val="0"/>
              </a:spcAft>
              <a:buClr>
                <a:srgbClr val="FF5050"/>
              </a:buClr>
              <a:buSzTx/>
              <a:buFontTx/>
              <a:buNone/>
              <a:defRPr/>
            </a:pP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endPar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447675" marR="0" lvl="0" indent="-447675" algn="l" defTabSz="914400" rtl="0" eaLnBrk="0" fontAlgn="base" latinLnBrk="1" hangingPunct="0">
              <a:lnSpc>
                <a:spcPct val="100000"/>
              </a:lnSpc>
              <a:spcBef>
                <a:spcPct val="20000"/>
              </a:spcBef>
              <a:spcAft>
                <a:spcPct val="0"/>
              </a:spcAft>
              <a:buClr>
                <a:schemeClr val="accent1"/>
              </a:buClr>
              <a:buSzTx/>
              <a:buFontTx/>
              <a:buNone/>
              <a:defRPr/>
            </a:pPr>
            <a:endParaRPr kumimoji="1" lang="en-US" altLang="zh-CN" sz="1600" b="1" i="0" u="none" strike="noStrike" kern="0" cap="none" spc="0" normalizeH="0" baseline="0" noProof="0" dirty="0">
              <a:ln>
                <a:solidFill>
                  <a:schemeClr val="bg1"/>
                </a:solidFill>
              </a:ln>
              <a:solidFill>
                <a:schemeClr val="tx1"/>
              </a:solidFill>
              <a:effectLst/>
              <a:uLnTx/>
              <a:uFillTx/>
              <a:latin typeface="+mn-ea"/>
              <a:ea typeface="Gulim" pitchFamily="34" charset="-127"/>
              <a:cs typeface="+mn-cs"/>
            </a:endParaRPr>
          </a:p>
        </p:txBody>
      </p:sp>
      <p:sp>
        <p:nvSpPr>
          <p:cNvPr id="109571"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4" name="Rectangle 2"/>
          <p:cNvSpPr>
            <a:spLocks noGrp="1" noChangeArrowheads="1"/>
          </p:cNvSpPr>
          <p:nvPr>
            <p:ph type="title"/>
          </p:nvPr>
        </p:nvSpPr>
        <p:spPr bwMode="auto">
          <a:xfrm>
            <a:off x="504825" y="115888"/>
            <a:ext cx="9072563"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练习</a:t>
            </a:r>
            <a:endParaRPr kumimoji="1" lang="zh-CN"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endParaRPr>
          </a:p>
        </p:txBody>
      </p:sp>
    </p:spTree>
  </p:cSld>
  <p:clrMapOvr>
    <a:masterClrMapping/>
  </p:clrMapOvr>
  <p:transition spd="med">
    <p:wedg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内容占位符 2"/>
          <p:cNvSpPr>
            <a:spLocks noGrp="1"/>
          </p:cNvSpPr>
          <p:nvPr>
            <p:ph idx="1"/>
          </p:nvPr>
        </p:nvSpPr>
        <p:spPr>
          <a:xfrm>
            <a:off x="144463" y="1052513"/>
            <a:ext cx="9864725" cy="3600450"/>
          </a:xfrm>
          <a:noFill/>
          <a:ln>
            <a:noFill/>
          </a:ln>
        </p:spPr>
        <p:txBody>
          <a:bodyPr/>
          <a:p>
            <a:pPr eaLnBrk="1" hangingPunct="1">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class B:public A</a:t>
            </a:r>
            <a:endParaRPr lang="en-US" altLang="zh-CN" sz="2400" dirty="0">
              <a:solidFill>
                <a:srgbClr val="000000"/>
              </a:solidFill>
              <a:latin typeface="黑体" panose="02010609060101010101" pitchFamily="49" charset="-122"/>
              <a:ea typeface="黑体" panose="02010609060101010101" pitchFamily="49" charset="-122"/>
            </a:endParaRPr>
          </a:p>
          <a:p>
            <a:pPr eaLnBrk="1" hangingPunct="1">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a:t>
            </a:r>
            <a:endParaRPr lang="en-US" altLang="zh-CN" sz="2400" dirty="0">
              <a:solidFill>
                <a:srgbClr val="000000"/>
              </a:solidFill>
              <a:latin typeface="黑体" panose="02010609060101010101" pitchFamily="49" charset="-122"/>
              <a:ea typeface="黑体" panose="02010609060101010101" pitchFamily="49" charset="-122"/>
            </a:endParaRPr>
          </a:p>
          <a:p>
            <a:pPr eaLnBrk="1" hangingPunct="1">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public:</a:t>
            </a:r>
            <a:endParaRPr lang="en-US" altLang="zh-CN" sz="2400" dirty="0">
              <a:solidFill>
                <a:srgbClr val="000000"/>
              </a:solidFill>
              <a:latin typeface="黑体" panose="02010609060101010101" pitchFamily="49" charset="-122"/>
              <a:ea typeface="黑体" panose="02010609060101010101" pitchFamily="49" charset="-122"/>
            </a:endParaRPr>
          </a:p>
          <a:p>
            <a:pPr eaLnBrk="1" hangingPunct="1">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B(){ cout&lt;&lt;"B's default constructor called." &lt;&lt; endl;}</a:t>
            </a:r>
            <a:endParaRPr lang="en-US" altLang="zh-CN" sz="2400" dirty="0">
              <a:solidFill>
                <a:srgbClr val="000000"/>
              </a:solidFill>
              <a:latin typeface="黑体" panose="02010609060101010101" pitchFamily="49" charset="-122"/>
              <a:ea typeface="黑体" panose="02010609060101010101" pitchFamily="49" charset="-122"/>
            </a:endParaRPr>
          </a:p>
          <a:p>
            <a:pPr eaLnBrk="1" hangingPunct="1">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~B(){  cout&lt;&lt;"B's destructor called."&lt;&lt;endl;};</a:t>
            </a:r>
            <a:endParaRPr lang="en-US" altLang="zh-CN" sz="2400" dirty="0">
              <a:solidFill>
                <a:srgbClr val="000000"/>
              </a:solidFill>
              <a:latin typeface="黑体" panose="02010609060101010101" pitchFamily="49" charset="-122"/>
              <a:ea typeface="黑体" panose="02010609060101010101" pitchFamily="49" charset="-122"/>
            </a:endParaRPr>
          </a:p>
          <a:p>
            <a:pPr eaLnBrk="1" hangingPunct="1">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void print() const{	cout&lt;&lt; "I am B"&lt;&lt;endl;};</a:t>
            </a:r>
            <a:endParaRPr lang="en-US" altLang="zh-CN" sz="2400" dirty="0">
              <a:solidFill>
                <a:srgbClr val="000000"/>
              </a:solidFill>
              <a:latin typeface="黑体" panose="02010609060101010101" pitchFamily="49" charset="-122"/>
              <a:ea typeface="黑体" panose="02010609060101010101" pitchFamily="49" charset="-122"/>
            </a:endParaRPr>
          </a:p>
          <a:p>
            <a:pPr eaLnBrk="1" hangingPunct="1">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	    void printOne() const {cout&lt;&lt;"I am B too."&lt;&lt;endl;}</a:t>
            </a:r>
            <a:endParaRPr lang="en-US" altLang="zh-CN" sz="2400" dirty="0">
              <a:solidFill>
                <a:srgbClr val="000000"/>
              </a:solidFill>
              <a:latin typeface="黑体" panose="02010609060101010101" pitchFamily="49" charset="-122"/>
              <a:ea typeface="黑体" panose="02010609060101010101" pitchFamily="49" charset="-122"/>
            </a:endParaRPr>
          </a:p>
          <a:p>
            <a:pPr eaLnBrk="1" hangingPunct="1">
              <a:buClr>
                <a:srgbClr val="FF5050"/>
              </a:buClr>
              <a:buNone/>
            </a:pPr>
            <a:r>
              <a:rPr lang="en-US" altLang="zh-CN" sz="2400" dirty="0">
                <a:solidFill>
                  <a:srgbClr val="000000"/>
                </a:solidFill>
                <a:latin typeface="黑体" panose="02010609060101010101" pitchFamily="49" charset="-122"/>
                <a:ea typeface="黑体" panose="02010609060101010101" pitchFamily="49" charset="-122"/>
              </a:rPr>
              <a:t>};</a:t>
            </a:r>
            <a:endParaRPr lang="zh-CN" altLang="en-US" sz="2400" dirty="0">
              <a:solidFill>
                <a:srgbClr val="000000"/>
              </a:solidFill>
              <a:latin typeface="黑体" panose="02010609060101010101" pitchFamily="49" charset="-122"/>
              <a:ea typeface="黑体" panose="02010609060101010101" pitchFamily="49" charset="-122"/>
            </a:endParaRPr>
          </a:p>
        </p:txBody>
      </p:sp>
      <p:sp>
        <p:nvSpPr>
          <p:cNvPr id="4" name="Rectangle 2"/>
          <p:cNvSpPr>
            <a:spLocks noGrp="1" noChangeArrowheads="1"/>
          </p:cNvSpPr>
          <p:nvPr>
            <p:ph type="title"/>
          </p:nvPr>
        </p:nvSpPr>
        <p:spPr bwMode="auto">
          <a:xfrm>
            <a:off x="504825" y="115888"/>
            <a:ext cx="9072563" cy="1143000"/>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练习</a:t>
            </a:r>
            <a:endParaRPr kumimoji="1" lang="zh-CN"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endParaRPr>
          </a:p>
        </p:txBody>
      </p:sp>
    </p:spTree>
  </p:cSld>
  <p:clrMapOvr>
    <a:masterClrMapping/>
  </p:clrMapOvr>
  <p:transition spd="med">
    <p:wedg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灯片编号占位符 3"/>
          <p:cNvSpPr txBox="1">
            <a:spLocks noGrp="1"/>
          </p:cNvSpPr>
          <p:nvPr>
            <p:ph type="sldNum" sz="quarter"/>
          </p:nvPr>
        </p:nvSpPr>
        <p:spPr>
          <a:xfrm>
            <a:off x="6727825" y="6408738"/>
            <a:ext cx="1919288" cy="365125"/>
          </a:xfrm>
          <a:prstGeom prst="rect">
            <a:avLst/>
          </a:prstGeom>
          <a:noFill/>
          <a:ln w="9525">
            <a:noFill/>
          </a:ln>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Gulim" pitchFamily="34" charset="-127"/>
                <a:ea typeface="Gulim" pitchFamily="34" charset="-127"/>
                <a:cs typeface="+mn-cs"/>
              </a:defRPr>
            </a:lvl5pPr>
          </a:lstStyle>
          <a:p>
            <a:pPr lvl="0" eaLnBrk="1" hangingPunct="1">
              <a:buNone/>
            </a:pPr>
            <a:fld id="{BB962C8B-B14F-4D97-AF65-F5344CB8AC3E}" type="datetime1">
              <a:rPr lang="zh-CN" altLang="en-US" dirty="0">
                <a:cs typeface="Tahoma" panose="020B0604030504040204" pitchFamily="34" charset="0"/>
              </a:rPr>
            </a:fld>
            <a:endParaRPr lang="zh-CN" altLang="en-US" sz="1200" dirty="0">
              <a:solidFill>
                <a:srgbClr val="FF5050"/>
              </a:solidFill>
              <a:latin typeface="Arial" panose="020B0604020202020204" pitchFamily="34" charset="0"/>
              <a:ea typeface="宋体" panose="02010600030101010101" pitchFamily="2" charset="-122"/>
              <a:cs typeface="Tahoma" panose="020B0604030504040204" pitchFamily="34" charset="0"/>
            </a:endParaRPr>
          </a:p>
        </p:txBody>
      </p:sp>
      <p:sp>
        <p:nvSpPr>
          <p:cNvPr id="113667" name="内容占位符 2"/>
          <p:cNvSpPr txBox="1"/>
          <p:nvPr/>
        </p:nvSpPr>
        <p:spPr>
          <a:xfrm>
            <a:off x="0" y="1104900"/>
            <a:ext cx="9936163" cy="4848225"/>
          </a:xfrm>
          <a:prstGeom prst="rect">
            <a:avLst/>
          </a:prstGeom>
          <a:noFill/>
          <a:ln w="9525">
            <a:noFill/>
          </a:ln>
        </p:spPr>
        <p:txBody>
          <a:bodyPr/>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int main()</a:t>
            </a:r>
            <a:endParaRPr lang="en-US" altLang="zh-CN" sz="2400" dirty="0">
              <a:solidFill>
                <a:srgbClr val="00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a:t>
            </a:r>
            <a:endParaRPr lang="en-US" altLang="zh-CN" sz="2400" dirty="0">
              <a:solidFill>
                <a:srgbClr val="00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	A a,*pa=&amp;a;</a:t>
            </a:r>
            <a:endParaRPr lang="en-US" altLang="zh-CN" sz="2400" dirty="0">
              <a:solidFill>
                <a:srgbClr val="00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	B b,*pb=&amp;b;</a:t>
            </a:r>
            <a:endParaRPr lang="en-US" altLang="zh-CN" sz="2400" dirty="0">
              <a:solidFill>
                <a:srgbClr val="00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	a=b;</a:t>
            </a:r>
            <a:endParaRPr lang="en-US" altLang="zh-CN" sz="2400" dirty="0">
              <a:solidFill>
                <a:srgbClr val="00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	a.print();   </a:t>
            </a:r>
            <a:r>
              <a:rPr lang="en-US" altLang="zh-CN" sz="2400" dirty="0">
                <a:solidFill>
                  <a:srgbClr val="FF0000"/>
                </a:solidFill>
                <a:latin typeface="黑体" panose="02010609060101010101" pitchFamily="49" charset="-122"/>
                <a:ea typeface="黑体" panose="02010609060101010101" pitchFamily="49" charset="-122"/>
              </a:rPr>
              <a:t>a.printOne();   //red, error</a:t>
            </a:r>
            <a:endParaRPr lang="en-US" altLang="zh-CN" sz="2400" dirty="0">
              <a:solidFill>
                <a:srgbClr val="FF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	</a:t>
            </a:r>
            <a:endParaRPr lang="en-US" altLang="zh-CN" sz="2400" dirty="0">
              <a:solidFill>
                <a:srgbClr val="00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	pa=pb;   pa-&gt;print();</a:t>
            </a:r>
            <a:endParaRPr lang="en-US" altLang="zh-CN" sz="2400" dirty="0">
              <a:solidFill>
                <a:srgbClr val="00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FF0000"/>
                </a:solidFill>
                <a:latin typeface="黑体" panose="02010609060101010101" pitchFamily="49" charset="-122"/>
                <a:ea typeface="黑体" panose="02010609060101010101" pitchFamily="49" charset="-122"/>
              </a:rPr>
              <a:t>  pa-&gt;printOne();   </a:t>
            </a:r>
            <a:r>
              <a:rPr lang="en-US" altLang="zh-CN" sz="2400" dirty="0">
                <a:solidFill>
                  <a:srgbClr val="000000"/>
                </a:solidFill>
                <a:latin typeface="黑体" panose="02010609060101010101" pitchFamily="49" charset="-122"/>
                <a:ea typeface="黑体" panose="02010609060101010101" pitchFamily="49" charset="-122"/>
              </a:rPr>
              <a:t>pb-&gt;printOne();  </a:t>
            </a:r>
            <a:r>
              <a:rPr lang="en-US" altLang="zh-CN" sz="2400" dirty="0">
                <a:solidFill>
                  <a:srgbClr val="FF0000"/>
                </a:solidFill>
                <a:latin typeface="黑体" panose="02010609060101010101" pitchFamily="49" charset="-122"/>
                <a:ea typeface="黑体" panose="02010609060101010101" pitchFamily="49" charset="-122"/>
              </a:rPr>
              <a:t>//error</a:t>
            </a:r>
            <a:endParaRPr lang="en-US" altLang="zh-CN" sz="2400" dirty="0">
              <a:solidFill>
                <a:srgbClr val="FF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	return 0;</a:t>
            </a:r>
            <a:endParaRPr lang="en-US" altLang="zh-CN" sz="2400" dirty="0">
              <a:solidFill>
                <a:srgbClr val="000000"/>
              </a:solidFill>
              <a:latin typeface="黑体" panose="02010609060101010101" pitchFamily="49" charset="-122"/>
              <a:ea typeface="黑体" panose="02010609060101010101" pitchFamily="49" charset="-122"/>
            </a:endParaRPr>
          </a:p>
          <a:p>
            <a:pPr marL="365125" indent="-255270">
              <a:spcBef>
                <a:spcPct val="20000"/>
              </a:spcBef>
              <a:buClr>
                <a:srgbClr val="FF5050"/>
              </a:buClr>
              <a:buSzPct val="68000"/>
              <a:buNone/>
            </a:pPr>
            <a:r>
              <a:rPr lang="en-US" altLang="zh-CN" sz="2400" dirty="0">
                <a:solidFill>
                  <a:srgbClr val="000000"/>
                </a:solidFill>
                <a:latin typeface="黑体" panose="02010609060101010101" pitchFamily="49" charset="-122"/>
                <a:ea typeface="黑体" panose="02010609060101010101" pitchFamily="49" charset="-122"/>
              </a:rPr>
              <a:t>}</a:t>
            </a:r>
            <a:endParaRPr lang="en-US" altLang="zh-CN" sz="2400" dirty="0">
              <a:solidFill>
                <a:srgbClr val="000000"/>
              </a:solidFill>
              <a:latin typeface="黑体" panose="02010609060101010101" pitchFamily="49" charset="-122"/>
              <a:ea typeface="黑体" panose="02010609060101010101" pitchFamily="49" charset="-122"/>
            </a:endParaRPr>
          </a:p>
        </p:txBody>
      </p:sp>
      <p:sp>
        <p:nvSpPr>
          <p:cNvPr id="4" name="Rectangle 2"/>
          <p:cNvSpPr>
            <a:spLocks noGrp="1" noChangeArrowheads="1"/>
          </p:cNvSpPr>
          <p:nvPr>
            <p:ph type="title"/>
          </p:nvPr>
        </p:nvSpPr>
        <p:spPr bwMode="auto">
          <a:xfrm>
            <a:off x="504825" y="115888"/>
            <a:ext cx="9072563" cy="792163"/>
          </a:xfrm>
        </p:spPr>
        <p:txBody>
          <a:bodyPr vert="horz" wrap="square" lIns="91440" tIns="45720" rIns="91440" bIns="45720" numCol="1" anchor="t"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rPr>
              <a:t>练习</a:t>
            </a:r>
            <a:endParaRPr kumimoji="1" lang="zh-CN" altLang="en-US" sz="4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宋体" panose="02010600030101010101" pitchFamily="2" charset="-122"/>
              <a:ea typeface="宋体" panose="02010600030101010101" pitchFamily="2" charset="-122"/>
              <a:cs typeface="+mj-cs"/>
            </a:endParaRPr>
          </a:p>
        </p:txBody>
      </p:sp>
      <p:sp>
        <p:nvSpPr>
          <p:cNvPr id="3" name="文本框 2"/>
          <p:cNvSpPr txBox="1"/>
          <p:nvPr/>
        </p:nvSpPr>
        <p:spPr>
          <a:xfrm>
            <a:off x="144463" y="5953125"/>
            <a:ext cx="8280400" cy="523875"/>
          </a:xfrm>
          <a:prstGeom prst="rect">
            <a:avLst/>
          </a:prstGeom>
          <a:noFill/>
          <a:ln w="9525">
            <a:noFill/>
          </a:ln>
        </p:spPr>
        <p:txBody>
          <a:bodyPr>
            <a:spAutoFit/>
          </a:bodyPr>
          <a:p>
            <a:pPr>
              <a:buNone/>
            </a:pPr>
            <a:r>
              <a:rPr lang="en-US" altLang="zh-CN" sz="2800" dirty="0">
                <a:solidFill>
                  <a:srgbClr val="FF0000"/>
                </a:solidFill>
                <a:latin typeface="黑体" panose="02010609060101010101" pitchFamily="49" charset="-122"/>
                <a:ea typeface="黑体" panose="02010609060101010101" pitchFamily="49" charset="-122"/>
              </a:rPr>
              <a:t>pa-&gt;printOne();</a:t>
            </a:r>
            <a:r>
              <a:rPr lang="zh-CN" altLang="en-US" sz="2800" dirty="0">
                <a:solidFill>
                  <a:srgbClr val="FF0000"/>
                </a:solidFill>
                <a:latin typeface="黑体" panose="02010609060101010101" pitchFamily="49" charset="-122"/>
                <a:ea typeface="黑体" panose="02010609060101010101" pitchFamily="49" charset="-122"/>
              </a:rPr>
              <a:t>改为</a:t>
            </a:r>
            <a:r>
              <a:rPr lang="en-US" altLang="zh-CN" sz="2800" dirty="0">
                <a:solidFill>
                  <a:srgbClr val="FF0000"/>
                </a:solidFill>
                <a:latin typeface="黑体" panose="02010609060101010101" pitchFamily="49" charset="-122"/>
                <a:ea typeface="黑体" panose="02010609060101010101" pitchFamily="49" charset="-122"/>
              </a:rPr>
              <a:t>((B *)pa)-&gt;printOne(); </a:t>
            </a:r>
            <a:endParaRPr lang="zh-CN" altLang="en-US" sz="2800" dirty="0">
              <a:latin typeface="Gulim" pitchFamily="34" charset="-127"/>
              <a:ea typeface="黑体" panose="02010609060101010101" pitchFamily="49" charset="-122"/>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p="http://schemas.openxmlformats.org/presentationml/2006/main">
  <p:tag name="COMMONDATA" val="eyJoZGlkIjoiMGUwMzM5OTI4YTM0YjQ0ODhlODJlNjE0OWNjODk0ZTkifQ=="/>
</p:tagLst>
</file>

<file path=ppt/theme/theme1.xml><?xml version="1.0" encoding="utf-8"?>
<a:theme xmlns:a="http://schemas.openxmlformats.org/drawingml/2006/main" name="4_색종이 상자">
  <a:themeElements>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4_색종이 상자">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4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4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4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4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4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4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4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색종이 상자">
  <a:themeElements>
    <a:clrScheme name="5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5_색종이 상자">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5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5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5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5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5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5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5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5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색종이 상자">
  <a:themeElements>
    <a:clrScheme name="6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6_색종이 상자">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6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6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6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6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6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6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6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6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색종이 상자">
  <a:themeElements>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4_색종이 상자">
      <a:majorFont>
        <a:latin typeface="굴림"/>
        <a:ea typeface="굴림"/>
        <a:cs typeface="Tahoma"/>
      </a:majorFont>
      <a:minorFont>
        <a:latin typeface="굴림"/>
        <a:ea typeface="굴림"/>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sm"/>
        </a:ln>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1" lang="ko-KR" altLang="en-US" sz="1000" b="0" i="0" u="none" strike="noStrike" cap="none" normalizeH="0" baseline="0" smtClean="0">
            <a:ln>
              <a:noFill/>
            </a:ln>
            <a:solidFill>
              <a:schemeClr val="tx1"/>
            </a:solidFill>
            <a:effectLst/>
            <a:latin typeface="굴림" pitchFamily="50" charset="-127"/>
            <a:ea typeface="굴림" pitchFamily="50" charset="-127"/>
            <a:cs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sm"/>
        </a:ln>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1" lang="ko-KR" altLang="en-US" sz="1000" b="0" i="0" u="none" strike="noStrike" cap="none" normalizeH="0" baseline="0" smtClean="0">
            <a:ln>
              <a:noFill/>
            </a:ln>
            <a:solidFill>
              <a:schemeClr val="tx1"/>
            </a:solidFill>
            <a:effectLst/>
            <a:latin typeface="굴림" pitchFamily="50" charset="-127"/>
            <a:ea typeface="굴림" pitchFamily="50" charset="-127"/>
            <a:cs typeface="Tahoma" panose="020B0604030504040204" pitchFamily="34" charset="0"/>
          </a:defRPr>
        </a:defPPr>
      </a:lstStyle>
    </a:lnDef>
  </a:objectDefaults>
  <a:extraClrSchemeLst>
    <a:extraClrScheme>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4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4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4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4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4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4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4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8_색종이 상자">
  <a:themeElements>
    <a:clrScheme name="5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5_색종이 상자">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5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5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5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5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5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5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5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5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9_색종이 상자">
  <a:themeElements>
    <a:clrScheme name="6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6_색종이 상자">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6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6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6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6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6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6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6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6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0_색종이 상자">
  <a:themeElements>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4_색종이 상자">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10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4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4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4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4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4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4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4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themeOverride>
</file>

<file path=docProps/app.xml><?xml version="1.0" encoding="utf-8"?>
<Properties xmlns="http://schemas.openxmlformats.org/officeDocument/2006/extended-properties" xmlns:vt="http://schemas.openxmlformats.org/officeDocument/2006/docPropsVTypes">
  <TotalTime>0</TotalTime>
  <Words>11358</Words>
  <Application>WPS 演示</Application>
  <PresentationFormat/>
  <Paragraphs>1019</Paragraphs>
  <Slides>71</Slides>
  <Notes>31</Notes>
  <HiddenSlides>0</HiddenSlides>
  <MMClips>0</MMClips>
  <ScaleCrop>false</ScaleCrop>
  <HeadingPairs>
    <vt:vector size="6" baseType="variant">
      <vt:variant>
        <vt:lpstr>已用的字体</vt:lpstr>
      </vt:variant>
      <vt:variant>
        <vt:i4>22</vt:i4>
      </vt:variant>
      <vt:variant>
        <vt:lpstr>主题</vt:lpstr>
      </vt:variant>
      <vt:variant>
        <vt:i4>7</vt:i4>
      </vt:variant>
      <vt:variant>
        <vt:lpstr>幻灯片标题</vt:lpstr>
      </vt:variant>
      <vt:variant>
        <vt:i4>71</vt:i4>
      </vt:variant>
    </vt:vector>
  </HeadingPairs>
  <TitlesOfParts>
    <vt:vector size="100" baseType="lpstr">
      <vt:lpstr>Arial</vt:lpstr>
      <vt:lpstr>宋体</vt:lpstr>
      <vt:lpstr>Wingdings</vt:lpstr>
      <vt:lpstr>Gulim</vt:lpstr>
      <vt:lpstr>Malgun Gothic</vt:lpstr>
      <vt:lpstr>Tahoma</vt:lpstr>
      <vt:lpstr>华文隶书</vt:lpstr>
      <vt:lpstr>黑体</vt:lpstr>
      <vt:lpstr>HY헤드라인M</vt:lpstr>
      <vt:lpstr>Segoe Print</vt:lpstr>
      <vt:lpstr>Times New Roman</vt:lpstr>
      <vt:lpstr>楷体</vt:lpstr>
      <vt:lpstr>Lucida Sans Unicode</vt:lpstr>
      <vt:lpstr>Wingdings 3</vt:lpstr>
      <vt:lpstr>隶书</vt:lpstr>
      <vt:lpstr>굴림</vt:lpstr>
      <vt:lpstr>华文宋体</vt:lpstr>
      <vt:lpstr>楷体_GB2312</vt:lpstr>
      <vt:lpstr>新宋体</vt:lpstr>
      <vt:lpstr>微软雅黑</vt:lpstr>
      <vt:lpstr>Arial Unicode MS</vt:lpstr>
      <vt:lpstr>Lucida Sans Unicode</vt:lpstr>
      <vt:lpstr>4_색종이 상자</vt:lpstr>
      <vt:lpstr>5_색종이 상자</vt:lpstr>
      <vt:lpstr>6_색종이 상자</vt:lpstr>
      <vt:lpstr>7_색종이 상자</vt:lpstr>
      <vt:lpstr>8_색종이 상자</vt:lpstr>
      <vt:lpstr>9_색종이 상자</vt:lpstr>
      <vt:lpstr>10_색종이 상자</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頂勲爤鞝犿厡鞚挫厴</dc:title>
  <dc:creator>kmac</dc:creator>
  <cp:lastModifiedBy>嘉聪</cp:lastModifiedBy>
  <cp:revision>3578</cp:revision>
  <dcterms:created xsi:type="dcterms:W3CDTF">2001-08-06T11:10:24Z</dcterms:created>
  <dcterms:modified xsi:type="dcterms:W3CDTF">2024-04-22T06:24:47Z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2052-11.1.0.12165</vt:lpwstr>
  </property>
  <property fmtid="{D5CDD505-2E9C-101B-9397-08002B2CF9AE}" pid="3" name="ICV">
    <vt:lpwstr>EBEE936E6A1F48F2BBD820A36D7C341F</vt:lpwstr>
  </property>
</Properties>
</file>