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2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04010" y="185420"/>
            <a:ext cx="9144000" cy="1379855"/>
          </a:xfrm>
        </p:spPr>
        <p:txBody>
          <a:bodyPr/>
          <a:p>
            <a:r>
              <a:rPr lang="en-US" altLang="zh-CN" sz="7200" b="1">
                <a:solidFill>
                  <a:srgbClr val="00B0F0"/>
                </a:solidFill>
                <a:cs typeface="+mj-lt"/>
              </a:rPr>
              <a:t>h</a:t>
            </a:r>
            <a:r>
              <a:rPr lang="en-US" altLang="zh-CN" sz="7200" b="1">
                <a:solidFill>
                  <a:srgbClr val="00B0F0"/>
                </a:solidFill>
                <a:ea typeface="楷体" panose="02010609060101010101" charset="-122"/>
                <a:cs typeface="+mj-lt"/>
              </a:rPr>
              <a:t>ometown foods</a:t>
            </a:r>
            <a:endParaRPr lang="en-US" altLang="zh-CN" sz="7200" b="1">
              <a:solidFill>
                <a:srgbClr val="00B0F0"/>
              </a:solidFill>
              <a:ea typeface="楷体" panose="02010609060101010101" charset="-122"/>
              <a:cs typeface="+mj-lt"/>
            </a:endParaRPr>
          </a:p>
        </p:txBody>
      </p:sp>
      <p:pic>
        <p:nvPicPr>
          <p:cNvPr id="5" name="图片 4" descr="客家五指毛桃鸡_5_青鉴甄选xiao红薯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3613150"/>
            <a:ext cx="2750185" cy="3244215"/>
          </a:xfrm>
          <a:prstGeom prst="rect">
            <a:avLst/>
          </a:prstGeom>
        </p:spPr>
      </p:pic>
      <p:pic>
        <p:nvPicPr>
          <p:cNvPr id="6" name="图片 5" descr="客家酿豆腐_1_何以窥不卿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943985" y="3613150"/>
            <a:ext cx="4190365" cy="3244215"/>
          </a:xfrm>
          <a:prstGeom prst="rect">
            <a:avLst/>
          </a:prstGeom>
        </p:spPr>
      </p:pic>
      <p:sp>
        <p:nvSpPr>
          <p:cNvPr id="7" name="副标题 2"/>
          <p:cNvSpPr>
            <a:spLocks noGrp="1"/>
          </p:cNvSpPr>
          <p:nvPr/>
        </p:nvSpPr>
        <p:spPr>
          <a:xfrm>
            <a:off x="1770380" y="173069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>
                <a:solidFill>
                  <a:srgbClr val="00B0F0"/>
                </a:solidFill>
              </a:rPr>
              <a:t>part3-heyuan guangdong&amp;shanwei guangdong</a:t>
            </a:r>
            <a:endParaRPr lang="en-US" altLang="zh-CN" sz="3600">
              <a:solidFill>
                <a:srgbClr val="00B0F0"/>
              </a:solidFill>
            </a:endParaRPr>
          </a:p>
        </p:txBody>
      </p:sp>
      <p:pic>
        <p:nvPicPr>
          <p:cNvPr id="9" name="图片 8" descr="海陆丰擂茶｜汕尾菜茶｜也叫开丁茶❗️_6_香菜李_来自小红书网页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350" y="3612515"/>
            <a:ext cx="3198495" cy="324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0395" y="278130"/>
            <a:ext cx="8897620" cy="796290"/>
          </a:xfrm>
        </p:spPr>
        <p:txBody>
          <a:bodyPr>
            <a:noAutofit/>
          </a:bodyPr>
          <a:p>
            <a:r>
              <a:rPr lang="en-US" altLang="zh-CN" sz="4800">
                <a:solidFill>
                  <a:srgbClr val="00B0F0"/>
                </a:solidFill>
              </a:rPr>
              <a:t>Heyuan delicious foods</a:t>
            </a:r>
            <a:endParaRPr lang="en-US" altLang="zh-CN" sz="4800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0395" y="1162685"/>
            <a:ext cx="3510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luo po pan(萝卜粄</a:t>
            </a:r>
            <a:r>
              <a:rPr lang="en-US" altLang="zh-CN">
                <a:solidFill>
                  <a:srgbClr val="00B0F0"/>
                </a:solidFill>
              </a:rPr>
              <a:t>)</a:t>
            </a:r>
            <a:endParaRPr lang="en-US" altLang="zh-CN">
              <a:solidFill>
                <a:srgbClr val="00B0F0"/>
              </a:solidFill>
            </a:endParaRPr>
          </a:p>
        </p:txBody>
      </p:sp>
      <p:pic>
        <p:nvPicPr>
          <p:cNvPr id="5" name="图片 4" descr="客家萝卜粄_1_拾壹_来自小红书网页版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4825" y="1834515"/>
            <a:ext cx="3754755" cy="3754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5930" y="5589270"/>
            <a:ext cx="64477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00B0F0"/>
                </a:solidFill>
              </a:rPr>
              <a:t>is made of radish</a:t>
            </a:r>
            <a:r>
              <a:rPr lang="zh-CN" altLang="en-US" sz="2800">
                <a:solidFill>
                  <a:srgbClr val="00B0F0"/>
                </a:solidFill>
              </a:rPr>
              <a:t>，glutinous rice flour</a:t>
            </a:r>
            <a:r>
              <a:rPr lang="en-US" altLang="zh-CN" sz="2800">
                <a:solidFill>
                  <a:srgbClr val="00B0F0"/>
                </a:solidFill>
              </a:rPr>
              <a:t>,some pork and small shrimp </a:t>
            </a:r>
            <a:endParaRPr lang="en-US" altLang="zh-CN" sz="2800">
              <a:solidFill>
                <a:srgbClr val="00B0F0"/>
              </a:solidFill>
            </a:endParaRPr>
          </a:p>
        </p:txBody>
      </p:sp>
      <p:pic>
        <p:nvPicPr>
          <p:cNvPr id="8" name="图片 7" descr="客家酿豆腐｜温暖开胃豆腐煲🥘_4_猪太奇_来自小红书网页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035" y="1657985"/>
            <a:ext cx="2993390" cy="39884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404735" y="1074420"/>
            <a:ext cx="3814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  <a:sym typeface="+mn-ea"/>
              </a:rPr>
              <a:t>Hakka </a:t>
            </a:r>
            <a:r>
              <a:rPr lang="en-US" altLang="zh-CN" sz="3200">
                <a:solidFill>
                  <a:srgbClr val="00B0F0"/>
                </a:solidFill>
              </a:rPr>
              <a:t>Stuffed tofu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0" name="圆角矩形 9"/>
          <p:cNvSpPr/>
          <p:nvPr/>
        </p:nvSpPr>
        <p:spPr>
          <a:xfrm>
            <a:off x="4592320" y="1530985"/>
            <a:ext cx="2593975" cy="411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86325" y="2067560"/>
            <a:ext cx="200596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tx1"/>
                </a:solidFill>
              </a:rPr>
              <a:t>is  delious which is an special  Hakka foods</a:t>
            </a:r>
            <a:endParaRPr lang="en-US" altLang="zh-CN" sz="320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527925" y="5817870"/>
            <a:ext cx="3437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00B0F0"/>
                </a:solidFill>
              </a:rPr>
              <a:t>is made of tofu,pork.</a:t>
            </a:r>
            <a:endParaRPr lang="en-US" altLang="zh-CN" sz="280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1" grpId="0"/>
      <p:bldP spid="10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0395" y="278130"/>
            <a:ext cx="8897620" cy="796290"/>
          </a:xfrm>
        </p:spPr>
        <p:txBody>
          <a:bodyPr>
            <a:noAutofit/>
          </a:bodyPr>
          <a:p>
            <a:r>
              <a:rPr lang="en-US" altLang="zh-CN" sz="4800">
                <a:solidFill>
                  <a:srgbClr val="00B0F0"/>
                </a:solidFill>
              </a:rPr>
              <a:t>Heyuan delicious foods</a:t>
            </a:r>
            <a:endParaRPr lang="en-US" altLang="zh-CN" sz="4800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0395" y="894080"/>
            <a:ext cx="40246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wuzhi maotao chicken(</a:t>
            </a:r>
            <a:r>
              <a:rPr lang="zh-CN" altLang="en-US" sz="3200">
                <a:solidFill>
                  <a:srgbClr val="00B0F0"/>
                </a:solidFill>
              </a:rPr>
              <a:t>五指毛桃鸡）</a:t>
            </a:r>
            <a:endParaRPr lang="en-US" altLang="zh-CN">
              <a:solidFill>
                <a:srgbClr val="00B0F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930" y="5589270"/>
            <a:ext cx="644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00B0F0"/>
                </a:solidFill>
              </a:rPr>
              <a:t> </a:t>
            </a:r>
            <a:endParaRPr lang="en-US" altLang="zh-CN" sz="2800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26960" y="1074420"/>
            <a:ext cx="3814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Hakka fans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62145" y="2118360"/>
            <a:ext cx="2593975" cy="411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50130" y="2415540"/>
            <a:ext cx="200596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tx1"/>
                </a:solidFill>
              </a:rPr>
              <a:t>is delious foos which is an special  Hakka foods</a:t>
            </a:r>
            <a:endParaRPr lang="en-US" altLang="zh-CN" sz="3200">
              <a:solidFill>
                <a:schemeClr val="tx1"/>
              </a:solidFill>
            </a:endParaRPr>
          </a:p>
        </p:txBody>
      </p:sp>
      <p:pic>
        <p:nvPicPr>
          <p:cNvPr id="3" name="图片 2" descr="一个人能干掉半支鸡，太香了吧_1_薯粉姐姐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80" y="2067560"/>
            <a:ext cx="3272155" cy="4363085"/>
          </a:xfrm>
          <a:prstGeom prst="rect">
            <a:avLst/>
          </a:prstGeom>
        </p:spPr>
      </p:pic>
      <p:pic>
        <p:nvPicPr>
          <p:cNvPr id="13" name="图片 12" descr="深圳美食｜一碗越吃越香的客家猪杂汤米粉_1_一颗糖🍬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865" y="1970405"/>
            <a:ext cx="3368040" cy="4488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0395" y="278130"/>
            <a:ext cx="8897620" cy="796290"/>
          </a:xfrm>
        </p:spPr>
        <p:txBody>
          <a:bodyPr>
            <a:noAutofit/>
          </a:bodyPr>
          <a:p>
            <a:r>
              <a:rPr lang="en-US" altLang="zh-CN" sz="4800">
                <a:solidFill>
                  <a:srgbClr val="00B0F0"/>
                </a:solidFill>
              </a:rPr>
              <a:t>shanwei delicious foods</a:t>
            </a:r>
            <a:endParaRPr lang="en-US" altLang="zh-CN" sz="4800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0395" y="879475"/>
            <a:ext cx="40246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shanwei vegetable tea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930" y="5589270"/>
            <a:ext cx="644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00B0F0"/>
                </a:solidFill>
              </a:rPr>
              <a:t> </a:t>
            </a:r>
            <a:endParaRPr lang="en-US" altLang="zh-CN" sz="2800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04735" y="1074420"/>
            <a:ext cx="3814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furit cans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62145" y="2118360"/>
            <a:ext cx="2593975" cy="411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50130" y="2415540"/>
            <a:ext cx="200596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tx1"/>
                </a:solidFill>
              </a:rPr>
              <a:t>is delious foos which is an special  </a:t>
            </a:r>
            <a:endParaRPr lang="en-US" altLang="zh-CN" sz="3200">
              <a:solidFill>
                <a:schemeClr val="tx1"/>
              </a:solidFill>
            </a:endParaRPr>
          </a:p>
          <a:p>
            <a:r>
              <a:rPr lang="en-US" altLang="zh-CN" sz="3200">
                <a:solidFill>
                  <a:schemeClr val="tx1"/>
                </a:solidFill>
              </a:rPr>
              <a:t>Chaoshan</a:t>
            </a:r>
            <a:endParaRPr lang="en-US" altLang="zh-CN" sz="3200">
              <a:solidFill>
                <a:schemeClr val="tx1"/>
              </a:solidFill>
            </a:endParaRPr>
          </a:p>
          <a:p>
            <a:r>
              <a:rPr lang="en-US" altLang="zh-CN" sz="3200">
                <a:solidFill>
                  <a:schemeClr val="tx1"/>
                </a:solidFill>
              </a:rPr>
              <a:t>foods</a:t>
            </a:r>
            <a:endParaRPr lang="en-US" altLang="zh-CN" sz="3200">
              <a:solidFill>
                <a:schemeClr val="tx1"/>
              </a:solidFill>
            </a:endParaRPr>
          </a:p>
        </p:txBody>
      </p:sp>
      <p:pic>
        <p:nvPicPr>
          <p:cNvPr id="5" name="图片 4" descr="汕尾菜茶_1_nevermind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918335"/>
            <a:ext cx="3239135" cy="4319270"/>
          </a:xfrm>
          <a:prstGeom prst="rect">
            <a:avLst/>
          </a:prstGeom>
        </p:spPr>
      </p:pic>
      <p:pic>
        <p:nvPicPr>
          <p:cNvPr id="8" name="图片 7" descr="平生第一次吃这玩意 终于还是买了😖_2_嗨，童小姐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2010" y="1657985"/>
            <a:ext cx="3441700" cy="4587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0395" y="278130"/>
            <a:ext cx="8897620" cy="796290"/>
          </a:xfrm>
        </p:spPr>
        <p:txBody>
          <a:bodyPr>
            <a:noAutofit/>
          </a:bodyPr>
          <a:p>
            <a:r>
              <a:rPr lang="en-US" altLang="zh-CN" sz="4800">
                <a:solidFill>
                  <a:srgbClr val="00B0F0"/>
                </a:solidFill>
              </a:rPr>
              <a:t>Heyuan delicious foods</a:t>
            </a:r>
            <a:endParaRPr lang="en-US" altLang="zh-CN" sz="4800">
              <a:solidFill>
                <a:srgbClr val="00B0F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3575" y="937895"/>
            <a:ext cx="40246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Chaoshan Kway Teow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930" y="5589270"/>
            <a:ext cx="64477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00B0F0"/>
                </a:solidFill>
              </a:rPr>
              <a:t> </a:t>
            </a:r>
            <a:endParaRPr lang="en-US" altLang="zh-CN" sz="2800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19340" y="937895"/>
            <a:ext cx="3814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Chaoshan raw pickle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462145" y="2118360"/>
            <a:ext cx="2593975" cy="4119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850130" y="2415540"/>
            <a:ext cx="200596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tx1"/>
                </a:solidFill>
              </a:rPr>
              <a:t>is delious foos which is an special  Chaoshan foods</a:t>
            </a:r>
            <a:endParaRPr lang="en-US" altLang="zh-CN" sz="3200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620" y="1747520"/>
            <a:ext cx="3509010" cy="4679950"/>
          </a:xfrm>
          <a:prstGeom prst="rect">
            <a:avLst/>
          </a:prstGeom>
        </p:spPr>
      </p:pic>
      <p:pic>
        <p:nvPicPr>
          <p:cNvPr id="8" name="图片 7" descr="深圳28年老字号‼️潮汕毒药生腌名不虚传👍_1_小猪快跑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515" y="1808480"/>
            <a:ext cx="3554095" cy="4739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 animBg="1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 sz="4800">
                <a:solidFill>
                  <a:srgbClr val="00B0F0"/>
                </a:solidFill>
              </a:rPr>
              <a:t>Thanks for you listen~</a:t>
            </a:r>
            <a:endParaRPr lang="en-US" altLang="zh-CN" sz="480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841615" y="1393825"/>
            <a:ext cx="3344545" cy="1892300"/>
          </a:xfrm>
        </p:spPr>
        <p:txBody>
          <a:bodyPr/>
          <a:p>
            <a:pPr marL="0" indent="0">
              <a:buNone/>
            </a:pPr>
            <a:r>
              <a:rPr lang="en-US" altLang="zh-CN" sz="2400" b="1">
                <a:solidFill>
                  <a:srgbClr val="00B0F0"/>
                </a:solidFill>
              </a:rPr>
              <a:t>and the Kaffu Chino is the best of the world</a:t>
            </a:r>
            <a:r>
              <a:rPr lang="zh-CN" altLang="en-US" sz="2400" b="1">
                <a:solidFill>
                  <a:srgbClr val="00B0F0"/>
                </a:solidFill>
              </a:rPr>
              <a:t>）</a:t>
            </a:r>
            <a:endParaRPr lang="zh-CN" altLang="en-US" sz="2400" b="1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2.xml><?xml version="1.0" encoding="utf-8"?>
<p:tagLst xmlns:p="http://schemas.openxmlformats.org/presentationml/2006/main">
  <p:tag name="COMMONDATA" val="eyJoZGlkIjoiMGUwMzM5OTI4YTM0YjQ0ODhlODJlNjE0OWNjODk0ZTkifQ=="/>
  <p:tag name="KSO_WPP_MARK_KEY" val="1c3d8007-757f-4ef0-bfeb-825806b4c8e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632</Words>
  <Application>WPS 演示</Application>
  <PresentationFormat>宽屏</PresentationFormat>
  <Paragraphs>52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楷体</vt:lpstr>
      <vt:lpstr>Calibri</vt:lpstr>
      <vt:lpstr>微软雅黑</vt:lpstr>
      <vt:lpstr>Arial Unicode MS</vt:lpstr>
      <vt:lpstr>Office 主题</vt:lpstr>
      <vt:lpstr>hometown foods</vt:lpstr>
      <vt:lpstr>Heyuan delicious foods</vt:lpstr>
      <vt:lpstr>Heyuan delicious foods</vt:lpstr>
      <vt:lpstr>shanwei delicious foods</vt:lpstr>
      <vt:lpstr>Heyuan delicious foods</vt:lpstr>
      <vt:lpstr>Thanks for you listen~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Chino</dc:creator>
  <cp:lastModifiedBy>Chino</cp:lastModifiedBy>
  <cp:revision>3</cp:revision>
  <dcterms:created xsi:type="dcterms:W3CDTF">2023-11-13T02:19:00Z</dcterms:created>
  <dcterms:modified xsi:type="dcterms:W3CDTF">2023-11-13T07:57:44Z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ED83E86ECC3A4A76BE67D4DF257DF4F5</vt:lpwstr>
  </property>
  <property fmtid="{D5CDD505-2E9C-101B-9397-08002B2CF9AE}" pid="3" name="KSOProductBuildVer">
    <vt:lpwstr>2052-11.1.0.12165</vt:lpwstr>
  </property>
</Properties>
</file>