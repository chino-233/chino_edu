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7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18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1796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4E014-4A48-FF6C-FFFF-E1761CF0E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2427B-94D5-4A2C-77D0-57CDFC7E5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8996F9-168C-97CC-A9CB-424BE10E6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14A1F-A177-1E80-807C-48FDB26F9F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5310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8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AI辅助游戏内NPC行为互动</a:t>
            </a:r>
            <a:r>
              <a:rPr lang="zh-CN" alt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的探究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7015843" y="3693319"/>
            <a:ext cx="1027145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25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专英第二小组</a:t>
            </a:r>
            <a:endParaRPr lang="en-US" altLang="zh-CN" sz="1200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0" indent="0" algn="l">
              <a:lnSpc>
                <a:spcPts val="17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2024.11.25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988219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105965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摘要与引言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524250" y="1616869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3990975" y="168830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524250" y="2245519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5" y="231695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实验设计与结果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524250" y="2874169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3990975" y="294560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结论与展望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524250" y="3502819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3990975" y="357425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案例研究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摘要与引言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133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AI在MMORPGs的应用背景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90152" y="1857375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1027" y="2447925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AI技术的崛起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661362"/>
            <a:ext cx="1947765" cy="11406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近年来，AI技术迅速发展，为MMORPGs带来革命性变化，尤其在NPC互动领域展现巨大潜力。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85652" y="1857375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66527" y="2447925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MMORPGs的局限性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792574" y="2661362"/>
            <a:ext cx="1662447" cy="11406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传统MMORPGs中，NPC互动受限于预设对话，缺乏动态性和深度，影响玩家沉浸感。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481152" y="1857375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62027" y="2447925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玩家需求的转变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888074" y="2661362"/>
            <a:ext cx="1662447" cy="11406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现代玩家追求更真实、个性化的游戏体验，期待NPC能像真实人物一样反应和互动</a:t>
            </a: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76652" y="1857375"/>
            <a:ext cx="476250" cy="4762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57527" y="2447925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AI的解决方案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858000" y="2661362"/>
            <a:ext cx="1947766" cy="11406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AI技术</a:t>
            </a: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，</a:t>
            </a:r>
            <a:r>
              <a:rPr lang="zh-CN" alt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例如</a:t>
            </a:r>
            <a:r>
              <a:rPr lang="en-US" sz="12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上下文感知</a:t>
            </a:r>
            <a:r>
              <a:rPr lang="zh-CN" alt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，</a:t>
            </a:r>
            <a:r>
              <a:rPr lang="en-US" sz="12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可使NPC根据玩家行为和游戏环境做出实时的反应，增强游戏体验</a:t>
            </a: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64661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提升NPC互动性的必要性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1069133" y="1235653"/>
            <a:ext cx="414337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传统NPC局限性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069133" y="1483303"/>
            <a:ext cx="414337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预设对话限制玩家自由，削弱沉浸感。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069133" y="1869808"/>
            <a:ext cx="414337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玩家体验需求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69133" y="2117458"/>
            <a:ext cx="414337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渴望更真实、动态的NPC互动体验。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069133" y="3025638"/>
            <a:ext cx="414337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AI技术潜力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69133" y="3273288"/>
            <a:ext cx="414337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AI可实现个性化、情境敏感的NPC回应。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69133" y="3687785"/>
            <a:ext cx="414337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游戏叙事深化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069133" y="3935435"/>
            <a:ext cx="414337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增强NPC互动，丰富游戏故事线，提升参与度。</a:t>
            </a:r>
            <a:endParaRPr lang="en-US" sz="11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4F049B7-7BCB-9CD9-3FA0-85BCED976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508" y="875476"/>
            <a:ext cx="2369976" cy="17491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571DC8D-6943-A672-3B61-576F273F61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508" y="2820691"/>
            <a:ext cx="2369976" cy="17724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133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智能代理框架概述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20395" b="20395"/>
          <a:stretch/>
        </p:blipFill>
        <p:spPr>
          <a:xfrm>
            <a:off x="571500" y="1990725"/>
            <a:ext cx="24130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3609975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3857625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智能代理框架整合上下文感知AI，使NPC动态响应玩家行为，提升互动真实感。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t="20395" b="20395"/>
          <a:stretch/>
        </p:blipFill>
        <p:spPr>
          <a:xfrm>
            <a:off x="3365500" y="1990725"/>
            <a:ext cx="24130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5500" y="3609975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65500" y="3857625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框架包含上下文感知、决策算法与反馈循环，共同驱动NPC的智能行为。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20395" b="20395"/>
          <a:stretch/>
        </p:blipFill>
        <p:spPr>
          <a:xfrm>
            <a:off x="6159500" y="1990725"/>
            <a:ext cx="24130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9500" y="3609975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技术优势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59500" y="3857625"/>
            <a:ext cx="24130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通过机器学习分析游戏情境，NPC能理解玩家意图，做出合理反应，增强游戏沉浸感。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6008" y="542536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上下文感知技术详解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876008" y="1508643"/>
            <a:ext cx="1997821" cy="3559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76008" y="1837256"/>
            <a:ext cx="1997821" cy="348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核心概念解析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76008" y="2084906"/>
            <a:ext cx="1997821" cy="13923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上下文感知技术使NPC能理解游戏环境与玩家行为，通过分析动作、对话等数据，判断玩家态度，实现个性化互动。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493293" y="1508643"/>
            <a:ext cx="1997821" cy="3559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493293" y="1837256"/>
            <a:ext cx="1997821" cy="348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数据源整合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493293" y="2084906"/>
            <a:ext cx="1997821" cy="13923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整合玩家动作、对话、面部表情等多源信息，构建全面的玩家行为模型，提升NPC响应的精准度与自然度。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110579" y="1514573"/>
            <a:ext cx="1997821" cy="3559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110579" y="1843185"/>
            <a:ext cx="1997821" cy="348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智能响应机制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110579" y="2090835"/>
            <a:ext cx="1997821" cy="13923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基于分析结果，NPC智能选择反应策略，无论是友好还是敌对，都能即时调整行为，增强互动的真实感。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决策算法与反馈循环机制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33400" y="2095500"/>
            <a:ext cx="16573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决策算法核心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3400" y="2495550"/>
            <a:ext cx="8001000" cy="19050"/>
          </a:xfrm>
          <a:prstGeom prst="rect">
            <a:avLst/>
          </a:prstGeom>
          <a:solidFill>
            <a:srgbClr val="4784CB"/>
          </a:solidFill>
          <a:ln/>
        </p:spPr>
      </p:sp>
      <p:sp>
        <p:nvSpPr>
          <p:cNvPr id="8" name="Shape 5"/>
          <p:cNvSpPr/>
          <p:nvPr/>
        </p:nvSpPr>
        <p:spPr>
          <a:xfrm>
            <a:off x="1307306" y="2457450"/>
            <a:ext cx="109538" cy="109538"/>
          </a:xfrm>
          <a:prstGeom prst="roundRect">
            <a:avLst>
              <a:gd name="adj" fmla="val 50000"/>
            </a:avLst>
          </a:prstGeom>
          <a:solidFill>
            <a:srgbClr val="4784CB"/>
          </a:solidFill>
          <a:ln/>
        </p:spPr>
      </p:sp>
      <p:sp>
        <p:nvSpPr>
          <p:cNvPr id="9" name="Text 6"/>
          <p:cNvSpPr/>
          <p:nvPr/>
        </p:nvSpPr>
        <p:spPr>
          <a:xfrm>
            <a:off x="533400" y="2719388"/>
            <a:ext cx="165735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决策算法分析玩家位置、动作与意图，制定合理行动计划，确保NPC行为连贯且符合情境。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571750" y="2095500"/>
            <a:ext cx="16573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反馈循环功能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45656" y="2457450"/>
            <a:ext cx="109538" cy="109538"/>
          </a:xfrm>
          <a:prstGeom prst="roundRect">
            <a:avLst>
              <a:gd name="adj" fmla="val 50000"/>
            </a:avLst>
          </a:prstGeom>
          <a:solidFill>
            <a:srgbClr val="4784CB"/>
          </a:solidFill>
          <a:ln/>
        </p:spPr>
      </p:sp>
      <p:sp>
        <p:nvSpPr>
          <p:cNvPr id="12" name="Text 9"/>
          <p:cNvSpPr/>
          <p:nvPr/>
        </p:nvSpPr>
        <p:spPr>
          <a:xfrm>
            <a:off x="2571750" y="2719388"/>
            <a:ext cx="165735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反馈循环收集玩家反应，识别偏好，动态调整NPC行为，维持游戏吸引力与挑战性。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610100" y="2095500"/>
            <a:ext cx="16573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算法优化互动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384006" y="2457450"/>
            <a:ext cx="109538" cy="109538"/>
          </a:xfrm>
          <a:prstGeom prst="roundRect">
            <a:avLst>
              <a:gd name="adj" fmla="val 50000"/>
            </a:avLst>
          </a:prstGeom>
          <a:solidFill>
            <a:srgbClr val="4784CB"/>
          </a:solidFill>
          <a:ln/>
        </p:spPr>
      </p:sp>
      <p:sp>
        <p:nvSpPr>
          <p:cNvPr id="15" name="Text 12"/>
          <p:cNvSpPr/>
          <p:nvPr/>
        </p:nvSpPr>
        <p:spPr>
          <a:xfrm>
            <a:off x="4610100" y="2719388"/>
            <a:ext cx="165735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通过算法优化，NPC能更精准地预测玩家需求，提供个性化互动，增强游戏沉浸感。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648450" y="2095500"/>
            <a:ext cx="16573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循环提升体验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 rot="5400000">
            <a:off x="8524875" y="2452688"/>
            <a:ext cx="119063" cy="104775"/>
          </a:xfrm>
          <a:prstGeom prst="triangle">
            <a:avLst/>
          </a:prstGeom>
          <a:solidFill>
            <a:srgbClr val="4784CB"/>
          </a:solidFill>
          <a:ln/>
        </p:spPr>
      </p:sp>
      <p:sp>
        <p:nvSpPr>
          <p:cNvPr id="18" name="Shape 15"/>
          <p:cNvSpPr/>
          <p:nvPr/>
        </p:nvSpPr>
        <p:spPr>
          <a:xfrm>
            <a:off x="7422356" y="2457450"/>
            <a:ext cx="109538" cy="109538"/>
          </a:xfrm>
          <a:prstGeom prst="roundRect">
            <a:avLst>
              <a:gd name="adj" fmla="val 50000"/>
            </a:avLst>
          </a:prstGeom>
          <a:solidFill>
            <a:srgbClr val="4784CB"/>
          </a:solidFill>
          <a:ln/>
        </p:spPr>
      </p:sp>
      <p:sp>
        <p:nvSpPr>
          <p:cNvPr id="19" name="Text 16"/>
          <p:cNvSpPr/>
          <p:nvPr/>
        </p:nvSpPr>
        <p:spPr>
          <a:xfrm>
            <a:off x="6648450" y="2719388"/>
            <a:ext cx="165735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反馈循环不断迭代，提升NPC智能水平，创造更真实、更吸引人的游戏体验。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实验设计与结果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12500" r="12500"/>
          <a:stretch/>
        </p:blipFill>
        <p:spPr>
          <a:xfrm>
            <a:off x="0" y="0"/>
            <a:ext cx="385762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29125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实验组与对照组对比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31594" y="952500"/>
            <a:ext cx="476250" cy="4762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29125" y="154305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实验组特性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429125" y="179070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采用AI增强框架，NPC具备上下文感知能力，能动态响应玩家行为，提供个性化互动体验。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93781" y="952500"/>
            <a:ext cx="476250" cy="4762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91313" y="154305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对照组设定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691313" y="179070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使用传统预设对话和行为模式的NPC，互动受限于固定脚本，缺乏灵活性和深度。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131594" y="2609850"/>
            <a:ext cx="476250" cy="4762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429125" y="320040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对比分析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429125" y="344805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记录玩家与两组NPC的交互，评估沉浸感、参与度和满意度，突出AI增强NPC的优势。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12500" r="12500"/>
          <a:stretch/>
        </p:blipFill>
        <p:spPr>
          <a:xfrm>
            <a:off x="0" y="0"/>
            <a:ext cx="385762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29125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沉浸感与参与度分析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429125" y="952500"/>
            <a:ext cx="414337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沉浸感测量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429125" y="1200150"/>
            <a:ext cx="4143375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采用问卷调查，评估玩家在与AI增强NPC互动时的投入程度，结果显示玩家报告的沉浸感显著提升。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429125" y="1809750"/>
            <a:ext cx="414337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参与度指标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429125" y="2057400"/>
            <a:ext cx="4143375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通过记录玩家与NPC的交互次数和时间，发现AI增强的NPC吸引了更多玩家的注意力，互动频率增加。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429125" y="2667000"/>
            <a:ext cx="414337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玩家反馈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429125" y="2914650"/>
            <a:ext cx="4143375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收集玩家反馈，多数玩家表示AI增强的NPC提供了更真实、更吸引人的游戏体验，增强了游戏乐趣。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AI增强NPC的效能验证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20395" b="20395"/>
          <a:stretch/>
        </p:blipFill>
        <p:spPr>
          <a:xfrm>
            <a:off x="571500" y="1752600"/>
            <a:ext cx="24130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6750" y="3371850"/>
            <a:ext cx="222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效能验证概览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66750" y="3619500"/>
            <a:ext cx="2222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实验对比AI增强与传统NPC，记录玩家互动，证实AI提升沉浸感与参与度。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t="20395" b="20395"/>
          <a:stretch/>
        </p:blipFill>
        <p:spPr>
          <a:xfrm>
            <a:off x="3365500" y="1752600"/>
            <a:ext cx="24130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60750" y="3371850"/>
            <a:ext cx="222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460750" y="3619500"/>
            <a:ext cx="2222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统计结果显示，AI NPC组玩家满意度显著高于对照组，互动质量提升明显。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20395" b="20395"/>
          <a:stretch/>
        </p:blipFill>
        <p:spPr>
          <a:xfrm>
            <a:off x="6159500" y="1752600"/>
            <a:ext cx="24130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54750" y="3371850"/>
            <a:ext cx="222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行为模拟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254750" y="3619500"/>
            <a:ext cx="22225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NPC更贴近真实人类行为，提供有意义反馈，增强游戏体验连贯性。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C2CF3-4D81-892A-E94C-B9E03C1BD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9E800AE-6610-268C-C028-9083731F922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D791BAFA-CF6E-2FF8-EFEB-AB2312C4F2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EE1206F-2D3B-C240-2C8C-2CE7614F4166}"/>
              </a:ext>
            </a:extLst>
          </p:cNvPr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AI增强NPC的</a:t>
            </a: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22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F9B3DF5-75EF-030E-9601-3F83BE5CF3E6}"/>
              </a:ext>
            </a:extLst>
          </p:cNvPr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A91A4CDA-0E75-BBD4-5EFF-5B588AE2CC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395" b="20395"/>
          <a:stretch/>
        </p:blipFill>
        <p:spPr>
          <a:xfrm>
            <a:off x="571500" y="1752600"/>
            <a:ext cx="2413000" cy="142875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42D2060C-E0EC-7DA9-D242-72FCDF850B02}"/>
              </a:ext>
            </a:extLst>
          </p:cNvPr>
          <p:cNvSpPr/>
          <p:nvPr/>
        </p:nvSpPr>
        <p:spPr>
          <a:xfrm>
            <a:off x="666750" y="3371850"/>
            <a:ext cx="222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MCMOD</a:t>
            </a:r>
            <a:endParaRPr lang="en-US" sz="1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87511B2-F63C-E5C1-3515-BE0C293FE262}"/>
              </a:ext>
            </a:extLst>
          </p:cNvPr>
          <p:cNvSpPr/>
          <p:nvPr/>
        </p:nvSpPr>
        <p:spPr>
          <a:xfrm>
            <a:off x="666750" y="3619500"/>
            <a:ext cx="2222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AI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可以在原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NPC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的基础上进行扩展，如图中为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NPC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进行建筑活动</a:t>
            </a:r>
            <a:endParaRPr lang="en-US" sz="105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10E71657-C81E-FC0C-9101-38E54DA7C55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395" b="20395"/>
          <a:stretch/>
        </p:blipFill>
        <p:spPr>
          <a:xfrm>
            <a:off x="3365500" y="1752600"/>
            <a:ext cx="2413000" cy="1428750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BEF1584B-021C-D373-2CE5-BA50DE0B203C}"/>
              </a:ext>
            </a:extLst>
          </p:cNvPr>
          <p:cNvSpPr/>
          <p:nvPr/>
        </p:nvSpPr>
        <p:spPr>
          <a:xfrm>
            <a:off x="3460750" y="3371850"/>
            <a:ext cx="222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王者荣耀</a:t>
            </a:r>
            <a:r>
              <a:rPr lang="en-US" altLang="zh-CN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AI</a:t>
            </a: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玩家</a:t>
            </a:r>
            <a:endParaRPr lang="en-US" sz="1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7314411-C42E-7E47-3374-632B76337FEC}"/>
              </a:ext>
            </a:extLst>
          </p:cNvPr>
          <p:cNvSpPr/>
          <p:nvPr/>
        </p:nvSpPr>
        <p:spPr>
          <a:xfrm>
            <a:off x="3460750" y="3619500"/>
            <a:ext cx="2222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模仿真人与玩家之间进行对话，显著提高对局的真实性</a:t>
            </a:r>
            <a:endParaRPr lang="en-US" sz="105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6FC15A9C-330E-582C-946F-1C73F10F480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0395" b="20395"/>
          <a:stretch/>
        </p:blipFill>
        <p:spPr>
          <a:xfrm>
            <a:off x="6159500" y="1752600"/>
            <a:ext cx="2413000" cy="1428750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C70FDA5A-F811-25D7-7D62-586BA66AAEA2}"/>
              </a:ext>
            </a:extLst>
          </p:cNvPr>
          <p:cNvSpPr/>
          <p:nvPr/>
        </p:nvSpPr>
        <p:spPr>
          <a:xfrm>
            <a:off x="6254750" y="3371850"/>
            <a:ext cx="222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AI</a:t>
            </a: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数字人</a:t>
            </a:r>
            <a:r>
              <a:rPr lang="en-US" altLang="zh-CN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NPC</a:t>
            </a:r>
            <a:endParaRPr lang="en-US" sz="12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A15DF7C3-8E08-F8C6-F14C-CE1FFDEBC8A3}"/>
              </a:ext>
            </a:extLst>
          </p:cNvPr>
          <p:cNvSpPr/>
          <p:nvPr/>
        </p:nvSpPr>
        <p:spPr>
          <a:xfrm>
            <a:off x="6254750" y="3619500"/>
            <a:ext cx="22225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</a:t>
            </a: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NPC更贴近真实人类行为，提供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更真实的场景</a:t>
            </a: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增强游戏体验</a:t>
            </a: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87FCBFE-2003-A223-81CA-A61D1C61424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8294"/>
          <a:stretch/>
        </p:blipFill>
        <p:spPr>
          <a:xfrm>
            <a:off x="571500" y="1743075"/>
            <a:ext cx="2413000" cy="146685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02E6C2F4-8FF8-FE15-A857-4B77FE38BA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9501" y="1752601"/>
            <a:ext cx="2413000" cy="142875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D7DB2EDA-0C90-258D-B243-F8B002605D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5501" y="1743075"/>
            <a:ext cx="2413000" cy="144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829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结论与展望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AI对MMORPGs互动体验的影响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95500"/>
            <a:ext cx="17145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424113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沉浸感升级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671763"/>
            <a:ext cx="17145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AI增强的NPC互动提升了游戏世界的生动性，使玩家感觉置身于一个真实、动态的环境中，增强了沉浸感。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67000" y="2095500"/>
            <a:ext cx="17145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67000" y="2424113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参与度加深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67000" y="2671763"/>
            <a:ext cx="17145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NPC的个性化回应和动态行为激发了玩家的好奇心和探索欲，增加了游戏的吸引力，提高了玩家的参与度。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62500" y="2095500"/>
            <a:ext cx="17145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62500" y="2424113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叙事一致性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62500" y="2671763"/>
            <a:ext cx="17145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上下文感知技术确保了NPC行为与游戏叙事的一致性，创造了连贯的故事线，提升了游戏的整体体验。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0" y="2095500"/>
            <a:ext cx="17145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2424113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体验满意度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0" y="2671763"/>
            <a:ext cx="17145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AI辅助的NPC互动提供了更丰富、更个性化的游戏体验，满足了玩家对深度和多样性的需求，提高了满意度。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133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未来发展趋势与应用前景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33400" y="2095500"/>
            <a:ext cx="16573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AI进化路径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3400" y="2495550"/>
            <a:ext cx="8001000" cy="19050"/>
          </a:xfrm>
          <a:prstGeom prst="rect">
            <a:avLst/>
          </a:prstGeom>
          <a:solidFill>
            <a:srgbClr val="4784CB"/>
          </a:solidFill>
          <a:ln/>
        </p:spPr>
      </p:sp>
      <p:sp>
        <p:nvSpPr>
          <p:cNvPr id="8" name="Shape 5"/>
          <p:cNvSpPr/>
          <p:nvPr/>
        </p:nvSpPr>
        <p:spPr>
          <a:xfrm>
            <a:off x="1307306" y="2457450"/>
            <a:ext cx="109538" cy="109538"/>
          </a:xfrm>
          <a:prstGeom prst="roundRect">
            <a:avLst>
              <a:gd name="adj" fmla="val 50000"/>
            </a:avLst>
          </a:prstGeom>
          <a:solidFill>
            <a:srgbClr val="4784CB"/>
          </a:solidFill>
          <a:ln/>
        </p:spPr>
      </p:sp>
      <p:sp>
        <p:nvSpPr>
          <p:cNvPr id="9" name="Text 6"/>
          <p:cNvSpPr/>
          <p:nvPr/>
        </p:nvSpPr>
        <p:spPr>
          <a:xfrm>
            <a:off x="533400" y="2719388"/>
            <a:ext cx="165735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AI将持续进步，提升NPC互动的真实感与多样性，深化游戏叙事层次。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571750" y="2095500"/>
            <a:ext cx="16573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跨平台融合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45656" y="2457450"/>
            <a:ext cx="109538" cy="109538"/>
          </a:xfrm>
          <a:prstGeom prst="roundRect">
            <a:avLst>
              <a:gd name="adj" fmla="val 50000"/>
            </a:avLst>
          </a:prstGeom>
          <a:solidFill>
            <a:srgbClr val="4784CB"/>
          </a:solidFill>
          <a:ln/>
        </p:spPr>
      </p:sp>
      <p:sp>
        <p:nvSpPr>
          <p:cNvPr id="12" name="Text 9"/>
          <p:cNvSpPr/>
          <p:nvPr/>
        </p:nvSpPr>
        <p:spPr>
          <a:xfrm>
            <a:off x="2571750" y="2719388"/>
            <a:ext cx="165735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AI技术将跨越不同游戏平台，实现更广泛的游戏体验优化与创新。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610100" y="2095500"/>
            <a:ext cx="16573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玩家共创内容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384006" y="2457450"/>
            <a:ext cx="109538" cy="109538"/>
          </a:xfrm>
          <a:prstGeom prst="roundRect">
            <a:avLst>
              <a:gd name="adj" fmla="val 50000"/>
            </a:avLst>
          </a:prstGeom>
          <a:solidFill>
            <a:srgbClr val="4784CB"/>
          </a:solidFill>
          <a:ln/>
        </p:spPr>
      </p:sp>
      <p:sp>
        <p:nvSpPr>
          <p:cNvPr id="15" name="Text 12"/>
          <p:cNvSpPr/>
          <p:nvPr/>
        </p:nvSpPr>
        <p:spPr>
          <a:xfrm>
            <a:off x="4610100" y="2719388"/>
            <a:ext cx="165735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AI辅助玩家创造游戏内容，如自定义NPC，增强游戏的个性化与社区参与感。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648450" y="2095500"/>
            <a:ext cx="16573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情感智能融入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 rot="5400000">
            <a:off x="8524875" y="2452688"/>
            <a:ext cx="119063" cy="104775"/>
          </a:xfrm>
          <a:prstGeom prst="triangle">
            <a:avLst/>
          </a:prstGeom>
          <a:solidFill>
            <a:srgbClr val="4784CB"/>
          </a:solidFill>
          <a:ln/>
        </p:spPr>
      </p:sp>
      <p:sp>
        <p:nvSpPr>
          <p:cNvPr id="18" name="Shape 15"/>
          <p:cNvSpPr/>
          <p:nvPr/>
        </p:nvSpPr>
        <p:spPr>
          <a:xfrm>
            <a:off x="7422356" y="2457450"/>
            <a:ext cx="109538" cy="109538"/>
          </a:xfrm>
          <a:prstGeom prst="roundRect">
            <a:avLst>
              <a:gd name="adj" fmla="val 50000"/>
            </a:avLst>
          </a:prstGeom>
          <a:solidFill>
            <a:srgbClr val="4784CB"/>
          </a:solidFill>
          <a:ln/>
        </p:spPr>
      </p:sp>
      <p:sp>
        <p:nvSpPr>
          <p:cNvPr id="19" name="Text 16"/>
          <p:cNvSpPr/>
          <p:nvPr/>
        </p:nvSpPr>
        <p:spPr>
          <a:xfrm>
            <a:off x="6648450" y="2719388"/>
            <a:ext cx="165735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未来NPC将具备情感识别能力，根据玩家情绪调整互动策略，提升沉浸感。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案例研究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133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具体游戏案例分析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955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《龙之帝国》案例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343150"/>
            <a:ext cx="17145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在《龙之帝国》中，AI增强的NPC能根据玩家行为动态调整对话，提供个性化的任务建议，显著提升了游戏的沉浸感。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667000" y="20955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玩家反馈整合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667000" y="2343150"/>
            <a:ext cx="17145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玩家普遍反映，与AI驱动的NPC互动时，游戏体验更加真实，NPC的反应更加符合情境，增强了游戏的故事性和连贯性。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62500" y="20955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市场反响分析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62500" y="2343150"/>
            <a:ext cx="17145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《龙之帝国》发布后，因创新的NPC互动系统获得好评，销量和在线人数均创历史新高，证明了AI技术在游戏领域的巨大潜力。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0" y="20955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后续版本迭代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2343150"/>
            <a:ext cx="17145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基于玩家反馈，后续版本进一步优化了AI算法，增强了NPC的情感表达能力，使游戏世界更加生动，玩家参与度持续上升。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玩家反馈与市场反响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39875" y="209550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68605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玩家反馈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933700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AI增强NPC提升了游戏体验，玩家报告更自然的互动，增强了沉浸感。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33875" y="209550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5500" y="268605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市场反响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65500" y="2933700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游戏销量与在线时长显著增长，证明AI技术对MMORPG吸引力的正面影响。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27875" y="209550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9500" y="268605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社区讨论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59500" y="2933700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论坛与社交媒体上，玩家积极分享AI NPC带来的惊喜时刻，形成良好口碑。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3462337"/>
            <a:ext cx="8001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610</Words>
  <Application>Microsoft Office PowerPoint</Application>
  <PresentationFormat>全屏显示(16:9)</PresentationFormat>
  <Paragraphs>157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Microsoft YaHei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黄嘉浩 黄</cp:lastModifiedBy>
  <cp:revision>16</cp:revision>
  <dcterms:created xsi:type="dcterms:W3CDTF">2024-11-24T13:17:41Z</dcterms:created>
  <dcterms:modified xsi:type="dcterms:W3CDTF">2024-11-25T05:48:57Z</dcterms:modified>
</cp:coreProperties>
</file>