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gif" ContentType="image/gif"/>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7" r:id="rId3"/>
    <p:sldId id="258" r:id="rId4"/>
    <p:sldId id="327" r:id="rId5"/>
    <p:sldId id="323" r:id="rId6"/>
    <p:sldId id="328" r:id="rId7"/>
    <p:sldId id="286" r:id="rId8"/>
    <p:sldId id="295" r:id="rId9"/>
    <p:sldId id="287" r:id="rId11"/>
    <p:sldId id="324" r:id="rId12"/>
    <p:sldId id="325" r:id="rId13"/>
    <p:sldId id="326" r:id="rId14"/>
    <p:sldId id="262" r:id="rId15"/>
    <p:sldId id="263" r:id="rId16"/>
    <p:sldId id="264" r:id="rId17"/>
    <p:sldId id="330" r:id="rId18"/>
    <p:sldId id="270" r:id="rId19"/>
    <p:sldId id="296" r:id="rId20"/>
    <p:sldId id="297" r:id="rId21"/>
    <p:sldId id="300" r:id="rId22"/>
    <p:sldId id="301" r:id="rId23"/>
    <p:sldId id="275" r:id="rId24"/>
    <p:sldId id="276" r:id="rId25"/>
    <p:sldId id="277" r:id="rId26"/>
    <p:sldId id="278" r:id="rId27"/>
    <p:sldId id="279" r:id="rId28"/>
    <p:sldId id="280" r:id="rId29"/>
    <p:sldId id="281" r:id="rId30"/>
    <p:sldId id="282" r:id="rId31"/>
    <p:sldId id="298" r:id="rId32"/>
    <p:sldId id="299" r:id="rId33"/>
    <p:sldId id="265" r:id="rId34"/>
    <p:sldId id="266" r:id="rId35"/>
    <p:sldId id="267" r:id="rId36"/>
    <p:sldId id="268" r:id="rId37"/>
  </p:sldIdLst>
  <p:sldSz cx="12192000" cy="6858000"/>
  <p:notesSz cx="6858000" cy="9144000"/>
  <p:defaultTextStyle>
    <a:defPPr>
      <a:defRPr lang="zh-CN"/>
    </a:defPPr>
    <a:lvl1pPr algn="l" rtl="0" fontAlgn="base">
      <a:spcBef>
        <a:spcPct val="0"/>
      </a:spcBef>
      <a:spcAft>
        <a:spcPct val="0"/>
      </a:spcAft>
      <a:defRPr sz="2800" b="1" kern="1200">
        <a:solidFill>
          <a:schemeClr val="tx1"/>
        </a:solidFill>
        <a:latin typeface="Times New Roman" panose="02020603050405020304" pitchFamily="18" charset="0"/>
        <a:ea typeface="楷体_GB2312" pitchFamily="49" charset="-122"/>
        <a:cs typeface="+mn-cs"/>
      </a:defRPr>
    </a:lvl1pPr>
    <a:lvl2pPr marL="457200" algn="l" rtl="0" fontAlgn="base">
      <a:spcBef>
        <a:spcPct val="0"/>
      </a:spcBef>
      <a:spcAft>
        <a:spcPct val="0"/>
      </a:spcAft>
      <a:defRPr sz="2800" b="1" kern="1200">
        <a:solidFill>
          <a:schemeClr val="tx1"/>
        </a:solidFill>
        <a:latin typeface="Times New Roman" panose="02020603050405020304" pitchFamily="18" charset="0"/>
        <a:ea typeface="楷体_GB2312" pitchFamily="49" charset="-122"/>
        <a:cs typeface="+mn-cs"/>
      </a:defRPr>
    </a:lvl2pPr>
    <a:lvl3pPr marL="914400" algn="l" rtl="0" fontAlgn="base">
      <a:spcBef>
        <a:spcPct val="0"/>
      </a:spcBef>
      <a:spcAft>
        <a:spcPct val="0"/>
      </a:spcAft>
      <a:defRPr sz="2800" b="1" kern="1200">
        <a:solidFill>
          <a:schemeClr val="tx1"/>
        </a:solidFill>
        <a:latin typeface="Times New Roman" panose="02020603050405020304" pitchFamily="18" charset="0"/>
        <a:ea typeface="楷体_GB2312" pitchFamily="49" charset="-122"/>
        <a:cs typeface="+mn-cs"/>
      </a:defRPr>
    </a:lvl3pPr>
    <a:lvl4pPr marL="1371600" algn="l" rtl="0" fontAlgn="base">
      <a:spcBef>
        <a:spcPct val="0"/>
      </a:spcBef>
      <a:spcAft>
        <a:spcPct val="0"/>
      </a:spcAft>
      <a:defRPr sz="2800" b="1" kern="1200">
        <a:solidFill>
          <a:schemeClr val="tx1"/>
        </a:solidFill>
        <a:latin typeface="Times New Roman" panose="02020603050405020304" pitchFamily="18" charset="0"/>
        <a:ea typeface="楷体_GB2312" pitchFamily="49" charset="-122"/>
        <a:cs typeface="+mn-cs"/>
      </a:defRPr>
    </a:lvl4pPr>
    <a:lvl5pPr marL="1828800" algn="l" rtl="0" fontAlgn="base">
      <a:spcBef>
        <a:spcPct val="0"/>
      </a:spcBef>
      <a:spcAft>
        <a:spcPct val="0"/>
      </a:spcAft>
      <a:defRPr sz="28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sz="28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sz="28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sz="28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sz="2800" b="1" kern="1200">
        <a:solidFill>
          <a:schemeClr val="tx1"/>
        </a:solidFill>
        <a:latin typeface="Times New Roman" panose="02020603050405020304"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99"/>
    <a:srgbClr val="CCECFF"/>
    <a:srgbClr val="3366FF"/>
    <a:srgbClr val="CCCC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4660" autoAdjust="0"/>
  </p:normalViewPr>
  <p:slideViewPr>
    <p:cSldViewPr>
      <p:cViewPr varScale="1">
        <p:scale>
          <a:sx n="81" d="100"/>
          <a:sy n="81" d="100"/>
        </p:scale>
        <p:origin x="739" y="67"/>
      </p:cViewPr>
      <p:guideLst>
        <p:guide orient="horz" pos="2160"/>
        <p:guide pos="387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0.emf"/><Relationship Id="rId8" Type="http://schemas.openxmlformats.org/officeDocument/2006/relationships/image" Target="../media/image9.emf"/><Relationship Id="rId7"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3" Type="http://schemas.openxmlformats.org/officeDocument/2006/relationships/image" Target="../media/image14.wmf"/><Relationship Id="rId12" Type="http://schemas.openxmlformats.org/officeDocument/2006/relationships/image" Target="../media/image13.wmf"/><Relationship Id="rId11" Type="http://schemas.openxmlformats.org/officeDocument/2006/relationships/image" Target="../media/image12.wmf"/><Relationship Id="rId10" Type="http://schemas.openxmlformats.org/officeDocument/2006/relationships/image" Target="../media/image11.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image" Target="../media/image41.wmf"/><Relationship Id="rId7" Type="http://schemas.openxmlformats.org/officeDocument/2006/relationships/image" Target="../media/image40.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51.wmf"/><Relationship Id="rId8" Type="http://schemas.openxmlformats.org/officeDocument/2006/relationships/image" Target="../media/image50.wmf"/><Relationship Id="rId7" Type="http://schemas.openxmlformats.org/officeDocument/2006/relationships/image" Target="../media/image49.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0" Type="http://schemas.openxmlformats.org/officeDocument/2006/relationships/image" Target="../media/image52.wmf"/><Relationship Id="rId1"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32.wmf"/><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4.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3.wmf"/><Relationship Id="rId7" Type="http://schemas.openxmlformats.org/officeDocument/2006/relationships/image" Target="../media/image62.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 Id="rId3" Type="http://schemas.openxmlformats.org/officeDocument/2006/relationships/image" Target="../media/image4.wmf"/><Relationship Id="rId2" Type="http://schemas.openxmlformats.org/officeDocument/2006/relationships/image" Target="../media/image6.wmf"/><Relationship Id="rId1"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7" Type="http://schemas.openxmlformats.org/officeDocument/2006/relationships/image" Target="../media/image69.wmf"/><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4.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73.wmf"/><Relationship Id="rId8" Type="http://schemas.openxmlformats.org/officeDocument/2006/relationships/image" Target="../media/image72.wmf"/><Relationship Id="rId7" Type="http://schemas.openxmlformats.org/officeDocument/2006/relationships/image" Target="../media/image71.wmf"/><Relationship Id="rId6" Type="http://schemas.openxmlformats.org/officeDocument/2006/relationships/image" Target="../media/image70.wmf"/><Relationship Id="rId5" Type="http://schemas.openxmlformats.org/officeDocument/2006/relationships/image" Target="../media/image67.wmf"/><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4.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80.emf"/><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76.wmf"/><Relationship Id="rId8" Type="http://schemas.openxmlformats.org/officeDocument/2006/relationships/image" Target="../media/image75.wmf"/><Relationship Id="rId7" Type="http://schemas.openxmlformats.org/officeDocument/2006/relationships/image" Target="../media/image87.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 Id="rId3" Type="http://schemas.openxmlformats.org/officeDocument/2006/relationships/image" Target="../media/image83.wmf"/><Relationship Id="rId2" Type="http://schemas.openxmlformats.org/officeDocument/2006/relationships/image" Target="../media/image82.wmf"/><Relationship Id="rId15" Type="http://schemas.openxmlformats.org/officeDocument/2006/relationships/image" Target="../media/image90.wmf"/><Relationship Id="rId14" Type="http://schemas.openxmlformats.org/officeDocument/2006/relationships/image" Target="../media/image89.emf"/><Relationship Id="rId13" Type="http://schemas.openxmlformats.org/officeDocument/2006/relationships/image" Target="../media/image88.wmf"/><Relationship Id="rId12" Type="http://schemas.openxmlformats.org/officeDocument/2006/relationships/image" Target="../media/image79.wmf"/><Relationship Id="rId11" Type="http://schemas.openxmlformats.org/officeDocument/2006/relationships/image" Target="../media/image78.wmf"/><Relationship Id="rId10" Type="http://schemas.openxmlformats.org/officeDocument/2006/relationships/image" Target="../media/image77.wmf"/><Relationship Id="rId1" Type="http://schemas.openxmlformats.org/officeDocument/2006/relationships/image" Target="../media/image81.wmf"/></Relationships>
</file>

<file path=ppt/drawings/_rels/vmlDrawing17.vml.rels><?xml version="1.0" encoding="UTF-8" standalone="yes"?>
<Relationships xmlns="http://schemas.openxmlformats.org/package/2006/relationships"><Relationship Id="rId5" Type="http://schemas.openxmlformats.org/officeDocument/2006/relationships/image" Target="../media/image94.wmf"/><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76.wmf"/><Relationship Id="rId1" Type="http://schemas.openxmlformats.org/officeDocument/2006/relationships/image" Target="../media/image91.wmf"/></Relationships>
</file>

<file path=ppt/drawings/_rels/vmlDrawing18.vml.rels><?xml version="1.0" encoding="UTF-8" standalone="yes"?>
<Relationships xmlns="http://schemas.openxmlformats.org/package/2006/relationships"><Relationship Id="rId7" Type="http://schemas.openxmlformats.org/officeDocument/2006/relationships/image" Target="../media/image98.wmf"/><Relationship Id="rId6" Type="http://schemas.openxmlformats.org/officeDocument/2006/relationships/image" Target="../media/image97.wmf"/><Relationship Id="rId5" Type="http://schemas.openxmlformats.org/officeDocument/2006/relationships/image" Target="../media/image94.wmf"/><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76.wmf"/><Relationship Id="rId1" Type="http://schemas.openxmlformats.org/officeDocument/2006/relationships/image" Target="../media/image91.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image" Target="../media/image99.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image" Target="../media/image103.emf"/><Relationship Id="rId1" Type="http://schemas.openxmlformats.org/officeDocument/2006/relationships/image" Target="../media/image102.e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image" Target="../media/image105.e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15.emf"/><Relationship Id="rId7" Type="http://schemas.openxmlformats.org/officeDocument/2006/relationships/image" Target="../media/image114.e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13.emf"/><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image" Target="../media/image11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19.emf"/></Relationships>
</file>

<file path=ppt/drawings/_rels/vmlDrawing25.vml.rels><?xml version="1.0" encoding="UTF-8" standalone="yes"?>
<Relationships xmlns="http://schemas.openxmlformats.org/package/2006/relationships"><Relationship Id="rId5" Type="http://schemas.openxmlformats.org/officeDocument/2006/relationships/image" Target="../media/image124.emf"/><Relationship Id="rId4" Type="http://schemas.openxmlformats.org/officeDocument/2006/relationships/image" Target="../media/image123.emf"/><Relationship Id="rId3" Type="http://schemas.openxmlformats.org/officeDocument/2006/relationships/image" Target="../media/image122.emf"/><Relationship Id="rId2" Type="http://schemas.openxmlformats.org/officeDocument/2006/relationships/image" Target="../media/image121.emf"/><Relationship Id="rId1" Type="http://schemas.openxmlformats.org/officeDocument/2006/relationships/image" Target="../media/image120.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132.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138.wmf"/><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s>
</file>

<file path=ppt/drawings/_rels/vmlDrawing31.vml.rels><?xml version="1.0" encoding="UTF-8" standalone="yes"?>
<Relationships xmlns="http://schemas.openxmlformats.org/package/2006/relationships"><Relationship Id="rId7" Type="http://schemas.openxmlformats.org/officeDocument/2006/relationships/image" Target="../media/image149.wmf"/><Relationship Id="rId6" Type="http://schemas.openxmlformats.org/officeDocument/2006/relationships/image" Target="../media/image148.wmf"/><Relationship Id="rId5" Type="http://schemas.openxmlformats.org/officeDocument/2006/relationships/image" Target="../media/image147.wmf"/><Relationship Id="rId4" Type="http://schemas.openxmlformats.org/officeDocument/2006/relationships/image" Target="../media/image146.wmf"/><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a:latin typeface="Arial" panose="020B0604020202020204" pitchFamily="34" charset="0"/>
              </a:defRPr>
            </a:lvl1pPr>
          </a:lstStyle>
          <a:p>
            <a:pPr>
              <a:defRPr/>
            </a:pPr>
            <a:endParaRPr lang="en-US" altLang="zh-CN"/>
          </a:p>
        </p:txBody>
      </p:sp>
      <p:sp>
        <p:nvSpPr>
          <p:cNvPr id="2560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a:latin typeface="Arial" panose="020B0604020202020204" pitchFamily="34" charset="0"/>
              </a:defRPr>
            </a:lvl1pPr>
          </a:lstStyle>
          <a:p>
            <a:pPr>
              <a:defRPr/>
            </a:pPr>
            <a:endParaRPr lang="en-US" altLang="zh-CN"/>
          </a:p>
        </p:txBody>
      </p:sp>
      <p:sp>
        <p:nvSpPr>
          <p:cNvPr id="4100" name="Rectangle 4"/>
          <p:cNvSpPr>
            <a:spLocks noGrp="1" noRot="1" noChangeAspect="1" noChangeArrowheads="1" noTextEdit="1"/>
          </p:cNvSpPr>
          <p:nvPr>
            <p:ph type="sldImg" idx="4294967295"/>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560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a:latin typeface="Arial" panose="020B0604020202020204" pitchFamily="34" charset="0"/>
              </a:defRPr>
            </a:lvl1pPr>
          </a:lstStyle>
          <a:p>
            <a:pPr>
              <a:defRPr/>
            </a:pPr>
            <a:endParaRPr lang="en-US" altLang="zh-CN"/>
          </a:p>
        </p:txBody>
      </p:sp>
      <p:sp>
        <p:nvSpPr>
          <p:cNvPr id="2560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fld id="{872559F0-95EB-45B4-ADF5-2F584C14CAF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r"/>
            <a:fld id="{68A7C241-0E23-49E1-AD9B-01DE370A211F}" type="slidenum">
              <a:rPr lang="en-US" altLang="zh-CN" sz="1200">
                <a:solidFill>
                  <a:srgbClr val="1C1C1C"/>
                </a:solidFill>
              </a:rPr>
            </a:fld>
            <a:endParaRPr lang="en-US" altLang="zh-CN" sz="1200">
              <a:solidFill>
                <a:srgbClr val="1C1C1C"/>
              </a:solidFill>
            </a:endParaRPr>
          </a:p>
        </p:txBody>
      </p:sp>
      <p:sp>
        <p:nvSpPr>
          <p:cNvPr id="15362" name="Rectangle 2"/>
          <p:cNvSpPr>
            <a:spLocks noGrp="1" noRot="1" noChangeAspect="1" noChangeArrowheads="1" noTextEdit="1"/>
          </p:cNvSpPr>
          <p:nvPr>
            <p:ph type="sldImg" idx="4294967295"/>
          </p:nvPr>
        </p:nvSpPr>
        <p:spPr>
          <a:xfrm>
            <a:off x="381000" y="685800"/>
            <a:ext cx="6096000" cy="3429000"/>
          </a:xfrm>
        </p:spPr>
      </p:sp>
      <p:sp>
        <p:nvSpPr>
          <p:cNvPr id="15363" name="Rectangle 3"/>
          <p:cNvSpPr>
            <a:spLocks noGrp="1" noChangeArrowheads="1"/>
          </p:cNvSpPr>
          <p:nvPr>
            <p:ph type="body" idx="4294967295"/>
          </p:nvPr>
        </p:nvSpPr>
        <p:spPr>
          <a:xfrm>
            <a:off x="914400" y="4343400"/>
            <a:ext cx="5029200" cy="4114800"/>
          </a:xfrm>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dirty="0"/>
          </a:p>
        </p:txBody>
      </p:sp>
    </p:spTree>
  </p:cSld>
  <p:clrMapOvr>
    <a:masterClrMapping/>
  </p:clrMapOvr>
  <p:transition spd="med">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transition spd="med">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med">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transition spd="med">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transition spd="med">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Tree>
  </p:cSld>
  <p:clrMapOvr>
    <a:masterClrMapping/>
  </p:clrMapOvr>
  <p:transition spd="med">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transition spd="med">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transition spd="med">
    <p:pull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transition spd="med">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847725"/>
          </a:xfrm>
          <a:prstGeom prst="rect">
            <a:avLst/>
          </a:prstGeo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09600" y="1600201"/>
            <a:ext cx="5384800" cy="4530725"/>
          </a:xfrm>
          <a:prstGeom prst="rect">
            <a:avLst/>
          </a:prstGeo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内容占位符 3"/>
          <p:cNvSpPr>
            <a:spLocks noGrp="1"/>
          </p:cNvSpPr>
          <p:nvPr>
            <p:ph sz="quarter" idx="2"/>
          </p:nvPr>
        </p:nvSpPr>
        <p:spPr>
          <a:xfrm>
            <a:off x="6197600" y="1600201"/>
            <a:ext cx="5384800" cy="2189163"/>
          </a:xfrm>
          <a:prstGeom prst="rect">
            <a:avLst/>
          </a:prstGeo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内容占位符 4"/>
          <p:cNvSpPr>
            <a:spLocks noGrp="1"/>
          </p:cNvSpPr>
          <p:nvPr>
            <p:ph sz="quarter" idx="3"/>
          </p:nvPr>
        </p:nvSpPr>
        <p:spPr>
          <a:xfrm>
            <a:off x="6197600" y="3941763"/>
            <a:ext cx="5384800" cy="2189162"/>
          </a:xfrm>
          <a:prstGeom prst="rect">
            <a:avLst/>
          </a:prstGeo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6" name="日期占位符 5"/>
          <p:cNvSpPr>
            <a:spLocks noGrp="1"/>
          </p:cNvSpPr>
          <p:nvPr>
            <p:ph type="dt" sz="half" idx="10"/>
          </p:nvPr>
        </p:nvSpPr>
        <p:spPr>
          <a:xfrm>
            <a:off x="609600" y="6248400"/>
            <a:ext cx="2844800" cy="457200"/>
          </a:xfrm>
          <a:prstGeom prst="rect">
            <a:avLst/>
          </a:prstGeom>
        </p:spPr>
        <p:txBody>
          <a:bodyPr/>
          <a:lstStyle>
            <a:lvl1pPr eaLnBrk="1" hangingPunct="1">
              <a:buFontTx/>
              <a:buNone/>
              <a:defRPr/>
            </a:lvl1pPr>
          </a:lstStyle>
          <a:p>
            <a:fld id="{C764DE79-268F-4C1A-8933-263129D2AF90}" type="datetimeFigureOut">
              <a:rPr lang="en-US" smtClean="0"/>
            </a:fld>
            <a:endParaRPr lang="en-US" dirty="0"/>
          </a:p>
        </p:txBody>
      </p:sp>
      <p:sp>
        <p:nvSpPr>
          <p:cNvPr id="7" name="页脚占位符 6"/>
          <p:cNvSpPr>
            <a:spLocks noGrp="1"/>
          </p:cNvSpPr>
          <p:nvPr>
            <p:ph type="ftr" sz="quarter" idx="11"/>
          </p:nvPr>
        </p:nvSpPr>
        <p:spPr>
          <a:xfrm>
            <a:off x="4165600" y="6248400"/>
            <a:ext cx="3860800" cy="457200"/>
          </a:xfrm>
          <a:prstGeom prst="rect">
            <a:avLst/>
          </a:prstGeom>
        </p:spPr>
        <p:txBody>
          <a:bodyPr/>
          <a:lstStyle>
            <a:lvl1pPr eaLnBrk="1" hangingPunct="1">
              <a:buFontTx/>
              <a:buNone/>
              <a:defRPr/>
            </a:lvl1pPr>
          </a:lstStyle>
          <a:p>
            <a:endParaRPr lang="en-US" dirty="0"/>
          </a:p>
        </p:txBody>
      </p:sp>
      <p:sp>
        <p:nvSpPr>
          <p:cNvPr id="8" name="灯片编号占位符 7"/>
          <p:cNvSpPr>
            <a:spLocks noGrp="1"/>
          </p:cNvSpPr>
          <p:nvPr>
            <p:ph type="sldNum" sz="quarter" idx="12"/>
          </p:nvPr>
        </p:nvSpPr>
        <p:spPr>
          <a:xfrm>
            <a:off x="8737600" y="6248400"/>
            <a:ext cx="2844800" cy="457200"/>
          </a:xfrm>
          <a:prstGeom prst="rect">
            <a:avLst/>
          </a:prstGeom>
        </p:spPr>
        <p:txBody>
          <a:bodyPr/>
          <a:lstStyle>
            <a:lvl1pPr eaLnBrk="1" hangingPunct="1">
              <a:buFont typeface="Arial" panose="020B0604020202020204" pitchFamily="34" charset="0"/>
              <a:buNone/>
              <a:defRPr noProof="1" dirty="0"/>
            </a:lvl1pPr>
          </a:lstStyle>
          <a:p>
            <a:fld id="{48F63A3B-78C7-47BE-AE5E-E10140E04643}" type="slidenum">
              <a:rPr lang="en-US" smtClean="0"/>
            </a:fld>
            <a:endParaRPr lang="en-US" dirty="0"/>
          </a:p>
        </p:txBody>
      </p:sp>
    </p:spTree>
  </p:cSld>
  <p:clrMapOvr>
    <a:masterClrMapping/>
  </p:clrMapOvr>
  <p:transition spd="med">
    <p:pull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09600" y="1600201"/>
            <a:ext cx="5384800" cy="4530725"/>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6197600" y="1600201"/>
            <a:ext cx="5384800" cy="21891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6197600" y="3941763"/>
            <a:ext cx="5384800" cy="218916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日期占位符 5"/>
          <p:cNvSpPr>
            <a:spLocks noGrp="1"/>
          </p:cNvSpPr>
          <p:nvPr>
            <p:ph type="dt" sz="half" idx="10"/>
          </p:nvPr>
        </p:nvSpPr>
        <p:spPr>
          <a:xfrm>
            <a:off x="609600" y="6248400"/>
            <a:ext cx="2844800" cy="457200"/>
          </a:xfrm>
          <a:prstGeom prst="rect">
            <a:avLst/>
          </a:prstGeom>
        </p:spPr>
        <p:txBody>
          <a:bodyPr/>
          <a:lstStyle>
            <a:lvl1pPr>
              <a:buFontTx/>
              <a:buNone/>
              <a:defRPr/>
            </a:lvl1pPr>
          </a:lstStyle>
          <a:p>
            <a:pPr>
              <a:defRPr/>
            </a:pPr>
            <a:endParaRPr lang="en-US" altLang="zh-CN"/>
          </a:p>
        </p:txBody>
      </p:sp>
      <p:sp>
        <p:nvSpPr>
          <p:cNvPr id="7" name="页脚占位符 6"/>
          <p:cNvSpPr>
            <a:spLocks noGrp="1"/>
          </p:cNvSpPr>
          <p:nvPr>
            <p:ph type="ftr" sz="quarter" idx="11"/>
          </p:nvPr>
        </p:nvSpPr>
        <p:spPr>
          <a:xfrm>
            <a:off x="4165600" y="6248400"/>
            <a:ext cx="3860800" cy="457200"/>
          </a:xfrm>
          <a:prstGeom prst="rect">
            <a:avLst/>
          </a:prstGeom>
        </p:spPr>
        <p:txBody>
          <a:bodyPr/>
          <a:lstStyle>
            <a:lvl1pPr>
              <a:buFontTx/>
              <a:buNone/>
              <a:defRPr/>
            </a:lvl1pPr>
          </a:lstStyle>
          <a:p>
            <a:pPr>
              <a:defRPr/>
            </a:pPr>
            <a:endParaRPr lang="en-US" altLang="zh-CN"/>
          </a:p>
        </p:txBody>
      </p:sp>
      <p:sp>
        <p:nvSpPr>
          <p:cNvPr id="8" name="灯片编号占位符 7"/>
          <p:cNvSpPr>
            <a:spLocks noGrp="1"/>
          </p:cNvSpPr>
          <p:nvPr>
            <p:ph type="sldNum" sz="quarter" idx="12"/>
          </p:nvPr>
        </p:nvSpPr>
        <p:spPr>
          <a:xfrm>
            <a:off x="8737600" y="6248400"/>
            <a:ext cx="2844800" cy="457200"/>
          </a:xfrm>
          <a:prstGeom prst="rect">
            <a:avLst/>
          </a:prstGeom>
        </p:spPr>
        <p:txBody>
          <a:bodyPr vert="horz" wrap="square" lIns="91440" tIns="45720" rIns="91440" bIns="45720" numCol="1" anchor="t" anchorCtr="0" compatLnSpc="1"/>
          <a:lstStyle>
            <a:lvl1pPr>
              <a:defRPr/>
            </a:lvl1pPr>
          </a:lstStyle>
          <a:p>
            <a:fld id="{80B5D94E-B536-4CE9-99E3-E860C52164AE}" type="slidenum">
              <a:rPr lang="en-US" altLang="zh-CN"/>
            </a:fld>
            <a:endParaRPr lang="en-US" altLang="zh-CN"/>
          </a:p>
        </p:txBody>
      </p:sp>
    </p:spTree>
  </p:cSld>
  <p:clrMapOvr>
    <a:masterClrMapping/>
  </p:clrMapOvr>
  <p:transition spd="med">
    <p:pull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7813"/>
            <a:ext cx="10972800" cy="5588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609600" y="1600201"/>
            <a:ext cx="5384800" cy="21891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6197600" y="1600201"/>
            <a:ext cx="5384800" cy="21891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609600" y="3941763"/>
            <a:ext cx="5384800" cy="218916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6197600" y="3941763"/>
            <a:ext cx="5384800" cy="218916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a:xfrm>
            <a:off x="609600" y="6248400"/>
            <a:ext cx="2844800" cy="457200"/>
          </a:xfrm>
          <a:prstGeom prst="rect">
            <a:avLst/>
          </a:prstGeom>
        </p:spPr>
        <p:txBody>
          <a:bodyPr/>
          <a:lstStyle>
            <a:lvl1pPr>
              <a:buFontTx/>
              <a:buNone/>
              <a:defRPr/>
            </a:lvl1pPr>
          </a:lstStyle>
          <a:p>
            <a:pPr>
              <a:defRPr/>
            </a:pPr>
            <a:endParaRPr lang="en-US" altLang="zh-CN"/>
          </a:p>
        </p:txBody>
      </p:sp>
      <p:sp>
        <p:nvSpPr>
          <p:cNvPr id="8" name="页脚占位符 7"/>
          <p:cNvSpPr>
            <a:spLocks noGrp="1"/>
          </p:cNvSpPr>
          <p:nvPr>
            <p:ph type="ftr" sz="quarter" idx="11"/>
          </p:nvPr>
        </p:nvSpPr>
        <p:spPr>
          <a:xfrm>
            <a:off x="4165600" y="6248400"/>
            <a:ext cx="3860800" cy="457200"/>
          </a:xfrm>
          <a:prstGeom prst="rect">
            <a:avLst/>
          </a:prstGeom>
        </p:spPr>
        <p:txBody>
          <a:bodyPr/>
          <a:lstStyle>
            <a:lvl1pPr>
              <a:buFontTx/>
              <a:buNone/>
              <a:defRPr/>
            </a:lvl1pPr>
          </a:lstStyle>
          <a:p>
            <a:pPr>
              <a:defRPr/>
            </a:pPr>
            <a:endParaRPr lang="en-US" altLang="zh-CN"/>
          </a:p>
        </p:txBody>
      </p:sp>
      <p:sp>
        <p:nvSpPr>
          <p:cNvPr id="9" name="灯片编号占位符 8"/>
          <p:cNvSpPr>
            <a:spLocks noGrp="1"/>
          </p:cNvSpPr>
          <p:nvPr>
            <p:ph type="sldNum" sz="quarter" idx="12"/>
          </p:nvPr>
        </p:nvSpPr>
        <p:spPr>
          <a:xfrm>
            <a:off x="8737600" y="6248400"/>
            <a:ext cx="2844800" cy="457200"/>
          </a:xfrm>
          <a:prstGeom prst="rect">
            <a:avLst/>
          </a:prstGeom>
        </p:spPr>
        <p:txBody>
          <a:bodyPr vert="horz" wrap="square" lIns="91440" tIns="45720" rIns="91440" bIns="45720" numCol="1" anchor="t" anchorCtr="0" compatLnSpc="1"/>
          <a:lstStyle>
            <a:lvl1pPr>
              <a:defRPr/>
            </a:lvl1pPr>
          </a:lstStyle>
          <a:p>
            <a:fld id="{2F7E756C-C3B0-4A32-BD69-9F589EE8D377}" type="slidenum">
              <a:rPr lang="en-US" altLang="zh-CN"/>
            </a:fld>
            <a:endParaRPr lang="en-US" altLang="zh-CN"/>
          </a:p>
        </p:txBody>
      </p:sp>
    </p:spTree>
  </p:cSld>
  <p:clrMapOvr>
    <a:masterClrMapping/>
  </p:clrMapOvr>
  <p:transition spd="med">
    <p:pull dir="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GIF"/><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61" name="Rectangle 5"/>
          <p:cNvSpPr>
            <a:spLocks noChangeArrowheads="1"/>
          </p:cNvSpPr>
          <p:nvPr/>
        </p:nvSpPr>
        <p:spPr bwMode="auto">
          <a:xfrm>
            <a:off x="1488017" y="725489"/>
            <a:ext cx="10033000" cy="39687"/>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path path="shape">
              <a:fillToRect l="50000" t="50000" r="50000" b="50000"/>
            </a:path>
          </a:gradFill>
          <a:ln w="9525">
            <a:noFill/>
            <a:miter lim="800000"/>
          </a:ln>
          <a:effectLst/>
        </p:spPr>
        <p:txBody>
          <a:bodyPr wrap="none" anchor="ctr"/>
          <a:lstStyle/>
          <a:p>
            <a:pPr algn="ctr"/>
            <a:endParaRPr lang="zh-CN" altLang="zh-CN" sz="1800" b="0">
              <a:latin typeface="Arial" panose="020B0604020202020204" pitchFamily="34" charset="0"/>
            </a:endParaRPr>
          </a:p>
        </p:txBody>
      </p:sp>
      <p:sp>
        <p:nvSpPr>
          <p:cNvPr id="96263" name="Rectangle 7"/>
          <p:cNvSpPr>
            <a:spLocks noChangeArrowheads="1"/>
          </p:cNvSpPr>
          <p:nvPr/>
        </p:nvSpPr>
        <p:spPr bwMode="auto">
          <a:xfrm>
            <a:off x="0" y="6669088"/>
            <a:ext cx="12192000" cy="215900"/>
          </a:xfrm>
          <a:prstGeom prst="rect">
            <a:avLst/>
          </a:prstGeom>
          <a:gradFill rotWithShape="1">
            <a:gsLst>
              <a:gs pos="0">
                <a:srgbClr val="FFEBFA"/>
              </a:gs>
              <a:gs pos="30000">
                <a:srgbClr val="C4D6EB"/>
              </a:gs>
              <a:gs pos="60001">
                <a:srgbClr val="85C2FF"/>
              </a:gs>
              <a:gs pos="100000">
                <a:srgbClr val="5E9EFF"/>
              </a:gs>
            </a:gsLst>
            <a:lin ang="5400000" scaled="1"/>
          </a:gradFill>
          <a:ln w="9525">
            <a:noFill/>
            <a:miter lim="800000"/>
          </a:ln>
          <a:effectLst/>
        </p:spPr>
        <p:txBody>
          <a:bodyPr wrap="none" anchor="ctr"/>
          <a:lstStyle/>
          <a:p>
            <a:pPr algn="ctr"/>
            <a:endParaRPr lang="zh-CN" altLang="zh-CN" sz="1800" b="0">
              <a:latin typeface="Arial" panose="020B0604020202020204" pitchFamily="34" charset="0"/>
            </a:endParaRPr>
          </a:p>
        </p:txBody>
      </p:sp>
      <p:sp>
        <p:nvSpPr>
          <p:cNvPr id="96265" name="Oval 9"/>
          <p:cNvSpPr>
            <a:spLocks noChangeArrowheads="1"/>
          </p:cNvSpPr>
          <p:nvPr/>
        </p:nvSpPr>
        <p:spPr bwMode="auto">
          <a:xfrm>
            <a:off x="7374467" y="5783264"/>
            <a:ext cx="482600" cy="287337"/>
          </a:xfrm>
          <a:prstGeom prst="ellipse">
            <a:avLst/>
          </a:prstGeom>
          <a:solidFill>
            <a:schemeClr val="bg1"/>
          </a:solidFill>
          <a:ln w="9525">
            <a:noFill/>
            <a:round/>
          </a:ln>
          <a:effectLst/>
        </p:spPr>
        <p:txBody>
          <a:bodyPr wrap="none" anchor="ctr"/>
          <a:lstStyle/>
          <a:p>
            <a:endParaRPr lang="zh-CN" altLang="en-US" sz="1800"/>
          </a:p>
        </p:txBody>
      </p:sp>
      <p:pic>
        <p:nvPicPr>
          <p:cNvPr id="10" name="Picture 2" descr="http://www.szu.edu.cn/images/szulogo.gif"/>
          <p:cNvPicPr>
            <a:picLocks noChangeAspect="1" noChangeArrowheads="1"/>
          </p:cNvPicPr>
          <p:nvPr/>
        </p:nvPicPr>
        <p:blipFill>
          <a:blip r:embed="rId16"/>
          <a:srcRect l="4614" r="63078"/>
          <a:stretch>
            <a:fillRect/>
          </a:stretch>
        </p:blipFill>
        <p:spPr bwMode="auto">
          <a:xfrm>
            <a:off x="190459" y="142852"/>
            <a:ext cx="1333509" cy="928694"/>
          </a:xfrm>
          <a:prstGeom prst="rect">
            <a:avLst/>
          </a:prstGeom>
          <a:noFill/>
        </p:spPr>
      </p:pic>
      <p:sp>
        <p:nvSpPr>
          <p:cNvPr id="6" name="Freeform 8"/>
          <p:cNvSpPr/>
          <p:nvPr/>
        </p:nvSpPr>
        <p:spPr bwMode="auto">
          <a:xfrm>
            <a:off x="285710" y="6391318"/>
            <a:ext cx="10606617" cy="323830"/>
          </a:xfrm>
          <a:custGeom>
            <a:avLst/>
            <a:gdLst/>
            <a:ahLst/>
            <a:cxnLst>
              <a:cxn ang="0">
                <a:pos x="0" y="524"/>
              </a:cxn>
              <a:cxn ang="0">
                <a:pos x="610" y="516"/>
              </a:cxn>
              <a:cxn ang="0">
                <a:pos x="686" y="465"/>
              </a:cxn>
              <a:cxn ang="0">
                <a:pos x="889" y="457"/>
              </a:cxn>
              <a:cxn ang="0">
                <a:pos x="1093" y="448"/>
              </a:cxn>
              <a:cxn ang="0">
                <a:pos x="1160" y="440"/>
              </a:cxn>
              <a:cxn ang="0">
                <a:pos x="1211" y="423"/>
              </a:cxn>
              <a:cxn ang="0">
                <a:pos x="1262" y="389"/>
              </a:cxn>
              <a:cxn ang="0">
                <a:pos x="1287" y="380"/>
              </a:cxn>
              <a:cxn ang="0">
                <a:pos x="1364" y="330"/>
              </a:cxn>
              <a:cxn ang="0">
                <a:pos x="1440" y="304"/>
              </a:cxn>
              <a:cxn ang="0">
                <a:pos x="1491" y="279"/>
              </a:cxn>
              <a:cxn ang="0">
                <a:pos x="1626" y="287"/>
              </a:cxn>
              <a:cxn ang="0">
                <a:pos x="1702" y="330"/>
              </a:cxn>
              <a:cxn ang="0">
                <a:pos x="1813" y="355"/>
              </a:cxn>
              <a:cxn ang="0">
                <a:pos x="1863" y="397"/>
              </a:cxn>
              <a:cxn ang="0">
                <a:pos x="1880" y="490"/>
              </a:cxn>
              <a:cxn ang="0">
                <a:pos x="2050" y="397"/>
              </a:cxn>
              <a:cxn ang="0">
                <a:pos x="2126" y="355"/>
              </a:cxn>
              <a:cxn ang="0">
                <a:pos x="2202" y="313"/>
              </a:cxn>
              <a:cxn ang="0">
                <a:pos x="2414" y="304"/>
              </a:cxn>
              <a:cxn ang="0">
                <a:pos x="2422" y="423"/>
              </a:cxn>
              <a:cxn ang="0">
                <a:pos x="2533" y="389"/>
              </a:cxn>
              <a:cxn ang="0">
                <a:pos x="2660" y="321"/>
              </a:cxn>
              <a:cxn ang="0">
                <a:pos x="2888" y="363"/>
              </a:cxn>
              <a:cxn ang="0">
                <a:pos x="2897" y="457"/>
              </a:cxn>
              <a:cxn ang="0">
                <a:pos x="2948" y="431"/>
              </a:cxn>
              <a:cxn ang="0">
                <a:pos x="3244" y="423"/>
              </a:cxn>
              <a:cxn ang="0">
                <a:pos x="3303" y="414"/>
              </a:cxn>
              <a:cxn ang="0">
                <a:pos x="3405" y="355"/>
              </a:cxn>
              <a:cxn ang="0">
                <a:pos x="3456" y="321"/>
              </a:cxn>
              <a:cxn ang="0">
                <a:pos x="3490" y="270"/>
              </a:cxn>
              <a:cxn ang="0">
                <a:pos x="3549" y="92"/>
              </a:cxn>
              <a:cxn ang="0">
                <a:pos x="3558" y="16"/>
              </a:cxn>
              <a:cxn ang="0">
                <a:pos x="3642" y="25"/>
              </a:cxn>
              <a:cxn ang="0">
                <a:pos x="3634" y="101"/>
              </a:cxn>
              <a:cxn ang="0">
                <a:pos x="3541" y="152"/>
              </a:cxn>
              <a:cxn ang="0">
                <a:pos x="3693" y="202"/>
              </a:cxn>
              <a:cxn ang="0">
                <a:pos x="3727" y="346"/>
              </a:cxn>
              <a:cxn ang="0">
                <a:pos x="3812" y="431"/>
              </a:cxn>
              <a:cxn ang="0">
                <a:pos x="3854" y="490"/>
              </a:cxn>
              <a:cxn ang="0">
                <a:pos x="3922" y="440"/>
              </a:cxn>
              <a:cxn ang="0">
                <a:pos x="3990" y="330"/>
              </a:cxn>
              <a:cxn ang="0">
                <a:pos x="4040" y="228"/>
              </a:cxn>
              <a:cxn ang="0">
                <a:pos x="4091" y="194"/>
              </a:cxn>
              <a:cxn ang="0">
                <a:pos x="4117" y="177"/>
              </a:cxn>
              <a:cxn ang="0">
                <a:pos x="4167" y="186"/>
              </a:cxn>
              <a:cxn ang="0">
                <a:pos x="4201" y="236"/>
              </a:cxn>
              <a:cxn ang="0">
                <a:pos x="4294" y="346"/>
              </a:cxn>
              <a:cxn ang="0">
                <a:pos x="4930" y="372"/>
              </a:cxn>
              <a:cxn ang="0">
                <a:pos x="4964" y="423"/>
              </a:cxn>
              <a:cxn ang="0">
                <a:pos x="4981" y="524"/>
              </a:cxn>
              <a:cxn ang="0">
                <a:pos x="0" y="524"/>
              </a:cxn>
            </a:cxnLst>
            <a:rect l="0" t="0" r="r" b="b"/>
            <a:pathLst>
              <a:path w="4992" h="529">
                <a:moveTo>
                  <a:pt x="0" y="524"/>
                </a:moveTo>
                <a:cubicBezTo>
                  <a:pt x="203" y="521"/>
                  <a:pt x="407" y="529"/>
                  <a:pt x="610" y="516"/>
                </a:cubicBezTo>
                <a:cubicBezTo>
                  <a:pt x="611" y="516"/>
                  <a:pt x="673" y="474"/>
                  <a:pt x="686" y="465"/>
                </a:cubicBezTo>
                <a:cubicBezTo>
                  <a:pt x="742" y="427"/>
                  <a:pt x="821" y="460"/>
                  <a:pt x="889" y="457"/>
                </a:cubicBezTo>
                <a:cubicBezTo>
                  <a:pt x="957" y="454"/>
                  <a:pt x="1025" y="451"/>
                  <a:pt x="1093" y="448"/>
                </a:cubicBezTo>
                <a:cubicBezTo>
                  <a:pt x="1115" y="445"/>
                  <a:pt x="1138" y="445"/>
                  <a:pt x="1160" y="440"/>
                </a:cubicBezTo>
                <a:cubicBezTo>
                  <a:pt x="1178" y="436"/>
                  <a:pt x="1211" y="423"/>
                  <a:pt x="1211" y="423"/>
                </a:cubicBezTo>
                <a:cubicBezTo>
                  <a:pt x="1228" y="412"/>
                  <a:pt x="1243" y="396"/>
                  <a:pt x="1262" y="389"/>
                </a:cubicBezTo>
                <a:cubicBezTo>
                  <a:pt x="1270" y="386"/>
                  <a:pt x="1279" y="384"/>
                  <a:pt x="1287" y="380"/>
                </a:cubicBezTo>
                <a:cubicBezTo>
                  <a:pt x="1314" y="365"/>
                  <a:pt x="1335" y="340"/>
                  <a:pt x="1364" y="330"/>
                </a:cubicBezTo>
                <a:cubicBezTo>
                  <a:pt x="1389" y="321"/>
                  <a:pt x="1418" y="319"/>
                  <a:pt x="1440" y="304"/>
                </a:cubicBezTo>
                <a:cubicBezTo>
                  <a:pt x="1472" y="282"/>
                  <a:pt x="1455" y="290"/>
                  <a:pt x="1491" y="279"/>
                </a:cubicBezTo>
                <a:cubicBezTo>
                  <a:pt x="1536" y="282"/>
                  <a:pt x="1581" y="282"/>
                  <a:pt x="1626" y="287"/>
                </a:cubicBezTo>
                <a:cubicBezTo>
                  <a:pt x="1652" y="290"/>
                  <a:pt x="1686" y="319"/>
                  <a:pt x="1702" y="330"/>
                </a:cubicBezTo>
                <a:cubicBezTo>
                  <a:pt x="1724" y="345"/>
                  <a:pt x="1791" y="352"/>
                  <a:pt x="1813" y="355"/>
                </a:cubicBezTo>
                <a:cubicBezTo>
                  <a:pt x="1824" y="363"/>
                  <a:pt x="1858" y="383"/>
                  <a:pt x="1863" y="397"/>
                </a:cubicBezTo>
                <a:cubicBezTo>
                  <a:pt x="1874" y="427"/>
                  <a:pt x="1880" y="490"/>
                  <a:pt x="1880" y="490"/>
                </a:cubicBezTo>
                <a:cubicBezTo>
                  <a:pt x="1935" y="456"/>
                  <a:pt x="1995" y="430"/>
                  <a:pt x="2050" y="397"/>
                </a:cubicBezTo>
                <a:cubicBezTo>
                  <a:pt x="2122" y="354"/>
                  <a:pt x="2076" y="371"/>
                  <a:pt x="2126" y="355"/>
                </a:cubicBezTo>
                <a:cubicBezTo>
                  <a:pt x="2184" y="316"/>
                  <a:pt x="2158" y="327"/>
                  <a:pt x="2202" y="313"/>
                </a:cubicBezTo>
                <a:cubicBezTo>
                  <a:pt x="2265" y="272"/>
                  <a:pt x="2309" y="236"/>
                  <a:pt x="2414" y="304"/>
                </a:cubicBezTo>
                <a:cubicBezTo>
                  <a:pt x="2447" y="326"/>
                  <a:pt x="2419" y="383"/>
                  <a:pt x="2422" y="423"/>
                </a:cubicBezTo>
                <a:cubicBezTo>
                  <a:pt x="2490" y="413"/>
                  <a:pt x="2479" y="406"/>
                  <a:pt x="2533" y="389"/>
                </a:cubicBezTo>
                <a:cubicBezTo>
                  <a:pt x="2574" y="361"/>
                  <a:pt x="2613" y="337"/>
                  <a:pt x="2660" y="321"/>
                </a:cubicBezTo>
                <a:cubicBezTo>
                  <a:pt x="2699" y="323"/>
                  <a:pt x="2864" y="287"/>
                  <a:pt x="2888" y="363"/>
                </a:cubicBezTo>
                <a:cubicBezTo>
                  <a:pt x="2891" y="394"/>
                  <a:pt x="2884" y="428"/>
                  <a:pt x="2897" y="457"/>
                </a:cubicBezTo>
                <a:cubicBezTo>
                  <a:pt x="2898" y="460"/>
                  <a:pt x="2923" y="432"/>
                  <a:pt x="2948" y="431"/>
                </a:cubicBezTo>
                <a:cubicBezTo>
                  <a:pt x="3047" y="426"/>
                  <a:pt x="3145" y="426"/>
                  <a:pt x="3244" y="423"/>
                </a:cubicBezTo>
                <a:cubicBezTo>
                  <a:pt x="3264" y="420"/>
                  <a:pt x="3284" y="421"/>
                  <a:pt x="3303" y="414"/>
                </a:cubicBezTo>
                <a:cubicBezTo>
                  <a:pt x="3342" y="399"/>
                  <a:pt x="3365" y="368"/>
                  <a:pt x="3405" y="355"/>
                </a:cubicBezTo>
                <a:cubicBezTo>
                  <a:pt x="3422" y="344"/>
                  <a:pt x="3445" y="338"/>
                  <a:pt x="3456" y="321"/>
                </a:cubicBezTo>
                <a:cubicBezTo>
                  <a:pt x="3467" y="304"/>
                  <a:pt x="3490" y="270"/>
                  <a:pt x="3490" y="270"/>
                </a:cubicBezTo>
                <a:cubicBezTo>
                  <a:pt x="3510" y="211"/>
                  <a:pt x="3531" y="152"/>
                  <a:pt x="3549" y="92"/>
                </a:cubicBezTo>
                <a:cubicBezTo>
                  <a:pt x="3552" y="67"/>
                  <a:pt x="3537" y="31"/>
                  <a:pt x="3558" y="16"/>
                </a:cubicBezTo>
                <a:cubicBezTo>
                  <a:pt x="3581" y="0"/>
                  <a:pt x="3623" y="4"/>
                  <a:pt x="3642" y="25"/>
                </a:cubicBezTo>
                <a:cubicBezTo>
                  <a:pt x="3659" y="44"/>
                  <a:pt x="3638" y="76"/>
                  <a:pt x="3634" y="101"/>
                </a:cubicBezTo>
                <a:cubicBezTo>
                  <a:pt x="3627" y="141"/>
                  <a:pt x="3574" y="143"/>
                  <a:pt x="3541" y="152"/>
                </a:cubicBezTo>
                <a:cubicBezTo>
                  <a:pt x="3609" y="157"/>
                  <a:pt x="3671" y="134"/>
                  <a:pt x="3693" y="202"/>
                </a:cubicBezTo>
                <a:cubicBezTo>
                  <a:pt x="3700" y="271"/>
                  <a:pt x="3693" y="296"/>
                  <a:pt x="3727" y="346"/>
                </a:cubicBezTo>
                <a:cubicBezTo>
                  <a:pt x="3740" y="387"/>
                  <a:pt x="3782" y="402"/>
                  <a:pt x="3812" y="431"/>
                </a:cubicBezTo>
                <a:cubicBezTo>
                  <a:pt x="3823" y="468"/>
                  <a:pt x="3815" y="478"/>
                  <a:pt x="3854" y="490"/>
                </a:cubicBezTo>
                <a:cubicBezTo>
                  <a:pt x="3887" y="479"/>
                  <a:pt x="3902" y="469"/>
                  <a:pt x="3922" y="440"/>
                </a:cubicBezTo>
                <a:cubicBezTo>
                  <a:pt x="3934" y="390"/>
                  <a:pt x="3962" y="371"/>
                  <a:pt x="3990" y="330"/>
                </a:cubicBezTo>
                <a:cubicBezTo>
                  <a:pt x="3997" y="308"/>
                  <a:pt x="4023" y="243"/>
                  <a:pt x="4040" y="228"/>
                </a:cubicBezTo>
                <a:cubicBezTo>
                  <a:pt x="4055" y="215"/>
                  <a:pt x="4074" y="205"/>
                  <a:pt x="4091" y="194"/>
                </a:cubicBezTo>
                <a:cubicBezTo>
                  <a:pt x="4100" y="188"/>
                  <a:pt x="4117" y="177"/>
                  <a:pt x="4117" y="177"/>
                </a:cubicBezTo>
                <a:cubicBezTo>
                  <a:pt x="4134" y="180"/>
                  <a:pt x="4152" y="179"/>
                  <a:pt x="4167" y="186"/>
                </a:cubicBezTo>
                <a:cubicBezTo>
                  <a:pt x="4200" y="201"/>
                  <a:pt x="4189" y="211"/>
                  <a:pt x="4201" y="236"/>
                </a:cubicBezTo>
                <a:cubicBezTo>
                  <a:pt x="4223" y="281"/>
                  <a:pt x="4243" y="330"/>
                  <a:pt x="4294" y="346"/>
                </a:cubicBezTo>
                <a:cubicBezTo>
                  <a:pt x="4495" y="477"/>
                  <a:pt x="4223" y="306"/>
                  <a:pt x="4930" y="372"/>
                </a:cubicBezTo>
                <a:cubicBezTo>
                  <a:pt x="4950" y="374"/>
                  <a:pt x="4964" y="423"/>
                  <a:pt x="4964" y="423"/>
                </a:cubicBezTo>
                <a:cubicBezTo>
                  <a:pt x="4974" y="473"/>
                  <a:pt x="4992" y="476"/>
                  <a:pt x="4981" y="524"/>
                </a:cubicBezTo>
                <a:cubicBezTo>
                  <a:pt x="1276" y="514"/>
                  <a:pt x="2936" y="512"/>
                  <a:pt x="0" y="524"/>
                </a:cubicBezTo>
                <a:close/>
              </a:path>
            </a:pathLst>
          </a:custGeom>
          <a:gradFill rotWithShape="1">
            <a:gsLst>
              <a:gs pos="0">
                <a:srgbClr val="5E9EFF"/>
              </a:gs>
              <a:gs pos="39999">
                <a:srgbClr val="85C2FF"/>
              </a:gs>
              <a:gs pos="70000">
                <a:srgbClr val="C4D6EB"/>
              </a:gs>
              <a:gs pos="100000">
                <a:srgbClr val="FFEBFA"/>
              </a:gs>
            </a:gsLst>
            <a:lin ang="5400000" scaled="1"/>
          </a:gradFill>
          <a:ln w="9525">
            <a:noFill/>
            <a:round/>
          </a:ln>
          <a:effectLst/>
        </p:spPr>
        <p:txBody>
          <a:bodyPr/>
          <a:lstStyle/>
          <a:p>
            <a:endParaRPr lang="zh-CN" altLang="en-US"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pull dir="ru"/>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楷体_GB2312" pitchFamily="49"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0" Type="http://schemas.openxmlformats.org/officeDocument/2006/relationships/vmlDrawing" Target="../drawings/vmlDrawing1.vml"/><Relationship Id="rId3" Type="http://schemas.openxmlformats.org/officeDocument/2006/relationships/oleObject" Target="../embeddings/oleObject2.bin"/><Relationship Id="rId29" Type="http://schemas.openxmlformats.org/officeDocument/2006/relationships/slideLayout" Target="../slideLayouts/slideLayout7.xml"/><Relationship Id="rId28" Type="http://schemas.openxmlformats.org/officeDocument/2006/relationships/tags" Target="../tags/tag2.xml"/><Relationship Id="rId27" Type="http://schemas.openxmlformats.org/officeDocument/2006/relationships/image" Target="../media/image15.png"/><Relationship Id="rId26" Type="http://schemas.openxmlformats.org/officeDocument/2006/relationships/image" Target="../media/image14.wmf"/><Relationship Id="rId25" Type="http://schemas.openxmlformats.org/officeDocument/2006/relationships/oleObject" Target="../embeddings/oleObject13.bin"/><Relationship Id="rId24" Type="http://schemas.openxmlformats.org/officeDocument/2006/relationships/image" Target="../media/image13.wmf"/><Relationship Id="rId23" Type="http://schemas.openxmlformats.org/officeDocument/2006/relationships/oleObject" Target="../embeddings/oleObject12.bin"/><Relationship Id="rId22" Type="http://schemas.openxmlformats.org/officeDocument/2006/relationships/image" Target="../media/image12.wmf"/><Relationship Id="rId21" Type="http://schemas.openxmlformats.org/officeDocument/2006/relationships/oleObject" Target="../embeddings/oleObject11.bin"/><Relationship Id="rId20" Type="http://schemas.openxmlformats.org/officeDocument/2006/relationships/image" Target="../media/image11.wmf"/><Relationship Id="rId2" Type="http://schemas.openxmlformats.org/officeDocument/2006/relationships/image" Target="../media/image2.wmf"/><Relationship Id="rId19" Type="http://schemas.openxmlformats.org/officeDocument/2006/relationships/oleObject" Target="../embeddings/oleObject10.bin"/><Relationship Id="rId18" Type="http://schemas.openxmlformats.org/officeDocument/2006/relationships/image" Target="../media/image10.emf"/><Relationship Id="rId17" Type="http://schemas.openxmlformats.org/officeDocument/2006/relationships/oleObject" Target="../embeddings/oleObject9.bin"/><Relationship Id="rId16" Type="http://schemas.openxmlformats.org/officeDocument/2006/relationships/image" Target="../media/image9.emf"/><Relationship Id="rId15" Type="http://schemas.openxmlformats.org/officeDocument/2006/relationships/oleObject" Target="../embeddings/oleObject8.bin"/><Relationship Id="rId14" Type="http://schemas.openxmlformats.org/officeDocument/2006/relationships/image" Target="../media/image8.wmf"/><Relationship Id="rId13" Type="http://schemas.openxmlformats.org/officeDocument/2006/relationships/oleObject" Target="../embeddings/oleObject7.bin"/><Relationship Id="rId12" Type="http://schemas.openxmlformats.org/officeDocument/2006/relationships/image" Target="../media/image7.wmf"/><Relationship Id="rId11" Type="http://schemas.openxmlformats.org/officeDocument/2006/relationships/oleObject" Target="../embeddings/oleObject6.bin"/><Relationship Id="rId10" Type="http://schemas.openxmlformats.org/officeDocument/2006/relationships/image" Target="../media/image6.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19.wmf"/><Relationship Id="rId7" Type="http://schemas.openxmlformats.org/officeDocument/2006/relationships/oleObject" Target="../embeddings/oleObject17.bin"/><Relationship Id="rId6" Type="http://schemas.openxmlformats.org/officeDocument/2006/relationships/image" Target="../media/image18.wmf"/><Relationship Id="rId5" Type="http://schemas.openxmlformats.org/officeDocument/2006/relationships/oleObject" Target="../embeddings/oleObject16.bin"/><Relationship Id="rId4" Type="http://schemas.openxmlformats.org/officeDocument/2006/relationships/image" Target="../media/image17.wmf"/><Relationship Id="rId3" Type="http://schemas.openxmlformats.org/officeDocument/2006/relationships/oleObject" Target="../embeddings/oleObject15.bin"/><Relationship Id="rId2" Type="http://schemas.openxmlformats.org/officeDocument/2006/relationships/image" Target="../media/image16.wmf"/><Relationship Id="rId15" Type="http://schemas.openxmlformats.org/officeDocument/2006/relationships/vmlDrawing" Target="../drawings/vmlDrawing2.vml"/><Relationship Id="rId14" Type="http://schemas.openxmlformats.org/officeDocument/2006/relationships/slideLayout" Target="../slideLayouts/slideLayout12.xml"/><Relationship Id="rId13" Type="http://schemas.openxmlformats.org/officeDocument/2006/relationships/tags" Target="../tags/tag3.xml"/><Relationship Id="rId12" Type="http://schemas.openxmlformats.org/officeDocument/2006/relationships/image" Target="../media/image21.wmf"/><Relationship Id="rId11" Type="http://schemas.openxmlformats.org/officeDocument/2006/relationships/oleObject" Target="../embeddings/oleObject19.bin"/><Relationship Id="rId10" Type="http://schemas.openxmlformats.org/officeDocument/2006/relationships/image" Target="../media/image20.wmf"/><Relationship Id="rId1" Type="http://schemas.openxmlformats.org/officeDocument/2006/relationships/oleObject" Target="../embeddings/oleObject14.bin"/></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wmf"/><Relationship Id="rId7" Type="http://schemas.openxmlformats.org/officeDocument/2006/relationships/oleObject" Target="../embeddings/oleObject23.bin"/><Relationship Id="rId6" Type="http://schemas.openxmlformats.org/officeDocument/2006/relationships/image" Target="../media/image24.wmf"/><Relationship Id="rId5" Type="http://schemas.openxmlformats.org/officeDocument/2006/relationships/oleObject" Target="../embeddings/oleObject22.bin"/><Relationship Id="rId4" Type="http://schemas.openxmlformats.org/officeDocument/2006/relationships/image" Target="../media/image23.wmf"/><Relationship Id="rId3" Type="http://schemas.openxmlformats.org/officeDocument/2006/relationships/oleObject" Target="../embeddings/oleObject21.bin"/><Relationship Id="rId2" Type="http://schemas.openxmlformats.org/officeDocument/2006/relationships/image" Target="../media/image22.wmf"/><Relationship Id="rId10" Type="http://schemas.openxmlformats.org/officeDocument/2006/relationships/vmlDrawing" Target="../drawings/vmlDrawing3.vml"/><Relationship Id="rId1" Type="http://schemas.openxmlformats.org/officeDocument/2006/relationships/oleObject" Target="../embeddings/oleObject20.bin"/></Relationships>
</file>

<file path=ppt/slides/_rels/slide6.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7.xml"/><Relationship Id="rId7" Type="http://schemas.openxmlformats.org/officeDocument/2006/relationships/tags" Target="../tags/tag4.xml"/><Relationship Id="rId6" Type="http://schemas.openxmlformats.org/officeDocument/2006/relationships/image" Target="../media/image28.wmf"/><Relationship Id="rId5" Type="http://schemas.openxmlformats.org/officeDocument/2006/relationships/oleObject" Target="../embeddings/oleObject26.bin"/><Relationship Id="rId4" Type="http://schemas.openxmlformats.org/officeDocument/2006/relationships/image" Target="../media/image27.wmf"/><Relationship Id="rId3" Type="http://schemas.openxmlformats.org/officeDocument/2006/relationships/oleObject" Target="../embeddings/oleObject25.bin"/><Relationship Id="rId2" Type="http://schemas.openxmlformats.org/officeDocument/2006/relationships/image" Target="../media/image26.wmf"/><Relationship Id="rId1" Type="http://schemas.openxmlformats.org/officeDocument/2006/relationships/oleObject" Target="../embeddings/oleObject24.bin"/></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7.xml"/><Relationship Id="rId7" Type="http://schemas.openxmlformats.org/officeDocument/2006/relationships/tags" Target="../tags/tag5.xml"/><Relationship Id="rId6" Type="http://schemas.openxmlformats.org/officeDocument/2006/relationships/image" Target="../media/image31.emf"/><Relationship Id="rId5" Type="http://schemas.openxmlformats.org/officeDocument/2006/relationships/oleObject" Target="../embeddings/oleObject29.bin"/><Relationship Id="rId4" Type="http://schemas.openxmlformats.org/officeDocument/2006/relationships/image" Target="../media/image30.emf"/><Relationship Id="rId3" Type="http://schemas.openxmlformats.org/officeDocument/2006/relationships/oleObject" Target="../embeddings/oleObject28.bin"/><Relationship Id="rId2" Type="http://schemas.openxmlformats.org/officeDocument/2006/relationships/image" Target="../media/image29.emf"/><Relationship Id="rId10" Type="http://schemas.openxmlformats.org/officeDocument/2006/relationships/notesSlide" Target="../notesSlides/notesSlide1.xml"/><Relationship Id="rId1" Type="http://schemas.openxmlformats.org/officeDocument/2006/relationships/oleObject" Target="../embeddings/oleObject27.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tags" Target="../tags/tag6.xml"/><Relationship Id="rId3" Type="http://schemas.openxmlformats.org/officeDocument/2006/relationships/image" Target="../media/image33.png"/><Relationship Id="rId2" Type="http://schemas.openxmlformats.org/officeDocument/2006/relationships/image" Target="../media/image32.wmf"/><Relationship Id="rId1" Type="http://schemas.openxmlformats.org/officeDocument/2006/relationships/oleObject" Target="../embeddings/oleObject30.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35.bin"/><Relationship Id="rId8" Type="http://schemas.openxmlformats.org/officeDocument/2006/relationships/image" Target="../media/image37.wmf"/><Relationship Id="rId7" Type="http://schemas.openxmlformats.org/officeDocument/2006/relationships/oleObject" Target="../embeddings/oleObject34.bin"/><Relationship Id="rId6" Type="http://schemas.openxmlformats.org/officeDocument/2006/relationships/image" Target="../media/image36.wmf"/><Relationship Id="rId5" Type="http://schemas.openxmlformats.org/officeDocument/2006/relationships/oleObject" Target="../embeddings/oleObject33.bin"/><Relationship Id="rId4" Type="http://schemas.openxmlformats.org/officeDocument/2006/relationships/image" Target="../media/image35.wmf"/><Relationship Id="rId3" Type="http://schemas.openxmlformats.org/officeDocument/2006/relationships/oleObject" Target="../embeddings/oleObject32.bin"/><Relationship Id="rId20" Type="http://schemas.openxmlformats.org/officeDocument/2006/relationships/vmlDrawing" Target="../drawings/vmlDrawing7.vml"/><Relationship Id="rId2" Type="http://schemas.openxmlformats.org/officeDocument/2006/relationships/image" Target="../media/image34.wmf"/><Relationship Id="rId19" Type="http://schemas.openxmlformats.org/officeDocument/2006/relationships/slideLayout" Target="../slideLayouts/slideLayout7.xml"/><Relationship Id="rId18" Type="http://schemas.openxmlformats.org/officeDocument/2006/relationships/image" Target="../media/image42.wmf"/><Relationship Id="rId17" Type="http://schemas.openxmlformats.org/officeDocument/2006/relationships/oleObject" Target="../embeddings/oleObject39.bin"/><Relationship Id="rId16" Type="http://schemas.openxmlformats.org/officeDocument/2006/relationships/image" Target="../media/image41.wmf"/><Relationship Id="rId15" Type="http://schemas.openxmlformats.org/officeDocument/2006/relationships/oleObject" Target="../embeddings/oleObject38.bin"/><Relationship Id="rId14" Type="http://schemas.openxmlformats.org/officeDocument/2006/relationships/image" Target="../media/image40.wmf"/><Relationship Id="rId13" Type="http://schemas.openxmlformats.org/officeDocument/2006/relationships/oleObject" Target="../embeddings/oleObject37.bin"/><Relationship Id="rId12" Type="http://schemas.openxmlformats.org/officeDocument/2006/relationships/image" Target="../media/image39.wmf"/><Relationship Id="rId11" Type="http://schemas.openxmlformats.org/officeDocument/2006/relationships/oleObject" Target="../embeddings/oleObject36.bin"/><Relationship Id="rId10" Type="http://schemas.openxmlformats.org/officeDocument/2006/relationships/image" Target="../media/image38.wmf"/><Relationship Id="rId1" Type="http://schemas.openxmlformats.org/officeDocument/2006/relationships/oleObject" Target="../embeddings/oleObject31.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46.wmf"/><Relationship Id="rId7" Type="http://schemas.openxmlformats.org/officeDocument/2006/relationships/oleObject" Target="../embeddings/oleObject43.bin"/><Relationship Id="rId6" Type="http://schemas.openxmlformats.org/officeDocument/2006/relationships/image" Target="../media/image45.wmf"/><Relationship Id="rId5" Type="http://schemas.openxmlformats.org/officeDocument/2006/relationships/oleObject" Target="../embeddings/oleObject42.bin"/><Relationship Id="rId4" Type="http://schemas.openxmlformats.org/officeDocument/2006/relationships/image" Target="../media/image44.wmf"/><Relationship Id="rId3" Type="http://schemas.openxmlformats.org/officeDocument/2006/relationships/oleObject" Target="../embeddings/oleObject41.bin"/><Relationship Id="rId22" Type="http://schemas.openxmlformats.org/officeDocument/2006/relationships/vmlDrawing" Target="../drawings/vmlDrawing8.vml"/><Relationship Id="rId21" Type="http://schemas.openxmlformats.org/officeDocument/2006/relationships/slideLayout" Target="../slideLayouts/slideLayout7.xml"/><Relationship Id="rId20" Type="http://schemas.openxmlformats.org/officeDocument/2006/relationships/image" Target="../media/image52.wmf"/><Relationship Id="rId2" Type="http://schemas.openxmlformats.org/officeDocument/2006/relationships/image" Target="../media/image43.wmf"/><Relationship Id="rId19" Type="http://schemas.openxmlformats.org/officeDocument/2006/relationships/oleObject" Target="../embeddings/oleObject49.bin"/><Relationship Id="rId18" Type="http://schemas.openxmlformats.org/officeDocument/2006/relationships/image" Target="../media/image51.wmf"/><Relationship Id="rId17" Type="http://schemas.openxmlformats.org/officeDocument/2006/relationships/oleObject" Target="../embeddings/oleObject48.bin"/><Relationship Id="rId16" Type="http://schemas.openxmlformats.org/officeDocument/2006/relationships/image" Target="../media/image50.wmf"/><Relationship Id="rId15" Type="http://schemas.openxmlformats.org/officeDocument/2006/relationships/oleObject" Target="../embeddings/oleObject47.bin"/><Relationship Id="rId14" Type="http://schemas.openxmlformats.org/officeDocument/2006/relationships/image" Target="../media/image49.wmf"/><Relationship Id="rId13" Type="http://schemas.openxmlformats.org/officeDocument/2006/relationships/oleObject" Target="../embeddings/oleObject46.bin"/><Relationship Id="rId12" Type="http://schemas.openxmlformats.org/officeDocument/2006/relationships/image" Target="../media/image48.wmf"/><Relationship Id="rId11" Type="http://schemas.openxmlformats.org/officeDocument/2006/relationships/oleObject" Target="../embeddings/oleObject45.bin"/><Relationship Id="rId10" Type="http://schemas.openxmlformats.org/officeDocument/2006/relationships/image" Target="../media/image47.wmf"/><Relationship Id="rId1" Type="http://schemas.openxmlformats.org/officeDocument/2006/relationships/oleObject" Target="../embeddings/oleObject40.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56.wmf"/><Relationship Id="rId7" Type="http://schemas.openxmlformats.org/officeDocument/2006/relationships/oleObject" Target="../embeddings/oleObject53.bin"/><Relationship Id="rId6" Type="http://schemas.openxmlformats.org/officeDocument/2006/relationships/image" Target="../media/image55.wmf"/><Relationship Id="rId5" Type="http://schemas.openxmlformats.org/officeDocument/2006/relationships/oleObject" Target="../embeddings/oleObject52.bin"/><Relationship Id="rId4" Type="http://schemas.openxmlformats.org/officeDocument/2006/relationships/image" Target="../media/image54.wmf"/><Relationship Id="rId3" Type="http://schemas.openxmlformats.org/officeDocument/2006/relationships/oleObject" Target="../embeddings/oleObject51.bin"/><Relationship Id="rId2" Type="http://schemas.openxmlformats.org/officeDocument/2006/relationships/image" Target="../media/image53.wmf"/><Relationship Id="rId13" Type="http://schemas.openxmlformats.org/officeDocument/2006/relationships/vmlDrawing" Target="../drawings/vmlDrawing9.vml"/><Relationship Id="rId12" Type="http://schemas.openxmlformats.org/officeDocument/2006/relationships/slideLayout" Target="../slideLayouts/slideLayout7.xml"/><Relationship Id="rId11" Type="http://schemas.openxmlformats.org/officeDocument/2006/relationships/oleObject" Target="../embeddings/oleObject55.bin"/><Relationship Id="rId10" Type="http://schemas.openxmlformats.org/officeDocument/2006/relationships/image" Target="../media/image32.wmf"/><Relationship Id="rId1" Type="http://schemas.openxmlformats.org/officeDocument/2006/relationships/oleObject" Target="../embeddings/oleObject50.bin"/></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tags" Target="../tags/tag7.xml"/><Relationship Id="rId5" Type="http://schemas.openxmlformats.org/officeDocument/2006/relationships/image" Target="../media/image4.wmf"/><Relationship Id="rId4" Type="http://schemas.openxmlformats.org/officeDocument/2006/relationships/oleObject" Target="../embeddings/oleObject57.bin"/><Relationship Id="rId3" Type="http://schemas.openxmlformats.org/officeDocument/2006/relationships/image" Target="../media/image6.wmf"/><Relationship Id="rId2" Type="http://schemas.openxmlformats.org/officeDocument/2006/relationships/oleObject" Target="../embeddings/oleObject56.bin"/><Relationship Id="rId1" Type="http://schemas.openxmlformats.org/officeDocument/2006/relationships/image" Target="../media/image57.jpeg"/></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2.xml"/><Relationship Id="rId5" Type="http://schemas.openxmlformats.org/officeDocument/2006/relationships/tags" Target="../tags/tag8.xml"/><Relationship Id="rId4" Type="http://schemas.openxmlformats.org/officeDocument/2006/relationships/image" Target="../media/image6.wmf"/><Relationship Id="rId3" Type="http://schemas.openxmlformats.org/officeDocument/2006/relationships/oleObject" Target="../embeddings/oleObject59.bin"/><Relationship Id="rId2" Type="http://schemas.openxmlformats.org/officeDocument/2006/relationships/image" Target="../media/image4.wmf"/><Relationship Id="rId1" Type="http://schemas.openxmlformats.org/officeDocument/2006/relationships/oleObject" Target="../embeddings/oleObject58.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59.wmf"/><Relationship Id="rId7" Type="http://schemas.openxmlformats.org/officeDocument/2006/relationships/oleObject" Target="../embeddings/oleObject63.bin"/><Relationship Id="rId6" Type="http://schemas.openxmlformats.org/officeDocument/2006/relationships/image" Target="../media/image4.wmf"/><Relationship Id="rId5" Type="http://schemas.openxmlformats.org/officeDocument/2006/relationships/oleObject" Target="../embeddings/oleObject62.bin"/><Relationship Id="rId4" Type="http://schemas.openxmlformats.org/officeDocument/2006/relationships/image" Target="../media/image6.wmf"/><Relationship Id="rId3" Type="http://schemas.openxmlformats.org/officeDocument/2006/relationships/oleObject" Target="../embeddings/oleObject61.bin"/><Relationship Id="rId2" Type="http://schemas.openxmlformats.org/officeDocument/2006/relationships/image" Target="../media/image58.wmf"/><Relationship Id="rId19" Type="http://schemas.openxmlformats.org/officeDocument/2006/relationships/vmlDrawing" Target="../drawings/vmlDrawing12.vml"/><Relationship Id="rId18" Type="http://schemas.openxmlformats.org/officeDocument/2006/relationships/slideLayout" Target="../slideLayouts/slideLayout2.xml"/><Relationship Id="rId17" Type="http://schemas.openxmlformats.org/officeDocument/2006/relationships/tags" Target="../tags/tag9.xml"/><Relationship Id="rId16" Type="http://schemas.openxmlformats.org/officeDocument/2006/relationships/image" Target="../media/image63.wmf"/><Relationship Id="rId15" Type="http://schemas.openxmlformats.org/officeDocument/2006/relationships/oleObject" Target="../embeddings/oleObject67.bin"/><Relationship Id="rId14" Type="http://schemas.openxmlformats.org/officeDocument/2006/relationships/image" Target="../media/image62.wmf"/><Relationship Id="rId13" Type="http://schemas.openxmlformats.org/officeDocument/2006/relationships/oleObject" Target="../embeddings/oleObject66.bin"/><Relationship Id="rId12" Type="http://schemas.openxmlformats.org/officeDocument/2006/relationships/image" Target="../media/image61.wmf"/><Relationship Id="rId11" Type="http://schemas.openxmlformats.org/officeDocument/2006/relationships/oleObject" Target="../embeddings/oleObject65.bin"/><Relationship Id="rId10" Type="http://schemas.openxmlformats.org/officeDocument/2006/relationships/image" Target="../media/image60.wmf"/><Relationship Id="rId1" Type="http://schemas.openxmlformats.org/officeDocument/2006/relationships/oleObject" Target="../embeddings/oleObject60.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72.bin"/><Relationship Id="rId8" Type="http://schemas.openxmlformats.org/officeDocument/2006/relationships/image" Target="../media/image66.wmf"/><Relationship Id="rId7" Type="http://schemas.openxmlformats.org/officeDocument/2006/relationships/oleObject" Target="../embeddings/oleObject71.bin"/><Relationship Id="rId6" Type="http://schemas.openxmlformats.org/officeDocument/2006/relationships/image" Target="../media/image65.wmf"/><Relationship Id="rId5" Type="http://schemas.openxmlformats.org/officeDocument/2006/relationships/oleObject" Target="../embeddings/oleObject70.bin"/><Relationship Id="rId4" Type="http://schemas.openxmlformats.org/officeDocument/2006/relationships/image" Target="../media/image64.wmf"/><Relationship Id="rId3" Type="http://schemas.openxmlformats.org/officeDocument/2006/relationships/oleObject" Target="../embeddings/oleObject69.bin"/><Relationship Id="rId2" Type="http://schemas.openxmlformats.org/officeDocument/2006/relationships/image" Target="../media/image4.wmf"/><Relationship Id="rId16" Type="http://schemas.openxmlformats.org/officeDocument/2006/relationships/vmlDrawing" Target="../drawings/vmlDrawing13.vml"/><Relationship Id="rId15" Type="http://schemas.openxmlformats.org/officeDocument/2006/relationships/slideLayout" Target="../slideLayouts/slideLayout7.xml"/><Relationship Id="rId14" Type="http://schemas.openxmlformats.org/officeDocument/2006/relationships/image" Target="../media/image69.wmf"/><Relationship Id="rId13" Type="http://schemas.openxmlformats.org/officeDocument/2006/relationships/oleObject" Target="../embeddings/oleObject74.bin"/><Relationship Id="rId12" Type="http://schemas.openxmlformats.org/officeDocument/2006/relationships/image" Target="../media/image68.wmf"/><Relationship Id="rId11" Type="http://schemas.openxmlformats.org/officeDocument/2006/relationships/oleObject" Target="../embeddings/oleObject73.bin"/><Relationship Id="rId10" Type="http://schemas.openxmlformats.org/officeDocument/2006/relationships/image" Target="../media/image67.wmf"/><Relationship Id="rId1" Type="http://schemas.openxmlformats.org/officeDocument/2006/relationships/oleObject" Target="../embeddings/oleObject68.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79.bin"/><Relationship Id="rId8" Type="http://schemas.openxmlformats.org/officeDocument/2006/relationships/image" Target="../media/image66.wmf"/><Relationship Id="rId7" Type="http://schemas.openxmlformats.org/officeDocument/2006/relationships/oleObject" Target="../embeddings/oleObject78.bin"/><Relationship Id="rId6" Type="http://schemas.openxmlformats.org/officeDocument/2006/relationships/image" Target="../media/image65.wmf"/><Relationship Id="rId5" Type="http://schemas.openxmlformats.org/officeDocument/2006/relationships/oleObject" Target="../embeddings/oleObject77.bin"/><Relationship Id="rId4" Type="http://schemas.openxmlformats.org/officeDocument/2006/relationships/image" Target="../media/image64.wmf"/><Relationship Id="rId3" Type="http://schemas.openxmlformats.org/officeDocument/2006/relationships/oleObject" Target="../embeddings/oleObject76.bin"/><Relationship Id="rId20" Type="http://schemas.openxmlformats.org/officeDocument/2006/relationships/vmlDrawing" Target="../drawings/vmlDrawing14.vml"/><Relationship Id="rId2" Type="http://schemas.openxmlformats.org/officeDocument/2006/relationships/image" Target="../media/image4.wmf"/><Relationship Id="rId19" Type="http://schemas.openxmlformats.org/officeDocument/2006/relationships/slideLayout" Target="../slideLayouts/slideLayout7.xml"/><Relationship Id="rId18" Type="http://schemas.openxmlformats.org/officeDocument/2006/relationships/image" Target="../media/image73.wmf"/><Relationship Id="rId17" Type="http://schemas.openxmlformats.org/officeDocument/2006/relationships/oleObject" Target="../embeddings/oleObject83.bin"/><Relationship Id="rId16" Type="http://schemas.openxmlformats.org/officeDocument/2006/relationships/image" Target="../media/image72.wmf"/><Relationship Id="rId15" Type="http://schemas.openxmlformats.org/officeDocument/2006/relationships/oleObject" Target="../embeddings/oleObject82.bin"/><Relationship Id="rId14" Type="http://schemas.openxmlformats.org/officeDocument/2006/relationships/image" Target="../media/image71.wmf"/><Relationship Id="rId13" Type="http://schemas.openxmlformats.org/officeDocument/2006/relationships/oleObject" Target="../embeddings/oleObject81.bin"/><Relationship Id="rId12" Type="http://schemas.openxmlformats.org/officeDocument/2006/relationships/image" Target="../media/image70.wmf"/><Relationship Id="rId11" Type="http://schemas.openxmlformats.org/officeDocument/2006/relationships/oleObject" Target="../embeddings/oleObject80.bin"/><Relationship Id="rId10" Type="http://schemas.openxmlformats.org/officeDocument/2006/relationships/image" Target="../media/image67.wmf"/><Relationship Id="rId1" Type="http://schemas.openxmlformats.org/officeDocument/2006/relationships/oleObject" Target="../embeddings/oleObject75.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88.bin"/><Relationship Id="rId8" Type="http://schemas.openxmlformats.org/officeDocument/2006/relationships/image" Target="../media/image77.wmf"/><Relationship Id="rId7" Type="http://schemas.openxmlformats.org/officeDocument/2006/relationships/oleObject" Target="../embeddings/oleObject87.bin"/><Relationship Id="rId6" Type="http://schemas.openxmlformats.org/officeDocument/2006/relationships/image" Target="../media/image76.wmf"/><Relationship Id="rId5" Type="http://schemas.openxmlformats.org/officeDocument/2006/relationships/oleObject" Target="../embeddings/oleObject86.bin"/><Relationship Id="rId4" Type="http://schemas.openxmlformats.org/officeDocument/2006/relationships/image" Target="../media/image75.wmf"/><Relationship Id="rId3" Type="http://schemas.openxmlformats.org/officeDocument/2006/relationships/oleObject" Target="../embeddings/oleObject85.bin"/><Relationship Id="rId2" Type="http://schemas.openxmlformats.org/officeDocument/2006/relationships/image" Target="../media/image74.wmf"/><Relationship Id="rId17" Type="http://schemas.openxmlformats.org/officeDocument/2006/relationships/vmlDrawing" Target="../drawings/vmlDrawing15.vml"/><Relationship Id="rId16" Type="http://schemas.openxmlformats.org/officeDocument/2006/relationships/slideLayout" Target="../slideLayouts/slideLayout7.xml"/><Relationship Id="rId15" Type="http://schemas.openxmlformats.org/officeDocument/2006/relationships/image" Target="../media/image80.emf"/><Relationship Id="rId14" Type="http://schemas.openxmlformats.org/officeDocument/2006/relationships/oleObject" Target="../embeddings/oleObject91.bin"/><Relationship Id="rId13" Type="http://schemas.openxmlformats.org/officeDocument/2006/relationships/oleObject" Target="../embeddings/oleObject90.bin"/><Relationship Id="rId12" Type="http://schemas.openxmlformats.org/officeDocument/2006/relationships/image" Target="../media/image79.wmf"/><Relationship Id="rId11" Type="http://schemas.openxmlformats.org/officeDocument/2006/relationships/oleObject" Target="../embeddings/oleObject89.bin"/><Relationship Id="rId10" Type="http://schemas.openxmlformats.org/officeDocument/2006/relationships/image" Target="../media/image78.wmf"/><Relationship Id="rId1" Type="http://schemas.openxmlformats.org/officeDocument/2006/relationships/oleObject" Target="../embeddings/oleObject84.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84.wmf"/><Relationship Id="rId7" Type="http://schemas.openxmlformats.org/officeDocument/2006/relationships/oleObject" Target="../embeddings/oleObject95.bin"/><Relationship Id="rId6" Type="http://schemas.openxmlformats.org/officeDocument/2006/relationships/image" Target="../media/image83.wmf"/><Relationship Id="rId5" Type="http://schemas.openxmlformats.org/officeDocument/2006/relationships/oleObject" Target="../embeddings/oleObject94.bin"/><Relationship Id="rId4" Type="http://schemas.openxmlformats.org/officeDocument/2006/relationships/image" Target="../media/image82.wmf"/><Relationship Id="rId33" Type="http://schemas.openxmlformats.org/officeDocument/2006/relationships/vmlDrawing" Target="../drawings/vmlDrawing16.vml"/><Relationship Id="rId32" Type="http://schemas.openxmlformats.org/officeDocument/2006/relationships/slideLayout" Target="../slideLayouts/slideLayout7.xml"/><Relationship Id="rId31" Type="http://schemas.openxmlformats.org/officeDocument/2006/relationships/image" Target="../media/image90.wmf"/><Relationship Id="rId30" Type="http://schemas.openxmlformats.org/officeDocument/2006/relationships/oleObject" Target="../embeddings/oleObject107.bin"/><Relationship Id="rId3" Type="http://schemas.openxmlformats.org/officeDocument/2006/relationships/oleObject" Target="../embeddings/oleObject93.bin"/><Relationship Id="rId29" Type="http://schemas.openxmlformats.org/officeDocument/2006/relationships/image" Target="../media/image89.emf"/><Relationship Id="rId28" Type="http://schemas.openxmlformats.org/officeDocument/2006/relationships/oleObject" Target="../embeddings/oleObject106.bin"/><Relationship Id="rId27" Type="http://schemas.openxmlformats.org/officeDocument/2006/relationships/oleObject" Target="../embeddings/oleObject105.bin"/><Relationship Id="rId26" Type="http://schemas.openxmlformats.org/officeDocument/2006/relationships/image" Target="../media/image88.wmf"/><Relationship Id="rId25" Type="http://schemas.openxmlformats.org/officeDocument/2006/relationships/oleObject" Target="../embeddings/oleObject104.bin"/><Relationship Id="rId24" Type="http://schemas.openxmlformats.org/officeDocument/2006/relationships/image" Target="../media/image79.wmf"/><Relationship Id="rId23" Type="http://schemas.openxmlformats.org/officeDocument/2006/relationships/oleObject" Target="../embeddings/oleObject103.bin"/><Relationship Id="rId22" Type="http://schemas.openxmlformats.org/officeDocument/2006/relationships/image" Target="../media/image78.wmf"/><Relationship Id="rId21" Type="http://schemas.openxmlformats.org/officeDocument/2006/relationships/oleObject" Target="../embeddings/oleObject102.bin"/><Relationship Id="rId20" Type="http://schemas.openxmlformats.org/officeDocument/2006/relationships/image" Target="../media/image77.wmf"/><Relationship Id="rId2" Type="http://schemas.openxmlformats.org/officeDocument/2006/relationships/image" Target="../media/image81.wmf"/><Relationship Id="rId19" Type="http://schemas.openxmlformats.org/officeDocument/2006/relationships/oleObject" Target="../embeddings/oleObject101.bin"/><Relationship Id="rId18" Type="http://schemas.openxmlformats.org/officeDocument/2006/relationships/image" Target="../media/image76.wmf"/><Relationship Id="rId17" Type="http://schemas.openxmlformats.org/officeDocument/2006/relationships/oleObject" Target="../embeddings/oleObject100.bin"/><Relationship Id="rId16" Type="http://schemas.openxmlformats.org/officeDocument/2006/relationships/image" Target="../media/image75.wmf"/><Relationship Id="rId15" Type="http://schemas.openxmlformats.org/officeDocument/2006/relationships/oleObject" Target="../embeddings/oleObject99.bin"/><Relationship Id="rId14" Type="http://schemas.openxmlformats.org/officeDocument/2006/relationships/image" Target="../media/image87.wmf"/><Relationship Id="rId13" Type="http://schemas.openxmlformats.org/officeDocument/2006/relationships/oleObject" Target="../embeddings/oleObject98.bin"/><Relationship Id="rId12" Type="http://schemas.openxmlformats.org/officeDocument/2006/relationships/image" Target="../media/image86.wmf"/><Relationship Id="rId11" Type="http://schemas.openxmlformats.org/officeDocument/2006/relationships/oleObject" Target="../embeddings/oleObject97.bin"/><Relationship Id="rId10" Type="http://schemas.openxmlformats.org/officeDocument/2006/relationships/image" Target="../media/image85.wmf"/><Relationship Id="rId1" Type="http://schemas.openxmlformats.org/officeDocument/2006/relationships/oleObject" Target="../embeddings/oleObject92.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12.bin"/><Relationship Id="rId8" Type="http://schemas.openxmlformats.org/officeDocument/2006/relationships/image" Target="../media/image93.wmf"/><Relationship Id="rId7" Type="http://schemas.openxmlformats.org/officeDocument/2006/relationships/oleObject" Target="../embeddings/oleObject111.bin"/><Relationship Id="rId6" Type="http://schemas.openxmlformats.org/officeDocument/2006/relationships/image" Target="../media/image92.wmf"/><Relationship Id="rId5" Type="http://schemas.openxmlformats.org/officeDocument/2006/relationships/oleObject" Target="../embeddings/oleObject110.bin"/><Relationship Id="rId4" Type="http://schemas.openxmlformats.org/officeDocument/2006/relationships/image" Target="../media/image76.wmf"/><Relationship Id="rId3" Type="http://schemas.openxmlformats.org/officeDocument/2006/relationships/oleObject" Target="../embeddings/oleObject109.bin"/><Relationship Id="rId2" Type="http://schemas.openxmlformats.org/officeDocument/2006/relationships/image" Target="../media/image91.wmf"/><Relationship Id="rId12" Type="http://schemas.openxmlformats.org/officeDocument/2006/relationships/vmlDrawing" Target="../drawings/vmlDrawing17.vml"/><Relationship Id="rId11" Type="http://schemas.openxmlformats.org/officeDocument/2006/relationships/slideLayout" Target="../slideLayouts/slideLayout7.xml"/><Relationship Id="rId10" Type="http://schemas.openxmlformats.org/officeDocument/2006/relationships/image" Target="../media/image94.wmf"/><Relationship Id="rId1" Type="http://schemas.openxmlformats.org/officeDocument/2006/relationships/oleObject" Target="../embeddings/oleObject108.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96.wmf"/><Relationship Id="rId7" Type="http://schemas.openxmlformats.org/officeDocument/2006/relationships/oleObject" Target="../embeddings/oleObject116.bin"/><Relationship Id="rId6" Type="http://schemas.openxmlformats.org/officeDocument/2006/relationships/image" Target="../media/image95.wmf"/><Relationship Id="rId5" Type="http://schemas.openxmlformats.org/officeDocument/2006/relationships/oleObject" Target="../embeddings/oleObject115.bin"/><Relationship Id="rId4" Type="http://schemas.openxmlformats.org/officeDocument/2006/relationships/image" Target="../media/image76.wmf"/><Relationship Id="rId3" Type="http://schemas.openxmlformats.org/officeDocument/2006/relationships/oleObject" Target="../embeddings/oleObject114.bin"/><Relationship Id="rId2" Type="http://schemas.openxmlformats.org/officeDocument/2006/relationships/image" Target="../media/image91.wmf"/><Relationship Id="rId16" Type="http://schemas.openxmlformats.org/officeDocument/2006/relationships/vmlDrawing" Target="../drawings/vmlDrawing18.vml"/><Relationship Id="rId15" Type="http://schemas.openxmlformats.org/officeDocument/2006/relationships/slideLayout" Target="../slideLayouts/slideLayout7.xml"/><Relationship Id="rId14" Type="http://schemas.openxmlformats.org/officeDocument/2006/relationships/image" Target="../media/image98.wmf"/><Relationship Id="rId13" Type="http://schemas.openxmlformats.org/officeDocument/2006/relationships/oleObject" Target="../embeddings/oleObject119.bin"/><Relationship Id="rId12" Type="http://schemas.openxmlformats.org/officeDocument/2006/relationships/image" Target="../media/image97.wmf"/><Relationship Id="rId11" Type="http://schemas.openxmlformats.org/officeDocument/2006/relationships/oleObject" Target="../embeddings/oleObject118.bin"/><Relationship Id="rId10" Type="http://schemas.openxmlformats.org/officeDocument/2006/relationships/image" Target="../media/image94.wmf"/><Relationship Id="rId1" Type="http://schemas.openxmlformats.org/officeDocument/2006/relationships/oleObject" Target="../embeddings/oleObject113.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7.xml"/><Relationship Id="rId6" Type="http://schemas.openxmlformats.org/officeDocument/2006/relationships/image" Target="../media/image101.emf"/><Relationship Id="rId5" Type="http://schemas.openxmlformats.org/officeDocument/2006/relationships/oleObject" Target="../embeddings/oleObject122.bin"/><Relationship Id="rId4" Type="http://schemas.openxmlformats.org/officeDocument/2006/relationships/image" Target="../media/image100.emf"/><Relationship Id="rId3" Type="http://schemas.openxmlformats.org/officeDocument/2006/relationships/oleObject" Target="../embeddings/oleObject121.bin"/><Relationship Id="rId2" Type="http://schemas.openxmlformats.org/officeDocument/2006/relationships/image" Target="../media/image99.emf"/><Relationship Id="rId1" Type="http://schemas.openxmlformats.org/officeDocument/2006/relationships/oleObject" Target="../embeddings/oleObject120.bin"/></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104.emf"/><Relationship Id="rId5" Type="http://schemas.openxmlformats.org/officeDocument/2006/relationships/oleObject" Target="../embeddings/oleObject125.bin"/><Relationship Id="rId4" Type="http://schemas.openxmlformats.org/officeDocument/2006/relationships/image" Target="../media/image103.emf"/><Relationship Id="rId3" Type="http://schemas.openxmlformats.org/officeDocument/2006/relationships/oleObject" Target="../embeddings/oleObject124.bin"/><Relationship Id="rId2" Type="http://schemas.openxmlformats.org/officeDocument/2006/relationships/image" Target="../media/image102.emf"/><Relationship Id="rId1" Type="http://schemas.openxmlformats.org/officeDocument/2006/relationships/oleObject" Target="../embeddings/oleObject123.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30.bin"/><Relationship Id="rId8" Type="http://schemas.openxmlformats.org/officeDocument/2006/relationships/image" Target="../media/image108.wmf"/><Relationship Id="rId7" Type="http://schemas.openxmlformats.org/officeDocument/2006/relationships/oleObject" Target="../embeddings/oleObject129.bin"/><Relationship Id="rId6" Type="http://schemas.openxmlformats.org/officeDocument/2006/relationships/image" Target="../media/image107.emf"/><Relationship Id="rId5" Type="http://schemas.openxmlformats.org/officeDocument/2006/relationships/oleObject" Target="../embeddings/oleObject128.bin"/><Relationship Id="rId4" Type="http://schemas.openxmlformats.org/officeDocument/2006/relationships/image" Target="../media/image106.emf"/><Relationship Id="rId3" Type="http://schemas.openxmlformats.org/officeDocument/2006/relationships/oleObject" Target="../embeddings/oleObject127.bin"/><Relationship Id="rId2" Type="http://schemas.openxmlformats.org/officeDocument/2006/relationships/image" Target="../media/image105.emf"/><Relationship Id="rId12" Type="http://schemas.openxmlformats.org/officeDocument/2006/relationships/vmlDrawing" Target="../drawings/vmlDrawing21.vml"/><Relationship Id="rId11" Type="http://schemas.openxmlformats.org/officeDocument/2006/relationships/slideLayout" Target="../slideLayouts/slideLayout7.xml"/><Relationship Id="rId10" Type="http://schemas.openxmlformats.org/officeDocument/2006/relationships/image" Target="../media/image109.wmf"/><Relationship Id="rId1" Type="http://schemas.openxmlformats.org/officeDocument/2006/relationships/oleObject" Target="../embeddings/oleObject126.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35.bin"/><Relationship Id="rId8" Type="http://schemas.openxmlformats.org/officeDocument/2006/relationships/image" Target="../media/image113.emf"/><Relationship Id="rId7" Type="http://schemas.openxmlformats.org/officeDocument/2006/relationships/oleObject" Target="../embeddings/oleObject134.bin"/><Relationship Id="rId6" Type="http://schemas.openxmlformats.org/officeDocument/2006/relationships/image" Target="../media/image112.emf"/><Relationship Id="rId5" Type="http://schemas.openxmlformats.org/officeDocument/2006/relationships/oleObject" Target="../embeddings/oleObject133.bin"/><Relationship Id="rId4" Type="http://schemas.openxmlformats.org/officeDocument/2006/relationships/image" Target="../media/image111.emf"/><Relationship Id="rId3" Type="http://schemas.openxmlformats.org/officeDocument/2006/relationships/oleObject" Target="../embeddings/oleObject132.bin"/><Relationship Id="rId2" Type="http://schemas.openxmlformats.org/officeDocument/2006/relationships/image" Target="../media/image110.emf"/><Relationship Id="rId18" Type="http://schemas.openxmlformats.org/officeDocument/2006/relationships/vmlDrawing" Target="../drawings/vmlDrawing22.vml"/><Relationship Id="rId17" Type="http://schemas.openxmlformats.org/officeDocument/2006/relationships/slideLayout" Target="../slideLayouts/slideLayout7.xml"/><Relationship Id="rId16" Type="http://schemas.openxmlformats.org/officeDocument/2006/relationships/image" Target="../media/image115.emf"/><Relationship Id="rId15" Type="http://schemas.openxmlformats.org/officeDocument/2006/relationships/oleObject" Target="../embeddings/oleObject138.bin"/><Relationship Id="rId14" Type="http://schemas.openxmlformats.org/officeDocument/2006/relationships/image" Target="../media/image114.emf"/><Relationship Id="rId13" Type="http://schemas.openxmlformats.org/officeDocument/2006/relationships/oleObject" Target="../embeddings/oleObject137.bin"/><Relationship Id="rId12" Type="http://schemas.openxmlformats.org/officeDocument/2006/relationships/image" Target="../media/image109.wmf"/><Relationship Id="rId11" Type="http://schemas.openxmlformats.org/officeDocument/2006/relationships/oleObject" Target="../embeddings/oleObject136.bin"/><Relationship Id="rId10" Type="http://schemas.openxmlformats.org/officeDocument/2006/relationships/image" Target="../media/image108.wmf"/><Relationship Id="rId1" Type="http://schemas.openxmlformats.org/officeDocument/2006/relationships/oleObject" Target="../embeddings/oleObject131.bin"/></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118.emf"/><Relationship Id="rId5" Type="http://schemas.openxmlformats.org/officeDocument/2006/relationships/oleObject" Target="../embeddings/oleObject141.bin"/><Relationship Id="rId4" Type="http://schemas.openxmlformats.org/officeDocument/2006/relationships/image" Target="../media/image117.emf"/><Relationship Id="rId3" Type="http://schemas.openxmlformats.org/officeDocument/2006/relationships/oleObject" Target="../embeddings/oleObject140.bin"/><Relationship Id="rId2" Type="http://schemas.openxmlformats.org/officeDocument/2006/relationships/image" Target="../media/image116.emf"/><Relationship Id="rId1" Type="http://schemas.openxmlformats.org/officeDocument/2006/relationships/oleObject" Target="../embeddings/oleObject13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119.emf"/><Relationship Id="rId1" Type="http://schemas.openxmlformats.org/officeDocument/2006/relationships/oleObject" Target="../embeddings/oleObject142.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47.bin"/><Relationship Id="rId8" Type="http://schemas.openxmlformats.org/officeDocument/2006/relationships/image" Target="../media/image123.emf"/><Relationship Id="rId7" Type="http://schemas.openxmlformats.org/officeDocument/2006/relationships/oleObject" Target="../embeddings/oleObject146.bin"/><Relationship Id="rId6" Type="http://schemas.openxmlformats.org/officeDocument/2006/relationships/image" Target="../media/image122.emf"/><Relationship Id="rId5" Type="http://schemas.openxmlformats.org/officeDocument/2006/relationships/oleObject" Target="../embeddings/oleObject145.bin"/><Relationship Id="rId4" Type="http://schemas.openxmlformats.org/officeDocument/2006/relationships/image" Target="../media/image121.emf"/><Relationship Id="rId3" Type="http://schemas.openxmlformats.org/officeDocument/2006/relationships/oleObject" Target="../embeddings/oleObject144.bin"/><Relationship Id="rId2" Type="http://schemas.openxmlformats.org/officeDocument/2006/relationships/image" Target="../media/image120.emf"/><Relationship Id="rId12" Type="http://schemas.openxmlformats.org/officeDocument/2006/relationships/vmlDrawing" Target="../drawings/vmlDrawing25.vml"/><Relationship Id="rId11" Type="http://schemas.openxmlformats.org/officeDocument/2006/relationships/slideLayout" Target="../slideLayouts/slideLayout7.xml"/><Relationship Id="rId10" Type="http://schemas.openxmlformats.org/officeDocument/2006/relationships/image" Target="../media/image124.emf"/><Relationship Id="rId1" Type="http://schemas.openxmlformats.org/officeDocument/2006/relationships/oleObject" Target="../embeddings/oleObject143.bin"/></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7.xml"/><Relationship Id="rId6" Type="http://schemas.openxmlformats.org/officeDocument/2006/relationships/image" Target="../media/image127.wmf"/><Relationship Id="rId5" Type="http://schemas.openxmlformats.org/officeDocument/2006/relationships/oleObject" Target="../embeddings/oleObject150.bin"/><Relationship Id="rId4" Type="http://schemas.openxmlformats.org/officeDocument/2006/relationships/image" Target="../media/image126.wmf"/><Relationship Id="rId3" Type="http://schemas.openxmlformats.org/officeDocument/2006/relationships/oleObject" Target="../embeddings/oleObject149.bin"/><Relationship Id="rId2" Type="http://schemas.openxmlformats.org/officeDocument/2006/relationships/image" Target="../media/image125.wmf"/><Relationship Id="rId1" Type="http://schemas.openxmlformats.org/officeDocument/2006/relationships/oleObject" Target="../embeddings/oleObject148.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55.bin"/><Relationship Id="rId8" Type="http://schemas.openxmlformats.org/officeDocument/2006/relationships/image" Target="../media/image131.wmf"/><Relationship Id="rId7" Type="http://schemas.openxmlformats.org/officeDocument/2006/relationships/oleObject" Target="../embeddings/oleObject154.bin"/><Relationship Id="rId6" Type="http://schemas.openxmlformats.org/officeDocument/2006/relationships/image" Target="../media/image130.wmf"/><Relationship Id="rId5" Type="http://schemas.openxmlformats.org/officeDocument/2006/relationships/oleObject" Target="../embeddings/oleObject153.bin"/><Relationship Id="rId4" Type="http://schemas.openxmlformats.org/officeDocument/2006/relationships/image" Target="../media/image129.wmf"/><Relationship Id="rId3" Type="http://schemas.openxmlformats.org/officeDocument/2006/relationships/oleObject" Target="../embeddings/oleObject152.bin"/><Relationship Id="rId2" Type="http://schemas.openxmlformats.org/officeDocument/2006/relationships/image" Target="../media/image128.wmf"/><Relationship Id="rId12" Type="http://schemas.openxmlformats.org/officeDocument/2006/relationships/vmlDrawing" Target="../drawings/vmlDrawing27.vml"/><Relationship Id="rId11" Type="http://schemas.openxmlformats.org/officeDocument/2006/relationships/slideLayout" Target="../slideLayouts/slideLayout7.xml"/><Relationship Id="rId10" Type="http://schemas.openxmlformats.org/officeDocument/2006/relationships/image" Target="../media/image132.wmf"/><Relationship Id="rId1" Type="http://schemas.openxmlformats.org/officeDocument/2006/relationships/oleObject" Target="../embeddings/oleObject151.bin"/></Relationships>
</file>

<file path=ppt/slides/_rels/slide31.xml.rels><?xml version="1.0" encoding="UTF-8" standalone="yes"?>
<Relationships xmlns="http://schemas.openxmlformats.org/package/2006/relationships"><Relationship Id="rId9" Type="http://schemas.openxmlformats.org/officeDocument/2006/relationships/vmlDrawing" Target="../drawings/vmlDrawing28.vml"/><Relationship Id="rId8" Type="http://schemas.openxmlformats.org/officeDocument/2006/relationships/slideLayout" Target="../slideLayouts/slideLayout14.xml"/><Relationship Id="rId7" Type="http://schemas.openxmlformats.org/officeDocument/2006/relationships/image" Target="../media/image136.jpeg"/><Relationship Id="rId6" Type="http://schemas.openxmlformats.org/officeDocument/2006/relationships/image" Target="../media/image135.wmf"/><Relationship Id="rId5" Type="http://schemas.openxmlformats.org/officeDocument/2006/relationships/oleObject" Target="../embeddings/oleObject158.bin"/><Relationship Id="rId4" Type="http://schemas.openxmlformats.org/officeDocument/2006/relationships/image" Target="../media/image134.wmf"/><Relationship Id="rId3" Type="http://schemas.openxmlformats.org/officeDocument/2006/relationships/oleObject" Target="../embeddings/oleObject157.bin"/><Relationship Id="rId2" Type="http://schemas.openxmlformats.org/officeDocument/2006/relationships/image" Target="../media/image133.wmf"/><Relationship Id="rId1" Type="http://schemas.openxmlformats.org/officeDocument/2006/relationships/oleObject" Target="../embeddings/oleObject156.bin"/></Relationships>
</file>

<file path=ppt/slides/_rels/slide32.xml.rels><?xml version="1.0" encoding="UTF-8" standalone="yes"?>
<Relationships xmlns="http://schemas.openxmlformats.org/package/2006/relationships"><Relationship Id="rId9" Type="http://schemas.openxmlformats.org/officeDocument/2006/relationships/vmlDrawing" Target="../drawings/vmlDrawing29.vml"/><Relationship Id="rId8" Type="http://schemas.openxmlformats.org/officeDocument/2006/relationships/slideLayout" Target="../slideLayouts/slideLayout14.xml"/><Relationship Id="rId7" Type="http://schemas.openxmlformats.org/officeDocument/2006/relationships/oleObject" Target="../embeddings/oleObject162.bin"/><Relationship Id="rId6" Type="http://schemas.openxmlformats.org/officeDocument/2006/relationships/image" Target="../media/image139.wmf"/><Relationship Id="rId5" Type="http://schemas.openxmlformats.org/officeDocument/2006/relationships/oleObject" Target="../embeddings/oleObject161.bin"/><Relationship Id="rId4" Type="http://schemas.openxmlformats.org/officeDocument/2006/relationships/image" Target="../media/image138.wmf"/><Relationship Id="rId3" Type="http://schemas.openxmlformats.org/officeDocument/2006/relationships/oleObject" Target="../embeddings/oleObject160.bin"/><Relationship Id="rId2" Type="http://schemas.openxmlformats.org/officeDocument/2006/relationships/image" Target="../media/image137.wmf"/><Relationship Id="rId1" Type="http://schemas.openxmlformats.org/officeDocument/2006/relationships/oleObject" Target="../embeddings/oleObject159.bin"/></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38.wmf"/><Relationship Id="rId7" Type="http://schemas.openxmlformats.org/officeDocument/2006/relationships/oleObject" Target="../embeddings/oleObject166.bin"/><Relationship Id="rId6" Type="http://schemas.openxmlformats.org/officeDocument/2006/relationships/image" Target="../media/image142.wmf"/><Relationship Id="rId5" Type="http://schemas.openxmlformats.org/officeDocument/2006/relationships/oleObject" Target="../embeddings/oleObject165.bin"/><Relationship Id="rId4" Type="http://schemas.openxmlformats.org/officeDocument/2006/relationships/image" Target="../media/image141.wmf"/><Relationship Id="rId3" Type="http://schemas.openxmlformats.org/officeDocument/2006/relationships/oleObject" Target="../embeddings/oleObject164.bin"/><Relationship Id="rId2" Type="http://schemas.openxmlformats.org/officeDocument/2006/relationships/image" Target="../media/image140.wmf"/><Relationship Id="rId10" Type="http://schemas.openxmlformats.org/officeDocument/2006/relationships/vmlDrawing" Target="../drawings/vmlDrawing30.vml"/><Relationship Id="rId1" Type="http://schemas.openxmlformats.org/officeDocument/2006/relationships/oleObject" Target="../embeddings/oleObject163.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71.bin"/><Relationship Id="rId8" Type="http://schemas.openxmlformats.org/officeDocument/2006/relationships/image" Target="../media/image146.wmf"/><Relationship Id="rId7" Type="http://schemas.openxmlformats.org/officeDocument/2006/relationships/oleObject" Target="../embeddings/oleObject170.bin"/><Relationship Id="rId6" Type="http://schemas.openxmlformats.org/officeDocument/2006/relationships/image" Target="../media/image145.wmf"/><Relationship Id="rId5" Type="http://schemas.openxmlformats.org/officeDocument/2006/relationships/oleObject" Target="../embeddings/oleObject169.bin"/><Relationship Id="rId4" Type="http://schemas.openxmlformats.org/officeDocument/2006/relationships/image" Target="../media/image144.wmf"/><Relationship Id="rId3" Type="http://schemas.openxmlformats.org/officeDocument/2006/relationships/oleObject" Target="../embeddings/oleObject168.bin"/><Relationship Id="rId2" Type="http://schemas.openxmlformats.org/officeDocument/2006/relationships/image" Target="../media/image143.wmf"/><Relationship Id="rId16" Type="http://schemas.openxmlformats.org/officeDocument/2006/relationships/vmlDrawing" Target="../drawings/vmlDrawing31.vml"/><Relationship Id="rId15" Type="http://schemas.openxmlformats.org/officeDocument/2006/relationships/slideLayout" Target="../slideLayouts/slideLayout15.xml"/><Relationship Id="rId14" Type="http://schemas.openxmlformats.org/officeDocument/2006/relationships/image" Target="../media/image149.wmf"/><Relationship Id="rId13" Type="http://schemas.openxmlformats.org/officeDocument/2006/relationships/oleObject" Target="../embeddings/oleObject173.bin"/><Relationship Id="rId12" Type="http://schemas.openxmlformats.org/officeDocument/2006/relationships/image" Target="../media/image148.wmf"/><Relationship Id="rId11" Type="http://schemas.openxmlformats.org/officeDocument/2006/relationships/oleObject" Target="../embeddings/oleObject172.bin"/><Relationship Id="rId10" Type="http://schemas.openxmlformats.org/officeDocument/2006/relationships/image" Target="../media/image147.wmf"/><Relationship Id="rId1" Type="http://schemas.openxmlformats.org/officeDocument/2006/relationships/oleObject" Target="../embeddings/oleObject16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ctrTitle"/>
          </p:nvPr>
        </p:nvSpPr>
        <p:spPr bwMode="auto">
          <a:xfrm>
            <a:off x="1991544" y="2132856"/>
            <a:ext cx="7989912"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en-US" altLang="zh-CN" dirty="0">
                <a:latin typeface="黑体" panose="02010609060101010101" pitchFamily="49" charset="-122"/>
                <a:ea typeface="黑体" panose="02010609060101010101" pitchFamily="49" charset="-122"/>
              </a:rPr>
              <a:t>4-4  </a:t>
            </a:r>
            <a:r>
              <a:rPr lang="zh-CN" altLang="en-US" dirty="0">
                <a:latin typeface="黑体" panose="02010609060101010101" pitchFamily="49" charset="-122"/>
                <a:ea typeface="黑体" panose="02010609060101010101" pitchFamily="49" charset="-122"/>
              </a:rPr>
              <a:t>力矩的功  刚体绕定轴转动的动能定理</a:t>
            </a:r>
            <a:endParaRPr lang="zh-CN" altLang="en-US" dirty="0">
              <a:latin typeface="黑体" panose="02010609060101010101" pitchFamily="49" charset="-122"/>
              <a:ea typeface="黑体" panose="02010609060101010101" pitchFamily="49" charset="-122"/>
            </a:endParaRPr>
          </a:p>
        </p:txBody>
      </p:sp>
    </p:spTree>
  </p:cSld>
  <p:clrMapOvr>
    <a:masterClrMapping/>
  </p:clrMapOvr>
  <p:transition spd="med" advTm="9686">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ChangeArrowheads="1"/>
          </p:cNvSpPr>
          <p:nvPr/>
        </p:nvSpPr>
        <p:spPr bwMode="auto">
          <a:xfrm>
            <a:off x="2281238" y="1557338"/>
            <a:ext cx="7486650" cy="11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3200" b="1">
                <a:solidFill>
                  <a:srgbClr val="FF0000"/>
                </a:solidFill>
                <a:latin typeface="宋体" panose="02010600030101010101" pitchFamily="2" charset="-122"/>
              </a:rPr>
              <a:t>力</a:t>
            </a:r>
            <a:r>
              <a:rPr lang="zh-CN" altLang="en-US" sz="3200" b="1">
                <a:latin typeface="宋体" panose="02010600030101010101" pitchFamily="2" charset="-122"/>
              </a:rPr>
              <a:t>的空间累积效应：</a:t>
            </a:r>
            <a:endParaRPr lang="zh-CN" altLang="en-US" sz="3200" b="1">
              <a:latin typeface="宋体" panose="02010600030101010101" pitchFamily="2" charset="-122"/>
            </a:endParaRPr>
          </a:p>
          <a:p>
            <a:pPr>
              <a:lnSpc>
                <a:spcPct val="120000"/>
              </a:lnSpc>
            </a:pPr>
            <a:r>
              <a:rPr lang="zh-CN" altLang="en-US" sz="3200" b="1">
                <a:solidFill>
                  <a:srgbClr val="000000"/>
                </a:solidFill>
                <a:latin typeface="宋体" panose="02010600030101010101" pitchFamily="2" charset="-122"/>
              </a:rPr>
              <a:t>     </a:t>
            </a:r>
            <a:r>
              <a:rPr lang="zh-CN" altLang="en-US" sz="3200">
                <a:solidFill>
                  <a:srgbClr val="000000"/>
                </a:solidFill>
                <a:latin typeface="宋体" panose="02010600030101010101" pitchFamily="2" charset="-122"/>
              </a:rPr>
              <a:t>    </a:t>
            </a:r>
            <a:r>
              <a:rPr lang="zh-CN" altLang="en-US" sz="3200" b="1">
                <a:solidFill>
                  <a:srgbClr val="000000"/>
                </a:solidFill>
                <a:latin typeface="宋体" panose="02010600030101010101" pitchFamily="2" charset="-122"/>
              </a:rPr>
              <a:t>力的功、动能、动能定理．</a:t>
            </a:r>
            <a:endParaRPr lang="zh-CN" altLang="en-US" sz="3200" b="1">
              <a:solidFill>
                <a:srgbClr val="000000"/>
              </a:solidFill>
              <a:latin typeface="宋体" panose="02010600030101010101" pitchFamily="2" charset="-122"/>
            </a:endParaRPr>
          </a:p>
        </p:txBody>
      </p:sp>
      <p:sp>
        <p:nvSpPr>
          <p:cNvPr id="4099" name="AutoShape 3"/>
          <p:cNvSpPr>
            <a:spLocks noChangeArrowheads="1"/>
          </p:cNvSpPr>
          <p:nvPr/>
        </p:nvSpPr>
        <p:spPr bwMode="auto">
          <a:xfrm>
            <a:off x="3360738" y="2449513"/>
            <a:ext cx="863600" cy="146050"/>
          </a:xfrm>
          <a:prstGeom prst="rightArrow">
            <a:avLst>
              <a:gd name="adj1" fmla="val 50000"/>
              <a:gd name="adj2" fmla="val 147826"/>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2700">
            <a:solidFill>
              <a:schemeClr val="tx1"/>
            </a:solidFill>
            <a:miter lim="800000"/>
          </a:ln>
          <a:effectLst/>
        </p:spPr>
        <p:txBody>
          <a:bodyPr wrap="none" anchor="ctr"/>
          <a:lstStyle/>
          <a:p>
            <a:pPr>
              <a:buFontTx/>
              <a:buNone/>
              <a:defRPr/>
            </a:pPr>
            <a:endParaRPr lang="zh-CN" altLang="en-US"/>
          </a:p>
        </p:txBody>
      </p:sp>
      <p:grpSp>
        <p:nvGrpSpPr>
          <p:cNvPr id="2" name="Group 4"/>
          <p:cNvGrpSpPr/>
          <p:nvPr/>
        </p:nvGrpSpPr>
        <p:grpSpPr bwMode="auto">
          <a:xfrm>
            <a:off x="2281239" y="3176589"/>
            <a:ext cx="8351837" cy="1195387"/>
            <a:chOff x="477" y="1865"/>
            <a:chExt cx="5261" cy="753"/>
          </a:xfrm>
        </p:grpSpPr>
        <p:sp>
          <p:nvSpPr>
            <p:cNvPr id="6148" name="Rectangle 5"/>
            <p:cNvSpPr>
              <a:spLocks noChangeArrowheads="1"/>
            </p:cNvSpPr>
            <p:nvPr/>
          </p:nvSpPr>
          <p:spPr bwMode="auto">
            <a:xfrm>
              <a:off x="477" y="1865"/>
              <a:ext cx="5261" cy="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3200" b="1">
                  <a:solidFill>
                    <a:srgbClr val="CC0000"/>
                  </a:solidFill>
                  <a:latin typeface="宋体" panose="02010600030101010101" pitchFamily="2" charset="-122"/>
                </a:rPr>
                <a:t>力矩</a:t>
              </a:r>
              <a:r>
                <a:rPr lang="zh-CN" altLang="en-US" sz="3200" b="1">
                  <a:latin typeface="宋体" panose="02010600030101010101" pitchFamily="2" charset="-122"/>
                </a:rPr>
                <a:t>的空间累积效应：</a:t>
              </a:r>
              <a:r>
                <a:rPr lang="zh-CN" altLang="en-US" sz="3200" b="1">
                  <a:solidFill>
                    <a:srgbClr val="000000"/>
                  </a:solidFill>
                  <a:latin typeface="宋体" panose="02010600030101010101" pitchFamily="2" charset="-122"/>
                </a:rPr>
                <a:t>          </a:t>
              </a:r>
              <a:endParaRPr lang="zh-CN" altLang="en-US" sz="3200" b="1">
                <a:solidFill>
                  <a:srgbClr val="000000"/>
                </a:solidFill>
                <a:latin typeface="宋体" panose="02010600030101010101" pitchFamily="2" charset="-122"/>
              </a:endParaRPr>
            </a:p>
            <a:p>
              <a:pPr>
                <a:lnSpc>
                  <a:spcPct val="120000"/>
                </a:lnSpc>
              </a:pPr>
              <a:r>
                <a:rPr lang="zh-CN" altLang="en-US" sz="3200" b="1">
                  <a:solidFill>
                    <a:srgbClr val="000000"/>
                  </a:solidFill>
                  <a:latin typeface="宋体" panose="02010600030101010101" pitchFamily="2" charset="-122"/>
                </a:rPr>
                <a:t>         力矩的功、转动动能、动能定理．</a:t>
              </a:r>
              <a:endParaRPr lang="zh-CN" altLang="en-US" sz="3200" b="1">
                <a:solidFill>
                  <a:srgbClr val="000000"/>
                </a:solidFill>
                <a:latin typeface="宋体" panose="02010600030101010101" pitchFamily="2" charset="-122"/>
              </a:endParaRPr>
            </a:p>
          </p:txBody>
        </p:sp>
        <p:sp>
          <p:nvSpPr>
            <p:cNvPr id="4102" name="AutoShape 6"/>
            <p:cNvSpPr>
              <a:spLocks noChangeArrowheads="1"/>
            </p:cNvSpPr>
            <p:nvPr/>
          </p:nvSpPr>
          <p:spPr bwMode="auto">
            <a:xfrm>
              <a:off x="1147" y="2432"/>
              <a:ext cx="544" cy="92"/>
            </a:xfrm>
            <a:prstGeom prst="rightArrow">
              <a:avLst>
                <a:gd name="adj1" fmla="val 50000"/>
                <a:gd name="adj2" fmla="val 147826"/>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2700">
              <a:solidFill>
                <a:schemeClr val="tx1"/>
              </a:solidFill>
              <a:miter lim="800000"/>
            </a:ln>
            <a:effectLst/>
          </p:spPr>
          <p:txBody>
            <a:bodyPr wrap="none" anchor="ctr"/>
            <a:lstStyle/>
            <a:p>
              <a:pPr>
                <a:buFontTx/>
                <a:buNone/>
                <a:defRPr/>
              </a:pPr>
              <a:endParaRPr lang="zh-CN" altLang="en-US"/>
            </a:p>
          </p:txBody>
        </p:sp>
      </p:grpSp>
    </p:spTree>
    <p:custDataLst>
      <p:tags r:id="rId1"/>
    </p:custDataLst>
  </p:cSld>
  <p:clrMapOvr>
    <a:masterClrMapping/>
  </p:clrMapOvr>
  <p:transition spd="med" advTm="29489">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3" name="Object 3"/>
          <p:cNvGraphicFramePr/>
          <p:nvPr/>
        </p:nvGraphicFramePr>
        <p:xfrm>
          <a:off x="1356285" y="2380680"/>
          <a:ext cx="2071688" cy="530225"/>
        </p:xfrm>
        <a:graphic>
          <a:graphicData uri="http://schemas.openxmlformats.org/presentationml/2006/ole">
            <mc:AlternateContent xmlns:mc="http://schemas.openxmlformats.org/markup-compatibility/2006">
              <mc:Choice xmlns:v="urn:schemas-microsoft-com:vml" Requires="v">
                <p:oleObj spid="_x0000_s41222" name="" r:id="rId1" imgW="722630" imgH="177800" progId="Equation.3">
                  <p:embed/>
                </p:oleObj>
              </mc:Choice>
              <mc:Fallback>
                <p:oleObj name="" r:id="rId1" imgW="722630" imgH="177800" progId="Equation.3">
                  <p:embed/>
                  <p:pic>
                    <p:nvPicPr>
                      <p:cNvPr id="0" name="Object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6285" y="2380680"/>
                        <a:ext cx="207168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24" name="Object 4"/>
          <p:cNvGraphicFramePr/>
          <p:nvPr/>
        </p:nvGraphicFramePr>
        <p:xfrm>
          <a:off x="2709888" y="2981227"/>
          <a:ext cx="2724150" cy="1084263"/>
        </p:xfrm>
        <a:graphic>
          <a:graphicData uri="http://schemas.openxmlformats.org/presentationml/2006/ole">
            <mc:AlternateContent xmlns:mc="http://schemas.openxmlformats.org/markup-compatibility/2006">
              <mc:Choice xmlns:v="urn:schemas-microsoft-com:vml" Requires="v">
                <p:oleObj spid="_x0000_s41223" name="" r:id="rId3" imgW="824865" imgH="355600" progId="Equation.3">
                  <p:embed/>
                </p:oleObj>
              </mc:Choice>
              <mc:Fallback>
                <p:oleObj name="" r:id="rId3" imgW="824865" imgH="355600" progId="Equation.3">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9888" y="2981227"/>
                        <a:ext cx="2724150" cy="1084263"/>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headEnd/>
                        <a:tailEnd/>
                      </a:ln>
                    </p:spPr>
                  </p:pic>
                </p:oleObj>
              </mc:Fallback>
            </mc:AlternateContent>
          </a:graphicData>
        </a:graphic>
      </p:graphicFrame>
      <p:sp>
        <p:nvSpPr>
          <p:cNvPr id="5125" name="Rectangle 5"/>
          <p:cNvSpPr>
            <a:spLocks noChangeArrowheads="1"/>
          </p:cNvSpPr>
          <p:nvPr/>
        </p:nvSpPr>
        <p:spPr bwMode="auto">
          <a:xfrm>
            <a:off x="946150" y="3239862"/>
            <a:ext cx="2667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solidFill>
                  <a:srgbClr val="FF0000"/>
                </a:solidFill>
                <a:latin typeface="Times New Roman" panose="02020603050405020304" pitchFamily="18" charset="0"/>
              </a:rPr>
              <a:t>力矩的功</a:t>
            </a:r>
            <a:endParaRPr lang="zh-CN" altLang="en-US" sz="2800" b="1">
              <a:solidFill>
                <a:srgbClr val="FF0000"/>
              </a:solidFill>
              <a:latin typeface="Times New Roman" panose="02020603050405020304" pitchFamily="18" charset="0"/>
            </a:endParaRPr>
          </a:p>
        </p:txBody>
      </p:sp>
      <p:grpSp>
        <p:nvGrpSpPr>
          <p:cNvPr id="7" name="组合 6"/>
          <p:cNvGrpSpPr/>
          <p:nvPr/>
        </p:nvGrpSpPr>
        <p:grpSpPr>
          <a:xfrm>
            <a:off x="7722874" y="3028528"/>
            <a:ext cx="3886200" cy="3352800"/>
            <a:chOff x="7722874" y="2848051"/>
            <a:chExt cx="3886200" cy="3352800"/>
          </a:xfrm>
        </p:grpSpPr>
        <p:sp>
          <p:nvSpPr>
            <p:cNvPr id="7173" name="Rectangle 7"/>
            <p:cNvSpPr>
              <a:spLocks noChangeArrowheads="1"/>
            </p:cNvSpPr>
            <p:nvPr/>
          </p:nvSpPr>
          <p:spPr bwMode="auto">
            <a:xfrm>
              <a:off x="7722874" y="2848051"/>
              <a:ext cx="3886200" cy="3352800"/>
            </a:xfrm>
            <a:prstGeom prst="rect">
              <a:avLst/>
            </a:prstGeom>
            <a:noFill/>
            <a:ln w="9525">
              <a:solidFill>
                <a:srgbClr val="006666"/>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7174" name="Arc 8"/>
            <p:cNvSpPr>
              <a:spLocks noChangeArrowheads="1"/>
            </p:cNvSpPr>
            <p:nvPr/>
          </p:nvSpPr>
          <p:spPr bwMode="auto">
            <a:xfrm>
              <a:off x="9089712" y="3376689"/>
              <a:ext cx="1604963" cy="2747963"/>
            </a:xfrm>
            <a:custGeom>
              <a:avLst/>
              <a:gdLst>
                <a:gd name="T0" fmla="*/ 6358 w 21600"/>
                <a:gd name="T1" fmla="*/ 0 h 26246"/>
                <a:gd name="T2" fmla="*/ 21600 w 21600"/>
                <a:gd name="T3" fmla="*/ 20643 h 26246"/>
                <a:gd name="T4" fmla="*/ 20860 w 21600"/>
                <a:gd name="T5" fmla="*/ 26245 h 26246"/>
                <a:gd name="T6" fmla="*/ 6358 w 21600"/>
                <a:gd name="T7" fmla="*/ 0 h 26246"/>
                <a:gd name="T8" fmla="*/ 21600 w 21600"/>
                <a:gd name="T9" fmla="*/ 20643 h 26246"/>
                <a:gd name="T10" fmla="*/ 20860 w 21600"/>
                <a:gd name="T11" fmla="*/ 26245 h 26246"/>
                <a:gd name="T12" fmla="*/ 0 w 21600"/>
                <a:gd name="T13" fmla="*/ 20643 h 26246"/>
              </a:gdLst>
              <a:ahLst/>
              <a:cxnLst>
                <a:cxn ang="0">
                  <a:pos x="T0" y="T1"/>
                </a:cxn>
                <a:cxn ang="0">
                  <a:pos x="T2" y="T3"/>
                </a:cxn>
                <a:cxn ang="0">
                  <a:pos x="T4" y="T5"/>
                </a:cxn>
                <a:cxn ang="0">
                  <a:pos x="T6" y="T7"/>
                </a:cxn>
                <a:cxn ang="0">
                  <a:pos x="T8" y="T9"/>
                </a:cxn>
                <a:cxn ang="0">
                  <a:pos x="T10" y="T11"/>
                </a:cxn>
                <a:cxn ang="0">
                  <a:pos x="T12" y="T13"/>
                </a:cxn>
              </a:cxnLst>
              <a:rect l="0" t="0" r="r" b="b"/>
              <a:pathLst>
                <a:path w="21600" h="26246" fill="none">
                  <a:moveTo>
                    <a:pt x="6358" y="0"/>
                  </a:moveTo>
                  <a:cubicBezTo>
                    <a:pt x="15418" y="2791"/>
                    <a:pt x="21600" y="11163"/>
                    <a:pt x="21600" y="20643"/>
                  </a:cubicBezTo>
                  <a:cubicBezTo>
                    <a:pt x="21600" y="22534"/>
                    <a:pt x="21351" y="24418"/>
                    <a:pt x="20860" y="26245"/>
                  </a:cubicBezTo>
                </a:path>
                <a:path w="21600" h="26246" stroke="0">
                  <a:moveTo>
                    <a:pt x="6358" y="0"/>
                  </a:moveTo>
                  <a:cubicBezTo>
                    <a:pt x="15418" y="2791"/>
                    <a:pt x="21600" y="11163"/>
                    <a:pt x="21600" y="20643"/>
                  </a:cubicBezTo>
                  <a:cubicBezTo>
                    <a:pt x="21600" y="22534"/>
                    <a:pt x="21351" y="24418"/>
                    <a:pt x="20860" y="26245"/>
                  </a:cubicBezTo>
                  <a:lnTo>
                    <a:pt x="0" y="20643"/>
                  </a:lnTo>
                  <a:close/>
                </a:path>
              </a:pathLst>
            </a:custGeom>
            <a:noFill/>
            <a:ln w="19050">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7175" name="Line 9"/>
            <p:cNvSpPr>
              <a:spLocks noChangeShapeType="1"/>
            </p:cNvSpPr>
            <p:nvPr/>
          </p:nvSpPr>
          <p:spPr bwMode="auto">
            <a:xfrm flipV="1">
              <a:off x="8480111" y="4676852"/>
              <a:ext cx="2076450" cy="604837"/>
            </a:xfrm>
            <a:prstGeom prst="line">
              <a:avLst/>
            </a:prstGeom>
            <a:noFill/>
            <a:ln w="28575">
              <a:solidFill>
                <a:srgbClr val="0099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176" name="Line 10"/>
            <p:cNvSpPr>
              <a:spLocks noChangeShapeType="1"/>
            </p:cNvSpPr>
            <p:nvPr/>
          </p:nvSpPr>
          <p:spPr bwMode="auto">
            <a:xfrm>
              <a:off x="8465825" y="5281688"/>
              <a:ext cx="2854325" cy="0"/>
            </a:xfrm>
            <a:prstGeom prst="line">
              <a:avLst/>
            </a:prstGeom>
            <a:noFill/>
            <a:ln w="12700">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77" name="Object 11"/>
            <p:cNvGraphicFramePr/>
            <p:nvPr/>
          </p:nvGraphicFramePr>
          <p:xfrm>
            <a:off x="8132449" y="5134051"/>
            <a:ext cx="277812" cy="323850"/>
          </p:xfrm>
          <a:graphic>
            <a:graphicData uri="http://schemas.openxmlformats.org/presentationml/2006/ole">
              <mc:AlternateContent xmlns:mc="http://schemas.openxmlformats.org/markup-compatibility/2006">
                <mc:Choice xmlns:v="urn:schemas-microsoft-com:vml" Requires="v">
                  <p:oleObj spid="_x0000_s41224" name="" r:id="rId5" imgW="165100" imgH="190500" progId="Equation.3">
                    <p:embed/>
                  </p:oleObj>
                </mc:Choice>
                <mc:Fallback>
                  <p:oleObj name="" r:id="rId5" imgW="165100" imgH="190500" progId="Equation.3">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32449" y="5134051"/>
                          <a:ext cx="2778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78" name="Object 12"/>
            <p:cNvGraphicFramePr/>
            <p:nvPr/>
          </p:nvGraphicFramePr>
          <p:xfrm>
            <a:off x="9694550" y="4905452"/>
            <a:ext cx="314325" cy="384175"/>
          </p:xfrm>
          <a:graphic>
            <a:graphicData uri="http://schemas.openxmlformats.org/presentationml/2006/ole">
              <mc:AlternateContent xmlns:mc="http://schemas.openxmlformats.org/markup-compatibility/2006">
                <mc:Choice xmlns:v="urn:schemas-microsoft-com:vml" Requires="v">
                  <p:oleObj spid="_x0000_s41225" name="" r:id="rId7" imgW="177800" imgH="215265" progId="Equation.3">
                    <p:embed/>
                  </p:oleObj>
                </mc:Choice>
                <mc:Fallback>
                  <p:oleObj name="" r:id="rId7" imgW="177800" imgH="215265" progId="Equation.3">
                    <p:embed/>
                    <p:pic>
                      <p:nvPicPr>
                        <p:cNvPr id="0" name="Object 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94550" y="4905452"/>
                          <a:ext cx="3143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79" name="Line 13"/>
            <p:cNvSpPr>
              <a:spLocks noChangeShapeType="1"/>
            </p:cNvSpPr>
            <p:nvPr/>
          </p:nvSpPr>
          <p:spPr bwMode="auto">
            <a:xfrm flipH="1" flipV="1">
              <a:off x="10085075" y="3305252"/>
              <a:ext cx="498475" cy="1398587"/>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180" name="Line 14"/>
            <p:cNvSpPr>
              <a:spLocks noChangeShapeType="1"/>
            </p:cNvSpPr>
            <p:nvPr/>
          </p:nvSpPr>
          <p:spPr bwMode="auto">
            <a:xfrm flipV="1">
              <a:off x="10570850" y="3533852"/>
              <a:ext cx="357187" cy="1201737"/>
            </a:xfrm>
            <a:prstGeom prst="line">
              <a:avLst/>
            </a:prstGeom>
            <a:noFill/>
            <a:ln w="28575">
              <a:solidFill>
                <a:srgbClr val="D60093"/>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181" name="Line 15"/>
            <p:cNvSpPr>
              <a:spLocks noChangeShapeType="1"/>
            </p:cNvSpPr>
            <p:nvPr/>
          </p:nvSpPr>
          <p:spPr bwMode="auto">
            <a:xfrm flipH="1">
              <a:off x="10237474" y="3533851"/>
              <a:ext cx="703262" cy="15240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182" name="Object 16"/>
            <p:cNvGraphicFramePr/>
            <p:nvPr/>
          </p:nvGraphicFramePr>
          <p:xfrm>
            <a:off x="10156511" y="3030613"/>
            <a:ext cx="374650" cy="533400"/>
          </p:xfrm>
          <a:graphic>
            <a:graphicData uri="http://schemas.openxmlformats.org/presentationml/2006/ole">
              <mc:AlternateContent xmlns:mc="http://schemas.openxmlformats.org/markup-compatibility/2006">
                <mc:Choice xmlns:v="urn:schemas-microsoft-com:vml" Requires="v">
                  <p:oleObj spid="_x0000_s41226" name="" r:id="rId9" imgW="127000" imgH="177165" progId="Equation.3">
                    <p:embed/>
                  </p:oleObj>
                </mc:Choice>
                <mc:Fallback>
                  <p:oleObj name="" r:id="rId9" imgW="127000" imgH="177165" progId="Equation.3">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56511" y="3030613"/>
                          <a:ext cx="3746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83" name="Object 17"/>
            <p:cNvGraphicFramePr/>
            <p:nvPr/>
          </p:nvGraphicFramePr>
          <p:xfrm>
            <a:off x="10875650" y="3076651"/>
            <a:ext cx="377825" cy="438150"/>
          </p:xfrm>
          <a:graphic>
            <a:graphicData uri="http://schemas.openxmlformats.org/presentationml/2006/ole">
              <mc:AlternateContent xmlns:mc="http://schemas.openxmlformats.org/markup-compatibility/2006">
                <mc:Choice xmlns:v="urn:schemas-microsoft-com:vml" Requires="v">
                  <p:oleObj spid="_x0000_s41227" name="" r:id="rId11" imgW="228600" imgH="266065" progId="Equation.3">
                    <p:embed/>
                  </p:oleObj>
                </mc:Choice>
                <mc:Fallback>
                  <p:oleObj name="" r:id="rId11" imgW="228600" imgH="266065" progId="Equation.3">
                    <p:embed/>
                    <p:pic>
                      <p:nvPicPr>
                        <p:cNvPr id="0" name="Object 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875650" y="3076651"/>
                          <a:ext cx="3778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84" name="Object 18"/>
            <p:cNvGraphicFramePr/>
            <p:nvPr/>
          </p:nvGraphicFramePr>
          <p:xfrm>
            <a:off x="10923274" y="5286452"/>
            <a:ext cx="400050" cy="446087"/>
          </p:xfrm>
          <a:graphic>
            <a:graphicData uri="http://schemas.openxmlformats.org/presentationml/2006/ole">
              <mc:AlternateContent xmlns:mc="http://schemas.openxmlformats.org/markup-compatibility/2006">
                <mc:Choice xmlns:v="urn:schemas-microsoft-com:vml" Requires="v">
                  <p:oleObj spid="_x0000_s41228" name="" r:id="rId13" imgW="127000" imgH="139700" progId="Equation.3">
                    <p:embed/>
                  </p:oleObj>
                </mc:Choice>
                <mc:Fallback>
                  <p:oleObj name="" r:id="rId13" imgW="127000" imgH="139700" progId="Equation.3">
                    <p:embed/>
                    <p:pic>
                      <p:nvPicPr>
                        <p:cNvPr id="0" name="Object 1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923274" y="5286452"/>
                          <a:ext cx="4000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85" name="Line 19"/>
            <p:cNvSpPr>
              <a:spLocks noChangeShapeType="1"/>
            </p:cNvSpPr>
            <p:nvPr/>
          </p:nvSpPr>
          <p:spPr bwMode="auto">
            <a:xfrm>
              <a:off x="8484874" y="3533851"/>
              <a:ext cx="0" cy="17526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6" name="Line 20"/>
            <p:cNvSpPr>
              <a:spLocks noChangeShapeType="1"/>
            </p:cNvSpPr>
            <p:nvPr/>
          </p:nvSpPr>
          <p:spPr bwMode="auto">
            <a:xfrm>
              <a:off x="8484874" y="5227713"/>
              <a:ext cx="0" cy="4572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7" name="Freeform 21"/>
            <p:cNvSpPr>
              <a:spLocks noChangeArrowheads="1"/>
            </p:cNvSpPr>
            <p:nvPr/>
          </p:nvSpPr>
          <p:spPr bwMode="auto">
            <a:xfrm>
              <a:off x="10194611" y="3613226"/>
              <a:ext cx="376238" cy="1077912"/>
            </a:xfrm>
            <a:custGeom>
              <a:avLst/>
              <a:gdLst>
                <a:gd name="T0" fmla="*/ 237 w 237"/>
                <a:gd name="T1" fmla="*/ 679 h 679"/>
                <a:gd name="T2" fmla="*/ 0 w 237"/>
                <a:gd name="T3" fmla="*/ 0 h 679"/>
              </a:gdLst>
              <a:ahLst/>
              <a:cxnLst>
                <a:cxn ang="0">
                  <a:pos x="T0" y="T1"/>
                </a:cxn>
                <a:cxn ang="0">
                  <a:pos x="T2" y="T3"/>
                </a:cxn>
              </a:cxnLst>
              <a:rect l="0" t="0" r="r" b="b"/>
              <a:pathLst>
                <a:path w="237" h="679">
                  <a:moveTo>
                    <a:pt x="237" y="679"/>
                  </a:moveTo>
                  <a:lnTo>
                    <a:pt x="0" y="0"/>
                  </a:lnTo>
                </a:path>
              </a:pathLst>
            </a:custGeom>
            <a:noFill/>
            <a:ln w="34925">
              <a:solidFill>
                <a:srgbClr val="D60093"/>
              </a:solidFill>
              <a:prstDash val="dash"/>
              <a:round/>
              <a:tailEnd type="triangl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7188" name="Object 22"/>
            <p:cNvGraphicFramePr/>
            <p:nvPr/>
          </p:nvGraphicFramePr>
          <p:xfrm>
            <a:off x="9856476" y="3585008"/>
            <a:ext cx="401638" cy="541337"/>
          </p:xfrm>
          <a:graphic>
            <a:graphicData uri="http://schemas.openxmlformats.org/presentationml/2006/ole">
              <mc:AlternateContent xmlns:mc="http://schemas.openxmlformats.org/markup-compatibility/2006">
                <mc:Choice xmlns:v="urn:schemas-microsoft-com:vml" Requires="v">
                  <p:oleObj spid="_x0000_s41229" name="" r:id="rId15" imgW="212725" imgH="292100" progId="Equation.3">
                    <p:embed/>
                  </p:oleObj>
                </mc:Choice>
                <mc:Fallback>
                  <p:oleObj name="" r:id="rId15" imgW="212725" imgH="292100" progId="Equation.3">
                    <p:embed/>
                    <p:pic>
                      <p:nvPicPr>
                        <p:cNvPr id="0" name="Object 2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56476" y="3585008"/>
                          <a:ext cx="401638"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89" name="Object 23"/>
            <p:cNvGraphicFramePr/>
            <p:nvPr/>
          </p:nvGraphicFramePr>
          <p:xfrm>
            <a:off x="10013636" y="4287913"/>
            <a:ext cx="533400" cy="463550"/>
          </p:xfrm>
          <a:graphic>
            <a:graphicData uri="http://schemas.openxmlformats.org/presentationml/2006/ole">
              <mc:AlternateContent xmlns:mc="http://schemas.openxmlformats.org/markup-compatibility/2006">
                <mc:Choice xmlns:v="urn:schemas-microsoft-com:vml" Requires="v">
                  <p:oleObj spid="_x0000_s41230" name="" r:id="rId17" imgW="244475" imgH="213995" progId="Equation.3">
                    <p:embed/>
                  </p:oleObj>
                </mc:Choice>
                <mc:Fallback>
                  <p:oleObj name="" r:id="rId17" imgW="244475" imgH="213995" progId="Equation.3">
                    <p:embed/>
                    <p:pic>
                      <p:nvPicPr>
                        <p:cNvPr id="0" name="Object 2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13636" y="4287913"/>
                          <a:ext cx="533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90" name="Freeform 24"/>
            <p:cNvSpPr>
              <a:spLocks noChangeArrowheads="1"/>
            </p:cNvSpPr>
            <p:nvPr/>
          </p:nvSpPr>
          <p:spPr bwMode="auto">
            <a:xfrm>
              <a:off x="10388286" y="4111702"/>
              <a:ext cx="179388" cy="555625"/>
            </a:xfrm>
            <a:custGeom>
              <a:avLst/>
              <a:gdLst>
                <a:gd name="T0" fmla="*/ 113 w 113"/>
                <a:gd name="T1" fmla="*/ 350 h 350"/>
                <a:gd name="T2" fmla="*/ 0 w 113"/>
                <a:gd name="T3" fmla="*/ 0 h 350"/>
              </a:gdLst>
              <a:ahLst/>
              <a:cxnLst>
                <a:cxn ang="0">
                  <a:pos x="T0" y="T1"/>
                </a:cxn>
                <a:cxn ang="0">
                  <a:pos x="T2" y="T3"/>
                </a:cxn>
              </a:cxnLst>
              <a:rect l="0" t="0" r="r" b="b"/>
              <a:pathLst>
                <a:path w="113" h="350">
                  <a:moveTo>
                    <a:pt x="113" y="350"/>
                  </a:moveTo>
                  <a:lnTo>
                    <a:pt x="0" y="0"/>
                  </a:lnTo>
                </a:path>
              </a:pathLst>
            </a:custGeom>
            <a:noFill/>
            <a:ln w="28575">
              <a:solidFill>
                <a:srgbClr val="FF0000"/>
              </a:solidFill>
              <a:round/>
              <a:tailEnd type="triangl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7191" name="Freeform 25"/>
            <p:cNvSpPr>
              <a:spLocks noChangeArrowheads="1"/>
            </p:cNvSpPr>
            <p:nvPr/>
          </p:nvSpPr>
          <p:spPr bwMode="auto">
            <a:xfrm>
              <a:off x="9364349" y="4762576"/>
              <a:ext cx="107950" cy="222250"/>
            </a:xfrm>
            <a:custGeom>
              <a:avLst/>
              <a:gdLst>
                <a:gd name="T0" fmla="*/ 0 w 68"/>
                <a:gd name="T1" fmla="*/ 0 h 140"/>
                <a:gd name="T2" fmla="*/ 57 w 68"/>
                <a:gd name="T3" fmla="*/ 56 h 140"/>
                <a:gd name="T4" fmla="*/ 64 w 68"/>
                <a:gd name="T5" fmla="*/ 140 h 140"/>
              </a:gdLst>
              <a:ahLst/>
              <a:cxnLst>
                <a:cxn ang="0">
                  <a:pos x="T0" y="T1"/>
                </a:cxn>
                <a:cxn ang="0">
                  <a:pos x="T2" y="T3"/>
                </a:cxn>
                <a:cxn ang="0">
                  <a:pos x="T4" y="T5"/>
                </a:cxn>
              </a:cxnLst>
              <a:rect l="0" t="0" r="r" b="b"/>
              <a:pathLst>
                <a:path w="68" h="140">
                  <a:moveTo>
                    <a:pt x="0" y="0"/>
                  </a:moveTo>
                  <a:cubicBezTo>
                    <a:pt x="9" y="9"/>
                    <a:pt x="46" y="33"/>
                    <a:pt x="57" y="56"/>
                  </a:cubicBezTo>
                  <a:cubicBezTo>
                    <a:pt x="68" y="79"/>
                    <a:pt x="63" y="123"/>
                    <a:pt x="64" y="140"/>
                  </a:cubicBezTo>
                </a:path>
              </a:pathLst>
            </a:custGeom>
            <a:solidFill>
              <a:schemeClr val="accent1"/>
            </a:solidFill>
            <a:ln w="28575">
              <a:solidFill>
                <a:srgbClr val="CC0000"/>
              </a:solidFill>
              <a:round/>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7192" name="Object 26"/>
            <p:cNvGraphicFramePr/>
            <p:nvPr/>
          </p:nvGraphicFramePr>
          <p:xfrm>
            <a:off x="9437375" y="4575251"/>
            <a:ext cx="433387" cy="373062"/>
          </p:xfrm>
          <a:graphic>
            <a:graphicData uri="http://schemas.openxmlformats.org/presentationml/2006/ole">
              <mc:AlternateContent xmlns:mc="http://schemas.openxmlformats.org/markup-compatibility/2006">
                <mc:Choice xmlns:v="urn:schemas-microsoft-com:vml" Requires="v">
                  <p:oleObj spid="_x0000_s41231" name="" r:id="rId19" imgW="330200" imgH="254000" progId="Equation.3">
                    <p:embed/>
                  </p:oleObj>
                </mc:Choice>
                <mc:Fallback>
                  <p:oleObj name="" r:id="rId19" imgW="330200" imgH="254000" progId="Equation.3">
                    <p:embed/>
                    <p:pic>
                      <p:nvPicPr>
                        <p:cNvPr id="0" name="Object 2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437375" y="4575251"/>
                          <a:ext cx="433387"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93" name="Freeform 27"/>
            <p:cNvSpPr>
              <a:spLocks noChangeArrowheads="1"/>
            </p:cNvSpPr>
            <p:nvPr/>
          </p:nvSpPr>
          <p:spPr bwMode="auto">
            <a:xfrm>
              <a:off x="8476936" y="4160914"/>
              <a:ext cx="1925638" cy="1114425"/>
            </a:xfrm>
            <a:custGeom>
              <a:avLst/>
              <a:gdLst>
                <a:gd name="T0" fmla="*/ 0 w 1113"/>
                <a:gd name="T1" fmla="*/ 640 h 640"/>
                <a:gd name="T2" fmla="*/ 1113 w 1113"/>
                <a:gd name="T3" fmla="*/ 0 h 640"/>
              </a:gdLst>
              <a:ahLst/>
              <a:cxnLst>
                <a:cxn ang="0">
                  <a:pos x="T0" y="T1"/>
                </a:cxn>
                <a:cxn ang="0">
                  <a:pos x="T2" y="T3"/>
                </a:cxn>
              </a:cxnLst>
              <a:rect l="0" t="0" r="r" b="b"/>
              <a:pathLst>
                <a:path w="1113" h="640">
                  <a:moveTo>
                    <a:pt x="0" y="640"/>
                  </a:moveTo>
                  <a:lnTo>
                    <a:pt x="1113" y="0"/>
                  </a:lnTo>
                </a:path>
              </a:pathLst>
            </a:custGeom>
            <a:noFill/>
            <a:ln w="28575">
              <a:solidFill>
                <a:srgbClr val="CC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7194" name="Line 28"/>
            <p:cNvSpPr>
              <a:spLocks noChangeShapeType="1"/>
            </p:cNvSpPr>
            <p:nvPr/>
          </p:nvSpPr>
          <p:spPr bwMode="auto">
            <a:xfrm flipV="1">
              <a:off x="10588312" y="4430788"/>
              <a:ext cx="720725" cy="2159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 name="组合 36"/>
          <p:cNvGrpSpPr/>
          <p:nvPr/>
        </p:nvGrpSpPr>
        <p:grpSpPr bwMode="auto">
          <a:xfrm>
            <a:off x="1142652" y="4142484"/>
            <a:ext cx="3503613" cy="877888"/>
            <a:chOff x="969611" y="4000504"/>
            <a:chExt cx="3503685" cy="877887"/>
          </a:xfrm>
        </p:grpSpPr>
        <p:graphicFrame>
          <p:nvGraphicFramePr>
            <p:cNvPr id="7196" name="Object 32"/>
            <p:cNvGraphicFramePr/>
            <p:nvPr/>
          </p:nvGraphicFramePr>
          <p:xfrm>
            <a:off x="2143108" y="4000504"/>
            <a:ext cx="2330188" cy="877887"/>
          </p:xfrm>
          <a:graphic>
            <a:graphicData uri="http://schemas.openxmlformats.org/presentationml/2006/ole">
              <mc:AlternateContent xmlns:mc="http://schemas.openxmlformats.org/markup-compatibility/2006">
                <mc:Choice xmlns:v="urn:schemas-microsoft-com:vml" Requires="v">
                  <p:oleObj spid="_x0000_s41232" name="" r:id="rId21" imgW="761365" imgH="279400" progId="Equation.3">
                    <p:embed/>
                  </p:oleObj>
                </mc:Choice>
                <mc:Fallback>
                  <p:oleObj name="" r:id="rId21" imgW="761365" imgH="279400" progId="Equation.3">
                    <p:embed/>
                    <p:pic>
                      <p:nvPicPr>
                        <p:cNvPr id="0" name="Object 32"/>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43108" y="4000504"/>
                          <a:ext cx="2330188"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97" name="Rectangle 33"/>
            <p:cNvSpPr>
              <a:spLocks noChangeArrowheads="1"/>
            </p:cNvSpPr>
            <p:nvPr/>
          </p:nvSpPr>
          <p:spPr bwMode="auto">
            <a:xfrm>
              <a:off x="969611" y="4150009"/>
              <a:ext cx="1008630" cy="584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0000FF"/>
                  </a:solidFill>
                  <a:latin typeface="Times New Roman" panose="02020603050405020304" pitchFamily="18" charset="0"/>
                </a:rPr>
                <a:t>比较</a:t>
              </a:r>
              <a:endParaRPr lang="zh-CN" altLang="en-US" sz="3200" b="1" dirty="0">
                <a:solidFill>
                  <a:srgbClr val="0000FF"/>
                </a:solidFill>
                <a:latin typeface="Times New Roman" panose="02020603050405020304" pitchFamily="18" charset="0"/>
              </a:endParaRPr>
            </a:p>
          </p:txBody>
        </p:sp>
      </p:grpSp>
      <p:graphicFrame>
        <p:nvGraphicFramePr>
          <p:cNvPr id="1060" name="Object 36"/>
          <p:cNvGraphicFramePr/>
          <p:nvPr/>
        </p:nvGraphicFramePr>
        <p:xfrm>
          <a:off x="1067901" y="911963"/>
          <a:ext cx="4629150" cy="1311275"/>
        </p:xfrm>
        <a:graphic>
          <a:graphicData uri="http://schemas.openxmlformats.org/presentationml/2006/ole">
            <mc:AlternateContent xmlns:mc="http://schemas.openxmlformats.org/markup-compatibility/2006">
              <mc:Choice xmlns:v="urn:schemas-microsoft-com:vml" Requires="v">
                <p:oleObj spid="_x0000_s41233" name="" r:id="rId23" imgW="1638300" imgH="457200" progId="Equation.3">
                  <p:embed/>
                </p:oleObj>
              </mc:Choice>
              <mc:Fallback>
                <p:oleObj name="" r:id="rId23" imgW="1638300" imgH="457200" progId="Equation.3">
                  <p:embed/>
                  <p:pic>
                    <p:nvPicPr>
                      <p:cNvPr id="0" name="Object 3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67901" y="911963"/>
                        <a:ext cx="46291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 name="Rectangle 5"/>
          <p:cNvSpPr>
            <a:spLocks noChangeArrowheads="1"/>
          </p:cNvSpPr>
          <p:nvPr/>
        </p:nvSpPr>
        <p:spPr bwMode="auto">
          <a:xfrm>
            <a:off x="663575" y="5082114"/>
            <a:ext cx="6985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dirty="0">
                <a:solidFill>
                  <a:srgbClr val="FF0000"/>
                </a:solidFill>
                <a:latin typeface="Times New Roman" panose="02020603050405020304" pitchFamily="18" charset="0"/>
              </a:rPr>
              <a:t>若力矩的大小和方向都不变，则</a:t>
            </a:r>
            <a:endParaRPr lang="zh-CN" altLang="en-US" sz="2800" b="1" dirty="0">
              <a:solidFill>
                <a:srgbClr val="FF0000"/>
              </a:solidFill>
              <a:latin typeface="Times New Roman" panose="02020603050405020304" pitchFamily="18" charset="0"/>
            </a:endParaRPr>
          </a:p>
        </p:txBody>
      </p:sp>
      <p:graphicFrame>
        <p:nvGraphicFramePr>
          <p:cNvPr id="5" name="Object 38"/>
          <p:cNvGraphicFramePr/>
          <p:nvPr/>
        </p:nvGraphicFramePr>
        <p:xfrm>
          <a:off x="950144" y="5589081"/>
          <a:ext cx="6243638" cy="1084262"/>
        </p:xfrm>
        <a:graphic>
          <a:graphicData uri="http://schemas.openxmlformats.org/presentationml/2006/ole">
            <mc:AlternateContent xmlns:mc="http://schemas.openxmlformats.org/markup-compatibility/2006">
              <mc:Choice xmlns:v="urn:schemas-microsoft-com:vml" Requires="v">
                <p:oleObj spid="_x0000_s41234" name="" r:id="rId25" imgW="1890395" imgH="355600" progId="Equation.DSMT4">
                  <p:embed/>
                </p:oleObj>
              </mc:Choice>
              <mc:Fallback>
                <p:oleObj name="" r:id="rId25" imgW="1890395" imgH="355600" progId="Equation.DSMT4">
                  <p:embed/>
                  <p:pic>
                    <p:nvPicPr>
                      <p:cNvPr id="0" name="Object 38"/>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50144" y="5589081"/>
                        <a:ext cx="6243638"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 name="Rectangle 20"/>
          <p:cNvSpPr>
            <a:spLocks noChangeArrowheads="1"/>
          </p:cNvSpPr>
          <p:nvPr/>
        </p:nvSpPr>
        <p:spPr bwMode="auto">
          <a:xfrm>
            <a:off x="1410593" y="172503"/>
            <a:ext cx="29677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3200" b="0" dirty="0">
                <a:latin typeface="黑体" panose="02010609060101010101" pitchFamily="49" charset="-122"/>
                <a:ea typeface="黑体" panose="02010609060101010101" pitchFamily="49" charset="-122"/>
              </a:rPr>
              <a:t>一</a:t>
            </a:r>
            <a:r>
              <a:rPr lang="en-US" altLang="zh-CN" sz="3200" b="0" dirty="0">
                <a:latin typeface="黑体" panose="02010609060101010101" pitchFamily="49" charset="-122"/>
                <a:ea typeface="黑体" panose="02010609060101010101" pitchFamily="49" charset="-122"/>
              </a:rPr>
              <a:t>   </a:t>
            </a:r>
            <a:r>
              <a:rPr lang="zh-CN" altLang="en-US" sz="3200" b="0" dirty="0">
                <a:latin typeface="黑体" panose="02010609060101010101" pitchFamily="49" charset="-122"/>
                <a:ea typeface="黑体" panose="02010609060101010101" pitchFamily="49" charset="-122"/>
              </a:rPr>
              <a:t>力矩作功</a:t>
            </a:r>
            <a:endParaRPr lang="zh-CN" altLang="en-US" sz="3200" b="0" dirty="0">
              <a:latin typeface="黑体" panose="02010609060101010101" pitchFamily="49" charset="-122"/>
              <a:ea typeface="黑体" panose="02010609060101010101" pitchFamily="49" charset="-122"/>
            </a:endParaRPr>
          </a:p>
        </p:txBody>
      </p:sp>
      <p:pic>
        <p:nvPicPr>
          <p:cNvPr id="4" name="图片 3"/>
          <p:cNvPicPr>
            <a:picLocks noChangeAspect="1"/>
          </p:cNvPicPr>
          <p:nvPr/>
        </p:nvPicPr>
        <p:blipFill rotWithShape="1">
          <a:blip r:embed="rId27"/>
          <a:srcRect t="8648" b="15432"/>
          <a:stretch>
            <a:fillRect/>
          </a:stretch>
        </p:blipFill>
        <p:spPr>
          <a:xfrm>
            <a:off x="7723505" y="509905"/>
            <a:ext cx="3666490" cy="2453005"/>
          </a:xfrm>
          <a:prstGeom prst="rect">
            <a:avLst/>
          </a:prstGeom>
        </p:spPr>
      </p:pic>
      <p:sp>
        <p:nvSpPr>
          <p:cNvPr id="10" name="弧形 9"/>
          <p:cNvSpPr/>
          <p:nvPr/>
        </p:nvSpPr>
        <p:spPr bwMode="auto">
          <a:xfrm rot="13912099" flipV="1">
            <a:off x="10447005" y="4522552"/>
            <a:ext cx="165802" cy="313800"/>
          </a:xfrm>
          <a:prstGeom prst="arc">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solidFill>
                  <a:schemeClr val="bg2"/>
                </a:solidFill>
              </a:ln>
              <a:noFill/>
              <a:effectLst/>
              <a:latin typeface="Times New Roman" panose="02020603050405020304" pitchFamily="18" charset="0"/>
              <a:ea typeface="楷体_GB2312" pitchFamily="49" charset="-122"/>
            </a:endParaRPr>
          </a:p>
        </p:txBody>
      </p:sp>
      <p:sp>
        <p:nvSpPr>
          <p:cNvPr id="42" name="Object 11"/>
          <p:cNvSpPr txBox="1"/>
          <p:nvPr/>
        </p:nvSpPr>
        <p:spPr bwMode="auto">
          <a:xfrm>
            <a:off x="10399140" y="4187538"/>
            <a:ext cx="310505" cy="411822"/>
          </a:xfrm>
          <a:prstGeom prst="rect">
            <a:avLst/>
          </a:prstGeom>
          <a:noFill/>
          <a:ln>
            <a:noFill/>
          </a:ln>
        </p:spPr>
        <p:txBody>
          <a:bodyPr>
            <a:noAutofit/>
          </a:bodyPr>
          <a:lstStyle/>
          <a:p>
            <a:r>
              <a:rPr lang="zh-CN" altLang="en-US" sz="2400" dirty="0">
                <a:sym typeface="Symbol" panose="05050102010706020507" pitchFamily="18" charset="2"/>
              </a:rPr>
              <a:t></a:t>
            </a:r>
            <a:endParaRPr lang="zh-CN" altLang="en-US" sz="2400" dirty="0"/>
          </a:p>
        </p:txBody>
      </p:sp>
    </p:spTree>
    <p:custDataLst>
      <p:tags r:id="rId28"/>
    </p:custDataLst>
  </p:cSld>
  <p:clrMapOvr>
    <a:masterClrMapping/>
  </p:clrMapOvr>
  <p:transition spd="med" advTm="2103">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60"/>
                                        </p:tgtEl>
                                        <p:attrNameLst>
                                          <p:attrName>style.visibility</p:attrName>
                                        </p:attrNameLst>
                                      </p:cBhvr>
                                      <p:to>
                                        <p:strVal val="visible"/>
                                      </p:to>
                                    </p:set>
                                    <p:animEffect transition="in" filter="blinds(horizontal)">
                                      <p:cBhvr>
                                        <p:cTn id="7" dur="500"/>
                                        <p:tgtEl>
                                          <p:spTgt spid="10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5123"/>
                                        </p:tgtEl>
                                        <p:attrNameLst>
                                          <p:attrName>style.visibility</p:attrName>
                                        </p:attrNameLst>
                                      </p:cBhvr>
                                      <p:to>
                                        <p:strVal val="visible"/>
                                      </p:to>
                                    </p:set>
                                    <p:animEffect transition="in" filter="blinds(vertical)">
                                      <p:cBhvr>
                                        <p:cTn id="12" dur="500"/>
                                        <p:tgtEl>
                                          <p:spTgt spid="512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20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8"/>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p:bldP spid="3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3" name="对象 259076"/>
          <p:cNvGraphicFramePr/>
          <p:nvPr/>
        </p:nvGraphicFramePr>
        <p:xfrm>
          <a:off x="4468813" y="742951"/>
          <a:ext cx="4000500" cy="1185863"/>
        </p:xfrm>
        <a:graphic>
          <a:graphicData uri="http://schemas.openxmlformats.org/presentationml/2006/ole">
            <mc:AlternateContent xmlns:mc="http://schemas.openxmlformats.org/markup-compatibility/2006">
              <mc:Choice xmlns:v="urn:schemas-microsoft-com:vml" Requires="v">
                <p:oleObj spid="_x0000_s8356" name="" r:id="rId1" imgW="1472565" imgH="393700" progId="Equation.3">
                  <p:embed/>
                </p:oleObj>
              </mc:Choice>
              <mc:Fallback>
                <p:oleObj name="" r:id="rId1" imgW="1472565" imgH="393700" progId="Equation.3">
                  <p:embed/>
                  <p:pic>
                    <p:nvPicPr>
                      <p:cNvPr id="0" name="对象 25907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8813" y="742951"/>
                        <a:ext cx="4000500"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4" name="文本框 259077"/>
          <p:cNvSpPr txBox="1">
            <a:spLocks noChangeArrowheads="1"/>
          </p:cNvSpPr>
          <p:nvPr/>
        </p:nvSpPr>
        <p:spPr bwMode="auto">
          <a:xfrm>
            <a:off x="1932235" y="1009593"/>
            <a:ext cx="3306762"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CC0000"/>
                </a:solidFill>
                <a:latin typeface="Times New Roman" panose="02020603050405020304" pitchFamily="18" charset="0"/>
              </a:rPr>
              <a:t>力矩的功率</a:t>
            </a:r>
            <a:endParaRPr lang="zh-CN" altLang="en-US" sz="3200" b="1" dirty="0">
              <a:solidFill>
                <a:srgbClr val="CC0000"/>
              </a:solidFill>
              <a:latin typeface="Times New Roman" panose="02020603050405020304" pitchFamily="18" charset="0"/>
            </a:endParaRPr>
          </a:p>
        </p:txBody>
      </p:sp>
      <p:grpSp>
        <p:nvGrpSpPr>
          <p:cNvPr id="259089" name="组合 259088"/>
          <p:cNvGrpSpPr/>
          <p:nvPr/>
        </p:nvGrpSpPr>
        <p:grpSpPr bwMode="auto">
          <a:xfrm>
            <a:off x="8042904" y="1802433"/>
            <a:ext cx="2863850" cy="636587"/>
            <a:chOff x="3036" y="1390"/>
            <a:chExt cx="1840" cy="379"/>
          </a:xfrm>
        </p:grpSpPr>
        <p:sp>
          <p:nvSpPr>
            <p:cNvPr id="8196" name="矩形 259080"/>
            <p:cNvSpPr>
              <a:spLocks noChangeArrowheads="1"/>
            </p:cNvSpPr>
            <p:nvPr/>
          </p:nvSpPr>
          <p:spPr bwMode="auto">
            <a:xfrm>
              <a:off x="3036" y="1407"/>
              <a:ext cx="64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0000FF"/>
                  </a:solidFill>
                  <a:latin typeface="Times New Roman" panose="02020603050405020304" pitchFamily="18" charset="0"/>
                </a:rPr>
                <a:t>比较</a:t>
              </a:r>
              <a:endParaRPr lang="zh-CN" altLang="en-US" sz="3200" b="1" dirty="0">
                <a:solidFill>
                  <a:srgbClr val="0000FF"/>
                </a:solidFill>
                <a:latin typeface="Times New Roman" panose="02020603050405020304" pitchFamily="18" charset="0"/>
              </a:endParaRPr>
            </a:p>
          </p:txBody>
        </p:sp>
        <p:graphicFrame>
          <p:nvGraphicFramePr>
            <p:cNvPr id="8197" name="对象 259081"/>
            <p:cNvGraphicFramePr/>
            <p:nvPr/>
          </p:nvGraphicFramePr>
          <p:xfrm>
            <a:off x="3676" y="1390"/>
            <a:ext cx="1200" cy="379"/>
          </p:xfrm>
          <a:graphic>
            <a:graphicData uri="http://schemas.openxmlformats.org/presentationml/2006/ole">
              <mc:AlternateContent xmlns:mc="http://schemas.openxmlformats.org/markup-compatibility/2006">
                <mc:Choice xmlns:v="urn:schemas-microsoft-com:vml" Requires="v">
                  <p:oleObj spid="_x0000_s8357" name="" r:id="rId3" imgW="570865" imgH="203200" progId="Equation.3">
                    <p:embed/>
                  </p:oleObj>
                </mc:Choice>
                <mc:Fallback>
                  <p:oleObj name="" r:id="rId3" imgW="570865" imgH="203200" progId="Equation.3">
                    <p:embed/>
                    <p:pic>
                      <p:nvPicPr>
                        <p:cNvPr id="0" name="对象 25908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6" y="1390"/>
                          <a:ext cx="120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59083" name="文本框 259082"/>
          <p:cNvSpPr txBox="1">
            <a:spLocks noChangeArrowheads="1"/>
          </p:cNvSpPr>
          <p:nvPr/>
        </p:nvSpPr>
        <p:spPr bwMode="auto">
          <a:xfrm>
            <a:off x="1253167" y="2927714"/>
            <a:ext cx="27035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dirty="0">
                <a:solidFill>
                  <a:srgbClr val="CC0000"/>
                </a:solidFill>
                <a:latin typeface="Times New Roman" panose="02020603050405020304" pitchFamily="18" charset="0"/>
              </a:rPr>
              <a:t>刚体的转动动能</a:t>
            </a:r>
            <a:endParaRPr lang="zh-CN" altLang="en-US" sz="2800" b="1" dirty="0">
              <a:solidFill>
                <a:srgbClr val="CC0000"/>
              </a:solidFill>
              <a:latin typeface="Times New Roman" panose="02020603050405020304" pitchFamily="18" charset="0"/>
            </a:endParaRPr>
          </a:p>
        </p:txBody>
      </p:sp>
      <p:graphicFrame>
        <p:nvGraphicFramePr>
          <p:cNvPr id="259084" name="对象 259083"/>
          <p:cNvGraphicFramePr/>
          <p:nvPr/>
        </p:nvGraphicFramePr>
        <p:xfrm>
          <a:off x="1298663" y="3795396"/>
          <a:ext cx="2762250" cy="1028700"/>
        </p:xfrm>
        <a:graphic>
          <a:graphicData uri="http://schemas.openxmlformats.org/presentationml/2006/ole">
            <mc:AlternateContent xmlns:mc="http://schemas.openxmlformats.org/markup-compatibility/2006">
              <mc:Choice xmlns:v="urn:schemas-microsoft-com:vml" Requires="v">
                <p:oleObj spid="_x0000_s8358" name="" r:id="rId5" imgW="1002665" imgH="419100" progId="Equation.3">
                  <p:embed/>
                </p:oleObj>
              </mc:Choice>
              <mc:Fallback>
                <p:oleObj name="" r:id="rId5" imgW="1002665" imgH="419100" progId="Equation.3">
                  <p:embed/>
                  <p:pic>
                    <p:nvPicPr>
                      <p:cNvPr id="0" name="对象 25908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8663" y="3795396"/>
                        <a:ext cx="27622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9085" name="对象 259084"/>
          <p:cNvGraphicFramePr/>
          <p:nvPr/>
        </p:nvGraphicFramePr>
        <p:xfrm>
          <a:off x="1305267" y="4824096"/>
          <a:ext cx="4748212" cy="1270000"/>
        </p:xfrm>
        <a:graphic>
          <a:graphicData uri="http://schemas.openxmlformats.org/presentationml/2006/ole">
            <mc:AlternateContent xmlns:mc="http://schemas.openxmlformats.org/markup-compatibility/2006">
              <mc:Choice xmlns:v="urn:schemas-microsoft-com:vml" Requires="v">
                <p:oleObj spid="_x0000_s8359" name="" r:id="rId7" imgW="1701800" imgH="419100" progId="Equation.3">
                  <p:embed/>
                </p:oleObj>
              </mc:Choice>
              <mc:Fallback>
                <p:oleObj name="" r:id="rId7" imgW="1701800" imgH="419100" progId="Equation.3">
                  <p:embed/>
                  <p:pic>
                    <p:nvPicPr>
                      <p:cNvPr id="0" name="对象 25908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5267" y="4824096"/>
                        <a:ext cx="4748212"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9090" name="内容占位符 259089"/>
          <p:cNvGraphicFramePr>
            <a:graphicFrameLocks noGrp="1"/>
          </p:cNvGraphicFramePr>
          <p:nvPr>
            <p:ph/>
          </p:nvPr>
        </p:nvGraphicFramePr>
        <p:xfrm>
          <a:off x="4060913" y="3737641"/>
          <a:ext cx="2967732" cy="1186632"/>
        </p:xfrm>
        <a:graphic>
          <a:graphicData uri="http://schemas.openxmlformats.org/presentationml/2006/ole">
            <mc:AlternateContent xmlns:mc="http://schemas.openxmlformats.org/markup-compatibility/2006">
              <mc:Choice xmlns:v="urn:schemas-microsoft-com:vml" Requires="v">
                <p:oleObj spid="_x0000_s8360" name="" r:id="rId9" imgW="1054100" imgH="419100" progId="Equation.3">
                  <p:embed/>
                </p:oleObj>
              </mc:Choice>
              <mc:Fallback>
                <p:oleObj name="" r:id="rId9" imgW="1054100" imgH="419100" progId="Equation.3">
                  <p:embed/>
                  <p:pic>
                    <p:nvPicPr>
                      <p:cNvPr id="0" name="内容占位符 259089"/>
                      <p:cNvPicPr>
                        <a:picLocks noGrp="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60913" y="3737641"/>
                        <a:ext cx="2967732" cy="1186632"/>
                      </a:xfrm>
                      <a:prstGeom prst="rect">
                        <a:avLst/>
                      </a:prstGeom>
                      <a:noFill/>
                      <a:ln>
                        <a:noFill/>
                      </a:ln>
                    </p:spPr>
                  </p:pic>
                </p:oleObj>
              </mc:Fallback>
            </mc:AlternateContent>
          </a:graphicData>
        </a:graphic>
      </p:graphicFrame>
      <p:sp>
        <p:nvSpPr>
          <p:cNvPr id="259095" name="矩形 259094"/>
          <p:cNvSpPr>
            <a:spLocks noChangeArrowheads="1"/>
          </p:cNvSpPr>
          <p:nvPr/>
        </p:nvSpPr>
        <p:spPr bwMode="auto">
          <a:xfrm>
            <a:off x="6888088" y="5339239"/>
            <a:ext cx="29765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0" dirty="0">
                <a:solidFill>
                  <a:srgbClr val="0000FF"/>
                </a:solidFill>
                <a:latin typeface="楷体_GB2312" pitchFamily="49" charset="-122"/>
                <a:ea typeface="楷体_GB2312" pitchFamily="49" charset="-122"/>
              </a:rPr>
              <a:t>质点平动的动能：</a:t>
            </a:r>
            <a:endParaRPr lang="zh-CN" altLang="en-US" sz="2800" b="0" dirty="0">
              <a:solidFill>
                <a:srgbClr val="0000FF"/>
              </a:solidFill>
              <a:latin typeface="楷体_GB2312" pitchFamily="49" charset="-122"/>
              <a:ea typeface="楷体_GB2312" pitchFamily="49" charset="-122"/>
            </a:endParaRPr>
          </a:p>
        </p:txBody>
      </p:sp>
      <p:graphicFrame>
        <p:nvGraphicFramePr>
          <p:cNvPr id="8204" name="Object 77"/>
          <p:cNvGraphicFramePr/>
          <p:nvPr/>
        </p:nvGraphicFramePr>
        <p:xfrm>
          <a:off x="10098088" y="5106671"/>
          <a:ext cx="1878012" cy="987425"/>
        </p:xfrm>
        <a:graphic>
          <a:graphicData uri="http://schemas.openxmlformats.org/presentationml/2006/ole">
            <mc:AlternateContent xmlns:mc="http://schemas.openxmlformats.org/markup-compatibility/2006">
              <mc:Choice xmlns:v="urn:schemas-microsoft-com:vml" Requires="v">
                <p:oleObj spid="_x0000_s8361" name="" r:id="rId11" imgW="748665" imgH="393700" progId="Equation.3">
                  <p:embed/>
                </p:oleObj>
              </mc:Choice>
              <mc:Fallback>
                <p:oleObj name="" r:id="rId11" imgW="748665" imgH="393700" progId="Equation.3">
                  <p:embed/>
                  <p:pic>
                    <p:nvPicPr>
                      <p:cNvPr id="0" name="Object 7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98088" y="5106671"/>
                        <a:ext cx="1878012"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69" name="Text Box 25"/>
          <p:cNvSpPr txBox="1">
            <a:spLocks noChangeArrowheads="1"/>
          </p:cNvSpPr>
          <p:nvPr/>
        </p:nvSpPr>
        <p:spPr bwMode="auto">
          <a:xfrm>
            <a:off x="3956680" y="2929302"/>
            <a:ext cx="4078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spcBef>
                <a:spcPct val="50000"/>
              </a:spcBef>
            </a:pPr>
            <a:r>
              <a:rPr lang="en-US" altLang="zh-CN" sz="2800" b="1">
                <a:solidFill>
                  <a:srgbClr val="0000FF"/>
                </a:solidFill>
                <a:latin typeface="Times New Roman" panose="02020603050405020304" pitchFamily="18" charset="0"/>
              </a:rPr>
              <a:t>=</a:t>
            </a:r>
            <a:r>
              <a:rPr lang="zh-CN" altLang="en-US" sz="2800" b="1">
                <a:solidFill>
                  <a:srgbClr val="0000FF"/>
                </a:solidFill>
                <a:latin typeface="Times New Roman" panose="02020603050405020304" pitchFamily="18" charset="0"/>
              </a:rPr>
              <a:t>刚体上各质点动能之和</a:t>
            </a:r>
            <a:endParaRPr lang="zh-CN" altLang="en-US" sz="2800" b="1">
              <a:solidFill>
                <a:srgbClr val="0000FF"/>
              </a:solidFill>
              <a:latin typeface="Times New Roman" panose="02020603050405020304" pitchFamily="18" charset="0"/>
            </a:endParaRPr>
          </a:p>
        </p:txBody>
      </p:sp>
      <p:sp>
        <p:nvSpPr>
          <p:cNvPr id="15" name="Rectangle 20"/>
          <p:cNvSpPr>
            <a:spLocks noChangeArrowheads="1"/>
          </p:cNvSpPr>
          <p:nvPr/>
        </p:nvSpPr>
        <p:spPr bwMode="auto">
          <a:xfrm>
            <a:off x="1410593" y="172503"/>
            <a:ext cx="29677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3200" b="0" dirty="0">
                <a:latin typeface="黑体" panose="02010609060101010101" pitchFamily="49" charset="-122"/>
                <a:ea typeface="黑体" panose="02010609060101010101" pitchFamily="49" charset="-122"/>
              </a:rPr>
              <a:t>二</a:t>
            </a:r>
            <a:r>
              <a:rPr lang="en-US" altLang="zh-CN" sz="3200" b="0" dirty="0">
                <a:latin typeface="黑体" panose="02010609060101010101" pitchFamily="49" charset="-122"/>
                <a:ea typeface="黑体" panose="02010609060101010101" pitchFamily="49" charset="-122"/>
              </a:rPr>
              <a:t> </a:t>
            </a:r>
            <a:r>
              <a:rPr lang="zh-CN" altLang="en-US" sz="3200" b="0" dirty="0">
                <a:latin typeface="黑体" panose="02010609060101010101" pitchFamily="49" charset="-122"/>
                <a:ea typeface="黑体" panose="02010609060101010101" pitchFamily="49" charset="-122"/>
              </a:rPr>
              <a:t>力矩的功率</a:t>
            </a:r>
            <a:endParaRPr lang="zh-CN" altLang="en-US" sz="3200" b="0" dirty="0">
              <a:latin typeface="黑体" panose="02010609060101010101" pitchFamily="49" charset="-122"/>
              <a:ea typeface="黑体" panose="02010609060101010101" pitchFamily="49" charset="-122"/>
            </a:endParaRPr>
          </a:p>
        </p:txBody>
      </p:sp>
      <p:sp>
        <p:nvSpPr>
          <p:cNvPr id="16" name="Rectangle 20"/>
          <p:cNvSpPr>
            <a:spLocks noChangeArrowheads="1"/>
          </p:cNvSpPr>
          <p:nvPr/>
        </p:nvSpPr>
        <p:spPr bwMode="auto">
          <a:xfrm>
            <a:off x="1285246" y="2120727"/>
            <a:ext cx="29677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3200" b="0" dirty="0">
                <a:latin typeface="黑体" panose="02010609060101010101" pitchFamily="49" charset="-122"/>
                <a:ea typeface="黑体" panose="02010609060101010101" pitchFamily="49" charset="-122"/>
              </a:rPr>
              <a:t>三</a:t>
            </a:r>
            <a:r>
              <a:rPr lang="en-US" altLang="zh-CN" sz="3200" b="0" dirty="0">
                <a:latin typeface="黑体" panose="02010609060101010101" pitchFamily="49" charset="-122"/>
                <a:ea typeface="黑体" panose="02010609060101010101" pitchFamily="49" charset="-122"/>
              </a:rPr>
              <a:t> </a:t>
            </a:r>
            <a:r>
              <a:rPr lang="zh-CN" altLang="en-US" sz="3200" b="0" dirty="0">
                <a:latin typeface="黑体" panose="02010609060101010101" pitchFamily="49" charset="-122"/>
                <a:ea typeface="黑体" panose="02010609060101010101" pitchFamily="49" charset="-122"/>
              </a:rPr>
              <a:t>转动动能</a:t>
            </a:r>
            <a:endParaRPr lang="zh-CN" altLang="en-US" sz="3200" b="0" dirty="0">
              <a:latin typeface="黑体" panose="02010609060101010101" pitchFamily="49" charset="-122"/>
              <a:ea typeface="黑体" panose="02010609060101010101" pitchFamily="49" charset="-122"/>
            </a:endParaRPr>
          </a:p>
        </p:txBody>
      </p:sp>
    </p:spTree>
    <p:custDataLst>
      <p:tags r:id="rId13"/>
    </p:custDataLst>
  </p:cSld>
  <p:clrMapOvr>
    <a:masterClrMapping/>
  </p:clrMapOvr>
  <p:transition spd="med" advTm="146707">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59089"/>
                                        </p:tgtEl>
                                        <p:attrNameLst>
                                          <p:attrName>style.visibility</p:attrName>
                                        </p:attrNameLst>
                                      </p:cBhvr>
                                      <p:to>
                                        <p:strVal val="visible"/>
                                      </p:to>
                                    </p:set>
                                    <p:animEffect transition="in" filter="blinds(horizontal)">
                                      <p:cBhvr>
                                        <p:cTn id="15" dur="500"/>
                                        <p:tgtEl>
                                          <p:spTgt spid="25908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5908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169">
                                            <p:txEl>
                                              <p:pRg st="0" end="0"/>
                                            </p:txEl>
                                          </p:spTgt>
                                        </p:tgtEl>
                                        <p:attrNameLst>
                                          <p:attrName>style.visibility</p:attrName>
                                        </p:attrNameLst>
                                      </p:cBhvr>
                                      <p:to>
                                        <p:strVal val="visible"/>
                                      </p:to>
                                    </p:set>
                                    <p:animEffect transition="in" filter="wipe(left)">
                                      <p:cBhvr>
                                        <p:cTn id="28" dur="500"/>
                                        <p:tgtEl>
                                          <p:spTgt spid="6169">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59084"/>
                                        </p:tgtEl>
                                        <p:attrNameLst>
                                          <p:attrName>style.visibility</p:attrName>
                                        </p:attrNameLst>
                                      </p:cBhvr>
                                      <p:to>
                                        <p:strVal val="visible"/>
                                      </p:to>
                                    </p:set>
                                    <p:animEffect transition="in" filter="blinds(horizontal)">
                                      <p:cBhvr>
                                        <p:cTn id="33" dur="500"/>
                                        <p:tgtEl>
                                          <p:spTgt spid="25908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59090"/>
                                        </p:tgtEl>
                                        <p:attrNameLst>
                                          <p:attrName>style.visibility</p:attrName>
                                        </p:attrNameLst>
                                      </p:cBhvr>
                                      <p:to>
                                        <p:strVal val="visible"/>
                                      </p:to>
                                    </p:set>
                                    <p:animEffect transition="in" filter="blinds(horizontal)">
                                      <p:cBhvr>
                                        <p:cTn id="38" dur="500"/>
                                        <p:tgtEl>
                                          <p:spTgt spid="25909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59085"/>
                                        </p:tgtEl>
                                        <p:attrNameLst>
                                          <p:attrName>style.visibility</p:attrName>
                                        </p:attrNameLst>
                                      </p:cBhvr>
                                      <p:to>
                                        <p:strVal val="visible"/>
                                      </p:to>
                                    </p:set>
                                    <p:animEffect transition="in" filter="blinds(horizontal)">
                                      <p:cBhvr>
                                        <p:cTn id="43" dur="500"/>
                                        <p:tgtEl>
                                          <p:spTgt spid="25908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5909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8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259083" grpId="0"/>
      <p:bldP spid="259095" grpId="0"/>
      <p:bldP spid="6169" grpId="0" build="p"/>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6" name="Object 6"/>
          <p:cNvGraphicFramePr/>
          <p:nvPr/>
        </p:nvGraphicFramePr>
        <p:xfrm>
          <a:off x="2423592" y="2488804"/>
          <a:ext cx="5832475" cy="1166812"/>
        </p:xfrm>
        <a:graphic>
          <a:graphicData uri="http://schemas.openxmlformats.org/presentationml/2006/ole">
            <mc:AlternateContent xmlns:mc="http://schemas.openxmlformats.org/markup-compatibility/2006">
              <mc:Choice xmlns:v="urn:schemas-microsoft-com:vml" Requires="v">
                <p:oleObj spid="_x0000_s46146" name="" r:id="rId1" imgW="1853565" imgH="393700" progId="Equation.3">
                  <p:embed/>
                </p:oleObj>
              </mc:Choice>
              <mc:Fallback>
                <p:oleObj name="" r:id="rId1" imgW="1853565" imgH="393700" progId="Equation.3">
                  <p:embed/>
                  <p:pic>
                    <p:nvPicPr>
                      <p:cNvPr id="0" name="Object 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2488804"/>
                        <a:ext cx="5832475" cy="1166812"/>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headEnd/>
                        <a:tailEnd/>
                      </a:ln>
                    </p:spPr>
                  </p:pic>
                </p:oleObj>
              </mc:Fallback>
            </mc:AlternateContent>
          </a:graphicData>
        </a:graphic>
      </p:graphicFrame>
      <p:graphicFrame>
        <p:nvGraphicFramePr>
          <p:cNvPr id="20487" name="Object 7"/>
          <p:cNvGraphicFramePr/>
          <p:nvPr/>
        </p:nvGraphicFramePr>
        <p:xfrm>
          <a:off x="2135189" y="1196976"/>
          <a:ext cx="2447925" cy="1052513"/>
        </p:xfrm>
        <a:graphic>
          <a:graphicData uri="http://schemas.openxmlformats.org/presentationml/2006/ole">
            <mc:AlternateContent xmlns:mc="http://schemas.openxmlformats.org/markup-compatibility/2006">
              <mc:Choice xmlns:v="urn:schemas-microsoft-com:vml" Requires="v">
                <p:oleObj spid="_x0000_s46147" name="" r:id="rId3" imgW="824865" imgH="355600" progId="Equation.3">
                  <p:embed/>
                </p:oleObj>
              </mc:Choice>
              <mc:Fallback>
                <p:oleObj name="" r:id="rId3" imgW="824865" imgH="355600" progId="Equation.3">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9" y="1196976"/>
                        <a:ext cx="244792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8" name="Object 8"/>
          <p:cNvGraphicFramePr/>
          <p:nvPr/>
        </p:nvGraphicFramePr>
        <p:xfrm>
          <a:off x="4727576" y="1196975"/>
          <a:ext cx="4968875" cy="1157288"/>
        </p:xfrm>
        <a:graphic>
          <a:graphicData uri="http://schemas.openxmlformats.org/presentationml/2006/ole">
            <mc:AlternateContent xmlns:mc="http://schemas.openxmlformats.org/markup-compatibility/2006">
              <mc:Choice xmlns:v="urn:schemas-microsoft-com:vml" Requires="v">
                <p:oleObj spid="_x0000_s46148" name="" r:id="rId5" imgW="1536065" imgH="393700" progId="Equation.3">
                  <p:embed/>
                </p:oleObj>
              </mc:Choice>
              <mc:Fallback>
                <p:oleObj name="" r:id="rId5" imgW="1536065" imgH="393700" progId="Equation.3">
                  <p:embed/>
                  <p:pic>
                    <p:nvPicPr>
                      <p:cNvPr id="0" name="Object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7576" y="1196975"/>
                        <a:ext cx="496887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489" name="Rectangle 9"/>
          <p:cNvSpPr>
            <a:spLocks noChangeArrowheads="1"/>
          </p:cNvSpPr>
          <p:nvPr/>
        </p:nvSpPr>
        <p:spPr bwMode="auto">
          <a:xfrm>
            <a:off x="3505200" y="3776969"/>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b="1" dirty="0">
                <a:solidFill>
                  <a:srgbClr val="CC0000"/>
                </a:solidFill>
                <a:latin typeface="Times New Roman" panose="02020603050405020304" pitchFamily="18" charset="0"/>
              </a:rPr>
              <a:t>——</a:t>
            </a:r>
            <a:r>
              <a:rPr lang="zh-CN" altLang="en-US" sz="2800" b="1" dirty="0">
                <a:solidFill>
                  <a:srgbClr val="CC0000"/>
                </a:solidFill>
                <a:latin typeface="Times New Roman" panose="02020603050405020304" pitchFamily="18" charset="0"/>
              </a:rPr>
              <a:t>刚体绕定轴转动的动能定理</a:t>
            </a:r>
            <a:endParaRPr lang="zh-CN" altLang="en-US" sz="2800" b="1" dirty="0">
              <a:solidFill>
                <a:srgbClr val="CC0000"/>
              </a:solidFill>
              <a:latin typeface="Times New Roman" panose="02020603050405020304" pitchFamily="18" charset="0"/>
            </a:endParaRPr>
          </a:p>
        </p:txBody>
      </p:sp>
      <p:grpSp>
        <p:nvGrpSpPr>
          <p:cNvPr id="2" name="Group 10"/>
          <p:cNvGrpSpPr/>
          <p:nvPr/>
        </p:nvGrpSpPr>
        <p:grpSpPr bwMode="auto">
          <a:xfrm>
            <a:off x="1920875" y="5247481"/>
            <a:ext cx="6978650" cy="1169988"/>
            <a:chOff x="817" y="3116"/>
            <a:chExt cx="4396" cy="737"/>
          </a:xfrm>
        </p:grpSpPr>
        <p:sp>
          <p:nvSpPr>
            <p:cNvPr id="9223" name="Text Box 11"/>
            <p:cNvSpPr txBox="1">
              <a:spLocks noChangeArrowheads="1"/>
            </p:cNvSpPr>
            <p:nvPr/>
          </p:nvSpPr>
          <p:spPr bwMode="auto">
            <a:xfrm>
              <a:off x="817" y="3336"/>
              <a:ext cx="9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dirty="0">
                  <a:solidFill>
                    <a:srgbClr val="FF0000"/>
                  </a:solidFill>
                  <a:latin typeface="Times New Roman" panose="02020603050405020304" pitchFamily="18" charset="0"/>
                </a:rPr>
                <a:t>比较</a:t>
              </a:r>
              <a:r>
                <a:rPr lang="zh-CN" altLang="en-US" sz="3200" b="1" dirty="0">
                  <a:solidFill>
                    <a:srgbClr val="CC0000"/>
                  </a:solidFill>
                  <a:latin typeface="Times New Roman" panose="02020603050405020304" pitchFamily="18" charset="0"/>
                </a:rPr>
                <a:t> </a:t>
              </a:r>
              <a:endParaRPr lang="zh-CN" altLang="en-US" sz="3200" b="1" dirty="0">
                <a:solidFill>
                  <a:srgbClr val="CC0000"/>
                </a:solidFill>
                <a:latin typeface="Times New Roman" panose="02020603050405020304" pitchFamily="18" charset="0"/>
              </a:endParaRPr>
            </a:p>
          </p:txBody>
        </p:sp>
        <p:graphicFrame>
          <p:nvGraphicFramePr>
            <p:cNvPr id="9224" name="Object 12"/>
            <p:cNvGraphicFramePr/>
            <p:nvPr/>
          </p:nvGraphicFramePr>
          <p:xfrm>
            <a:off x="1723" y="3116"/>
            <a:ext cx="3490" cy="737"/>
          </p:xfrm>
          <a:graphic>
            <a:graphicData uri="http://schemas.openxmlformats.org/presentationml/2006/ole">
              <mc:AlternateContent xmlns:mc="http://schemas.openxmlformats.org/markup-compatibility/2006">
                <mc:Choice xmlns:v="urn:schemas-microsoft-com:vml" Requires="v">
                  <p:oleObj spid="_x0000_s46149" name="" r:id="rId7" imgW="1866265" imgH="393700" progId="Equation.3">
                    <p:embed/>
                  </p:oleObj>
                </mc:Choice>
                <mc:Fallback>
                  <p:oleObj name="" r:id="rId7" imgW="1866265" imgH="393700" progId="Equation.3">
                    <p:embed/>
                    <p:pic>
                      <p:nvPicPr>
                        <p:cNvPr id="0" name="Object 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3" y="3116"/>
                          <a:ext cx="3490"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0" name="Text Box 5"/>
          <p:cNvSpPr txBox="1">
            <a:spLocks noChangeArrowheads="1"/>
          </p:cNvSpPr>
          <p:nvPr/>
        </p:nvSpPr>
        <p:spPr bwMode="auto">
          <a:xfrm>
            <a:off x="2016671" y="238550"/>
            <a:ext cx="7345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0" dirty="0">
                <a:latin typeface="黑体" panose="02010609060101010101" pitchFamily="49" charset="-122"/>
                <a:ea typeface="黑体" panose="02010609060101010101" pitchFamily="49" charset="-122"/>
              </a:rPr>
              <a:t>四  刚体绕定轴转动的动能定理</a:t>
            </a:r>
            <a:endParaRPr lang="zh-CN" altLang="en-US" sz="3200" b="0" dirty="0">
              <a:latin typeface="黑体" panose="02010609060101010101" pitchFamily="49" charset="-122"/>
              <a:ea typeface="黑体" panose="02010609060101010101" pitchFamily="49" charset="-122"/>
            </a:endParaRPr>
          </a:p>
        </p:txBody>
      </p:sp>
      <p:sp>
        <p:nvSpPr>
          <p:cNvPr id="11" name="Rectangle 10"/>
          <p:cNvSpPr>
            <a:spLocks noChangeArrowheads="1"/>
          </p:cNvSpPr>
          <p:nvPr/>
        </p:nvSpPr>
        <p:spPr bwMode="auto">
          <a:xfrm>
            <a:off x="1345952" y="4296081"/>
            <a:ext cx="8686800" cy="1057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en-US" altLang="zh-CN" dirty="0">
                <a:solidFill>
                  <a:schemeClr val="tx1"/>
                </a:solidFill>
              </a:rPr>
              <a:t>        </a:t>
            </a:r>
            <a:r>
              <a:rPr kumimoji="1" lang="zh-CN" altLang="en-US" dirty="0">
                <a:solidFill>
                  <a:schemeClr val="tx1"/>
                </a:solidFill>
                <a:latin typeface="宋体" panose="02010600030101010101" pitchFamily="2" charset="-122"/>
                <a:ea typeface="宋体" panose="02010600030101010101" pitchFamily="2" charset="-122"/>
              </a:rPr>
              <a:t>合外力矩对绕定轴转动的刚体所作的功等于刚体转动动能的增量 </a:t>
            </a:r>
            <a:r>
              <a:rPr kumimoji="1" lang="en-US" altLang="zh-CN" dirty="0">
                <a:solidFill>
                  <a:schemeClr val="tx1"/>
                </a:solidFill>
                <a:latin typeface="宋体" panose="02010600030101010101" pitchFamily="2" charset="-122"/>
                <a:ea typeface="宋体" panose="02010600030101010101" pitchFamily="2" charset="-122"/>
              </a:rPr>
              <a:t>.</a:t>
            </a:r>
            <a:endParaRPr kumimoji="1" lang="en-US" altLang="zh-CN" b="0" dirty="0">
              <a:solidFill>
                <a:schemeClr val="tx1"/>
              </a:solidFill>
              <a:latin typeface="宋体" panose="02010600030101010101" pitchFamily="2" charset="-122"/>
              <a:ea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0487"/>
                                        </p:tgtEl>
                                        <p:attrNameLst>
                                          <p:attrName>style.visibility</p:attrName>
                                        </p:attrNameLst>
                                      </p:cBhvr>
                                      <p:to>
                                        <p:strVal val="visible"/>
                                      </p:to>
                                    </p:set>
                                    <p:animEffect transition="in" filter="blinds(vertical)">
                                      <p:cBhvr>
                                        <p:cTn id="7" dur="500"/>
                                        <p:tgtEl>
                                          <p:spTgt spid="204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0488"/>
                                        </p:tgtEl>
                                        <p:attrNameLst>
                                          <p:attrName>style.visibility</p:attrName>
                                        </p:attrNameLst>
                                      </p:cBhvr>
                                      <p:to>
                                        <p:strVal val="visible"/>
                                      </p:to>
                                    </p:set>
                                    <p:animEffect transition="in" filter="blinds(vertical)">
                                      <p:cBhvr>
                                        <p:cTn id="12" dur="500"/>
                                        <p:tgtEl>
                                          <p:spTgt spid="204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486"/>
                                        </p:tgtEl>
                                        <p:attrNameLst>
                                          <p:attrName>style.visibility</p:attrName>
                                        </p:attrNameLst>
                                      </p:cBhvr>
                                      <p:to>
                                        <p:strVal val="visible"/>
                                      </p:to>
                                    </p:set>
                                    <p:animEffect transition="in" filter="blinds(horizontal)">
                                      <p:cBhvr>
                                        <p:cTn id="17" dur="500"/>
                                        <p:tgtEl>
                                          <p:spTgt spid="2048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48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9" grpId="0"/>
      <p:bldP spid="11"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40" name="Object 2"/>
          <p:cNvGraphicFramePr/>
          <p:nvPr/>
        </p:nvGraphicFramePr>
        <p:xfrm>
          <a:off x="2524126" y="4071938"/>
          <a:ext cx="3000375" cy="754062"/>
        </p:xfrm>
        <a:graphic>
          <a:graphicData uri="http://schemas.openxmlformats.org/presentationml/2006/ole">
            <mc:AlternateContent xmlns:mc="http://schemas.openxmlformats.org/markup-compatibility/2006">
              <mc:Choice xmlns:v="urn:schemas-microsoft-com:vml" Requires="v">
                <p:oleObj spid="_x0000_s13418" name="" r:id="rId1" imgW="825500" imgH="228600" progId="Equation.3">
                  <p:embed/>
                </p:oleObj>
              </mc:Choice>
              <mc:Fallback>
                <p:oleObj name="" r:id="rId1" imgW="825500" imgH="228600"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26" y="4071938"/>
                        <a:ext cx="3000375" cy="75406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5541" name="Object 3"/>
          <p:cNvGraphicFramePr/>
          <p:nvPr/>
        </p:nvGraphicFramePr>
        <p:xfrm>
          <a:off x="2024063" y="1714501"/>
          <a:ext cx="4997450" cy="696913"/>
        </p:xfrm>
        <a:graphic>
          <a:graphicData uri="http://schemas.openxmlformats.org/presentationml/2006/ole">
            <mc:AlternateContent xmlns:mc="http://schemas.openxmlformats.org/markup-compatibility/2006">
              <mc:Choice xmlns:v="urn:schemas-microsoft-com:vml" Requires="v">
                <p:oleObj spid="_x0000_s13419" name="" r:id="rId3" imgW="1751330" imgH="254000" progId="Equation.3">
                  <p:embed/>
                </p:oleObj>
              </mc:Choice>
              <mc:Fallback>
                <p:oleObj name="" r:id="rId3" imgW="1751330" imgH="254000"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4063" y="1714501"/>
                        <a:ext cx="499745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2" name="Text Box 6"/>
          <p:cNvSpPr txBox="1">
            <a:spLocks noChangeArrowheads="1"/>
          </p:cNvSpPr>
          <p:nvPr/>
        </p:nvSpPr>
        <p:spPr bwMode="auto">
          <a:xfrm>
            <a:off x="2063750" y="2997201"/>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宋体" panose="02010600030101010101" pitchFamily="2" charset="-122"/>
              </a:rPr>
              <a:t>质心的高度</a:t>
            </a:r>
            <a:r>
              <a:rPr lang="en-US" altLang="zh-CN" sz="2800" b="1">
                <a:latin typeface="宋体" panose="02010600030101010101" pitchFamily="2" charset="-122"/>
              </a:rPr>
              <a:t>:</a:t>
            </a:r>
            <a:endParaRPr lang="en-US" altLang="zh-CN" sz="2800" b="1">
              <a:latin typeface="宋体" panose="02010600030101010101" pitchFamily="2" charset="-122"/>
            </a:endParaRPr>
          </a:p>
        </p:txBody>
      </p:sp>
      <p:graphicFrame>
        <p:nvGraphicFramePr>
          <p:cNvPr id="65543" name="Object 4"/>
          <p:cNvGraphicFramePr/>
          <p:nvPr/>
        </p:nvGraphicFramePr>
        <p:xfrm>
          <a:off x="4295776" y="2781300"/>
          <a:ext cx="2563813" cy="1155700"/>
        </p:xfrm>
        <a:graphic>
          <a:graphicData uri="http://schemas.openxmlformats.org/presentationml/2006/ole">
            <mc:AlternateContent xmlns:mc="http://schemas.openxmlformats.org/markup-compatibility/2006">
              <mc:Choice xmlns:v="urn:schemas-microsoft-com:vml" Requires="v">
                <p:oleObj spid="_x0000_s13420" name="" r:id="rId5" imgW="888365" imgH="431800" progId="Equation.3">
                  <p:embed/>
                </p:oleObj>
              </mc:Choice>
              <mc:Fallback>
                <p:oleObj name="" r:id="rId5" imgW="888365" imgH="43180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6" y="2781300"/>
                        <a:ext cx="2563813"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Text Box 5"/>
          <p:cNvSpPr txBox="1">
            <a:spLocks noChangeArrowheads="1"/>
          </p:cNvSpPr>
          <p:nvPr/>
        </p:nvSpPr>
        <p:spPr bwMode="auto">
          <a:xfrm>
            <a:off x="2166938" y="5286375"/>
            <a:ext cx="8001000" cy="954088"/>
          </a:xfrm>
          <a:prstGeom prst="rect">
            <a:avLst/>
          </a:prstGeom>
          <a:noFill/>
          <a:ln w="9525">
            <a:solidFill>
              <a:srgbClr val="FFCC66"/>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Times New Roman" panose="02020603050405020304" pitchFamily="18" charset="0"/>
              </a:rPr>
              <a:t>一个不太大的刚体的重力势能相当于它的全部质量都集中在质心时所具有的重力势能</a:t>
            </a:r>
            <a:r>
              <a:rPr lang="en-US" altLang="zh-CN" sz="2800" b="1">
                <a:latin typeface="Times New Roman" panose="02020603050405020304" pitchFamily="18" charset="0"/>
              </a:rPr>
              <a:t>.</a:t>
            </a:r>
            <a:endParaRPr lang="zh-CN" altLang="en-US" sz="2800" b="1">
              <a:latin typeface="Times New Roman" panose="02020603050405020304" pitchFamily="18" charset="0"/>
            </a:endParaRPr>
          </a:p>
        </p:txBody>
      </p:sp>
      <p:sp>
        <p:nvSpPr>
          <p:cNvPr id="11" name="Rectangle 3"/>
          <p:cNvSpPr>
            <a:spLocks noChangeArrowheads="1"/>
          </p:cNvSpPr>
          <p:nvPr/>
        </p:nvSpPr>
        <p:spPr bwMode="auto">
          <a:xfrm>
            <a:off x="1743038" y="166889"/>
            <a:ext cx="5495925" cy="685800"/>
          </a:xfrm>
          <a:prstGeom prst="rect">
            <a:avLst/>
          </a:prstGeom>
          <a:noFill/>
          <a:ln w="9525">
            <a:noFill/>
            <a:miter lim="800000"/>
          </a:ln>
        </p:spPr>
        <p:txBody>
          <a:bodyPr/>
          <a:lstStyle/>
          <a:p>
            <a:pPr marL="609600" indent="-609600">
              <a:spcBef>
                <a:spcPct val="20000"/>
              </a:spcBef>
              <a:defRPr/>
            </a:pPr>
            <a:r>
              <a:rPr kumimoji="1" lang="zh-CN" altLang="en-US" sz="3200" b="0" dirty="0">
                <a:solidFill>
                  <a:srgbClr val="FF0000"/>
                </a:solidFill>
                <a:latin typeface="Times New Roman" panose="02020603050405020304" pitchFamily="18" charset="0"/>
              </a:rPr>
              <a:t>刚体的重力势能（补充）</a:t>
            </a:r>
            <a:endParaRPr kumimoji="1" lang="zh-CN" altLang="en-US" sz="3200" b="0" dirty="0">
              <a:solidFill>
                <a:srgbClr val="FF0000"/>
              </a:solidFill>
              <a:effectLst>
                <a:outerShdw blurRad="38100" dist="38100" dir="2700000" algn="tl">
                  <a:srgbClr val="C0C0C0"/>
                </a:outerShdw>
              </a:effectLst>
              <a:latin typeface="Times New Roman" panose="02020603050405020304" pitchFamily="18" charset="0"/>
            </a:endParaRPr>
          </a:p>
        </p:txBody>
      </p:sp>
      <p:sp>
        <p:nvSpPr>
          <p:cNvPr id="295939" name="Text Box 3"/>
          <p:cNvSpPr txBox="1">
            <a:spLocks noChangeArrowheads="1"/>
          </p:cNvSpPr>
          <p:nvPr/>
        </p:nvSpPr>
        <p:spPr bwMode="auto">
          <a:xfrm>
            <a:off x="1546938" y="912813"/>
            <a:ext cx="777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dirty="0">
                <a:latin typeface="宋体" panose="02010600030101010101" pitchFamily="2" charset="-122"/>
              </a:rPr>
              <a:t>各质元重力势能的总和，就是刚体的重力势能</a:t>
            </a:r>
            <a:r>
              <a:rPr lang="en-US" altLang="zh-CN" sz="2800" b="1" dirty="0">
                <a:latin typeface="宋体" panose="02010600030101010101" pitchFamily="2" charset="-122"/>
              </a:rPr>
              <a:t>.</a:t>
            </a:r>
            <a:endParaRPr lang="zh-CN" altLang="en-US" sz="2800" b="1" dirty="0">
              <a:latin typeface="宋体" panose="02010600030101010101" pitchFamily="2" charset="-122"/>
            </a:endParaRPr>
          </a:p>
        </p:txBody>
      </p:sp>
      <p:grpSp>
        <p:nvGrpSpPr>
          <p:cNvPr id="2" name="Group 4"/>
          <p:cNvGrpSpPr/>
          <p:nvPr/>
        </p:nvGrpSpPr>
        <p:grpSpPr bwMode="auto">
          <a:xfrm>
            <a:off x="7105650" y="1571626"/>
            <a:ext cx="3576094" cy="3180323"/>
            <a:chOff x="2976" y="1775"/>
            <a:chExt cx="2602" cy="2184"/>
          </a:xfrm>
        </p:grpSpPr>
        <p:grpSp>
          <p:nvGrpSpPr>
            <p:cNvPr id="13321" name="Group 5"/>
            <p:cNvGrpSpPr/>
            <p:nvPr/>
          </p:nvGrpSpPr>
          <p:grpSpPr bwMode="auto">
            <a:xfrm>
              <a:off x="2976" y="1775"/>
              <a:ext cx="2602" cy="2184"/>
              <a:chOff x="2976" y="1775"/>
              <a:chExt cx="2602" cy="2184"/>
            </a:xfrm>
          </p:grpSpPr>
          <p:grpSp>
            <p:nvGrpSpPr>
              <p:cNvPr id="13322" name="Group 6"/>
              <p:cNvGrpSpPr/>
              <p:nvPr/>
            </p:nvGrpSpPr>
            <p:grpSpPr bwMode="auto">
              <a:xfrm>
                <a:off x="2976" y="1775"/>
                <a:ext cx="2602" cy="2184"/>
                <a:chOff x="2976" y="1775"/>
                <a:chExt cx="2602" cy="2184"/>
              </a:xfrm>
            </p:grpSpPr>
            <p:grpSp>
              <p:nvGrpSpPr>
                <p:cNvPr id="13323" name="Group 7"/>
                <p:cNvGrpSpPr/>
                <p:nvPr/>
              </p:nvGrpSpPr>
              <p:grpSpPr bwMode="auto">
                <a:xfrm>
                  <a:off x="2976" y="1775"/>
                  <a:ext cx="2602" cy="2184"/>
                  <a:chOff x="2976" y="1775"/>
                  <a:chExt cx="2602" cy="2184"/>
                </a:xfrm>
              </p:grpSpPr>
              <p:grpSp>
                <p:nvGrpSpPr>
                  <p:cNvPr id="13324" name="Group 8"/>
                  <p:cNvGrpSpPr/>
                  <p:nvPr/>
                </p:nvGrpSpPr>
                <p:grpSpPr bwMode="auto">
                  <a:xfrm>
                    <a:off x="3073" y="1775"/>
                    <a:ext cx="2505" cy="2184"/>
                    <a:chOff x="3073" y="1775"/>
                    <a:chExt cx="2505" cy="2184"/>
                  </a:xfrm>
                </p:grpSpPr>
                <p:grpSp>
                  <p:nvGrpSpPr>
                    <p:cNvPr id="13325" name="Group 9"/>
                    <p:cNvGrpSpPr/>
                    <p:nvPr/>
                  </p:nvGrpSpPr>
                  <p:grpSpPr bwMode="auto">
                    <a:xfrm>
                      <a:off x="3073" y="1775"/>
                      <a:ext cx="2495" cy="1825"/>
                      <a:chOff x="3073" y="1775"/>
                      <a:chExt cx="2495" cy="1825"/>
                    </a:xfrm>
                  </p:grpSpPr>
                  <p:grpSp>
                    <p:nvGrpSpPr>
                      <p:cNvPr id="13326" name="Group 10"/>
                      <p:cNvGrpSpPr/>
                      <p:nvPr/>
                    </p:nvGrpSpPr>
                    <p:grpSpPr bwMode="auto">
                      <a:xfrm>
                        <a:off x="3073" y="1775"/>
                        <a:ext cx="2495" cy="1825"/>
                        <a:chOff x="3073" y="1775"/>
                        <a:chExt cx="2495" cy="1825"/>
                      </a:xfrm>
                    </p:grpSpPr>
                    <p:grpSp>
                      <p:nvGrpSpPr>
                        <p:cNvPr id="13327" name="Group 11"/>
                        <p:cNvGrpSpPr/>
                        <p:nvPr/>
                      </p:nvGrpSpPr>
                      <p:grpSpPr bwMode="auto">
                        <a:xfrm>
                          <a:off x="3073" y="1775"/>
                          <a:ext cx="2495" cy="1825"/>
                          <a:chOff x="3073" y="1775"/>
                          <a:chExt cx="2495" cy="1825"/>
                        </a:xfrm>
                      </p:grpSpPr>
                      <p:grpSp>
                        <p:nvGrpSpPr>
                          <p:cNvPr id="13328" name="Group 12"/>
                          <p:cNvGrpSpPr/>
                          <p:nvPr/>
                        </p:nvGrpSpPr>
                        <p:grpSpPr bwMode="auto">
                          <a:xfrm>
                            <a:off x="3312" y="1824"/>
                            <a:ext cx="2256" cy="1776"/>
                            <a:chOff x="3312" y="1824"/>
                            <a:chExt cx="2256" cy="1776"/>
                          </a:xfrm>
                        </p:grpSpPr>
                        <p:grpSp>
                          <p:nvGrpSpPr>
                            <p:cNvPr id="13329" name="Group 13"/>
                            <p:cNvGrpSpPr/>
                            <p:nvPr/>
                          </p:nvGrpSpPr>
                          <p:grpSpPr bwMode="auto">
                            <a:xfrm>
                              <a:off x="3312" y="1824"/>
                              <a:ext cx="2256" cy="1776"/>
                              <a:chOff x="3312" y="1824"/>
                              <a:chExt cx="2256" cy="1776"/>
                            </a:xfrm>
                          </p:grpSpPr>
                          <p:grpSp>
                            <p:nvGrpSpPr>
                              <p:cNvPr id="13330" name="Group 14"/>
                              <p:cNvGrpSpPr/>
                              <p:nvPr/>
                            </p:nvGrpSpPr>
                            <p:grpSpPr bwMode="auto">
                              <a:xfrm>
                                <a:off x="3600" y="2064"/>
                                <a:ext cx="1872" cy="1334"/>
                                <a:chOff x="3600" y="2064"/>
                                <a:chExt cx="1872" cy="1334"/>
                              </a:xfrm>
                            </p:grpSpPr>
                            <p:sp>
                              <p:nvSpPr>
                                <p:cNvPr id="13331" name="Freeform 15"/>
                                <p:cNvSpPr>
                                  <a:spLocks noChangeArrowheads="1"/>
                                </p:cNvSpPr>
                                <p:nvPr/>
                              </p:nvSpPr>
                              <p:spPr bwMode="auto">
                                <a:xfrm>
                                  <a:off x="3600" y="2064"/>
                                  <a:ext cx="1872" cy="1334"/>
                                </a:xfrm>
                                <a:custGeom>
                                  <a:avLst/>
                                  <a:gdLst>
                                    <a:gd name="T0" fmla="*/ 23 w 2128"/>
                                    <a:gd name="T1" fmla="*/ 135 h 1400"/>
                                    <a:gd name="T2" fmla="*/ 101 w 2128"/>
                                    <a:gd name="T3" fmla="*/ 102 h 1400"/>
                                    <a:gd name="T4" fmla="*/ 168 w 2128"/>
                                    <a:gd name="T5" fmla="*/ 91 h 1400"/>
                                    <a:gd name="T6" fmla="*/ 190 w 2128"/>
                                    <a:gd name="T7" fmla="*/ 68 h 1400"/>
                                    <a:gd name="T8" fmla="*/ 290 w 2128"/>
                                    <a:gd name="T9" fmla="*/ 46 h 1400"/>
                                    <a:gd name="T10" fmla="*/ 790 w 2128"/>
                                    <a:gd name="T11" fmla="*/ 80 h 1400"/>
                                    <a:gd name="T12" fmla="*/ 934 w 2128"/>
                                    <a:gd name="T13" fmla="*/ 213 h 1400"/>
                                    <a:gd name="T14" fmla="*/ 1323 w 2128"/>
                                    <a:gd name="T15" fmla="*/ 302 h 1400"/>
                                    <a:gd name="T16" fmla="*/ 1401 w 2128"/>
                                    <a:gd name="T17" fmla="*/ 313 h 1400"/>
                                    <a:gd name="T18" fmla="*/ 1601 w 2128"/>
                                    <a:gd name="T19" fmla="*/ 335 h 1400"/>
                                    <a:gd name="T20" fmla="*/ 1757 w 2128"/>
                                    <a:gd name="T21" fmla="*/ 380 h 1400"/>
                                    <a:gd name="T22" fmla="*/ 1834 w 2128"/>
                                    <a:gd name="T23" fmla="*/ 402 h 1400"/>
                                    <a:gd name="T24" fmla="*/ 1957 w 2128"/>
                                    <a:gd name="T25" fmla="*/ 468 h 1400"/>
                                    <a:gd name="T26" fmla="*/ 1968 w 2128"/>
                                    <a:gd name="T27" fmla="*/ 502 h 1400"/>
                                    <a:gd name="T28" fmla="*/ 2001 w 2128"/>
                                    <a:gd name="T29" fmla="*/ 524 h 1400"/>
                                    <a:gd name="T30" fmla="*/ 2023 w 2128"/>
                                    <a:gd name="T31" fmla="*/ 613 h 1400"/>
                                    <a:gd name="T32" fmla="*/ 2046 w 2128"/>
                                    <a:gd name="T33" fmla="*/ 646 h 1400"/>
                                    <a:gd name="T34" fmla="*/ 1723 w 2128"/>
                                    <a:gd name="T35" fmla="*/ 1246 h 1400"/>
                                    <a:gd name="T36" fmla="*/ 1279 w 2128"/>
                                    <a:gd name="T37" fmla="*/ 1391 h 1400"/>
                                    <a:gd name="T38" fmla="*/ 912 w 2128"/>
                                    <a:gd name="T39" fmla="*/ 1379 h 1400"/>
                                    <a:gd name="T40" fmla="*/ 845 w 2128"/>
                                    <a:gd name="T41" fmla="*/ 1357 h 1400"/>
                                    <a:gd name="T42" fmla="*/ 779 w 2128"/>
                                    <a:gd name="T43" fmla="*/ 1313 h 1400"/>
                                    <a:gd name="T44" fmla="*/ 701 w 2128"/>
                                    <a:gd name="T45" fmla="*/ 1213 h 1400"/>
                                    <a:gd name="T46" fmla="*/ 679 w 2128"/>
                                    <a:gd name="T47" fmla="*/ 1180 h 1400"/>
                                    <a:gd name="T48" fmla="*/ 612 w 2128"/>
                                    <a:gd name="T49" fmla="*/ 1146 h 1400"/>
                                    <a:gd name="T50" fmla="*/ 523 w 2128"/>
                                    <a:gd name="T51" fmla="*/ 1102 h 1400"/>
                                    <a:gd name="T52" fmla="*/ 512 w 2128"/>
                                    <a:gd name="T53" fmla="*/ 1068 h 1400"/>
                                    <a:gd name="T54" fmla="*/ 445 w 2128"/>
                                    <a:gd name="T55" fmla="*/ 1057 h 1400"/>
                                    <a:gd name="T56" fmla="*/ 323 w 2128"/>
                                    <a:gd name="T57" fmla="*/ 991 h 1400"/>
                                    <a:gd name="T58" fmla="*/ 301 w 2128"/>
                                    <a:gd name="T59" fmla="*/ 957 h 1400"/>
                                    <a:gd name="T60" fmla="*/ 201 w 2128"/>
                                    <a:gd name="T61" fmla="*/ 857 h 1400"/>
                                    <a:gd name="T62" fmla="*/ 123 w 2128"/>
                                    <a:gd name="T63" fmla="*/ 802 h 1400"/>
                                    <a:gd name="T64" fmla="*/ 112 w 2128"/>
                                    <a:gd name="T65" fmla="*/ 735 h 1400"/>
                                    <a:gd name="T66" fmla="*/ 79 w 2128"/>
                                    <a:gd name="T67" fmla="*/ 668 h 1400"/>
                                    <a:gd name="T68" fmla="*/ 34 w 2128"/>
                                    <a:gd name="T69" fmla="*/ 524 h 1400"/>
                                    <a:gd name="T70" fmla="*/ 1 w 2128"/>
                                    <a:gd name="T71" fmla="*/ 268 h 1400"/>
                                    <a:gd name="T72" fmla="*/ 12 w 2128"/>
                                    <a:gd name="T73" fmla="*/ 191 h 1400"/>
                                    <a:gd name="T74" fmla="*/ 23 w 2128"/>
                                    <a:gd name="T75" fmla="*/ 135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28" h="1400">
                                      <a:moveTo>
                                        <a:pt x="23" y="135"/>
                                      </a:moveTo>
                                      <a:cubicBezTo>
                                        <a:pt x="49" y="124"/>
                                        <a:pt x="74" y="110"/>
                                        <a:pt x="101" y="102"/>
                                      </a:cubicBezTo>
                                      <a:cubicBezTo>
                                        <a:pt x="123" y="95"/>
                                        <a:pt x="147" y="99"/>
                                        <a:pt x="168" y="91"/>
                                      </a:cubicBezTo>
                                      <a:cubicBezTo>
                                        <a:pt x="178" y="87"/>
                                        <a:pt x="181" y="74"/>
                                        <a:pt x="190" y="68"/>
                                      </a:cubicBezTo>
                                      <a:cubicBezTo>
                                        <a:pt x="210" y="55"/>
                                        <a:pt x="278" y="48"/>
                                        <a:pt x="290" y="46"/>
                                      </a:cubicBezTo>
                                      <a:cubicBezTo>
                                        <a:pt x="428" y="0"/>
                                        <a:pt x="651" y="29"/>
                                        <a:pt x="790" y="80"/>
                                      </a:cubicBezTo>
                                      <a:cubicBezTo>
                                        <a:pt x="833" y="123"/>
                                        <a:pt x="875" y="190"/>
                                        <a:pt x="934" y="213"/>
                                      </a:cubicBezTo>
                                      <a:cubicBezTo>
                                        <a:pt x="1058" y="262"/>
                                        <a:pt x="1193" y="284"/>
                                        <a:pt x="1323" y="302"/>
                                      </a:cubicBezTo>
                                      <a:cubicBezTo>
                                        <a:pt x="1349" y="306"/>
                                        <a:pt x="1375" y="309"/>
                                        <a:pt x="1401" y="313"/>
                                      </a:cubicBezTo>
                                      <a:cubicBezTo>
                                        <a:pt x="1467" y="322"/>
                                        <a:pt x="1601" y="335"/>
                                        <a:pt x="1601" y="335"/>
                                      </a:cubicBezTo>
                                      <a:cubicBezTo>
                                        <a:pt x="1653" y="350"/>
                                        <a:pt x="1705" y="365"/>
                                        <a:pt x="1757" y="380"/>
                                      </a:cubicBezTo>
                                      <a:cubicBezTo>
                                        <a:pt x="1783" y="387"/>
                                        <a:pt x="1834" y="402"/>
                                        <a:pt x="1834" y="402"/>
                                      </a:cubicBezTo>
                                      <a:cubicBezTo>
                                        <a:pt x="1872" y="456"/>
                                        <a:pt x="1890" y="457"/>
                                        <a:pt x="1957" y="468"/>
                                      </a:cubicBezTo>
                                      <a:cubicBezTo>
                                        <a:pt x="1961" y="479"/>
                                        <a:pt x="1961" y="493"/>
                                        <a:pt x="1968" y="502"/>
                                      </a:cubicBezTo>
                                      <a:cubicBezTo>
                                        <a:pt x="1976" y="512"/>
                                        <a:pt x="1995" y="512"/>
                                        <a:pt x="2001" y="524"/>
                                      </a:cubicBezTo>
                                      <a:cubicBezTo>
                                        <a:pt x="2015" y="551"/>
                                        <a:pt x="2006" y="588"/>
                                        <a:pt x="2023" y="613"/>
                                      </a:cubicBezTo>
                                      <a:cubicBezTo>
                                        <a:pt x="2031" y="624"/>
                                        <a:pt x="2038" y="635"/>
                                        <a:pt x="2046" y="646"/>
                                      </a:cubicBezTo>
                                      <a:cubicBezTo>
                                        <a:pt x="2128" y="899"/>
                                        <a:pt x="1899" y="1115"/>
                                        <a:pt x="1723" y="1246"/>
                                      </a:cubicBezTo>
                                      <a:cubicBezTo>
                                        <a:pt x="1620" y="1400"/>
                                        <a:pt x="1449" y="1378"/>
                                        <a:pt x="1279" y="1391"/>
                                      </a:cubicBezTo>
                                      <a:cubicBezTo>
                                        <a:pt x="1157" y="1387"/>
                                        <a:pt x="1034" y="1389"/>
                                        <a:pt x="912" y="1379"/>
                                      </a:cubicBezTo>
                                      <a:cubicBezTo>
                                        <a:pt x="889" y="1377"/>
                                        <a:pt x="845" y="1357"/>
                                        <a:pt x="845" y="1357"/>
                                      </a:cubicBezTo>
                                      <a:cubicBezTo>
                                        <a:pt x="823" y="1342"/>
                                        <a:pt x="787" y="1338"/>
                                        <a:pt x="779" y="1313"/>
                                      </a:cubicBezTo>
                                      <a:cubicBezTo>
                                        <a:pt x="749" y="1220"/>
                                        <a:pt x="801" y="1363"/>
                                        <a:pt x="701" y="1213"/>
                                      </a:cubicBezTo>
                                      <a:cubicBezTo>
                                        <a:pt x="694" y="1202"/>
                                        <a:pt x="689" y="1188"/>
                                        <a:pt x="679" y="1180"/>
                                      </a:cubicBezTo>
                                      <a:cubicBezTo>
                                        <a:pt x="659" y="1164"/>
                                        <a:pt x="633" y="1160"/>
                                        <a:pt x="612" y="1146"/>
                                      </a:cubicBezTo>
                                      <a:cubicBezTo>
                                        <a:pt x="557" y="1063"/>
                                        <a:pt x="639" y="1169"/>
                                        <a:pt x="523" y="1102"/>
                                      </a:cubicBezTo>
                                      <a:cubicBezTo>
                                        <a:pt x="513" y="1096"/>
                                        <a:pt x="522" y="1074"/>
                                        <a:pt x="512" y="1068"/>
                                      </a:cubicBezTo>
                                      <a:cubicBezTo>
                                        <a:pt x="492" y="1057"/>
                                        <a:pt x="467" y="1061"/>
                                        <a:pt x="445" y="1057"/>
                                      </a:cubicBezTo>
                                      <a:cubicBezTo>
                                        <a:pt x="360" y="972"/>
                                        <a:pt x="487" y="1090"/>
                                        <a:pt x="323" y="991"/>
                                      </a:cubicBezTo>
                                      <a:cubicBezTo>
                                        <a:pt x="311" y="984"/>
                                        <a:pt x="310" y="967"/>
                                        <a:pt x="301" y="957"/>
                                      </a:cubicBezTo>
                                      <a:cubicBezTo>
                                        <a:pt x="269" y="922"/>
                                        <a:pt x="201" y="857"/>
                                        <a:pt x="201" y="857"/>
                                      </a:cubicBezTo>
                                      <a:cubicBezTo>
                                        <a:pt x="169" y="730"/>
                                        <a:pt x="228" y="907"/>
                                        <a:pt x="123" y="802"/>
                                      </a:cubicBezTo>
                                      <a:cubicBezTo>
                                        <a:pt x="107" y="786"/>
                                        <a:pt x="117" y="757"/>
                                        <a:pt x="112" y="735"/>
                                      </a:cubicBezTo>
                                      <a:cubicBezTo>
                                        <a:pt x="105" y="701"/>
                                        <a:pt x="98" y="698"/>
                                        <a:pt x="79" y="668"/>
                                      </a:cubicBezTo>
                                      <a:cubicBezTo>
                                        <a:pt x="69" y="609"/>
                                        <a:pt x="60" y="576"/>
                                        <a:pt x="34" y="524"/>
                                      </a:cubicBezTo>
                                      <a:cubicBezTo>
                                        <a:pt x="26" y="438"/>
                                        <a:pt x="5" y="354"/>
                                        <a:pt x="1" y="268"/>
                                      </a:cubicBezTo>
                                      <a:cubicBezTo>
                                        <a:pt x="0" y="242"/>
                                        <a:pt x="2" y="215"/>
                                        <a:pt x="12" y="191"/>
                                      </a:cubicBezTo>
                                      <a:cubicBezTo>
                                        <a:pt x="35" y="133"/>
                                        <a:pt x="67" y="179"/>
                                        <a:pt x="23" y="135"/>
                                      </a:cubicBezTo>
                                      <a:close/>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3332" name="Rectangle 16"/>
                                <p:cNvSpPr>
                                  <a:spLocks noChangeArrowheads="1"/>
                                </p:cNvSpPr>
                                <p:nvPr/>
                              </p:nvSpPr>
                              <p:spPr bwMode="auto">
                                <a:xfrm>
                                  <a:off x="3984" y="2352"/>
                                  <a:ext cx="96" cy="96"/>
                                </a:xfrm>
                                <a:prstGeom prst="rect">
                                  <a:avLst/>
                                </a:prstGeom>
                                <a:solidFill>
                                  <a:srgbClr val="FF9900"/>
                                </a:solidFill>
                                <a:ln w="38100">
                                  <a:solidFill>
                                    <a:schemeClr val="tx1"/>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pSp>
                          <p:sp>
                            <p:nvSpPr>
                              <p:cNvPr id="13333" name="Line 17"/>
                              <p:cNvSpPr>
                                <a:spLocks noChangeShapeType="1"/>
                              </p:cNvSpPr>
                              <p:nvPr/>
                            </p:nvSpPr>
                            <p:spPr bwMode="auto">
                              <a:xfrm>
                                <a:off x="3312" y="3600"/>
                                <a:ext cx="225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34" name="Line 18"/>
                              <p:cNvSpPr>
                                <a:spLocks noChangeShapeType="1"/>
                              </p:cNvSpPr>
                              <p:nvPr/>
                            </p:nvSpPr>
                            <p:spPr bwMode="auto">
                              <a:xfrm flipV="1">
                                <a:off x="3312" y="1824"/>
                                <a:ext cx="0" cy="177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35" name="Oval 19"/>
                              <p:cNvSpPr>
                                <a:spLocks noChangeArrowheads="1"/>
                              </p:cNvSpPr>
                              <p:nvPr/>
                            </p:nvSpPr>
                            <p:spPr bwMode="auto">
                              <a:xfrm>
                                <a:off x="4368" y="2688"/>
                                <a:ext cx="96" cy="96"/>
                              </a:xfrm>
                              <a:prstGeom prst="ellipse">
                                <a:avLst/>
                              </a:prstGeom>
                              <a:solidFill>
                                <a:schemeClr val="accent1"/>
                              </a:solidFill>
                              <a:ln w="9525">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pSp>
                        <p:sp>
                          <p:nvSpPr>
                            <p:cNvPr id="13336" name="Line 20"/>
                            <p:cNvSpPr>
                              <a:spLocks noChangeShapeType="1"/>
                            </p:cNvSpPr>
                            <p:nvPr/>
                          </p:nvSpPr>
                          <p:spPr bwMode="auto">
                            <a:xfrm>
                              <a:off x="4032" y="2448"/>
                              <a:ext cx="0" cy="115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37" name="Line 21"/>
                            <p:cNvSpPr>
                              <a:spLocks noChangeShapeType="1"/>
                            </p:cNvSpPr>
                            <p:nvPr/>
                          </p:nvSpPr>
                          <p:spPr bwMode="auto">
                            <a:xfrm>
                              <a:off x="4416" y="2784"/>
                              <a:ext cx="0" cy="81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3338" name="Rectangle 22"/>
                          <p:cNvSpPr>
                            <a:spLocks noChangeArrowheads="1"/>
                          </p:cNvSpPr>
                          <p:nvPr/>
                        </p:nvSpPr>
                        <p:spPr bwMode="auto">
                          <a:xfrm>
                            <a:off x="3073" y="1775"/>
                            <a:ext cx="265"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i="1">
                                <a:latin typeface="Times New Roman" panose="02020603050405020304" pitchFamily="18" charset="0"/>
                              </a:rPr>
                              <a:t>h</a:t>
                            </a:r>
                            <a:endParaRPr lang="en-US" altLang="zh-CN" sz="2800" i="1">
                              <a:latin typeface="Times New Roman" panose="02020603050405020304" pitchFamily="18" charset="0"/>
                            </a:endParaRPr>
                          </a:p>
                        </p:txBody>
                      </p:sp>
                    </p:grpSp>
                    <p:sp>
                      <p:nvSpPr>
                        <p:cNvPr id="13339" name="Rectangle 23"/>
                        <p:cNvSpPr>
                          <a:spLocks noChangeArrowheads="1"/>
                        </p:cNvSpPr>
                        <p:nvPr/>
                      </p:nvSpPr>
                      <p:spPr bwMode="auto">
                        <a:xfrm>
                          <a:off x="3696" y="2592"/>
                          <a:ext cx="313"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i="1">
                              <a:latin typeface="Times New Roman" panose="02020603050405020304" pitchFamily="18" charset="0"/>
                            </a:rPr>
                            <a:t>h</a:t>
                          </a:r>
                          <a:r>
                            <a:rPr lang="en-US" altLang="zh-CN" sz="2800" i="1" baseline="-25000">
                              <a:latin typeface="Times New Roman" panose="02020603050405020304" pitchFamily="18" charset="0"/>
                            </a:rPr>
                            <a:t>i</a:t>
                          </a:r>
                          <a:endParaRPr lang="en-US" altLang="zh-CN" sz="2800" i="1" baseline="-25000">
                            <a:latin typeface="Times New Roman" panose="02020603050405020304" pitchFamily="18" charset="0"/>
                          </a:endParaRPr>
                        </a:p>
                      </p:txBody>
                    </p:sp>
                  </p:grpSp>
                  <p:sp>
                    <p:nvSpPr>
                      <p:cNvPr id="13340" name="Rectangle 24"/>
                      <p:cNvSpPr>
                        <a:spLocks noChangeArrowheads="1"/>
                      </p:cNvSpPr>
                      <p:nvPr/>
                    </p:nvSpPr>
                    <p:spPr bwMode="auto">
                      <a:xfrm>
                        <a:off x="4176" y="2928"/>
                        <a:ext cx="342"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i="1">
                            <a:latin typeface="Times New Roman" panose="02020603050405020304" pitchFamily="18" charset="0"/>
                          </a:rPr>
                          <a:t>h</a:t>
                        </a:r>
                        <a:r>
                          <a:rPr lang="en-US" altLang="zh-CN" sz="2800" i="1" baseline="-25000">
                            <a:latin typeface="Times New Roman" panose="02020603050405020304" pitchFamily="18" charset="0"/>
                          </a:rPr>
                          <a:t>c</a:t>
                        </a:r>
                        <a:endParaRPr lang="en-US" altLang="zh-CN" sz="2800" i="1" baseline="-25000">
                          <a:latin typeface="Times New Roman" panose="02020603050405020304" pitchFamily="18" charset="0"/>
                        </a:endParaRPr>
                      </a:p>
                    </p:txBody>
                  </p:sp>
                </p:grpSp>
                <p:sp>
                  <p:nvSpPr>
                    <p:cNvPr id="13341" name="Rectangle 25"/>
                    <p:cNvSpPr>
                      <a:spLocks noChangeArrowheads="1"/>
                    </p:cNvSpPr>
                    <p:nvPr/>
                  </p:nvSpPr>
                  <p:spPr bwMode="auto">
                    <a:xfrm>
                      <a:off x="5328" y="3600"/>
                      <a:ext cx="250"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i="1" dirty="0">
                          <a:latin typeface="Times New Roman" panose="02020603050405020304" pitchFamily="18" charset="0"/>
                        </a:rPr>
                        <a:t>x</a:t>
                      </a:r>
                      <a:endParaRPr lang="en-US" altLang="zh-CN" sz="2800" i="1" dirty="0">
                        <a:latin typeface="Times New Roman" panose="02020603050405020304" pitchFamily="18" charset="0"/>
                      </a:endParaRPr>
                    </a:p>
                  </p:txBody>
                </p:sp>
              </p:grpSp>
              <p:sp>
                <p:nvSpPr>
                  <p:cNvPr id="13342" name="Rectangle 26"/>
                  <p:cNvSpPr>
                    <a:spLocks noChangeArrowheads="1"/>
                  </p:cNvSpPr>
                  <p:nvPr/>
                </p:nvSpPr>
                <p:spPr bwMode="auto">
                  <a:xfrm>
                    <a:off x="2976" y="3408"/>
                    <a:ext cx="323"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i="1">
                        <a:latin typeface="Times New Roman" panose="02020603050405020304" pitchFamily="18" charset="0"/>
                      </a:rPr>
                      <a:t>O</a:t>
                    </a:r>
                    <a:endParaRPr lang="en-US" altLang="zh-CN" sz="2800" i="1">
                      <a:latin typeface="Times New Roman" panose="02020603050405020304" pitchFamily="18" charset="0"/>
                    </a:endParaRPr>
                  </a:p>
                </p:txBody>
              </p:sp>
            </p:grpSp>
            <p:sp>
              <p:nvSpPr>
                <p:cNvPr id="13343" name="Rectangle 27"/>
                <p:cNvSpPr>
                  <a:spLocks noChangeArrowheads="1"/>
                </p:cNvSpPr>
                <p:nvPr/>
              </p:nvSpPr>
              <p:spPr bwMode="auto">
                <a:xfrm>
                  <a:off x="5054" y="2065"/>
                  <a:ext cx="323"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i="1">
                      <a:latin typeface="Times New Roman" panose="02020603050405020304" pitchFamily="18" charset="0"/>
                    </a:rPr>
                    <a:t>m</a:t>
                  </a:r>
                  <a:endParaRPr lang="en-US" altLang="zh-CN" sz="2800" i="1">
                    <a:latin typeface="Times New Roman" panose="02020603050405020304" pitchFamily="18" charset="0"/>
                  </a:endParaRPr>
                </a:p>
              </p:txBody>
            </p:sp>
          </p:grpSp>
          <p:sp>
            <p:nvSpPr>
              <p:cNvPr id="13344" name="Rectangle 28"/>
              <p:cNvSpPr>
                <a:spLocks noChangeArrowheads="1"/>
              </p:cNvSpPr>
              <p:nvPr/>
            </p:nvSpPr>
            <p:spPr bwMode="auto">
              <a:xfrm>
                <a:off x="4464" y="2640"/>
                <a:ext cx="30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i="1">
                    <a:latin typeface="Times New Roman" panose="02020603050405020304" pitchFamily="18" charset="0"/>
                  </a:rPr>
                  <a:t>C</a:t>
                </a:r>
                <a:endParaRPr lang="en-US" altLang="zh-CN" sz="2800" i="1">
                  <a:latin typeface="Times New Roman" panose="02020603050405020304" pitchFamily="18" charset="0"/>
                </a:endParaRPr>
              </a:p>
            </p:txBody>
          </p:sp>
        </p:grpSp>
        <p:sp>
          <p:nvSpPr>
            <p:cNvPr id="13345" name="Rectangle 29"/>
            <p:cNvSpPr>
              <a:spLocks noChangeArrowheads="1"/>
            </p:cNvSpPr>
            <p:nvPr/>
          </p:nvSpPr>
          <p:spPr bwMode="auto">
            <a:xfrm>
              <a:off x="4128" y="2208"/>
              <a:ext cx="483"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sym typeface="Symbol" panose="05050102010706020507" pitchFamily="18" charset="2"/>
                </a:rPr>
                <a:t>m</a:t>
              </a:r>
              <a:endParaRPr lang="en-US" altLang="zh-CN" sz="2800" i="1">
                <a:latin typeface="Times New Roman" panose="02020603050405020304" pitchFamily="18" charset="0"/>
                <a:sym typeface="Symbol" panose="05050102010706020507" pitchFamily="18" charset="2"/>
              </a:endParaRPr>
            </a:p>
          </p:txBody>
        </p:sp>
      </p:grpSp>
    </p:spTree>
    <p:custDataLst>
      <p:tags r:id="rId7"/>
    </p:custDataLst>
  </p:cSld>
  <p:clrMapOvr>
    <a:masterClrMapping/>
  </p:clrMapOvr>
  <p:transition spd="med" advTm="185396">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5939"/>
                                        </p:tgtEl>
                                        <p:attrNameLst>
                                          <p:attrName>style.visibility</p:attrName>
                                        </p:attrNameLst>
                                      </p:cBhvr>
                                      <p:to>
                                        <p:strVal val="visible"/>
                                      </p:to>
                                    </p:set>
                                    <p:animEffect transition="in" filter="wipe(left)">
                                      <p:cBhvr>
                                        <p:cTn id="7" dur="500"/>
                                        <p:tgtEl>
                                          <p:spTgt spid="2959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541"/>
                                        </p:tgtEl>
                                        <p:attrNameLst>
                                          <p:attrName>style.visibility</p:attrName>
                                        </p:attrNameLst>
                                      </p:cBhvr>
                                      <p:to>
                                        <p:strVal val="visible"/>
                                      </p:to>
                                    </p:set>
                                    <p:animEffect transition="in" filter="wipe(left)">
                                      <p:cBhvr>
                                        <p:cTn id="17" dur="500"/>
                                        <p:tgtEl>
                                          <p:spTgt spid="655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5542">
                                            <p:txEl>
                                              <p:pRg st="0" end="0"/>
                                            </p:txEl>
                                          </p:spTgt>
                                        </p:tgtEl>
                                        <p:attrNameLst>
                                          <p:attrName>style.visibility</p:attrName>
                                        </p:attrNameLst>
                                      </p:cBhvr>
                                      <p:to>
                                        <p:strVal val="visible"/>
                                      </p:to>
                                    </p:set>
                                    <p:animEffect transition="in" filter="wipe(left)">
                                      <p:cBhvr>
                                        <p:cTn id="22" dur="500"/>
                                        <p:tgtEl>
                                          <p:spTgt spid="6554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5543"/>
                                        </p:tgtEl>
                                        <p:attrNameLst>
                                          <p:attrName>style.visibility</p:attrName>
                                        </p:attrNameLst>
                                      </p:cBhvr>
                                      <p:to>
                                        <p:strVal val="visible"/>
                                      </p:to>
                                    </p:set>
                                    <p:animEffect transition="in" filter="wipe(left)">
                                      <p:cBhvr>
                                        <p:cTn id="27" dur="500"/>
                                        <p:tgtEl>
                                          <p:spTgt spid="655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5540"/>
                                        </p:tgtEl>
                                        <p:attrNameLst>
                                          <p:attrName>style.visibility</p:attrName>
                                        </p:attrNameLst>
                                      </p:cBhvr>
                                      <p:to>
                                        <p:strVal val="visible"/>
                                      </p:to>
                                    </p:set>
                                    <p:animEffect transition="in" filter="wipe(left)">
                                      <p:cBhvr>
                                        <p:cTn id="32" dur="500"/>
                                        <p:tgtEl>
                                          <p:spTgt spid="655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build="p"/>
      <p:bldP spid="10" grpId="0" animBg="1"/>
      <p:bldP spid="2959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3" name="Rectangle 3"/>
          <p:cNvSpPr>
            <a:spLocks noChangeArrowheads="1"/>
          </p:cNvSpPr>
          <p:nvPr/>
        </p:nvSpPr>
        <p:spPr bwMode="auto">
          <a:xfrm>
            <a:off x="2336800" y="1173163"/>
            <a:ext cx="50498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latin typeface="宋体" panose="02010600030101010101" pitchFamily="2" charset="-122"/>
              </a:rPr>
              <a:t>质点系功能原理对刚体仍成立：</a:t>
            </a:r>
            <a:endParaRPr lang="zh-CN" altLang="en-US" sz="2800" b="1"/>
          </a:p>
        </p:txBody>
      </p:sp>
      <p:graphicFrame>
        <p:nvGraphicFramePr>
          <p:cNvPr id="296964" name="Object 4"/>
          <p:cNvGraphicFramePr/>
          <p:nvPr/>
        </p:nvGraphicFramePr>
        <p:xfrm>
          <a:off x="2819400" y="1981200"/>
          <a:ext cx="6623050" cy="685800"/>
        </p:xfrm>
        <a:graphic>
          <a:graphicData uri="http://schemas.openxmlformats.org/presentationml/2006/ole">
            <mc:AlternateContent xmlns:mc="http://schemas.openxmlformats.org/markup-compatibility/2006">
              <mc:Choice xmlns:v="urn:schemas-microsoft-com:vml" Requires="v">
                <p:oleObj spid="_x0000_s14427" name="" r:id="rId1" imgW="2124710" imgH="207645" progId="Equation.3">
                  <p:embed/>
                </p:oleObj>
              </mc:Choice>
              <mc:Fallback>
                <p:oleObj name="" r:id="rId1" imgW="2124710" imgH="207645" progId="Equation.3">
                  <p:embed/>
                  <p:pic>
                    <p:nvPicPr>
                      <p:cNvPr id="0" name="Object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981200"/>
                        <a:ext cx="66230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6965" name="Text Box 5"/>
          <p:cNvSpPr txBox="1">
            <a:spLocks noChangeArrowheads="1"/>
          </p:cNvSpPr>
          <p:nvPr/>
        </p:nvSpPr>
        <p:spPr bwMode="auto">
          <a:xfrm>
            <a:off x="2209800" y="2757488"/>
            <a:ext cx="8382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宋体" panose="02010600030101010101" pitchFamily="2" charset="-122"/>
              </a:rPr>
              <a:t>若体系是一个包含刚体、质点、弹簧等复杂系统时</a:t>
            </a:r>
            <a:endParaRPr lang="zh-CN" altLang="en-US" sz="2800" b="1">
              <a:latin typeface="宋体" panose="02010600030101010101" pitchFamily="2" charset="-122"/>
            </a:endParaRPr>
          </a:p>
        </p:txBody>
      </p:sp>
      <p:grpSp>
        <p:nvGrpSpPr>
          <p:cNvPr id="2" name="Group 24"/>
          <p:cNvGrpSpPr/>
          <p:nvPr/>
        </p:nvGrpSpPr>
        <p:grpSpPr bwMode="auto">
          <a:xfrm>
            <a:off x="2567608" y="4991100"/>
            <a:ext cx="5699125" cy="693737"/>
            <a:chOff x="802" y="3156"/>
            <a:chExt cx="3590" cy="437"/>
          </a:xfrm>
        </p:grpSpPr>
        <p:graphicFrame>
          <p:nvGraphicFramePr>
            <p:cNvPr id="14341" name="Object 12"/>
            <p:cNvGraphicFramePr/>
            <p:nvPr/>
          </p:nvGraphicFramePr>
          <p:xfrm>
            <a:off x="802" y="3175"/>
            <a:ext cx="416" cy="418"/>
          </p:xfrm>
          <a:graphic>
            <a:graphicData uri="http://schemas.openxmlformats.org/presentationml/2006/ole">
              <mc:AlternateContent xmlns:mc="http://schemas.openxmlformats.org/markup-compatibility/2006">
                <mc:Choice xmlns:v="urn:schemas-microsoft-com:vml" Requires="v">
                  <p:oleObj spid="_x0000_s14428" name="" r:id="rId3" imgW="225425" imgH="207645" progId="Equation.3">
                    <p:embed/>
                  </p:oleObj>
                </mc:Choice>
                <mc:Fallback>
                  <p:oleObj name="" r:id="rId3" imgW="225425" imgH="207645" progId="Equation.3">
                    <p:embed/>
                    <p:pic>
                      <p:nvPicPr>
                        <p:cNvPr id="0" name="Object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 y="3175"/>
                          <a:ext cx="416"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42" name="TextBox 17"/>
            <p:cNvSpPr txBox="1">
              <a:spLocks noChangeArrowheads="1"/>
            </p:cNvSpPr>
            <p:nvPr/>
          </p:nvSpPr>
          <p:spPr bwMode="auto">
            <a:xfrm>
              <a:off x="1152" y="3156"/>
              <a:ext cx="3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latin typeface="Arial" panose="020B0604020202020204" pitchFamily="34" charset="0"/>
                </a:rPr>
                <a:t>应包括系统中所有物体的势能</a:t>
              </a:r>
              <a:endParaRPr lang="zh-CN" altLang="en-US" sz="2800" b="1">
                <a:latin typeface="Arial" panose="020B0604020202020204" pitchFamily="34" charset="0"/>
              </a:endParaRPr>
            </a:p>
          </p:txBody>
        </p:sp>
      </p:grpSp>
      <p:sp>
        <p:nvSpPr>
          <p:cNvPr id="295938" name="Text Box 2"/>
          <p:cNvSpPr txBox="1">
            <a:spLocks noChangeArrowheads="1"/>
          </p:cNvSpPr>
          <p:nvPr/>
        </p:nvSpPr>
        <p:spPr bwMode="auto">
          <a:xfrm>
            <a:off x="1775520" y="160336"/>
            <a:ext cx="6334125" cy="584200"/>
          </a:xfrm>
          <a:prstGeom prst="rect">
            <a:avLst/>
          </a:prstGeom>
          <a:noFill/>
          <a:ln w="9525">
            <a:noFill/>
            <a:miter lim="800000"/>
          </a:ln>
        </p:spPr>
        <p:txBody>
          <a:bodyPr>
            <a:spAutoFit/>
          </a:bodyPr>
          <a:lstStyle/>
          <a:p>
            <a:pPr algn="ctr">
              <a:spcBef>
                <a:spcPct val="50000"/>
              </a:spcBef>
              <a:buFontTx/>
              <a:buNone/>
              <a:defRPr/>
            </a:pPr>
            <a:r>
              <a:rPr lang="zh-CN" altLang="en-US" sz="3200" b="0" dirty="0">
                <a:latin typeface="宋体" panose="02010600030101010101" pitchFamily="2" charset="-122"/>
              </a:rPr>
              <a:t>刚体定轴转动的功能原理</a:t>
            </a:r>
            <a:r>
              <a:rPr kumimoji="1" lang="zh-CN" altLang="en-US" sz="3200" b="0" dirty="0">
                <a:solidFill>
                  <a:srgbClr val="FF0000"/>
                </a:solidFill>
                <a:latin typeface="Times New Roman" panose="02020603050405020304" pitchFamily="18" charset="0"/>
              </a:rPr>
              <a:t>（补充）</a:t>
            </a:r>
            <a:endParaRPr kumimoji="1" lang="zh-CN" altLang="en-US" sz="3200" b="0" dirty="0">
              <a:solidFill>
                <a:srgbClr val="FF0000"/>
              </a:solidFill>
              <a:effectLst>
                <a:outerShdw blurRad="38100" dist="38100" dir="2700000" algn="tl">
                  <a:srgbClr val="C0C0C0"/>
                </a:outerShdw>
              </a:effectLst>
              <a:latin typeface="Times New Roman" panose="02020603050405020304" pitchFamily="18" charset="0"/>
            </a:endParaRPr>
          </a:p>
        </p:txBody>
      </p:sp>
      <p:graphicFrame>
        <p:nvGraphicFramePr>
          <p:cNvPr id="296971" name="Object 11"/>
          <p:cNvGraphicFramePr/>
          <p:nvPr/>
        </p:nvGraphicFramePr>
        <p:xfrm>
          <a:off x="2755901" y="3632201"/>
          <a:ext cx="4086225" cy="1084263"/>
        </p:xfrm>
        <a:graphic>
          <a:graphicData uri="http://schemas.openxmlformats.org/presentationml/2006/ole">
            <mc:AlternateContent xmlns:mc="http://schemas.openxmlformats.org/markup-compatibility/2006">
              <mc:Choice xmlns:v="urn:schemas-microsoft-com:vml" Requires="v">
                <p:oleObj spid="_x0000_s14429" name="" r:id="rId5" imgW="1307465" imgH="337185" progId="Equation.3">
                  <p:embed/>
                </p:oleObj>
              </mc:Choice>
              <mc:Fallback>
                <p:oleObj name="" r:id="rId5" imgW="1307465" imgH="337185" progId="Equation.3">
                  <p:embed/>
                  <p:pic>
                    <p:nvPicPr>
                      <p:cNvPr id="0" name="Object 11"/>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5901" y="3632201"/>
                        <a:ext cx="408622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23"/>
          <p:cNvGrpSpPr/>
          <p:nvPr/>
        </p:nvGrpSpPr>
        <p:grpSpPr bwMode="auto">
          <a:xfrm>
            <a:off x="6858000" y="3694113"/>
            <a:ext cx="3276600" cy="946150"/>
            <a:chOff x="3504" y="2188"/>
            <a:chExt cx="2064" cy="596"/>
          </a:xfrm>
        </p:grpSpPr>
        <p:sp>
          <p:nvSpPr>
            <p:cNvPr id="14346" name="Text Box 5"/>
            <p:cNvSpPr txBox="1">
              <a:spLocks noChangeArrowheads="1"/>
            </p:cNvSpPr>
            <p:nvPr/>
          </p:nvSpPr>
          <p:spPr bwMode="auto">
            <a:xfrm>
              <a:off x="3504" y="2188"/>
              <a:ext cx="1056" cy="59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宋体" panose="02010600030101010101" pitchFamily="2" charset="-122"/>
                </a:rPr>
                <a:t>平动动能转动动能</a:t>
              </a:r>
              <a:endParaRPr lang="zh-CN" altLang="en-US" sz="2800" b="1">
                <a:latin typeface="宋体" panose="02010600030101010101" pitchFamily="2" charset="-122"/>
              </a:endParaRPr>
            </a:p>
          </p:txBody>
        </p:sp>
        <p:sp>
          <p:nvSpPr>
            <p:cNvPr id="14347" name="AutoShape 21"/>
            <p:cNvSpPr/>
            <p:nvPr/>
          </p:nvSpPr>
          <p:spPr bwMode="auto">
            <a:xfrm>
              <a:off x="4552" y="2362"/>
              <a:ext cx="327" cy="260"/>
            </a:xfrm>
            <a:prstGeom prst="rightBrace">
              <a:avLst>
                <a:gd name="adj1" fmla="val 18750"/>
                <a:gd name="adj2" fmla="val 50000"/>
              </a:avLst>
            </a:prstGeom>
            <a:noFill/>
            <a:ln w="31750">
              <a:solidFill>
                <a:srgbClr val="00487E"/>
              </a:solidFill>
              <a:round/>
            </a:ln>
            <a:effectLst>
              <a:prstShdw prst="shdw13" dist="53882" dir="13500000">
                <a:srgbClr val="808080">
                  <a:alpha val="50000"/>
                </a:srgbClr>
              </a:prstShdw>
            </a:effectLst>
            <a:extLst>
              <a:ext uri="{909E8E84-426E-40DD-AFC4-6F175D3DCCD1}">
                <a14:hiddenFill xmlns:a14="http://schemas.microsoft.com/office/drawing/2010/main">
                  <a:solidFill>
                    <a:srgbClr val="FFFFFF"/>
                  </a:solidFill>
                </a14:hiddenFill>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4348" name="Text Box 5"/>
            <p:cNvSpPr txBox="1">
              <a:spLocks noChangeArrowheads="1"/>
            </p:cNvSpPr>
            <p:nvPr/>
          </p:nvSpPr>
          <p:spPr bwMode="auto">
            <a:xfrm>
              <a:off x="4752" y="2317"/>
              <a:ext cx="816" cy="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宋体" panose="02010600030101010101" pitchFamily="2" charset="-122"/>
                </a:rPr>
                <a:t>都计算</a:t>
              </a:r>
              <a:endParaRPr lang="zh-CN" altLang="en-US" sz="2800" b="1">
                <a:latin typeface="宋体" panose="02010600030101010101" pitchFamily="2" charset="-122"/>
              </a:endParaRPr>
            </a:p>
          </p:txBody>
        </p:sp>
      </p:grpSp>
    </p:spTree>
    <p:custDataLst>
      <p:tags r:id="rId7"/>
    </p:custDataLst>
  </p:cSld>
  <p:clrMapOvr>
    <a:masterClrMapping/>
  </p:clrMapOvr>
  <p:transition spd="med" advTm="57019">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96963"/>
                                        </p:tgtEl>
                                        <p:attrNameLst>
                                          <p:attrName>style.visibility</p:attrName>
                                        </p:attrNameLst>
                                      </p:cBhvr>
                                      <p:to>
                                        <p:strVal val="visible"/>
                                      </p:to>
                                    </p:set>
                                    <p:animEffect transition="in" filter="blinds(vertical)">
                                      <p:cBhvr>
                                        <p:cTn id="7" dur="500"/>
                                        <p:tgtEl>
                                          <p:spTgt spid="2969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96964"/>
                                        </p:tgtEl>
                                        <p:attrNameLst>
                                          <p:attrName>style.visibility</p:attrName>
                                        </p:attrNameLst>
                                      </p:cBhvr>
                                      <p:to>
                                        <p:strVal val="visible"/>
                                      </p:to>
                                    </p:set>
                                    <p:animEffect transition="in" filter="blinds(vertical)">
                                      <p:cBhvr>
                                        <p:cTn id="12" dur="500"/>
                                        <p:tgtEl>
                                          <p:spTgt spid="2969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96965"/>
                                        </p:tgtEl>
                                        <p:attrNameLst>
                                          <p:attrName>style.visibility</p:attrName>
                                        </p:attrNameLst>
                                      </p:cBhvr>
                                      <p:to>
                                        <p:strVal val="visible"/>
                                      </p:to>
                                    </p:set>
                                    <p:animEffect transition="in" filter="blinds(vertical)">
                                      <p:cBhvr>
                                        <p:cTn id="17" dur="500"/>
                                        <p:tgtEl>
                                          <p:spTgt spid="29696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96971"/>
                                        </p:tgtEl>
                                        <p:attrNameLst>
                                          <p:attrName>style.visibility</p:attrName>
                                        </p:attrNameLst>
                                      </p:cBhvr>
                                      <p:to>
                                        <p:strVal val="visible"/>
                                      </p:to>
                                    </p:set>
                                    <p:animEffect transition="in" filter="blinds(horizontal)">
                                      <p:cBhvr>
                                        <p:cTn id="22" dur="500"/>
                                        <p:tgtEl>
                                          <p:spTgt spid="296971"/>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p:bldP spid="2969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Text Box 2"/>
          <p:cNvSpPr txBox="1">
            <a:spLocks noChangeArrowheads="1"/>
          </p:cNvSpPr>
          <p:nvPr/>
        </p:nvSpPr>
        <p:spPr bwMode="auto">
          <a:xfrm>
            <a:off x="1562101" y="1027220"/>
            <a:ext cx="7543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en-US" sz="2800" b="1" dirty="0">
                <a:latin typeface="楷体_GB2312" pitchFamily="49" charset="-122"/>
                <a:ea typeface="楷体_GB2312" pitchFamily="49" charset="-122"/>
              </a:rPr>
              <a:t>    </a:t>
            </a:r>
            <a:r>
              <a:rPr lang="zh-CN" altLang="en-US" sz="3200" noProof="1">
                <a:latin typeface="宋体" panose="02010600030101010101" pitchFamily="2" charset="-122"/>
              </a:rPr>
              <a:t>对于含有刚体的系统,如果在运动过程中只有</a:t>
            </a:r>
            <a:r>
              <a:rPr lang="zh-CN" altLang="en-US" sz="3200" noProof="1">
                <a:solidFill>
                  <a:srgbClr val="CC0000"/>
                </a:solidFill>
                <a:latin typeface="宋体" panose="02010600030101010101" pitchFamily="2" charset="-122"/>
              </a:rPr>
              <a:t>保守内力作功</a:t>
            </a:r>
            <a:endParaRPr lang="zh-CN" altLang="en-US" sz="3200" dirty="0">
              <a:latin typeface="宋体" panose="02010600030101010101" pitchFamily="2" charset="-122"/>
            </a:endParaRPr>
          </a:p>
        </p:txBody>
      </p:sp>
      <p:sp>
        <p:nvSpPr>
          <p:cNvPr id="14" name="Text Box 17"/>
          <p:cNvSpPr txBox="1">
            <a:spLocks noChangeArrowheads="1"/>
          </p:cNvSpPr>
          <p:nvPr/>
        </p:nvSpPr>
        <p:spPr bwMode="auto">
          <a:xfrm>
            <a:off x="2010792" y="3235913"/>
            <a:ext cx="3095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spcBef>
                <a:spcPct val="50000"/>
              </a:spcBef>
            </a:pPr>
            <a:r>
              <a:rPr lang="zh-CN" altLang="en-US" sz="2800" b="1" dirty="0">
                <a:latin typeface="Times New Roman" panose="02020603050405020304" pitchFamily="18" charset="0"/>
              </a:rPr>
              <a:t>刚体的机械能：</a:t>
            </a:r>
            <a:endParaRPr lang="zh-CN" altLang="en-US" sz="2800" dirty="0">
              <a:latin typeface="Times New Roman" panose="02020603050405020304" pitchFamily="18" charset="0"/>
            </a:endParaRPr>
          </a:p>
        </p:txBody>
      </p:sp>
      <p:sp>
        <p:nvSpPr>
          <p:cNvPr id="16387" name="Text Box 2"/>
          <p:cNvSpPr txBox="1">
            <a:spLocks noChangeArrowheads="1"/>
          </p:cNvSpPr>
          <p:nvPr/>
        </p:nvSpPr>
        <p:spPr bwMode="auto">
          <a:xfrm>
            <a:off x="1724026" y="252027"/>
            <a:ext cx="7381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spcBef>
                <a:spcPct val="50000"/>
              </a:spcBef>
            </a:pPr>
            <a:r>
              <a:rPr lang="zh-CN" altLang="en-US" sz="3200" dirty="0">
                <a:solidFill>
                  <a:srgbClr val="FF0000"/>
                </a:solidFill>
                <a:latin typeface="宋体" panose="02010600030101010101" pitchFamily="2" charset="-122"/>
              </a:rPr>
              <a:t>刚体定轴转动的机械能守恒定律</a:t>
            </a:r>
            <a:r>
              <a:rPr lang="zh-CN" altLang="en-US" sz="3200" b="0" dirty="0">
                <a:solidFill>
                  <a:srgbClr val="CC0000"/>
                </a:solidFill>
                <a:latin typeface="楷体_GB2312" pitchFamily="49" charset="-122"/>
                <a:ea typeface="楷体_GB2312" pitchFamily="49" charset="-122"/>
              </a:rPr>
              <a:t>（补充）</a:t>
            </a:r>
            <a:endParaRPr lang="zh-CN" altLang="en-US" sz="3200" b="0" dirty="0">
              <a:solidFill>
                <a:srgbClr val="FF0000"/>
              </a:solidFill>
              <a:latin typeface="宋体" panose="02010600030101010101" pitchFamily="2" charset="-122"/>
            </a:endParaRPr>
          </a:p>
        </p:txBody>
      </p:sp>
      <p:graphicFrame>
        <p:nvGraphicFramePr>
          <p:cNvPr id="8" name="Object 7"/>
          <p:cNvGraphicFramePr/>
          <p:nvPr/>
        </p:nvGraphicFramePr>
        <p:xfrm>
          <a:off x="3738564" y="4000500"/>
          <a:ext cx="3000375" cy="711200"/>
        </p:xfrm>
        <a:graphic>
          <a:graphicData uri="http://schemas.openxmlformats.org/presentationml/2006/ole">
            <mc:AlternateContent xmlns:mc="http://schemas.openxmlformats.org/markup-compatibility/2006">
              <mc:Choice xmlns:v="urn:schemas-microsoft-com:vml" Requires="v">
                <p:oleObj spid="_x0000_s16421" name="" r:id="rId1" imgW="977265" imgH="241300" progId="Equation.3">
                  <p:embed/>
                </p:oleObj>
              </mc:Choice>
              <mc:Fallback>
                <p:oleObj name="" r:id="rId1" imgW="977265" imgH="241300" progId="Equation.3">
                  <p:embed/>
                  <p:pic>
                    <p:nvPicPr>
                      <p:cNvPr id="0" name="Object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8564" y="4000500"/>
                        <a:ext cx="3000375" cy="71120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296968" name="Object 8">
                <a:extLst>
                  <a:ext uri="{FF2B5EF4-FFF2-40B4-BE49-F238E27FC236}">
                    <a14:artisticCrisscrossEtching id="{9DEFC8FC-2660-45A6-AC4E-70FDC2D9E661}"/>
                  </a:ext>
                </a:extLst>
              </p:cNvPr>
              <p:cNvSpPr txBox="1"/>
              <p:nvPr/>
            </p:nvSpPr>
            <p:spPr bwMode="auto">
              <a:xfrm>
                <a:off x="3758001" y="2268538"/>
                <a:ext cx="3862388" cy="803275"/>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𝑊</m:t>
                          </m:r>
                        </m:e>
                        <m:sub>
                          <m:r>
                            <a:rPr lang="zh-CN" altLang="en-US" i="1">
                              <a:solidFill>
                                <a:srgbClr val="000000"/>
                              </a:solidFill>
                              <a:latin typeface="Cambria Math" panose="02040503050406030204" pitchFamily="18" charset="0"/>
                            </a:rPr>
                            <m:t>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𝑊</m:t>
                          </m:r>
                        </m:e>
                        <m:sub>
                          <m:r>
                            <a:rPr lang="zh-CN" altLang="en-US" i="1">
                              <a:solidFill>
                                <a:srgbClr val="000000"/>
                              </a:solidFill>
                              <a:latin typeface="Cambria Math" panose="02040503050406030204" pitchFamily="18" charset="0"/>
                            </a:rPr>
                            <m:t>非保守内力</m:t>
                          </m:r>
                        </m:sub>
                      </m:sSub>
                      <m:r>
                        <a:rPr lang="zh-CN" altLang="en-US" i="1">
                          <a:solidFill>
                            <a:srgbClr val="000000"/>
                          </a:solidFill>
                          <a:latin typeface="Cambria Math" panose="02040503050406030204" pitchFamily="18" charset="0"/>
                        </a:rPr>
                        <m:t>=0</m:t>
                      </m:r>
                    </m:oMath>
                  </m:oMathPara>
                </a14:m>
                <a:endParaRPr lang="zh-CN" altLang="en-US" dirty="0"/>
              </a:p>
            </p:txBody>
          </p:sp>
        </mc:Choice>
        <mc:Fallback>
          <p:sp>
            <p:nvSpPr>
              <p:cNvPr id="296968" name="Object 8"/>
              <p:cNvSpPr txBox="1">
                <a:spLocks noRot="1" noChangeAspect="1" noMove="1" noResize="1" noEditPoints="1" noAdjustHandles="1" noChangeArrowheads="1" noChangeShapeType="1" noTextEdit="1"/>
              </p:cNvSpPr>
              <p:nvPr/>
            </p:nvSpPr>
            <p:spPr bwMode="auto">
              <a:xfrm>
                <a:off x="3758001" y="2268538"/>
                <a:ext cx="3862388" cy="803275"/>
              </a:xfrm>
              <a:prstGeom prst="rect">
                <a:avLst/>
              </a:prstGeom>
              <a:blipFill rotWithShape="1">
                <a:blip r:embed="rId3"/>
                <a:stretch>
                  <a:fillRect/>
                </a:stretch>
              </a:blipFill>
              <a:ln>
                <a:noFill/>
              </a:ln>
            </p:spPr>
            <p:txBody>
              <a:bodyPr/>
              <a:lstStyle/>
              <a:p>
                <a:r>
                  <a:rPr lang="zh-CN" altLang="en-US">
                    <a:noFill/>
                  </a:rPr>
                  <a:t> </a:t>
                </a:r>
                <a:endParaRPr lang="zh-CN" altLang="en-US">
                  <a:noFill/>
                </a:endParaRPr>
              </a:p>
            </p:txBody>
          </p:sp>
        </mc:Fallback>
      </mc:AlternateContent>
    </p:spTree>
    <p:custDataLst>
      <p:tags r:id="rId4"/>
    </p:custDataLst>
  </p:cSld>
  <p:clrMapOvr>
    <a:masterClrMapping/>
  </p:clrMapOvr>
  <p:transition spd="med" advTm="36522">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0274"/>
                                        </p:tgtEl>
                                        <p:attrNameLst>
                                          <p:attrName>style.visibility</p:attrName>
                                        </p:attrNameLst>
                                      </p:cBhvr>
                                      <p:to>
                                        <p:strVal val="visible"/>
                                      </p:to>
                                    </p:set>
                                    <p:animEffect transition="in" filter="wipe(left)">
                                      <p:cBhvr>
                                        <p:cTn id="7" dur="500"/>
                                        <p:tgtEl>
                                          <p:spTgt spid="3102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696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wipe(left)">
                                      <p:cBhvr>
                                        <p:cTn id="16" dur="500"/>
                                        <p:tgtEl>
                                          <p:spTgt spid="1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4" grpId="0"/>
      <p:bldP spid="14" grpId="0" build="p"/>
      <p:bldP spid="29696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1" name="组合 223318"/>
          <p:cNvGrpSpPr/>
          <p:nvPr/>
        </p:nvGrpSpPr>
        <p:grpSpPr bwMode="auto">
          <a:xfrm>
            <a:off x="2286000" y="764704"/>
            <a:ext cx="7620000" cy="5715000"/>
            <a:chOff x="528" y="480"/>
            <a:chExt cx="4800" cy="3600"/>
          </a:xfrm>
        </p:grpSpPr>
        <p:sp>
          <p:nvSpPr>
            <p:cNvPr id="10242" name="文本框 223235"/>
            <p:cNvSpPr txBox="1">
              <a:spLocks noChangeArrowheads="1"/>
            </p:cNvSpPr>
            <p:nvPr/>
          </p:nvSpPr>
          <p:spPr bwMode="auto">
            <a:xfrm>
              <a:off x="528" y="537"/>
              <a:ext cx="4752" cy="329"/>
            </a:xfrm>
            <a:prstGeom prst="rect">
              <a:avLst/>
            </a:prstGeom>
            <a:gradFill rotWithShape="0">
              <a:gsLst>
                <a:gs pos="0">
                  <a:schemeClr val="accent1"/>
                </a:gs>
                <a:gs pos="5000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r>
                <a:rPr lang="zh-CN" altLang="en-US" sz="2800" b="0" dirty="0">
                  <a:latin typeface="Times New Roman" panose="02020603050405020304" pitchFamily="18" charset="0"/>
                  <a:ea typeface="楷体_GB2312" pitchFamily="49" charset="-122"/>
                </a:rPr>
                <a:t>质点运动与刚体定轴转动对照</a:t>
              </a:r>
              <a:endParaRPr lang="zh-CN" altLang="en-US" sz="2800" b="0" dirty="0">
                <a:latin typeface="Times New Roman" panose="02020603050405020304" pitchFamily="18" charset="0"/>
                <a:ea typeface="楷体_GB2312" pitchFamily="49" charset="-122"/>
              </a:endParaRPr>
            </a:p>
          </p:txBody>
        </p:sp>
        <p:sp>
          <p:nvSpPr>
            <p:cNvPr id="10243" name="文本框 223237"/>
            <p:cNvSpPr txBox="1">
              <a:spLocks noChangeArrowheads="1"/>
            </p:cNvSpPr>
            <p:nvPr/>
          </p:nvSpPr>
          <p:spPr bwMode="auto">
            <a:xfrm>
              <a:off x="1104" y="864"/>
              <a:ext cx="129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solidFill>
                    <a:srgbClr val="CC0000"/>
                  </a:solidFill>
                  <a:latin typeface="Century Schoolbook" panose="02040604050505020304" pitchFamily="18" charset="0"/>
                  <a:ea typeface="楷体_GB2312" pitchFamily="49" charset="-122"/>
                </a:rPr>
                <a:t>质点运动</a:t>
              </a:r>
              <a:endParaRPr lang="zh-CN" altLang="en-US" sz="2800" b="0" dirty="0">
                <a:solidFill>
                  <a:srgbClr val="CC0000"/>
                </a:solidFill>
                <a:latin typeface="Century Schoolbook" panose="02040604050505020304" pitchFamily="18" charset="0"/>
                <a:ea typeface="楷体_GB2312" pitchFamily="49" charset="-122"/>
              </a:endParaRPr>
            </a:p>
          </p:txBody>
        </p:sp>
        <p:sp>
          <p:nvSpPr>
            <p:cNvPr id="10244" name="文本框 223238"/>
            <p:cNvSpPr txBox="1">
              <a:spLocks noChangeArrowheads="1"/>
            </p:cNvSpPr>
            <p:nvPr/>
          </p:nvSpPr>
          <p:spPr bwMode="auto">
            <a:xfrm>
              <a:off x="3360" y="864"/>
              <a:ext cx="163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solidFill>
                    <a:srgbClr val="CC0000"/>
                  </a:solidFill>
                  <a:latin typeface="Times New Roman" panose="02020603050405020304" pitchFamily="18" charset="0"/>
                  <a:ea typeface="楷体_GB2312" pitchFamily="49" charset="-122"/>
                </a:rPr>
                <a:t>刚体定轴</a:t>
              </a:r>
              <a:r>
                <a:rPr lang="zh-CN" altLang="en-US" sz="2800" b="0" dirty="0">
                  <a:solidFill>
                    <a:srgbClr val="CC0000"/>
                  </a:solidFill>
                  <a:latin typeface="Century Schoolbook" panose="02040604050505020304" pitchFamily="18" charset="0"/>
                  <a:ea typeface="楷体_GB2312" pitchFamily="49" charset="-122"/>
                </a:rPr>
                <a:t>转动</a:t>
              </a:r>
              <a:endParaRPr lang="zh-CN" altLang="en-US" sz="2800" b="0" dirty="0">
                <a:solidFill>
                  <a:srgbClr val="CC0000"/>
                </a:solidFill>
                <a:latin typeface="Century Schoolbook" panose="02040604050505020304" pitchFamily="18" charset="0"/>
                <a:ea typeface="楷体_GB2312" pitchFamily="49" charset="-122"/>
              </a:endParaRPr>
            </a:p>
          </p:txBody>
        </p:sp>
        <p:sp>
          <p:nvSpPr>
            <p:cNvPr id="10245" name="文本框 223241"/>
            <p:cNvSpPr txBox="1">
              <a:spLocks noChangeArrowheads="1"/>
            </p:cNvSpPr>
            <p:nvPr/>
          </p:nvSpPr>
          <p:spPr bwMode="auto">
            <a:xfrm>
              <a:off x="672" y="1440"/>
              <a:ext cx="67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Century Schoolbook" panose="02040604050505020304" pitchFamily="18" charset="0"/>
                  <a:ea typeface="楷体_GB2312" pitchFamily="49" charset="-122"/>
                </a:rPr>
                <a:t>速度</a:t>
              </a:r>
              <a:endParaRPr lang="zh-CN" altLang="en-US" sz="2800" b="0" dirty="0">
                <a:latin typeface="Century Schoolbook" panose="02040604050505020304" pitchFamily="18" charset="0"/>
                <a:ea typeface="楷体_GB2312" pitchFamily="49" charset="-122"/>
              </a:endParaRPr>
            </a:p>
          </p:txBody>
        </p:sp>
        <p:sp>
          <p:nvSpPr>
            <p:cNvPr id="10246" name="文本框 223242"/>
            <p:cNvSpPr txBox="1">
              <a:spLocks noChangeArrowheads="1"/>
            </p:cNvSpPr>
            <p:nvPr/>
          </p:nvSpPr>
          <p:spPr bwMode="auto">
            <a:xfrm>
              <a:off x="672" y="2016"/>
              <a:ext cx="81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Century Schoolbook" panose="02040604050505020304" pitchFamily="18" charset="0"/>
                  <a:ea typeface="楷体_GB2312" pitchFamily="49" charset="-122"/>
                </a:rPr>
                <a:t>加速度</a:t>
              </a:r>
              <a:endParaRPr lang="zh-CN" altLang="en-US" sz="2800" b="0" dirty="0">
                <a:latin typeface="Century Schoolbook" panose="02040604050505020304" pitchFamily="18" charset="0"/>
                <a:ea typeface="楷体_GB2312" pitchFamily="49" charset="-122"/>
              </a:endParaRPr>
            </a:p>
          </p:txBody>
        </p:sp>
        <p:graphicFrame>
          <p:nvGraphicFramePr>
            <p:cNvPr id="10247" name="对象 223244"/>
            <p:cNvGraphicFramePr/>
            <p:nvPr/>
          </p:nvGraphicFramePr>
          <p:xfrm>
            <a:off x="1680" y="1200"/>
            <a:ext cx="816" cy="696"/>
          </p:xfrm>
          <a:graphic>
            <a:graphicData uri="http://schemas.openxmlformats.org/presentationml/2006/ole">
              <mc:AlternateContent xmlns:mc="http://schemas.openxmlformats.org/markup-compatibility/2006">
                <mc:Choice xmlns:v="urn:schemas-microsoft-com:vml" Requires="v">
                  <p:oleObj spid="_x0000_s48292" name="" r:id="rId1" imgW="457200" imgH="393700" progId="Equation.3">
                    <p:embed/>
                  </p:oleObj>
                </mc:Choice>
                <mc:Fallback>
                  <p:oleObj name="" r:id="rId1" imgW="457200" imgH="393700" progId="Equation.3">
                    <p:embed/>
                    <p:pic>
                      <p:nvPicPr>
                        <p:cNvPr id="0" name="对象 22324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0" y="1200"/>
                          <a:ext cx="816"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48" name="对象 223245"/>
            <p:cNvGraphicFramePr/>
            <p:nvPr/>
          </p:nvGraphicFramePr>
          <p:xfrm>
            <a:off x="1680" y="1920"/>
            <a:ext cx="816" cy="704"/>
          </p:xfrm>
          <a:graphic>
            <a:graphicData uri="http://schemas.openxmlformats.org/presentationml/2006/ole">
              <mc:AlternateContent xmlns:mc="http://schemas.openxmlformats.org/markup-compatibility/2006">
                <mc:Choice xmlns:v="urn:schemas-microsoft-com:vml" Requires="v">
                  <p:oleObj spid="_x0000_s48293" name="" r:id="rId3" imgW="457200" imgH="393700" progId="Equation.3">
                    <p:embed/>
                  </p:oleObj>
                </mc:Choice>
                <mc:Fallback>
                  <p:oleObj name="" r:id="rId3" imgW="457200" imgH="393700" progId="Equation.3">
                    <p:embed/>
                    <p:pic>
                      <p:nvPicPr>
                        <p:cNvPr id="0" name="对象 22324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1920"/>
                          <a:ext cx="816"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9" name="文本框 223247"/>
            <p:cNvSpPr txBox="1">
              <a:spLocks noChangeArrowheads="1"/>
            </p:cNvSpPr>
            <p:nvPr/>
          </p:nvSpPr>
          <p:spPr bwMode="auto">
            <a:xfrm>
              <a:off x="2928" y="1392"/>
              <a:ext cx="86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Century Schoolbook" panose="02040604050505020304" pitchFamily="18" charset="0"/>
                  <a:ea typeface="楷体_GB2312" pitchFamily="49" charset="-122"/>
                </a:rPr>
                <a:t>角速度</a:t>
              </a:r>
              <a:endParaRPr lang="zh-CN" altLang="en-US" sz="2800" b="0" dirty="0">
                <a:latin typeface="Century Schoolbook" panose="02040604050505020304" pitchFamily="18" charset="0"/>
                <a:ea typeface="楷体_GB2312" pitchFamily="49" charset="-122"/>
              </a:endParaRPr>
            </a:p>
          </p:txBody>
        </p:sp>
        <p:sp>
          <p:nvSpPr>
            <p:cNvPr id="10250" name="文本框 223248"/>
            <p:cNvSpPr txBox="1">
              <a:spLocks noChangeArrowheads="1"/>
            </p:cNvSpPr>
            <p:nvPr/>
          </p:nvSpPr>
          <p:spPr bwMode="auto">
            <a:xfrm>
              <a:off x="2928" y="2064"/>
              <a:ext cx="105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Century Schoolbook" panose="02040604050505020304" pitchFamily="18" charset="0"/>
                  <a:ea typeface="楷体_GB2312" pitchFamily="49" charset="-122"/>
                </a:rPr>
                <a:t>角加速度</a:t>
              </a:r>
              <a:endParaRPr lang="zh-CN" altLang="en-US" sz="2800" b="0" dirty="0">
                <a:latin typeface="Century Schoolbook" panose="02040604050505020304" pitchFamily="18" charset="0"/>
                <a:ea typeface="楷体_GB2312" pitchFamily="49" charset="-122"/>
              </a:endParaRPr>
            </a:p>
          </p:txBody>
        </p:sp>
        <p:graphicFrame>
          <p:nvGraphicFramePr>
            <p:cNvPr id="10251" name="对象 223250"/>
            <p:cNvGraphicFramePr/>
            <p:nvPr/>
          </p:nvGraphicFramePr>
          <p:xfrm>
            <a:off x="3984" y="1208"/>
            <a:ext cx="864" cy="713"/>
          </p:xfrm>
          <a:graphic>
            <a:graphicData uri="http://schemas.openxmlformats.org/presentationml/2006/ole">
              <mc:AlternateContent xmlns:mc="http://schemas.openxmlformats.org/markup-compatibility/2006">
                <mc:Choice xmlns:v="urn:schemas-microsoft-com:vml" Requires="v">
                  <p:oleObj spid="_x0000_s48294" name="" r:id="rId5" imgW="508000" imgH="419100" progId="Equation.3">
                    <p:embed/>
                  </p:oleObj>
                </mc:Choice>
                <mc:Fallback>
                  <p:oleObj name="" r:id="rId5" imgW="508000" imgH="419100" progId="Equation.3">
                    <p:embed/>
                    <p:pic>
                      <p:nvPicPr>
                        <p:cNvPr id="0" name="对象 22325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4" y="1208"/>
                          <a:ext cx="864" cy="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52" name="对象 223251"/>
            <p:cNvGraphicFramePr/>
            <p:nvPr/>
          </p:nvGraphicFramePr>
          <p:xfrm>
            <a:off x="4032" y="1920"/>
            <a:ext cx="912" cy="688"/>
          </p:xfrm>
          <a:graphic>
            <a:graphicData uri="http://schemas.openxmlformats.org/presentationml/2006/ole">
              <mc:AlternateContent xmlns:mc="http://schemas.openxmlformats.org/markup-compatibility/2006">
                <mc:Choice xmlns:v="urn:schemas-microsoft-com:vml" Requires="v">
                  <p:oleObj spid="_x0000_s48295" name="" r:id="rId7" imgW="520700" imgH="393700" progId="Equation.3">
                    <p:embed/>
                  </p:oleObj>
                </mc:Choice>
                <mc:Fallback>
                  <p:oleObj name="" r:id="rId7" imgW="520700" imgH="393700" progId="Equation.3">
                    <p:embed/>
                    <p:pic>
                      <p:nvPicPr>
                        <p:cNvPr id="0" name="对象 22325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2" y="1920"/>
                          <a:ext cx="912" cy="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53" name="直接连接符 223263"/>
            <p:cNvSpPr>
              <a:spLocks noChangeShapeType="1"/>
            </p:cNvSpPr>
            <p:nvPr/>
          </p:nvSpPr>
          <p:spPr bwMode="auto">
            <a:xfrm>
              <a:off x="528" y="864"/>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254" name="直接连接符 223265"/>
            <p:cNvSpPr>
              <a:spLocks noChangeShapeType="1"/>
            </p:cNvSpPr>
            <p:nvPr/>
          </p:nvSpPr>
          <p:spPr bwMode="auto">
            <a:xfrm>
              <a:off x="2832" y="864"/>
              <a:ext cx="0" cy="3216"/>
            </a:xfrm>
            <a:prstGeom prst="line">
              <a:avLst/>
            </a:prstGeom>
            <a:noFill/>
            <a:ln w="28575">
              <a:solidFill>
                <a:srgbClr val="0000FF"/>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255" name="直接连接符 223268"/>
            <p:cNvSpPr>
              <a:spLocks noChangeShapeType="1"/>
            </p:cNvSpPr>
            <p:nvPr/>
          </p:nvSpPr>
          <p:spPr bwMode="auto">
            <a:xfrm>
              <a:off x="528" y="3072"/>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256" name="文本框 223277"/>
            <p:cNvSpPr txBox="1">
              <a:spLocks noChangeArrowheads="1"/>
            </p:cNvSpPr>
            <p:nvPr/>
          </p:nvSpPr>
          <p:spPr bwMode="auto">
            <a:xfrm>
              <a:off x="720" y="3168"/>
              <a:ext cx="182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质量</a:t>
              </a:r>
              <a:r>
                <a:rPr lang="zh-CN" altLang="en-US" sz="2800" dirty="0">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         </a:t>
              </a:r>
              <a:r>
                <a:rPr lang="en-US" altLang="zh-CN" sz="3200" i="1" dirty="0">
                  <a:latin typeface="Times New Roman" panose="02020603050405020304" pitchFamily="18" charset="0"/>
                  <a:ea typeface="楷体_GB2312" pitchFamily="49" charset="-122"/>
                </a:rPr>
                <a:t>m</a:t>
              </a:r>
              <a:endParaRPr lang="en-US" altLang="zh-CN" sz="3200" dirty="0">
                <a:latin typeface="Times New Roman" panose="02020603050405020304" pitchFamily="18" charset="0"/>
                <a:ea typeface="楷体_GB2312" pitchFamily="49" charset="-122"/>
              </a:endParaRPr>
            </a:p>
          </p:txBody>
        </p:sp>
        <p:sp>
          <p:nvSpPr>
            <p:cNvPr id="10257" name="文本框 223278"/>
            <p:cNvSpPr txBox="1">
              <a:spLocks noChangeArrowheads="1"/>
            </p:cNvSpPr>
            <p:nvPr/>
          </p:nvSpPr>
          <p:spPr bwMode="auto">
            <a:xfrm>
              <a:off x="2928" y="3168"/>
              <a:ext cx="220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转动惯量</a:t>
              </a:r>
              <a:endParaRPr lang="zh-CN" altLang="en-US" sz="2800" b="0" dirty="0">
                <a:latin typeface="Times New Roman" panose="02020603050405020304" pitchFamily="18" charset="0"/>
                <a:ea typeface="楷体_GB2312" pitchFamily="49" charset="-122"/>
              </a:endParaRPr>
            </a:p>
          </p:txBody>
        </p:sp>
        <p:sp>
          <p:nvSpPr>
            <p:cNvPr id="10260" name="直接连接符 223305"/>
            <p:cNvSpPr>
              <a:spLocks noChangeShapeType="1"/>
            </p:cNvSpPr>
            <p:nvPr/>
          </p:nvSpPr>
          <p:spPr bwMode="auto">
            <a:xfrm>
              <a:off x="528" y="3648"/>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261" name="直接连接符 223306"/>
            <p:cNvSpPr>
              <a:spLocks noChangeShapeType="1"/>
            </p:cNvSpPr>
            <p:nvPr/>
          </p:nvSpPr>
          <p:spPr bwMode="auto">
            <a:xfrm>
              <a:off x="528" y="1920"/>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262" name="直接连接符 223307"/>
            <p:cNvSpPr>
              <a:spLocks noChangeShapeType="1"/>
            </p:cNvSpPr>
            <p:nvPr/>
          </p:nvSpPr>
          <p:spPr bwMode="auto">
            <a:xfrm>
              <a:off x="528" y="2592"/>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263" name="对象 223308"/>
            <p:cNvGraphicFramePr/>
            <p:nvPr/>
          </p:nvGraphicFramePr>
          <p:xfrm>
            <a:off x="3984" y="3149"/>
            <a:ext cx="1248" cy="499"/>
          </p:xfrm>
          <a:graphic>
            <a:graphicData uri="http://schemas.openxmlformats.org/presentationml/2006/ole">
              <mc:AlternateContent xmlns:mc="http://schemas.openxmlformats.org/markup-compatibility/2006">
                <mc:Choice xmlns:v="urn:schemas-microsoft-com:vml" Requires="v">
                  <p:oleObj spid="_x0000_s48296" name="" r:id="rId9" imgW="698500" imgH="279400" progId="Equation.3">
                    <p:embed/>
                  </p:oleObj>
                </mc:Choice>
                <mc:Fallback>
                  <p:oleObj name="" r:id="rId9" imgW="698500" imgH="279400" progId="Equation.3">
                    <p:embed/>
                    <p:pic>
                      <p:nvPicPr>
                        <p:cNvPr id="0" name="对象 22330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84" y="3149"/>
                          <a:ext cx="1248"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66" name="文本框 223311"/>
            <p:cNvSpPr txBox="1">
              <a:spLocks noChangeArrowheads="1"/>
            </p:cNvSpPr>
            <p:nvPr/>
          </p:nvSpPr>
          <p:spPr bwMode="auto">
            <a:xfrm>
              <a:off x="768" y="2688"/>
              <a:ext cx="48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力</a:t>
              </a:r>
              <a:endParaRPr lang="zh-CN" altLang="en-US" sz="2800" b="0" dirty="0">
                <a:latin typeface="Times New Roman" panose="02020603050405020304" pitchFamily="18" charset="0"/>
                <a:ea typeface="楷体_GB2312" pitchFamily="49" charset="-122"/>
              </a:endParaRPr>
            </a:p>
          </p:txBody>
        </p:sp>
        <p:sp>
          <p:nvSpPr>
            <p:cNvPr id="10267" name="文本框 223312"/>
            <p:cNvSpPr txBox="1">
              <a:spLocks noChangeArrowheads="1"/>
            </p:cNvSpPr>
            <p:nvPr/>
          </p:nvSpPr>
          <p:spPr bwMode="auto">
            <a:xfrm>
              <a:off x="3024" y="2688"/>
              <a:ext cx="100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力矩</a:t>
              </a:r>
              <a:endParaRPr lang="zh-CN" altLang="en-US" sz="2800" b="0" dirty="0">
                <a:latin typeface="Times New Roman" panose="02020603050405020304" pitchFamily="18" charset="0"/>
                <a:ea typeface="楷体_GB2312" pitchFamily="49" charset="-122"/>
              </a:endParaRPr>
            </a:p>
          </p:txBody>
        </p:sp>
        <p:graphicFrame>
          <p:nvGraphicFramePr>
            <p:cNvPr id="10268" name="对象 223313"/>
            <p:cNvGraphicFramePr/>
            <p:nvPr/>
          </p:nvGraphicFramePr>
          <p:xfrm>
            <a:off x="1968" y="2688"/>
            <a:ext cx="312" cy="360"/>
          </p:xfrm>
          <a:graphic>
            <a:graphicData uri="http://schemas.openxmlformats.org/presentationml/2006/ole">
              <mc:AlternateContent xmlns:mc="http://schemas.openxmlformats.org/markup-compatibility/2006">
                <mc:Choice xmlns:v="urn:schemas-microsoft-com:vml" Requires="v">
                  <p:oleObj spid="_x0000_s48297" name="" r:id="rId11" imgW="165100" imgH="190500" progId="Equation.3">
                    <p:embed/>
                  </p:oleObj>
                </mc:Choice>
                <mc:Fallback>
                  <p:oleObj name="" r:id="rId11" imgW="165100" imgH="190500" progId="Equation.3">
                    <p:embed/>
                    <p:pic>
                      <p:nvPicPr>
                        <p:cNvPr id="0" name="对象 22331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68" y="2688"/>
                          <a:ext cx="3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69" name="对象 223314"/>
            <p:cNvGraphicFramePr/>
            <p:nvPr/>
          </p:nvGraphicFramePr>
          <p:xfrm>
            <a:off x="4224" y="2643"/>
            <a:ext cx="384" cy="360"/>
          </p:xfrm>
          <a:graphic>
            <a:graphicData uri="http://schemas.openxmlformats.org/presentationml/2006/ole">
              <mc:AlternateContent xmlns:mc="http://schemas.openxmlformats.org/markup-compatibility/2006">
                <mc:Choice xmlns:v="urn:schemas-microsoft-com:vml" Requires="v">
                  <p:oleObj spid="_x0000_s48298" name="" r:id="rId13" imgW="203200" imgH="190500" progId="Equation.3">
                    <p:embed/>
                  </p:oleObj>
                </mc:Choice>
                <mc:Fallback>
                  <p:oleObj name="" r:id="rId13" imgW="203200" imgH="190500" progId="Equation.3">
                    <p:embed/>
                    <p:pic>
                      <p:nvPicPr>
                        <p:cNvPr id="0" name="对象 2233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24" y="2643"/>
                          <a:ext cx="3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70" name="矩形 223315"/>
            <p:cNvSpPr>
              <a:spLocks noChangeArrowheads="1"/>
            </p:cNvSpPr>
            <p:nvPr/>
          </p:nvSpPr>
          <p:spPr bwMode="auto">
            <a:xfrm>
              <a:off x="528" y="480"/>
              <a:ext cx="4800" cy="36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0271" name="直接连接符 223317"/>
            <p:cNvSpPr>
              <a:spLocks noChangeShapeType="1"/>
            </p:cNvSpPr>
            <p:nvPr/>
          </p:nvSpPr>
          <p:spPr bwMode="auto">
            <a:xfrm>
              <a:off x="528" y="1200"/>
              <a:ext cx="48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 name="文本框 234506"/>
          <p:cNvSpPr txBox="1">
            <a:spLocks noChangeArrowheads="1"/>
          </p:cNvSpPr>
          <p:nvPr/>
        </p:nvSpPr>
        <p:spPr bwMode="auto">
          <a:xfrm>
            <a:off x="2362200" y="5822528"/>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运动定律</a:t>
            </a:r>
            <a:endParaRPr lang="zh-CN" altLang="en-US" sz="2400" b="0" dirty="0">
              <a:latin typeface="Times New Roman" panose="02020603050405020304" pitchFamily="18" charset="0"/>
              <a:ea typeface="楷体_GB2312" pitchFamily="49" charset="-122"/>
            </a:endParaRPr>
          </a:p>
        </p:txBody>
      </p:sp>
      <p:graphicFrame>
        <p:nvGraphicFramePr>
          <p:cNvPr id="35" name="对象 234507"/>
          <p:cNvGraphicFramePr/>
          <p:nvPr/>
        </p:nvGraphicFramePr>
        <p:xfrm>
          <a:off x="4191000" y="5822528"/>
          <a:ext cx="1447800" cy="558800"/>
        </p:xfrm>
        <a:graphic>
          <a:graphicData uri="http://schemas.openxmlformats.org/presentationml/2006/ole">
            <mc:AlternateContent xmlns:mc="http://schemas.openxmlformats.org/markup-compatibility/2006">
              <mc:Choice xmlns:v="urn:schemas-microsoft-com:vml" Requires="v">
                <p:oleObj spid="_x0000_s48299" name="" r:id="rId15" imgW="507365" imgH="203200" progId="Equation.3">
                  <p:embed/>
                </p:oleObj>
              </mc:Choice>
              <mc:Fallback>
                <p:oleObj name="" r:id="rId15" imgW="507365" imgH="203200" progId="Equation.3">
                  <p:embed/>
                  <p:pic>
                    <p:nvPicPr>
                      <p:cNvPr id="0" name="对象 23450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91000" y="5822528"/>
                        <a:ext cx="1447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 name="文本框 234508"/>
          <p:cNvSpPr txBox="1">
            <a:spLocks noChangeArrowheads="1"/>
          </p:cNvSpPr>
          <p:nvPr/>
        </p:nvSpPr>
        <p:spPr bwMode="auto">
          <a:xfrm>
            <a:off x="6019800" y="5822528"/>
            <a:ext cx="169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转动定律</a:t>
            </a:r>
            <a:endParaRPr lang="zh-CN" altLang="en-US" sz="2400" b="0" dirty="0">
              <a:latin typeface="Times New Roman" panose="02020603050405020304" pitchFamily="18" charset="0"/>
              <a:ea typeface="楷体_GB2312" pitchFamily="49" charset="-122"/>
            </a:endParaRPr>
          </a:p>
        </p:txBody>
      </p:sp>
      <p:graphicFrame>
        <p:nvGraphicFramePr>
          <p:cNvPr id="37" name="对象 234509"/>
          <p:cNvGraphicFramePr/>
          <p:nvPr/>
        </p:nvGraphicFramePr>
        <p:xfrm>
          <a:off x="7924800" y="5859041"/>
          <a:ext cx="1600200" cy="519113"/>
        </p:xfrm>
        <a:graphic>
          <a:graphicData uri="http://schemas.openxmlformats.org/presentationml/2006/ole">
            <mc:AlternateContent xmlns:mc="http://schemas.openxmlformats.org/markup-compatibility/2006">
              <mc:Choice xmlns:v="urn:schemas-microsoft-com:vml" Requires="v">
                <p:oleObj spid="_x0000_s48300" name="" r:id="rId17" imgW="545465" imgH="177800" progId="Equation.3">
                  <p:embed/>
                </p:oleObj>
              </mc:Choice>
              <mc:Fallback>
                <p:oleObj name="" r:id="rId17" imgW="545465" imgH="177800" progId="Equation.3">
                  <p:embed/>
                  <p:pic>
                    <p:nvPicPr>
                      <p:cNvPr id="0" name="对象 23450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924800" y="5859041"/>
                        <a:ext cx="160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advTm="91558">
    <p:pull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5" name="组合 234497"/>
          <p:cNvGrpSpPr/>
          <p:nvPr/>
        </p:nvGrpSpPr>
        <p:grpSpPr bwMode="auto">
          <a:xfrm>
            <a:off x="2247900" y="836712"/>
            <a:ext cx="7696200" cy="5715000"/>
            <a:chOff x="480" y="432"/>
            <a:chExt cx="4848" cy="3600"/>
          </a:xfrm>
        </p:grpSpPr>
        <p:sp>
          <p:nvSpPr>
            <p:cNvPr id="11266" name="文本框 234498"/>
            <p:cNvSpPr txBox="1">
              <a:spLocks noChangeArrowheads="1"/>
            </p:cNvSpPr>
            <p:nvPr/>
          </p:nvSpPr>
          <p:spPr bwMode="auto">
            <a:xfrm>
              <a:off x="528" y="441"/>
              <a:ext cx="4752" cy="330"/>
            </a:xfrm>
            <a:prstGeom prst="rect">
              <a:avLst/>
            </a:prstGeom>
            <a:gradFill rotWithShape="0">
              <a:gsLst>
                <a:gs pos="0">
                  <a:schemeClr val="accent1"/>
                </a:gs>
                <a:gs pos="5000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r>
                <a:rPr lang="zh-CN" altLang="en-US" b="0" dirty="0">
                  <a:latin typeface="Times New Roman" panose="02020603050405020304" pitchFamily="18" charset="0"/>
                  <a:ea typeface="楷体_GB2312" pitchFamily="49" charset="-122"/>
                </a:rPr>
                <a:t>质点运动规律与刚体定轴转动的规律对照</a:t>
              </a:r>
              <a:endParaRPr lang="zh-CN" altLang="en-US" b="0" dirty="0">
                <a:latin typeface="Times New Roman" panose="02020603050405020304" pitchFamily="18" charset="0"/>
                <a:ea typeface="楷体_GB2312" pitchFamily="49" charset="-122"/>
              </a:endParaRPr>
            </a:p>
          </p:txBody>
        </p:sp>
        <p:sp>
          <p:nvSpPr>
            <p:cNvPr id="11267" name="直接连接符 234499"/>
            <p:cNvSpPr>
              <a:spLocks noChangeShapeType="1"/>
            </p:cNvSpPr>
            <p:nvPr/>
          </p:nvSpPr>
          <p:spPr bwMode="auto">
            <a:xfrm flipV="1">
              <a:off x="528" y="1104"/>
              <a:ext cx="4800" cy="13"/>
            </a:xfrm>
            <a:prstGeom prst="line">
              <a:avLst/>
            </a:prstGeom>
            <a:noFill/>
            <a:ln w="190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1268" name="直接连接符 234500"/>
            <p:cNvSpPr>
              <a:spLocks noChangeShapeType="1"/>
            </p:cNvSpPr>
            <p:nvPr/>
          </p:nvSpPr>
          <p:spPr bwMode="auto">
            <a:xfrm>
              <a:off x="2832" y="768"/>
              <a:ext cx="0" cy="3264"/>
            </a:xfrm>
            <a:prstGeom prst="line">
              <a:avLst/>
            </a:prstGeom>
            <a:noFill/>
            <a:ln w="28575">
              <a:solidFill>
                <a:srgbClr val="0000FF"/>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1269" name="直接连接符 234501"/>
            <p:cNvSpPr>
              <a:spLocks noChangeShapeType="1"/>
            </p:cNvSpPr>
            <p:nvPr/>
          </p:nvSpPr>
          <p:spPr bwMode="auto">
            <a:xfrm>
              <a:off x="528" y="3024"/>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1270" name="直接连接符 234502"/>
            <p:cNvSpPr>
              <a:spLocks noChangeShapeType="1"/>
            </p:cNvSpPr>
            <p:nvPr/>
          </p:nvSpPr>
          <p:spPr bwMode="auto">
            <a:xfrm>
              <a:off x="528" y="1488"/>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1271" name="直接连接符 234503"/>
            <p:cNvSpPr>
              <a:spLocks noChangeShapeType="1"/>
            </p:cNvSpPr>
            <p:nvPr/>
          </p:nvSpPr>
          <p:spPr bwMode="auto">
            <a:xfrm>
              <a:off x="528" y="2352"/>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1272" name="矩形 234504"/>
            <p:cNvSpPr>
              <a:spLocks noChangeArrowheads="1"/>
            </p:cNvSpPr>
            <p:nvPr/>
          </p:nvSpPr>
          <p:spPr bwMode="auto">
            <a:xfrm>
              <a:off x="528" y="432"/>
              <a:ext cx="4800" cy="360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1273" name="直接连接符 234505"/>
            <p:cNvSpPr>
              <a:spLocks noChangeShapeType="1"/>
            </p:cNvSpPr>
            <p:nvPr/>
          </p:nvSpPr>
          <p:spPr bwMode="auto">
            <a:xfrm>
              <a:off x="528" y="768"/>
              <a:ext cx="48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78" name="矩形 234510"/>
            <p:cNvSpPr>
              <a:spLocks noChangeArrowheads="1"/>
            </p:cNvSpPr>
            <p:nvPr/>
          </p:nvSpPr>
          <p:spPr bwMode="auto">
            <a:xfrm>
              <a:off x="1056" y="768"/>
              <a:ext cx="124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b="0" dirty="0">
                  <a:solidFill>
                    <a:srgbClr val="CC0000"/>
                  </a:solidFill>
                  <a:latin typeface="Century Schoolbook" panose="02040604050505020304" pitchFamily="18" charset="0"/>
                  <a:ea typeface="楷体_GB2312" pitchFamily="49" charset="-122"/>
                </a:rPr>
                <a:t>质点的平动</a:t>
              </a:r>
              <a:endParaRPr lang="zh-CN" altLang="en-US" b="0" dirty="0">
                <a:solidFill>
                  <a:srgbClr val="CC0000"/>
                </a:solidFill>
                <a:latin typeface="Century Schoolbook" panose="02040604050505020304" pitchFamily="18" charset="0"/>
                <a:ea typeface="楷体_GB2312" pitchFamily="49" charset="-122"/>
              </a:endParaRPr>
            </a:p>
          </p:txBody>
        </p:sp>
        <p:sp>
          <p:nvSpPr>
            <p:cNvPr id="11279" name="矩形 234511"/>
            <p:cNvSpPr>
              <a:spLocks noChangeArrowheads="1"/>
            </p:cNvSpPr>
            <p:nvPr/>
          </p:nvSpPr>
          <p:spPr bwMode="auto">
            <a:xfrm>
              <a:off x="3168" y="768"/>
              <a:ext cx="17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b="0" dirty="0">
                  <a:solidFill>
                    <a:srgbClr val="CC0000"/>
                  </a:solidFill>
                  <a:latin typeface="Century Schoolbook" panose="02040604050505020304" pitchFamily="18" charset="0"/>
                  <a:ea typeface="楷体_GB2312" pitchFamily="49" charset="-122"/>
                </a:rPr>
                <a:t>刚体的定轴转动</a:t>
              </a:r>
              <a:endParaRPr lang="zh-CN" altLang="en-US" b="0" dirty="0">
                <a:solidFill>
                  <a:srgbClr val="CC0000"/>
                </a:solidFill>
                <a:latin typeface="Century Schoolbook" panose="02040604050505020304" pitchFamily="18" charset="0"/>
                <a:ea typeface="楷体_GB2312" pitchFamily="49" charset="-122"/>
              </a:endParaRPr>
            </a:p>
          </p:txBody>
        </p:sp>
        <p:sp>
          <p:nvSpPr>
            <p:cNvPr id="11280" name="文本框 234512"/>
            <p:cNvSpPr txBox="1">
              <a:spLocks noChangeArrowheads="1"/>
            </p:cNvSpPr>
            <p:nvPr/>
          </p:nvSpPr>
          <p:spPr bwMode="auto">
            <a:xfrm>
              <a:off x="528" y="1488"/>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动量定理</a:t>
              </a:r>
              <a:endParaRPr lang="zh-CN" altLang="en-US" sz="2400" b="0" dirty="0">
                <a:latin typeface="Times New Roman" panose="02020603050405020304" pitchFamily="18" charset="0"/>
                <a:ea typeface="楷体_GB2312" pitchFamily="49" charset="-122"/>
              </a:endParaRPr>
            </a:p>
          </p:txBody>
        </p:sp>
        <p:graphicFrame>
          <p:nvGraphicFramePr>
            <p:cNvPr id="11281" name="对象 234513"/>
            <p:cNvGraphicFramePr/>
            <p:nvPr/>
          </p:nvGraphicFramePr>
          <p:xfrm>
            <a:off x="768" y="1728"/>
            <a:ext cx="2016" cy="635"/>
          </p:xfrm>
          <a:graphic>
            <a:graphicData uri="http://schemas.openxmlformats.org/presentationml/2006/ole">
              <mc:AlternateContent xmlns:mc="http://schemas.openxmlformats.org/markup-compatibility/2006">
                <mc:Choice xmlns:v="urn:schemas-microsoft-com:vml" Requires="v">
                  <p:oleObj spid="_x0000_s49334" name="" r:id="rId1" imgW="1116330" imgH="355600" progId="Equation.3">
                    <p:embed/>
                  </p:oleObj>
                </mc:Choice>
                <mc:Fallback>
                  <p:oleObj name="" r:id="rId1" imgW="1116330" imgH="355600" progId="Equation.3">
                    <p:embed/>
                    <p:pic>
                      <p:nvPicPr>
                        <p:cNvPr id="0" name="对象 23451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728"/>
                          <a:ext cx="2016"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82" name="文本框 234514"/>
            <p:cNvSpPr txBox="1">
              <a:spLocks noChangeArrowheads="1"/>
            </p:cNvSpPr>
            <p:nvPr/>
          </p:nvSpPr>
          <p:spPr bwMode="auto">
            <a:xfrm>
              <a:off x="2832" y="1488"/>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角动量定理</a:t>
              </a:r>
              <a:endParaRPr lang="zh-CN" altLang="en-US" sz="2400" b="0" dirty="0">
                <a:latin typeface="Times New Roman" panose="02020603050405020304" pitchFamily="18" charset="0"/>
                <a:ea typeface="楷体_GB2312" pitchFamily="49" charset="-122"/>
              </a:endParaRPr>
            </a:p>
          </p:txBody>
        </p:sp>
        <p:graphicFrame>
          <p:nvGraphicFramePr>
            <p:cNvPr id="11283" name="对象 234515"/>
            <p:cNvGraphicFramePr/>
            <p:nvPr/>
          </p:nvGraphicFramePr>
          <p:xfrm>
            <a:off x="3216" y="1745"/>
            <a:ext cx="1968" cy="635"/>
          </p:xfrm>
          <a:graphic>
            <a:graphicData uri="http://schemas.openxmlformats.org/presentationml/2006/ole">
              <mc:AlternateContent xmlns:mc="http://schemas.openxmlformats.org/markup-compatibility/2006">
                <mc:Choice xmlns:v="urn:schemas-microsoft-com:vml" Requires="v">
                  <p:oleObj spid="_x0000_s49335" name="" r:id="rId3" imgW="951865" imgH="355600" progId="Equation.3">
                    <p:embed/>
                  </p:oleObj>
                </mc:Choice>
                <mc:Fallback>
                  <p:oleObj name="" r:id="rId3" imgW="951865" imgH="355600" progId="Equation.3">
                    <p:embed/>
                    <p:pic>
                      <p:nvPicPr>
                        <p:cNvPr id="0" name="对象 2345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 y="1745"/>
                          <a:ext cx="1968" cy="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84" name="文本框 234516"/>
            <p:cNvSpPr txBox="1">
              <a:spLocks noChangeArrowheads="1"/>
            </p:cNvSpPr>
            <p:nvPr/>
          </p:nvSpPr>
          <p:spPr bwMode="auto">
            <a:xfrm>
              <a:off x="528" y="2352"/>
              <a:ext cx="15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动量守恒定律</a:t>
              </a:r>
              <a:endParaRPr lang="zh-CN" altLang="en-US" sz="2400" b="0" dirty="0">
                <a:latin typeface="Times New Roman" panose="02020603050405020304" pitchFamily="18" charset="0"/>
                <a:ea typeface="楷体_GB2312" pitchFamily="49" charset="-122"/>
              </a:endParaRPr>
            </a:p>
          </p:txBody>
        </p:sp>
        <p:sp>
          <p:nvSpPr>
            <p:cNvPr id="11285" name="文本框 234517"/>
            <p:cNvSpPr txBox="1">
              <a:spLocks noChangeArrowheads="1"/>
            </p:cNvSpPr>
            <p:nvPr/>
          </p:nvSpPr>
          <p:spPr bwMode="auto">
            <a:xfrm>
              <a:off x="2832" y="2400"/>
              <a:ext cx="19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角动量守恒定律</a:t>
              </a:r>
              <a:endParaRPr lang="zh-CN" altLang="en-US" sz="2400" b="0" dirty="0">
                <a:latin typeface="Times New Roman" panose="02020603050405020304" pitchFamily="18" charset="0"/>
                <a:ea typeface="楷体_GB2312" pitchFamily="49" charset="-122"/>
              </a:endParaRPr>
            </a:p>
          </p:txBody>
        </p:sp>
        <p:graphicFrame>
          <p:nvGraphicFramePr>
            <p:cNvPr id="11286" name="对象 234518"/>
            <p:cNvGraphicFramePr/>
            <p:nvPr/>
          </p:nvGraphicFramePr>
          <p:xfrm>
            <a:off x="650" y="2640"/>
            <a:ext cx="2134" cy="407"/>
          </p:xfrm>
          <a:graphic>
            <a:graphicData uri="http://schemas.openxmlformats.org/presentationml/2006/ole">
              <mc:AlternateContent xmlns:mc="http://schemas.openxmlformats.org/markup-compatibility/2006">
                <mc:Choice xmlns:v="urn:schemas-microsoft-com:vml" Requires="v">
                  <p:oleObj spid="_x0000_s49336" name="" r:id="rId5" imgW="1560830" imgH="254000" progId="Equation.3">
                    <p:embed/>
                  </p:oleObj>
                </mc:Choice>
                <mc:Fallback>
                  <p:oleObj name="" r:id="rId5" imgW="1560830" imgH="254000" progId="Equation.3">
                    <p:embed/>
                    <p:pic>
                      <p:nvPicPr>
                        <p:cNvPr id="0" name="对象 23451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 y="2640"/>
                          <a:ext cx="213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287" name="对象 234519"/>
            <p:cNvGraphicFramePr/>
            <p:nvPr/>
          </p:nvGraphicFramePr>
          <p:xfrm>
            <a:off x="3024" y="2675"/>
            <a:ext cx="2160" cy="392"/>
          </p:xfrm>
          <a:graphic>
            <a:graphicData uri="http://schemas.openxmlformats.org/presentationml/2006/ole">
              <mc:AlternateContent xmlns:mc="http://schemas.openxmlformats.org/markup-compatibility/2006">
                <mc:Choice xmlns:v="urn:schemas-microsoft-com:vml" Requires="v">
                  <p:oleObj spid="_x0000_s49337" name="" r:id="rId7" imgW="1395730" imgH="254000" progId="Equation.3">
                    <p:embed/>
                  </p:oleObj>
                </mc:Choice>
                <mc:Fallback>
                  <p:oleObj name="" r:id="rId7" imgW="1395730" imgH="254000" progId="Equation.3">
                    <p:embed/>
                    <p:pic>
                      <p:nvPicPr>
                        <p:cNvPr id="0" name="对象 23451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4" y="2675"/>
                          <a:ext cx="2160"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88" name="文本框 234520"/>
            <p:cNvSpPr txBox="1">
              <a:spLocks noChangeArrowheads="1"/>
            </p:cNvSpPr>
            <p:nvPr/>
          </p:nvSpPr>
          <p:spPr bwMode="auto">
            <a:xfrm>
              <a:off x="480" y="312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力的功</a:t>
              </a:r>
              <a:endParaRPr lang="zh-CN" altLang="en-US" sz="2400" b="0" dirty="0">
                <a:latin typeface="Times New Roman" panose="02020603050405020304" pitchFamily="18" charset="0"/>
                <a:ea typeface="楷体_GB2312" pitchFamily="49" charset="-122"/>
              </a:endParaRPr>
            </a:p>
          </p:txBody>
        </p:sp>
        <p:graphicFrame>
          <p:nvGraphicFramePr>
            <p:cNvPr id="11289" name="对象 234521"/>
            <p:cNvGraphicFramePr/>
            <p:nvPr/>
          </p:nvGraphicFramePr>
          <p:xfrm>
            <a:off x="1302" y="3024"/>
            <a:ext cx="1380" cy="561"/>
          </p:xfrm>
          <a:graphic>
            <a:graphicData uri="http://schemas.openxmlformats.org/presentationml/2006/ole">
              <mc:AlternateContent xmlns:mc="http://schemas.openxmlformats.org/markup-compatibility/2006">
                <mc:Choice xmlns:v="urn:schemas-microsoft-com:vml" Requires="v">
                  <p:oleObj spid="_x0000_s49338" name="" r:id="rId9" imgW="812165" imgH="330200" progId="Equation.3">
                    <p:embed/>
                  </p:oleObj>
                </mc:Choice>
                <mc:Fallback>
                  <p:oleObj name="" r:id="rId9" imgW="812165" imgH="330200" progId="Equation.3">
                    <p:embed/>
                    <p:pic>
                      <p:nvPicPr>
                        <p:cNvPr id="0" name="对象 23452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2" y="3024"/>
                          <a:ext cx="1380"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90" name="文本框 234522"/>
            <p:cNvSpPr txBox="1">
              <a:spLocks noChangeArrowheads="1"/>
            </p:cNvSpPr>
            <p:nvPr/>
          </p:nvSpPr>
          <p:spPr bwMode="auto">
            <a:xfrm>
              <a:off x="2832" y="312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力矩的功</a:t>
              </a:r>
              <a:endParaRPr lang="zh-CN" altLang="en-US" sz="2400" b="0" dirty="0">
                <a:latin typeface="Times New Roman" panose="02020603050405020304" pitchFamily="18" charset="0"/>
                <a:ea typeface="楷体_GB2312" pitchFamily="49" charset="-122"/>
              </a:endParaRPr>
            </a:p>
          </p:txBody>
        </p:sp>
        <p:graphicFrame>
          <p:nvGraphicFramePr>
            <p:cNvPr id="11291" name="对象 234523"/>
            <p:cNvGraphicFramePr/>
            <p:nvPr/>
          </p:nvGraphicFramePr>
          <p:xfrm>
            <a:off x="3840" y="3024"/>
            <a:ext cx="1344" cy="582"/>
          </p:xfrm>
          <a:graphic>
            <a:graphicData uri="http://schemas.openxmlformats.org/presentationml/2006/ole">
              <mc:AlternateContent xmlns:mc="http://schemas.openxmlformats.org/markup-compatibility/2006">
                <mc:Choice xmlns:v="urn:schemas-microsoft-com:vml" Requires="v">
                  <p:oleObj spid="_x0000_s49339" name="" r:id="rId11" imgW="786765" imgH="355600" progId="Equation.3">
                    <p:embed/>
                  </p:oleObj>
                </mc:Choice>
                <mc:Fallback>
                  <p:oleObj name="" r:id="rId11" imgW="786765" imgH="355600" progId="Equation.3">
                    <p:embed/>
                    <p:pic>
                      <p:nvPicPr>
                        <p:cNvPr id="0" name="对象 23452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40" y="3024"/>
                          <a:ext cx="134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92" name="文本框 234524"/>
            <p:cNvSpPr txBox="1">
              <a:spLocks noChangeArrowheads="1"/>
            </p:cNvSpPr>
            <p:nvPr/>
          </p:nvSpPr>
          <p:spPr bwMode="auto">
            <a:xfrm>
              <a:off x="528" y="369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动能</a:t>
              </a:r>
              <a:endParaRPr lang="zh-CN" altLang="en-US" sz="2400" b="0" dirty="0">
                <a:latin typeface="Times New Roman" panose="02020603050405020304" pitchFamily="18" charset="0"/>
                <a:ea typeface="楷体_GB2312" pitchFamily="49" charset="-122"/>
              </a:endParaRPr>
            </a:p>
          </p:txBody>
        </p:sp>
        <p:graphicFrame>
          <p:nvGraphicFramePr>
            <p:cNvPr id="11293" name="对象 234525"/>
            <p:cNvGraphicFramePr/>
            <p:nvPr/>
          </p:nvGraphicFramePr>
          <p:xfrm>
            <a:off x="1296" y="3630"/>
            <a:ext cx="1296" cy="392"/>
          </p:xfrm>
          <a:graphic>
            <a:graphicData uri="http://schemas.openxmlformats.org/presentationml/2006/ole">
              <mc:AlternateContent xmlns:mc="http://schemas.openxmlformats.org/markup-compatibility/2006">
                <mc:Choice xmlns:v="urn:schemas-microsoft-com:vml" Requires="v">
                  <p:oleObj spid="_x0000_s49340" name="" r:id="rId13" imgW="799465" imgH="241300" progId="Equation.3">
                    <p:embed/>
                  </p:oleObj>
                </mc:Choice>
                <mc:Fallback>
                  <p:oleObj name="" r:id="rId13" imgW="799465" imgH="241300" progId="Equation.3">
                    <p:embed/>
                    <p:pic>
                      <p:nvPicPr>
                        <p:cNvPr id="0" name="对象 23452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6" y="3630"/>
                          <a:ext cx="1296"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94" name="文本框 234526"/>
            <p:cNvSpPr txBox="1">
              <a:spLocks noChangeArrowheads="1"/>
            </p:cNvSpPr>
            <p:nvPr/>
          </p:nvSpPr>
          <p:spPr bwMode="auto">
            <a:xfrm>
              <a:off x="2832" y="3665"/>
              <a:ext cx="11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0" dirty="0">
                  <a:latin typeface="Times New Roman" panose="02020603050405020304" pitchFamily="18" charset="0"/>
                  <a:ea typeface="楷体_GB2312" pitchFamily="49" charset="-122"/>
                </a:rPr>
                <a:t>转动动能</a:t>
              </a:r>
              <a:endParaRPr lang="zh-CN" altLang="en-US" sz="2400" b="0" dirty="0">
                <a:latin typeface="Times New Roman" panose="02020603050405020304" pitchFamily="18" charset="0"/>
                <a:ea typeface="楷体_GB2312" pitchFamily="49" charset="-122"/>
              </a:endParaRPr>
            </a:p>
          </p:txBody>
        </p:sp>
        <p:graphicFrame>
          <p:nvGraphicFramePr>
            <p:cNvPr id="11295" name="对象 234527"/>
            <p:cNvGraphicFramePr/>
            <p:nvPr/>
          </p:nvGraphicFramePr>
          <p:xfrm>
            <a:off x="3840" y="3600"/>
            <a:ext cx="1152" cy="383"/>
          </p:xfrm>
          <a:graphic>
            <a:graphicData uri="http://schemas.openxmlformats.org/presentationml/2006/ole">
              <mc:AlternateContent xmlns:mc="http://schemas.openxmlformats.org/markup-compatibility/2006">
                <mc:Choice xmlns:v="urn:schemas-microsoft-com:vml" Requires="v">
                  <p:oleObj spid="_x0000_s49341" name="" r:id="rId15" imgW="799465" imgH="241300" progId="Equation.3">
                    <p:embed/>
                  </p:oleObj>
                </mc:Choice>
                <mc:Fallback>
                  <p:oleObj name="" r:id="rId15" imgW="799465" imgH="241300" progId="Equation.3">
                    <p:embed/>
                    <p:pic>
                      <p:nvPicPr>
                        <p:cNvPr id="0" name="对象 23452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40" y="3600"/>
                          <a:ext cx="1152"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96" name="直接连接符 234528"/>
            <p:cNvSpPr>
              <a:spLocks noChangeShapeType="1"/>
            </p:cNvSpPr>
            <p:nvPr/>
          </p:nvSpPr>
          <p:spPr bwMode="auto">
            <a:xfrm>
              <a:off x="528" y="3600"/>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35" name="文本框 223290"/>
          <p:cNvSpPr txBox="1">
            <a:spLocks noChangeArrowheads="1"/>
          </p:cNvSpPr>
          <p:nvPr/>
        </p:nvSpPr>
        <p:spPr bwMode="auto">
          <a:xfrm>
            <a:off x="3071664" y="1850976"/>
            <a:ext cx="9985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动量</a:t>
            </a:r>
            <a:endParaRPr lang="zh-CN" altLang="en-US" sz="2800" b="0" dirty="0">
              <a:latin typeface="Times New Roman" panose="02020603050405020304" pitchFamily="18" charset="0"/>
              <a:ea typeface="楷体_GB2312" pitchFamily="49" charset="-122"/>
            </a:endParaRPr>
          </a:p>
        </p:txBody>
      </p:sp>
      <p:sp>
        <p:nvSpPr>
          <p:cNvPr id="36" name="文本框 223294"/>
          <p:cNvSpPr txBox="1">
            <a:spLocks noChangeArrowheads="1"/>
          </p:cNvSpPr>
          <p:nvPr/>
        </p:nvSpPr>
        <p:spPr bwMode="auto">
          <a:xfrm>
            <a:off x="6508601" y="1827163"/>
            <a:ext cx="20574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角动量</a:t>
            </a:r>
            <a:endParaRPr lang="zh-CN" altLang="en-US" sz="2800" b="0" dirty="0">
              <a:latin typeface="Times New Roman" panose="02020603050405020304" pitchFamily="18" charset="0"/>
              <a:ea typeface="楷体_GB2312" pitchFamily="49" charset="-122"/>
            </a:endParaRPr>
          </a:p>
        </p:txBody>
      </p:sp>
      <p:graphicFrame>
        <p:nvGraphicFramePr>
          <p:cNvPr id="37" name="对象 223309"/>
          <p:cNvGraphicFramePr/>
          <p:nvPr/>
        </p:nvGraphicFramePr>
        <p:xfrm>
          <a:off x="8185001" y="1827163"/>
          <a:ext cx="1371600" cy="577850"/>
        </p:xfrm>
        <a:graphic>
          <a:graphicData uri="http://schemas.openxmlformats.org/presentationml/2006/ole">
            <mc:AlternateContent xmlns:mc="http://schemas.openxmlformats.org/markup-compatibility/2006">
              <mc:Choice xmlns:v="urn:schemas-microsoft-com:vml" Requires="v">
                <p:oleObj spid="_x0000_s49342" name="" r:id="rId17" imgW="481965" imgH="203200" progId="Equation.3">
                  <p:embed/>
                </p:oleObj>
              </mc:Choice>
              <mc:Fallback>
                <p:oleObj name="" r:id="rId17" imgW="481965" imgH="203200" progId="Equation.3">
                  <p:embed/>
                  <p:pic>
                    <p:nvPicPr>
                      <p:cNvPr id="0" name="对象 22330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85001" y="1827163"/>
                        <a:ext cx="13716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8" name="对象 223310"/>
          <p:cNvGraphicFramePr/>
          <p:nvPr/>
        </p:nvGraphicFramePr>
        <p:xfrm>
          <a:off x="4222601" y="1827163"/>
          <a:ext cx="1447800" cy="593725"/>
        </p:xfrm>
        <a:graphic>
          <a:graphicData uri="http://schemas.openxmlformats.org/presentationml/2006/ole">
            <mc:AlternateContent xmlns:mc="http://schemas.openxmlformats.org/markup-compatibility/2006">
              <mc:Choice xmlns:v="urn:schemas-microsoft-com:vml" Requires="v">
                <p:oleObj spid="_x0000_s49343" name="" r:id="rId19" imgW="494665" imgH="203200" progId="Equation.3">
                  <p:embed/>
                </p:oleObj>
              </mc:Choice>
              <mc:Fallback>
                <p:oleObj name="" r:id="rId19" imgW="494665" imgH="203200" progId="Equation.3">
                  <p:embed/>
                  <p:pic>
                    <p:nvPicPr>
                      <p:cNvPr id="0" name="对象 22331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22601" y="1827163"/>
                        <a:ext cx="14478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advTm="99702">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9" name="组合 235521"/>
          <p:cNvGrpSpPr/>
          <p:nvPr/>
        </p:nvGrpSpPr>
        <p:grpSpPr bwMode="auto">
          <a:xfrm>
            <a:off x="2362200" y="914400"/>
            <a:ext cx="7620000" cy="5334000"/>
            <a:chOff x="528" y="576"/>
            <a:chExt cx="4800" cy="3360"/>
          </a:xfrm>
        </p:grpSpPr>
        <p:sp>
          <p:nvSpPr>
            <p:cNvPr id="12290" name="文本框 235522"/>
            <p:cNvSpPr txBox="1">
              <a:spLocks noChangeArrowheads="1"/>
            </p:cNvSpPr>
            <p:nvPr/>
          </p:nvSpPr>
          <p:spPr bwMode="auto">
            <a:xfrm>
              <a:off x="528" y="585"/>
              <a:ext cx="4752" cy="329"/>
            </a:xfrm>
            <a:prstGeom prst="rect">
              <a:avLst/>
            </a:prstGeom>
            <a:gradFill rotWithShape="0">
              <a:gsLst>
                <a:gs pos="0">
                  <a:schemeClr val="accent1"/>
                </a:gs>
                <a:gs pos="5000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r>
                <a:rPr lang="zh-CN" altLang="en-US" sz="2800" b="0" dirty="0">
                  <a:latin typeface="Times New Roman" panose="02020603050405020304" pitchFamily="18" charset="0"/>
                  <a:ea typeface="楷体_GB2312" pitchFamily="49" charset="-122"/>
                </a:rPr>
                <a:t>质点运动规律与刚体定轴转动的规律对照</a:t>
              </a:r>
              <a:endParaRPr lang="zh-CN" altLang="en-US" sz="2800" b="0" dirty="0">
                <a:latin typeface="Times New Roman" panose="02020603050405020304" pitchFamily="18" charset="0"/>
                <a:ea typeface="楷体_GB2312" pitchFamily="49" charset="-122"/>
              </a:endParaRPr>
            </a:p>
          </p:txBody>
        </p:sp>
        <p:sp>
          <p:nvSpPr>
            <p:cNvPr id="12291" name="直接连接符 235523"/>
            <p:cNvSpPr>
              <a:spLocks noChangeShapeType="1"/>
            </p:cNvSpPr>
            <p:nvPr/>
          </p:nvSpPr>
          <p:spPr bwMode="auto">
            <a:xfrm flipV="1">
              <a:off x="528" y="1331"/>
              <a:ext cx="4800" cy="13"/>
            </a:xfrm>
            <a:prstGeom prst="line">
              <a:avLst/>
            </a:prstGeom>
            <a:noFill/>
            <a:ln w="1905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2292" name="直接连接符 235524"/>
            <p:cNvSpPr>
              <a:spLocks noChangeShapeType="1"/>
            </p:cNvSpPr>
            <p:nvPr/>
          </p:nvSpPr>
          <p:spPr bwMode="auto">
            <a:xfrm>
              <a:off x="2832" y="912"/>
              <a:ext cx="0" cy="3024"/>
            </a:xfrm>
            <a:prstGeom prst="line">
              <a:avLst/>
            </a:prstGeom>
            <a:noFill/>
            <a:ln w="28575">
              <a:solidFill>
                <a:srgbClr val="0000FF"/>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2293" name="直接连接符 235525"/>
            <p:cNvSpPr>
              <a:spLocks noChangeShapeType="1"/>
            </p:cNvSpPr>
            <p:nvPr/>
          </p:nvSpPr>
          <p:spPr bwMode="auto">
            <a:xfrm>
              <a:off x="528" y="2256"/>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2294" name="直接连接符 235526"/>
            <p:cNvSpPr>
              <a:spLocks noChangeShapeType="1"/>
            </p:cNvSpPr>
            <p:nvPr/>
          </p:nvSpPr>
          <p:spPr bwMode="auto">
            <a:xfrm>
              <a:off x="528" y="2784"/>
              <a:ext cx="4800" cy="0"/>
            </a:xfrm>
            <a:prstGeom prst="line">
              <a:avLst/>
            </a:prstGeom>
            <a:noFill/>
            <a:ln w="12700">
              <a:solidFill>
                <a:schemeClr val="tx1"/>
              </a:solidFill>
              <a:rou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2295" name="矩形 235527"/>
            <p:cNvSpPr>
              <a:spLocks noChangeArrowheads="1"/>
            </p:cNvSpPr>
            <p:nvPr/>
          </p:nvSpPr>
          <p:spPr bwMode="auto">
            <a:xfrm>
              <a:off x="528" y="576"/>
              <a:ext cx="4800" cy="3360"/>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2296" name="矩形 235528"/>
            <p:cNvSpPr>
              <a:spLocks noChangeArrowheads="1"/>
            </p:cNvSpPr>
            <p:nvPr/>
          </p:nvSpPr>
          <p:spPr bwMode="auto">
            <a:xfrm>
              <a:off x="1056" y="969"/>
              <a:ext cx="153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0" dirty="0">
                  <a:solidFill>
                    <a:srgbClr val="CC0000"/>
                  </a:solidFill>
                  <a:latin typeface="Century Schoolbook" panose="02040604050505020304" pitchFamily="18" charset="0"/>
                  <a:ea typeface="楷体_GB2312" pitchFamily="49" charset="-122"/>
                </a:rPr>
                <a:t>质点的平动</a:t>
              </a:r>
              <a:endParaRPr lang="zh-CN" altLang="en-US" sz="2800" b="0" dirty="0">
                <a:solidFill>
                  <a:srgbClr val="CC0000"/>
                </a:solidFill>
                <a:latin typeface="Century Schoolbook" panose="02040604050505020304" pitchFamily="18" charset="0"/>
                <a:ea typeface="楷体_GB2312" pitchFamily="49" charset="-122"/>
              </a:endParaRPr>
            </a:p>
          </p:txBody>
        </p:sp>
        <p:sp>
          <p:nvSpPr>
            <p:cNvPr id="12297" name="矩形 235529"/>
            <p:cNvSpPr>
              <a:spLocks noChangeArrowheads="1"/>
            </p:cNvSpPr>
            <p:nvPr/>
          </p:nvSpPr>
          <p:spPr bwMode="auto">
            <a:xfrm>
              <a:off x="3168" y="969"/>
              <a:ext cx="196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0" dirty="0">
                  <a:solidFill>
                    <a:srgbClr val="CC0000"/>
                  </a:solidFill>
                  <a:latin typeface="Century Schoolbook" panose="02040604050505020304" pitchFamily="18" charset="0"/>
                  <a:ea typeface="楷体_GB2312" pitchFamily="49" charset="-122"/>
                </a:rPr>
                <a:t>刚体的定轴转动</a:t>
              </a:r>
              <a:endParaRPr lang="zh-CN" altLang="en-US" sz="2800" b="0" dirty="0">
                <a:solidFill>
                  <a:srgbClr val="CC0000"/>
                </a:solidFill>
                <a:latin typeface="Century Schoolbook" panose="02040604050505020304" pitchFamily="18" charset="0"/>
                <a:ea typeface="楷体_GB2312" pitchFamily="49" charset="-122"/>
              </a:endParaRPr>
            </a:p>
          </p:txBody>
        </p:sp>
        <p:sp>
          <p:nvSpPr>
            <p:cNvPr id="12298" name="直接连接符 235530"/>
            <p:cNvSpPr>
              <a:spLocks noChangeShapeType="1"/>
            </p:cNvSpPr>
            <p:nvPr/>
          </p:nvSpPr>
          <p:spPr bwMode="auto">
            <a:xfrm>
              <a:off x="528" y="912"/>
              <a:ext cx="480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9" name="文本框 235531"/>
            <p:cNvSpPr txBox="1">
              <a:spLocks noChangeArrowheads="1"/>
            </p:cNvSpPr>
            <p:nvPr/>
          </p:nvSpPr>
          <p:spPr bwMode="auto">
            <a:xfrm>
              <a:off x="528" y="1370"/>
              <a:ext cx="134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动能定理</a:t>
              </a:r>
              <a:endParaRPr lang="zh-CN" altLang="en-US" sz="2800" b="0" dirty="0">
                <a:latin typeface="Times New Roman" panose="02020603050405020304" pitchFamily="18" charset="0"/>
                <a:ea typeface="楷体_GB2312" pitchFamily="49" charset="-122"/>
              </a:endParaRPr>
            </a:p>
          </p:txBody>
        </p:sp>
        <p:graphicFrame>
          <p:nvGraphicFramePr>
            <p:cNvPr id="12300" name="对象 235532"/>
            <p:cNvGraphicFramePr/>
            <p:nvPr/>
          </p:nvGraphicFramePr>
          <p:xfrm>
            <a:off x="720" y="1610"/>
            <a:ext cx="1968" cy="598"/>
          </p:xfrm>
          <a:graphic>
            <a:graphicData uri="http://schemas.openxmlformats.org/presentationml/2006/ole">
              <mc:AlternateContent xmlns:mc="http://schemas.openxmlformats.org/markup-compatibility/2006">
                <mc:Choice xmlns:v="urn:schemas-microsoft-com:vml" Requires="v">
                  <p:oleObj spid="_x0000_s50292" name="" r:id="rId1" imgW="1218565" imgH="393700" progId="Equation.3">
                    <p:embed/>
                  </p:oleObj>
                </mc:Choice>
                <mc:Fallback>
                  <p:oleObj name="" r:id="rId1" imgW="1218565" imgH="393700" progId="Equation.3">
                    <p:embed/>
                    <p:pic>
                      <p:nvPicPr>
                        <p:cNvPr id="0" name="对象 23553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 y="1610"/>
                          <a:ext cx="1968" cy="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01" name="文本框 235533"/>
            <p:cNvSpPr txBox="1">
              <a:spLocks noChangeArrowheads="1"/>
            </p:cNvSpPr>
            <p:nvPr/>
          </p:nvSpPr>
          <p:spPr bwMode="auto">
            <a:xfrm>
              <a:off x="2832" y="1370"/>
              <a:ext cx="163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动能定理</a:t>
              </a:r>
              <a:endParaRPr lang="zh-CN" altLang="en-US" sz="2800" b="0" dirty="0">
                <a:latin typeface="Times New Roman" panose="02020603050405020304" pitchFamily="18" charset="0"/>
                <a:ea typeface="楷体_GB2312" pitchFamily="49" charset="-122"/>
              </a:endParaRPr>
            </a:p>
          </p:txBody>
        </p:sp>
        <p:graphicFrame>
          <p:nvGraphicFramePr>
            <p:cNvPr id="12302" name="对象 235534"/>
            <p:cNvGraphicFramePr/>
            <p:nvPr/>
          </p:nvGraphicFramePr>
          <p:xfrm>
            <a:off x="3120" y="1610"/>
            <a:ext cx="1968" cy="596"/>
          </p:xfrm>
          <a:graphic>
            <a:graphicData uri="http://schemas.openxmlformats.org/presentationml/2006/ole">
              <mc:AlternateContent xmlns:mc="http://schemas.openxmlformats.org/markup-compatibility/2006">
                <mc:Choice xmlns:v="urn:schemas-microsoft-com:vml" Requires="v">
                  <p:oleObj spid="_x0000_s50293" name="" r:id="rId3" imgW="1218565" imgH="393700" progId="Equation.3">
                    <p:embed/>
                  </p:oleObj>
                </mc:Choice>
                <mc:Fallback>
                  <p:oleObj name="" r:id="rId3" imgW="1218565" imgH="393700" progId="Equation.3">
                    <p:embed/>
                    <p:pic>
                      <p:nvPicPr>
                        <p:cNvPr id="0" name="对象 23553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0" y="1610"/>
                          <a:ext cx="1968"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03" name="文本框 235535"/>
            <p:cNvSpPr txBox="1">
              <a:spLocks noChangeArrowheads="1"/>
            </p:cNvSpPr>
            <p:nvPr/>
          </p:nvSpPr>
          <p:spPr bwMode="auto">
            <a:xfrm>
              <a:off x="528" y="2333"/>
              <a:ext cx="139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Century Schoolbook" panose="02040604050505020304" pitchFamily="18" charset="0"/>
                  <a:ea typeface="楷体_GB2312" pitchFamily="49" charset="-122"/>
                </a:rPr>
                <a:t>重力势能</a:t>
              </a:r>
              <a:endParaRPr lang="zh-CN" altLang="en-US" sz="2800" b="0" dirty="0">
                <a:latin typeface="Century Schoolbook" panose="02040604050505020304" pitchFamily="18" charset="0"/>
                <a:ea typeface="楷体_GB2312" pitchFamily="49" charset="-122"/>
              </a:endParaRPr>
            </a:p>
          </p:txBody>
        </p:sp>
        <p:graphicFrame>
          <p:nvGraphicFramePr>
            <p:cNvPr id="12304" name="对象 235536"/>
            <p:cNvGraphicFramePr/>
            <p:nvPr/>
          </p:nvGraphicFramePr>
          <p:xfrm>
            <a:off x="1680" y="2337"/>
            <a:ext cx="960" cy="365"/>
          </p:xfrm>
          <a:graphic>
            <a:graphicData uri="http://schemas.openxmlformats.org/presentationml/2006/ole">
              <mc:AlternateContent xmlns:mc="http://schemas.openxmlformats.org/markup-compatibility/2006">
                <mc:Choice xmlns:v="urn:schemas-microsoft-com:vml" Requires="v">
                  <p:oleObj spid="_x0000_s50294" name="" r:id="rId5" imgW="635000" imgH="241300" progId="Equation.3">
                    <p:embed/>
                  </p:oleObj>
                </mc:Choice>
                <mc:Fallback>
                  <p:oleObj name="" r:id="rId5" imgW="635000" imgH="241300" progId="Equation.3">
                    <p:embed/>
                    <p:pic>
                      <p:nvPicPr>
                        <p:cNvPr id="0" name="对象 2355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0" y="2337"/>
                          <a:ext cx="96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05" name="文本框 235537"/>
            <p:cNvSpPr txBox="1">
              <a:spLocks noChangeArrowheads="1"/>
            </p:cNvSpPr>
            <p:nvPr/>
          </p:nvSpPr>
          <p:spPr bwMode="auto">
            <a:xfrm>
              <a:off x="2832" y="2333"/>
              <a:ext cx="139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Century Schoolbook" panose="02040604050505020304" pitchFamily="18" charset="0"/>
                  <a:ea typeface="楷体_GB2312" pitchFamily="49" charset="-122"/>
                </a:rPr>
                <a:t>重力势能</a:t>
              </a:r>
              <a:endParaRPr lang="zh-CN" altLang="en-US" sz="2800" b="0" dirty="0">
                <a:latin typeface="Century Schoolbook" panose="02040604050505020304" pitchFamily="18" charset="0"/>
                <a:ea typeface="楷体_GB2312" pitchFamily="49" charset="-122"/>
              </a:endParaRPr>
            </a:p>
          </p:txBody>
        </p:sp>
        <p:graphicFrame>
          <p:nvGraphicFramePr>
            <p:cNvPr id="12306" name="对象 235538"/>
            <p:cNvGraphicFramePr/>
            <p:nvPr/>
          </p:nvGraphicFramePr>
          <p:xfrm>
            <a:off x="3984" y="2337"/>
            <a:ext cx="1056" cy="365"/>
          </p:xfrm>
          <a:graphic>
            <a:graphicData uri="http://schemas.openxmlformats.org/presentationml/2006/ole">
              <mc:AlternateContent xmlns:mc="http://schemas.openxmlformats.org/markup-compatibility/2006">
                <mc:Choice xmlns:v="urn:schemas-microsoft-com:vml" Requires="v">
                  <p:oleObj spid="_x0000_s50295" name="" r:id="rId7" imgW="698500" imgH="241300" progId="Equation.3">
                    <p:embed/>
                  </p:oleObj>
                </mc:Choice>
                <mc:Fallback>
                  <p:oleObj name="" r:id="rId7" imgW="698500" imgH="241300" progId="Equation.3">
                    <p:embed/>
                    <p:pic>
                      <p:nvPicPr>
                        <p:cNvPr id="0" name="对象 23553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4" y="2337"/>
                          <a:ext cx="10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07" name="文本框 235539"/>
            <p:cNvSpPr txBox="1">
              <a:spLocks noChangeArrowheads="1"/>
            </p:cNvSpPr>
            <p:nvPr/>
          </p:nvSpPr>
          <p:spPr bwMode="auto">
            <a:xfrm>
              <a:off x="528" y="2818"/>
              <a:ext cx="1920"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机械能守恒</a:t>
              </a:r>
              <a:endParaRPr lang="zh-CN" altLang="en-US" sz="2800" b="0" dirty="0">
                <a:latin typeface="Times New Roman" panose="02020603050405020304" pitchFamily="18" charset="0"/>
                <a:ea typeface="楷体_GB2312" pitchFamily="49" charset="-122"/>
              </a:endParaRPr>
            </a:p>
          </p:txBody>
        </p:sp>
        <p:graphicFrame>
          <p:nvGraphicFramePr>
            <p:cNvPr id="12308" name="对象 235540"/>
            <p:cNvGraphicFramePr/>
            <p:nvPr/>
          </p:nvGraphicFramePr>
          <p:xfrm>
            <a:off x="768" y="3490"/>
            <a:ext cx="1680" cy="398"/>
          </p:xfrm>
          <a:graphic>
            <a:graphicData uri="http://schemas.openxmlformats.org/presentationml/2006/ole">
              <mc:AlternateContent xmlns:mc="http://schemas.openxmlformats.org/markup-compatibility/2006">
                <mc:Choice xmlns:v="urn:schemas-microsoft-com:vml" Requires="v">
                  <p:oleObj spid="_x0000_s50296" name="" r:id="rId9" imgW="977265" imgH="241300" progId="Equation.3">
                    <p:embed/>
                  </p:oleObj>
                </mc:Choice>
                <mc:Fallback>
                  <p:oleObj name="" r:id="rId9" imgW="977265" imgH="241300" progId="Equation.3">
                    <p:embed/>
                    <p:pic>
                      <p:nvPicPr>
                        <p:cNvPr id="0" name="对象 23554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8" y="3490"/>
                          <a:ext cx="1680"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09" name="文本框 235541"/>
            <p:cNvSpPr txBox="1">
              <a:spLocks noChangeArrowheads="1"/>
            </p:cNvSpPr>
            <p:nvPr/>
          </p:nvSpPr>
          <p:spPr bwMode="auto">
            <a:xfrm>
              <a:off x="672" y="3154"/>
              <a:ext cx="22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只有保守内力作功时</a:t>
              </a:r>
              <a:endParaRPr lang="zh-CN" altLang="en-US" sz="2800" b="0" dirty="0">
                <a:latin typeface="Times New Roman" panose="02020603050405020304" pitchFamily="18" charset="0"/>
                <a:ea typeface="楷体_GB2312" pitchFamily="49" charset="-122"/>
              </a:endParaRPr>
            </a:p>
          </p:txBody>
        </p:sp>
        <p:sp>
          <p:nvSpPr>
            <p:cNvPr id="12310" name="文本框 235542"/>
            <p:cNvSpPr txBox="1">
              <a:spLocks noChangeArrowheads="1"/>
            </p:cNvSpPr>
            <p:nvPr/>
          </p:nvSpPr>
          <p:spPr bwMode="auto">
            <a:xfrm>
              <a:off x="2880" y="2818"/>
              <a:ext cx="1728"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0" dirty="0">
                  <a:latin typeface="Times New Roman" panose="02020603050405020304" pitchFamily="18" charset="0"/>
                  <a:ea typeface="楷体_GB2312" pitchFamily="49" charset="-122"/>
                </a:rPr>
                <a:t>机械能守恒</a:t>
              </a:r>
              <a:endParaRPr lang="zh-CN" altLang="en-US" sz="2800" b="0" dirty="0">
                <a:latin typeface="Times New Roman" panose="02020603050405020304" pitchFamily="18" charset="0"/>
                <a:ea typeface="楷体_GB2312" pitchFamily="49" charset="-122"/>
              </a:endParaRPr>
            </a:p>
          </p:txBody>
        </p:sp>
        <p:graphicFrame>
          <p:nvGraphicFramePr>
            <p:cNvPr id="12311" name="对象 235543"/>
            <p:cNvGraphicFramePr/>
            <p:nvPr/>
          </p:nvGraphicFramePr>
          <p:xfrm>
            <a:off x="3120" y="3490"/>
            <a:ext cx="1680" cy="398"/>
          </p:xfrm>
          <a:graphic>
            <a:graphicData uri="http://schemas.openxmlformats.org/presentationml/2006/ole">
              <mc:AlternateContent xmlns:mc="http://schemas.openxmlformats.org/markup-compatibility/2006">
                <mc:Choice xmlns:v="urn:schemas-microsoft-com:vml" Requires="v">
                  <p:oleObj spid="_x0000_s50297" name="" r:id="rId11" imgW="977265" imgH="241300" progId="Equation.3">
                    <p:embed/>
                  </p:oleObj>
                </mc:Choice>
                <mc:Fallback>
                  <p:oleObj name="" r:id="rId11" imgW="977265" imgH="241300" progId="Equation.3">
                    <p:embed/>
                    <p:pic>
                      <p:nvPicPr>
                        <p:cNvPr id="0" name="对象 23554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0" y="3490"/>
                          <a:ext cx="1680"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312" name="文本框 235544"/>
            <p:cNvSpPr txBox="1">
              <a:spLocks noChangeArrowheads="1"/>
            </p:cNvSpPr>
            <p:nvPr/>
          </p:nvSpPr>
          <p:spPr bwMode="auto">
            <a:xfrm>
              <a:off x="3024" y="3154"/>
              <a:ext cx="225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b="0" dirty="0">
                  <a:latin typeface="Times New Roman" panose="02020603050405020304" pitchFamily="18" charset="0"/>
                  <a:ea typeface="楷体_GB2312" pitchFamily="49" charset="-122"/>
                </a:rPr>
                <a:t>只</a:t>
              </a:r>
              <a:r>
                <a:rPr lang="zh-CN" altLang="en-US" sz="2800" b="0" dirty="0">
                  <a:latin typeface="Times New Roman" panose="02020603050405020304" pitchFamily="18" charset="0"/>
                  <a:ea typeface="楷体_GB2312" pitchFamily="49" charset="-122"/>
                </a:rPr>
                <a:t>有保守内力作功时</a:t>
              </a:r>
              <a:endParaRPr lang="zh-CN" altLang="en-US" sz="2800" b="0" dirty="0">
                <a:latin typeface="Times New Roman" panose="02020603050405020304" pitchFamily="18" charset="0"/>
                <a:ea typeface="楷体_GB2312" pitchFamily="49" charset="-122"/>
              </a:endParaRPr>
            </a:p>
          </p:txBody>
        </p:sp>
      </p:grpSp>
    </p:spTree>
  </p:cSld>
  <p:clrMapOvr>
    <a:masterClrMapping/>
  </p:clrMapOvr>
  <p:transition spd="med" advTm="79525">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Group 2"/>
          <p:cNvGrpSpPr/>
          <p:nvPr/>
        </p:nvGrpSpPr>
        <p:grpSpPr bwMode="auto">
          <a:xfrm>
            <a:off x="3684589" y="1670148"/>
            <a:ext cx="1981200" cy="2895600"/>
            <a:chOff x="624" y="921"/>
            <a:chExt cx="1248" cy="1824"/>
          </a:xfrm>
        </p:grpSpPr>
        <p:sp>
          <p:nvSpPr>
            <p:cNvPr id="17410" name="Rectangle 3" descr="永恒"/>
            <p:cNvSpPr>
              <a:spLocks noChangeArrowheads="1"/>
            </p:cNvSpPr>
            <p:nvPr/>
          </p:nvSpPr>
          <p:spPr bwMode="auto">
            <a:xfrm>
              <a:off x="864" y="921"/>
              <a:ext cx="1008" cy="96"/>
            </a:xfrm>
            <a:prstGeom prst="rect">
              <a:avLst/>
            </a:prstGeom>
            <a:blipFill dpi="0" rotWithShape="0">
              <a:blip r:embed="rId1"/>
              <a:srcRect/>
              <a:tile tx="0" ty="0" sx="100000" sy="100000" flip="none" algn="tl"/>
            </a:blipFill>
            <a:ln w="9525">
              <a:solidFill>
                <a:srgbClr val="000000"/>
              </a:solidFill>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7411" name="Line 4"/>
            <p:cNvSpPr>
              <a:spLocks noChangeShapeType="1"/>
            </p:cNvSpPr>
            <p:nvPr/>
          </p:nvSpPr>
          <p:spPr bwMode="auto">
            <a:xfrm>
              <a:off x="1344" y="1017"/>
              <a:ext cx="0" cy="1392"/>
            </a:xfrm>
            <a:prstGeom prst="line">
              <a:avLst/>
            </a:prstGeom>
            <a:noFill/>
            <a:ln w="2857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12" name="Rectangle 5" descr="球体"/>
            <p:cNvSpPr>
              <a:spLocks noChangeArrowheads="1"/>
            </p:cNvSpPr>
            <p:nvPr/>
          </p:nvSpPr>
          <p:spPr bwMode="auto">
            <a:xfrm>
              <a:off x="1152" y="2409"/>
              <a:ext cx="432" cy="336"/>
            </a:xfrm>
            <a:prstGeom prst="rect">
              <a:avLst/>
            </a:prstGeom>
            <a:pattFill prst="sphere">
              <a:fgClr>
                <a:srgbClr val="CC9900"/>
              </a:fgClr>
              <a:bgClr>
                <a:srgbClr val="FFFFFF"/>
              </a:bgClr>
            </a:pattFill>
            <a:ln w="19050">
              <a:solidFill>
                <a:srgbClr val="000000"/>
              </a:solidFill>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7413" name="AutoShape 6"/>
            <p:cNvSpPr>
              <a:spLocks noChangeArrowheads="1"/>
            </p:cNvSpPr>
            <p:nvPr/>
          </p:nvSpPr>
          <p:spPr bwMode="auto">
            <a:xfrm>
              <a:off x="672" y="2553"/>
              <a:ext cx="288" cy="96"/>
            </a:xfrm>
            <a:prstGeom prst="homePlate">
              <a:avLst>
                <a:gd name="adj" fmla="val 75000"/>
              </a:avLst>
            </a:prstGeom>
            <a:gradFill rotWithShape="0">
              <a:gsLst>
                <a:gs pos="0">
                  <a:srgbClr val="878700"/>
                </a:gs>
                <a:gs pos="50000">
                  <a:srgbClr val="CCCC00"/>
                </a:gs>
                <a:gs pos="100000">
                  <a:srgbClr val="878700"/>
                </a:gs>
              </a:gsLst>
              <a:lin ang="5400000" scaled="1"/>
            </a:gradFill>
            <a:ln w="19050">
              <a:solidFill>
                <a:srgbClr val="000000"/>
              </a:solidFill>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7414" name="Line 7"/>
            <p:cNvSpPr>
              <a:spLocks noChangeShapeType="1"/>
            </p:cNvSpPr>
            <p:nvPr/>
          </p:nvSpPr>
          <p:spPr bwMode="auto">
            <a:xfrm>
              <a:off x="624" y="2457"/>
              <a:ext cx="432" cy="0"/>
            </a:xfrm>
            <a:prstGeom prst="line">
              <a:avLst/>
            </a:prstGeom>
            <a:noFill/>
            <a:ln w="28575">
              <a:solidFill>
                <a:srgbClr val="FF00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15" name="Object 8"/>
            <p:cNvGraphicFramePr/>
            <p:nvPr/>
          </p:nvGraphicFramePr>
          <p:xfrm>
            <a:off x="751" y="2153"/>
            <a:ext cx="216" cy="304"/>
          </p:xfrm>
          <a:graphic>
            <a:graphicData uri="http://schemas.openxmlformats.org/presentationml/2006/ole">
              <mc:AlternateContent xmlns:mc="http://schemas.openxmlformats.org/markup-compatibility/2006">
                <mc:Choice xmlns:v="urn:schemas-microsoft-com:vml" Requires="v">
                  <p:oleObj spid="_x0000_s60448" name="" r:id="rId2" imgW="127000" imgH="177165" progId="Equation.3">
                    <p:embed/>
                  </p:oleObj>
                </mc:Choice>
                <mc:Fallback>
                  <p:oleObj name="" r:id="rId2" imgW="127000" imgH="177165" progId="Equation.3">
                    <p:embed/>
                    <p:pic>
                      <p:nvPicPr>
                        <p:cNvPr id="0"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 y="2153"/>
                          <a:ext cx="2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16" name="Object 9"/>
            <p:cNvGraphicFramePr/>
            <p:nvPr/>
          </p:nvGraphicFramePr>
          <p:xfrm>
            <a:off x="1152" y="1017"/>
            <a:ext cx="188" cy="216"/>
          </p:xfrm>
          <a:graphic>
            <a:graphicData uri="http://schemas.openxmlformats.org/presentationml/2006/ole">
              <mc:AlternateContent xmlns:mc="http://schemas.openxmlformats.org/markup-compatibility/2006">
                <mc:Choice xmlns:v="urn:schemas-microsoft-com:vml" Requires="v">
                  <p:oleObj spid="_x0000_s60449" name="" r:id="rId4" imgW="165100" imgH="190500" progId="Equation.3">
                    <p:embed/>
                  </p:oleObj>
                </mc:Choice>
                <mc:Fallback>
                  <p:oleObj name="" r:id="rId4" imgW="165100" imgH="190500"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1017"/>
                          <a:ext cx="18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8202" name="Rectangle 10"/>
          <p:cNvSpPr>
            <a:spLocks noChangeArrowheads="1"/>
          </p:cNvSpPr>
          <p:nvPr/>
        </p:nvSpPr>
        <p:spPr bwMode="auto">
          <a:xfrm>
            <a:off x="7011988" y="1321769"/>
            <a:ext cx="38560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0000FF"/>
                </a:solidFill>
                <a:latin typeface="Times New Roman" panose="02020603050405020304" pitchFamily="18" charset="0"/>
              </a:rPr>
              <a:t>以子弹和沙袋为系统</a:t>
            </a:r>
            <a:endParaRPr lang="zh-CN" altLang="en-US" sz="3200" b="1" dirty="0">
              <a:solidFill>
                <a:srgbClr val="0000FF"/>
              </a:solidFill>
              <a:latin typeface="Times New Roman" panose="02020603050405020304" pitchFamily="18" charset="0"/>
            </a:endParaRPr>
          </a:p>
        </p:txBody>
      </p:sp>
      <p:grpSp>
        <p:nvGrpSpPr>
          <p:cNvPr id="17421" name="Group 14"/>
          <p:cNvGrpSpPr/>
          <p:nvPr/>
        </p:nvGrpSpPr>
        <p:grpSpPr bwMode="auto">
          <a:xfrm>
            <a:off x="1487488" y="116632"/>
            <a:ext cx="1238250" cy="685800"/>
            <a:chOff x="431" y="618"/>
            <a:chExt cx="780" cy="432"/>
          </a:xfrm>
        </p:grpSpPr>
        <p:sp>
          <p:nvSpPr>
            <p:cNvPr id="8207" name="AutoShape 15"/>
            <p:cNvSpPr>
              <a:spLocks noChangeArrowheads="1"/>
            </p:cNvSpPr>
            <p:nvPr/>
          </p:nvSpPr>
          <p:spPr bwMode="auto">
            <a:xfrm>
              <a:off x="431" y="618"/>
              <a:ext cx="771" cy="432"/>
            </a:xfrm>
            <a:prstGeom prst="horizontalScroll">
              <a:avLst>
                <a:gd name="adj" fmla="val 12500"/>
              </a:avLst>
            </a:prstGeom>
            <a:gradFill rotWithShape="1">
              <a:gsLst>
                <a:gs pos="0">
                  <a:srgbClr val="EDFFD2"/>
                </a:gs>
                <a:gs pos="50000">
                  <a:schemeClr val="bg1"/>
                </a:gs>
                <a:gs pos="100000">
                  <a:srgbClr val="EDFFD2"/>
                </a:gs>
              </a:gsLst>
              <a:lin ang="5400000" scaled="1"/>
            </a:gradFill>
            <a:ln w="19050">
              <a:solidFill>
                <a:srgbClr val="008080"/>
              </a:solidFill>
              <a:round/>
            </a:ln>
            <a:effectLst/>
          </p:spPr>
          <p:txBody>
            <a:bodyPr wrap="none" anchor="ctr"/>
            <a:lstStyle/>
            <a:p>
              <a:pPr>
                <a:buFontTx/>
                <a:buNone/>
                <a:defRPr/>
              </a:pPr>
              <a:endParaRPr lang="zh-CN" altLang="en-US"/>
            </a:p>
          </p:txBody>
        </p:sp>
        <p:sp>
          <p:nvSpPr>
            <p:cNvPr id="17423" name="Text Box 16"/>
            <p:cNvSpPr txBox="1">
              <a:spLocks noChangeArrowheads="1"/>
            </p:cNvSpPr>
            <p:nvPr/>
          </p:nvSpPr>
          <p:spPr bwMode="auto">
            <a:xfrm>
              <a:off x="494" y="661"/>
              <a:ext cx="71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CC0000"/>
                  </a:solidFill>
                  <a:latin typeface="Times New Roman" panose="02020603050405020304" pitchFamily="18" charset="0"/>
                </a:rPr>
                <a:t>讨 论</a:t>
              </a:r>
              <a:endParaRPr lang="zh-CN" altLang="en-US" sz="3200" b="1" dirty="0">
                <a:solidFill>
                  <a:srgbClr val="CC0000"/>
                </a:solidFill>
                <a:latin typeface="Times New Roman" panose="02020603050405020304" pitchFamily="18" charset="0"/>
              </a:endParaRPr>
            </a:p>
          </p:txBody>
        </p:sp>
      </p:grpSp>
      <p:sp>
        <p:nvSpPr>
          <p:cNvPr id="3" name="Rectangle 17"/>
          <p:cNvSpPr>
            <a:spLocks noChangeArrowheads="1"/>
          </p:cNvSpPr>
          <p:nvPr/>
        </p:nvSpPr>
        <p:spPr bwMode="auto">
          <a:xfrm>
            <a:off x="2501902" y="1612998"/>
            <a:ext cx="838200" cy="2743200"/>
          </a:xfrm>
          <a:prstGeom prst="rect">
            <a:avLst/>
          </a:prstGeom>
          <a:gradFill rotWithShape="0">
            <a:gsLst>
              <a:gs pos="0">
                <a:schemeClr val="accent1"/>
              </a:gs>
              <a:gs pos="50000">
                <a:schemeClr val="bg1"/>
              </a:gs>
              <a:gs pos="100000">
                <a:schemeClr val="accent1"/>
              </a:gs>
            </a:gsLst>
            <a:lin ang="0" scaled="1"/>
          </a:gradFill>
          <a:ln w="12700">
            <a:solidFill>
              <a:schemeClr val="tx2"/>
            </a:solidFill>
            <a:miter lim="800000"/>
          </a:ln>
          <a:effectLst/>
        </p:spPr>
        <p:txBody>
          <a:bodyPr wrap="none" anchor="ctr"/>
          <a:lstStyle/>
          <a:p>
            <a:pPr>
              <a:buFontTx/>
              <a:buNone/>
              <a:defRPr/>
            </a:pPr>
            <a:endParaRPr lang="zh-CN" altLang="en-US"/>
          </a:p>
        </p:txBody>
      </p:sp>
      <p:sp>
        <p:nvSpPr>
          <p:cNvPr id="17425" name="Rectangle 18"/>
          <p:cNvSpPr>
            <a:spLocks noChangeArrowheads="1"/>
          </p:cNvSpPr>
          <p:nvPr/>
        </p:nvSpPr>
        <p:spPr bwMode="auto">
          <a:xfrm>
            <a:off x="2425703" y="1622523"/>
            <a:ext cx="611187"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r>
              <a:rPr lang="zh-CN" altLang="en-US" sz="2800" b="1">
                <a:latin typeface="Times New Roman" panose="02020603050405020304" pitchFamily="18" charset="0"/>
              </a:rPr>
              <a:t>子弹击入沙袋</a:t>
            </a:r>
            <a:endParaRPr lang="zh-CN" altLang="en-US" sz="2800" b="1">
              <a:latin typeface="Times New Roman" panose="02020603050405020304" pitchFamily="18" charset="0"/>
            </a:endParaRPr>
          </a:p>
        </p:txBody>
      </p:sp>
      <p:sp>
        <p:nvSpPr>
          <p:cNvPr id="17426" name="Rectangle 19"/>
          <p:cNvSpPr>
            <a:spLocks noChangeArrowheads="1"/>
          </p:cNvSpPr>
          <p:nvPr/>
        </p:nvSpPr>
        <p:spPr bwMode="auto">
          <a:xfrm>
            <a:off x="2805114" y="1622523"/>
            <a:ext cx="611188"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r>
              <a:rPr lang="zh-CN" altLang="en-US" sz="2800" b="1">
                <a:latin typeface="Times New Roman" panose="02020603050405020304" pitchFamily="18" charset="0"/>
              </a:rPr>
              <a:t>细绳质量不计</a:t>
            </a:r>
            <a:endParaRPr lang="zh-CN" altLang="en-US" sz="2800" b="1">
              <a:latin typeface="Times New Roman" panose="02020603050405020304" pitchFamily="18" charset="0"/>
            </a:endParaRPr>
          </a:p>
        </p:txBody>
      </p:sp>
      <p:sp>
        <p:nvSpPr>
          <p:cNvPr id="17427" name="Rectangle 20"/>
          <p:cNvSpPr>
            <a:spLocks noChangeArrowheads="1"/>
          </p:cNvSpPr>
          <p:nvPr/>
        </p:nvSpPr>
        <p:spPr bwMode="auto">
          <a:xfrm>
            <a:off x="2099469" y="1321769"/>
            <a:ext cx="3856037" cy="3433484"/>
          </a:xfrm>
          <a:prstGeom prst="rect">
            <a:avLst/>
          </a:prstGeom>
          <a:noFill/>
          <a:ln w="19050">
            <a:solidFill>
              <a:srgbClr val="003366"/>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61" name="Rectangle 11"/>
          <p:cNvSpPr>
            <a:spLocks noChangeArrowheads="1"/>
          </p:cNvSpPr>
          <p:nvPr/>
        </p:nvSpPr>
        <p:spPr bwMode="auto">
          <a:xfrm>
            <a:off x="7366793" y="1989192"/>
            <a:ext cx="2224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FF0000"/>
                </a:solidFill>
                <a:latin typeface="Times New Roman" panose="02020603050405020304" pitchFamily="18" charset="0"/>
              </a:rPr>
              <a:t>动量守恒；</a:t>
            </a:r>
            <a:endParaRPr lang="zh-CN" altLang="en-US" sz="3200" b="1" dirty="0">
              <a:solidFill>
                <a:srgbClr val="FF0000"/>
              </a:solidFill>
              <a:latin typeface="Times New Roman" panose="02020603050405020304" pitchFamily="18" charset="0"/>
            </a:endParaRPr>
          </a:p>
        </p:txBody>
      </p:sp>
      <p:sp>
        <p:nvSpPr>
          <p:cNvPr id="62" name="Rectangle 12"/>
          <p:cNvSpPr>
            <a:spLocks noChangeArrowheads="1"/>
          </p:cNvSpPr>
          <p:nvPr/>
        </p:nvSpPr>
        <p:spPr bwMode="auto">
          <a:xfrm>
            <a:off x="7216056" y="2715426"/>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FF0000"/>
                </a:solidFill>
                <a:latin typeface="Times New Roman" panose="02020603050405020304" pitchFamily="18" charset="0"/>
              </a:rPr>
              <a:t>角动量守恒；</a:t>
            </a:r>
            <a:endParaRPr lang="zh-CN" altLang="en-US" sz="3200" b="1" dirty="0">
              <a:solidFill>
                <a:srgbClr val="FF0000"/>
              </a:solidFill>
              <a:latin typeface="Times New Roman" panose="02020603050405020304" pitchFamily="18" charset="0"/>
            </a:endParaRPr>
          </a:p>
        </p:txBody>
      </p:sp>
      <p:sp>
        <p:nvSpPr>
          <p:cNvPr id="63" name="Rectangle 13"/>
          <p:cNvSpPr>
            <a:spLocks noChangeArrowheads="1"/>
          </p:cNvSpPr>
          <p:nvPr/>
        </p:nvSpPr>
        <p:spPr bwMode="auto">
          <a:xfrm>
            <a:off x="7114455" y="3547749"/>
            <a:ext cx="28352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dirty="0">
                <a:solidFill>
                  <a:srgbClr val="FF0000"/>
                </a:solidFill>
                <a:latin typeface="Times New Roman" panose="02020603050405020304" pitchFamily="18" charset="0"/>
              </a:rPr>
              <a:t>机械能不守恒 </a:t>
            </a:r>
            <a:r>
              <a:rPr lang="en-US" altLang="zh-CN" sz="3200" b="1" dirty="0">
                <a:solidFill>
                  <a:srgbClr val="FF0000"/>
                </a:solidFill>
                <a:latin typeface="Times New Roman" panose="02020603050405020304" pitchFamily="18" charset="0"/>
              </a:rPr>
              <a:t>.</a:t>
            </a:r>
            <a:endParaRPr lang="en-US" altLang="zh-CN" sz="3200" b="1" dirty="0">
              <a:solidFill>
                <a:srgbClr val="FF0000"/>
              </a:solidFill>
              <a:latin typeface="Times New Roman" panose="02020603050405020304" pitchFamily="18" charset="0"/>
            </a:endParaRPr>
          </a:p>
        </p:txBody>
      </p:sp>
      <p:sp>
        <p:nvSpPr>
          <p:cNvPr id="64" name="Text Box 2"/>
          <p:cNvSpPr txBox="1">
            <a:spLocks noChangeArrowheads="1"/>
          </p:cNvSpPr>
          <p:nvPr/>
        </p:nvSpPr>
        <p:spPr bwMode="auto">
          <a:xfrm>
            <a:off x="2967723" y="139004"/>
            <a:ext cx="3145017" cy="584200"/>
          </a:xfrm>
          <a:prstGeom prst="rect">
            <a:avLst/>
          </a:prstGeom>
          <a:noFill/>
          <a:ln w="9525">
            <a:noFill/>
            <a:miter lim="800000"/>
          </a:ln>
        </p:spPr>
        <p:txBody>
          <a:bodyPr wrap="square">
            <a:spAutoFit/>
          </a:bodyPr>
          <a:lstStyle/>
          <a:p>
            <a:pPr algn="ctr">
              <a:spcBef>
                <a:spcPct val="50000"/>
              </a:spcBef>
              <a:buFontTx/>
              <a:buNone/>
              <a:defRPr/>
            </a:pPr>
            <a:r>
              <a:rPr lang="zh-CN" altLang="en-US" sz="3200" b="0" dirty="0">
                <a:latin typeface="宋体" panose="02010600030101010101" pitchFamily="2" charset="-122"/>
              </a:rPr>
              <a:t>是否守恒？</a:t>
            </a:r>
            <a:endParaRPr kumimoji="1" lang="zh-CN" altLang="en-US" sz="3200" b="0" dirty="0">
              <a:solidFill>
                <a:srgbClr val="FF0000"/>
              </a:solidFill>
              <a:effectLst>
                <a:outerShdw blurRad="38100" dist="38100" dir="2700000" algn="tl">
                  <a:srgbClr val="C0C0C0"/>
                </a:outerShdw>
              </a:effectLst>
              <a:latin typeface="Times New Roman" panose="02020603050405020304" pitchFamily="18" charset="0"/>
            </a:endParaRPr>
          </a:p>
        </p:txBody>
      </p:sp>
    </p:spTree>
    <p:custDataLst>
      <p:tags r:id="rId6"/>
    </p:custDataLst>
  </p:cSld>
  <p:clrMapOvr>
    <a:masterClrMapping/>
  </p:clrMapOvr>
  <p:transition advTm="246318">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0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blinds(horizontal)">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blinds(horizontal)">
                                      <p:cBhvr>
                                        <p:cTn id="3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 grpId="0"/>
      <p:bldP spid="3" grpId="0" animBg="1"/>
      <p:bldP spid="17425" grpId="0"/>
      <p:bldP spid="17426" grpId="0"/>
      <p:bldP spid="17427" grpId="0" animBg="1"/>
      <p:bldP spid="61" grpId="0"/>
      <p:bldP spid="62" grpId="0"/>
      <p:bldP spid="6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3" name="Group 2"/>
          <p:cNvGrpSpPr/>
          <p:nvPr/>
        </p:nvGrpSpPr>
        <p:grpSpPr bwMode="auto">
          <a:xfrm>
            <a:off x="2782888" y="2032000"/>
            <a:ext cx="1955800" cy="3124200"/>
            <a:chOff x="612" y="1008"/>
            <a:chExt cx="1232" cy="1968"/>
          </a:xfrm>
        </p:grpSpPr>
        <p:sp>
          <p:nvSpPr>
            <p:cNvPr id="18434" name="AutoShape 3"/>
            <p:cNvSpPr>
              <a:spLocks noChangeArrowheads="1"/>
            </p:cNvSpPr>
            <p:nvPr/>
          </p:nvSpPr>
          <p:spPr bwMode="auto">
            <a:xfrm>
              <a:off x="1556" y="1008"/>
              <a:ext cx="288" cy="192"/>
            </a:xfrm>
            <a:custGeom>
              <a:avLst/>
              <a:gdLst>
                <a:gd name="T0" fmla="*/ 0 w 21600"/>
                <a:gd name="T1" fmla="*/ 0 h 21600"/>
                <a:gd name="T2" fmla="*/ 5400 w 21600"/>
                <a:gd name="T3" fmla="*/ 21600 h 21600"/>
                <a:gd name="T4" fmla="*/ 16200 w 21600"/>
                <a:gd name="T5" fmla="*/ 21600 h 21600"/>
                <a:gd name="T6" fmla="*/ 21600 w 21600"/>
                <a:gd name="T7" fmla="*/ 0 h 21600"/>
              </a:gdLst>
              <a:ahLst/>
              <a:cxnLst>
                <a:cxn ang="0">
                  <a:pos x="T0" y="T1"/>
                </a:cxn>
                <a:cxn ang="0">
                  <a:pos x="T2" y="T3"/>
                </a:cxn>
                <a:cxn ang="0">
                  <a:pos x="T4" y="T5"/>
                </a:cxn>
                <a:cxn ang="0">
                  <a:pos x="T6" y="T7"/>
                </a:cxn>
              </a:cxnLst>
              <a:rect l="0" t="0" r="r" b="b"/>
              <a:pathLst>
                <a:path w="21600" h="21600">
                  <a:moveTo>
                    <a:pt x="0" y="0"/>
                  </a:moveTo>
                  <a:lnTo>
                    <a:pt x="5400" y="21600"/>
                  </a:lnTo>
                  <a:lnTo>
                    <a:pt x="16200" y="21600"/>
                  </a:lnTo>
                  <a:lnTo>
                    <a:pt x="21600" y="0"/>
                  </a:lnTo>
                  <a:close/>
                </a:path>
              </a:pathLst>
            </a:custGeom>
            <a:solidFill>
              <a:schemeClr val="accent2"/>
            </a:solidFill>
            <a:ln w="9525">
              <a:solidFill>
                <a:schemeClr val="tx1"/>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8435" name="Oval 4"/>
            <p:cNvSpPr>
              <a:spLocks noChangeArrowheads="1"/>
            </p:cNvSpPr>
            <p:nvPr/>
          </p:nvSpPr>
          <p:spPr bwMode="auto">
            <a:xfrm>
              <a:off x="1664" y="1143"/>
              <a:ext cx="60" cy="43"/>
            </a:xfrm>
            <a:prstGeom prst="ellipse">
              <a:avLst/>
            </a:prstGeom>
            <a:solidFill>
              <a:srgbClr val="FF0000"/>
            </a:solidFill>
            <a:ln w="9525">
              <a:solidFill>
                <a:schemeClr val="tx1"/>
              </a:solidFill>
              <a:round/>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 name="Rectangle 5"/>
            <p:cNvSpPr>
              <a:spLocks noChangeArrowheads="1"/>
            </p:cNvSpPr>
            <p:nvPr/>
          </p:nvSpPr>
          <p:spPr bwMode="auto">
            <a:xfrm>
              <a:off x="1652" y="1200"/>
              <a:ext cx="96" cy="1650"/>
            </a:xfrm>
            <a:prstGeom prst="rect">
              <a:avLst/>
            </a:prstGeom>
            <a:gradFill rotWithShape="0">
              <a:gsLst>
                <a:gs pos="0">
                  <a:schemeClr val="accent1">
                    <a:gamma/>
                    <a:shade val="76078"/>
                    <a:invGamma/>
                  </a:schemeClr>
                </a:gs>
                <a:gs pos="50000">
                  <a:schemeClr val="accent1"/>
                </a:gs>
                <a:gs pos="100000">
                  <a:schemeClr val="accent1">
                    <a:gamma/>
                    <a:shade val="76078"/>
                    <a:invGamma/>
                  </a:schemeClr>
                </a:gs>
              </a:gsLst>
              <a:lin ang="0" scaled="1"/>
            </a:gradFill>
            <a:ln w="9525">
              <a:solidFill>
                <a:schemeClr val="tx1"/>
              </a:solidFill>
              <a:miter lim="800000"/>
            </a:ln>
            <a:effectLst/>
          </p:spPr>
          <p:txBody>
            <a:bodyPr vert="eaVert" wrap="none" anchor="ctr"/>
            <a:lstStyle/>
            <a:p>
              <a:pPr>
                <a:buFontTx/>
                <a:buNone/>
                <a:defRPr/>
              </a:pPr>
              <a:endParaRPr lang="zh-CN" altLang="en-US"/>
            </a:p>
          </p:txBody>
        </p:sp>
        <p:sp>
          <p:nvSpPr>
            <p:cNvPr id="18437" name="AutoShape 6"/>
            <p:cNvSpPr>
              <a:spLocks noChangeArrowheads="1"/>
            </p:cNvSpPr>
            <p:nvPr/>
          </p:nvSpPr>
          <p:spPr bwMode="auto">
            <a:xfrm>
              <a:off x="1268" y="2448"/>
              <a:ext cx="288" cy="96"/>
            </a:xfrm>
            <a:prstGeom prst="homePlate">
              <a:avLst>
                <a:gd name="adj" fmla="val 75000"/>
              </a:avLst>
            </a:prstGeom>
            <a:gradFill rotWithShape="0">
              <a:gsLst>
                <a:gs pos="0">
                  <a:srgbClr val="9B9B00"/>
                </a:gs>
                <a:gs pos="50000">
                  <a:srgbClr val="CCCC00"/>
                </a:gs>
                <a:gs pos="100000">
                  <a:srgbClr val="9B9B00"/>
                </a:gs>
              </a:gsLst>
              <a:lin ang="5400000" scaled="1"/>
            </a:gradFill>
            <a:ln w="19050">
              <a:solidFill>
                <a:srgbClr val="000000"/>
              </a:solidFill>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8438" name="Line 7"/>
            <p:cNvSpPr>
              <a:spLocks noChangeShapeType="1"/>
            </p:cNvSpPr>
            <p:nvPr/>
          </p:nvSpPr>
          <p:spPr bwMode="auto">
            <a:xfrm>
              <a:off x="1172" y="2640"/>
              <a:ext cx="432" cy="0"/>
            </a:xfrm>
            <a:prstGeom prst="line">
              <a:avLst/>
            </a:prstGeom>
            <a:noFill/>
            <a:ln w="28575">
              <a:solidFill>
                <a:srgbClr val="FF00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9224" name="Rectangle 8"/>
            <p:cNvSpPr>
              <a:spLocks noChangeArrowheads="1"/>
            </p:cNvSpPr>
            <p:nvPr/>
          </p:nvSpPr>
          <p:spPr bwMode="auto">
            <a:xfrm>
              <a:off x="612" y="1162"/>
              <a:ext cx="391" cy="1409"/>
            </a:xfrm>
            <a:prstGeom prst="rect">
              <a:avLst/>
            </a:prstGeom>
            <a:gradFill rotWithShape="0">
              <a:gsLst>
                <a:gs pos="0">
                  <a:schemeClr val="accent1"/>
                </a:gs>
                <a:gs pos="50000">
                  <a:srgbClr val="FFFFFF"/>
                </a:gs>
                <a:gs pos="100000">
                  <a:schemeClr val="accent1"/>
                </a:gs>
              </a:gsLst>
              <a:lin ang="0" scaled="1"/>
            </a:gradFill>
            <a:ln w="9525">
              <a:solidFill>
                <a:schemeClr val="tx2"/>
              </a:solidFill>
              <a:miter lim="800000"/>
            </a:ln>
            <a:effectLst/>
          </p:spPr>
          <p:txBody>
            <a:bodyPr>
              <a:spAutoFit/>
            </a:bodyPr>
            <a:lstStyle/>
            <a:p>
              <a:pPr algn="ctr">
                <a:buFontTx/>
                <a:buNone/>
                <a:defRPr/>
              </a:pPr>
              <a:r>
                <a:rPr kumimoji="1" lang="zh-CN" altLang="en-US" sz="2800" b="0" dirty="0">
                  <a:latin typeface="Times New Roman" panose="02020603050405020304" pitchFamily="18" charset="0"/>
                </a:rPr>
                <a:t>子弹击入杆</a:t>
              </a:r>
              <a:endParaRPr kumimoji="1" lang="zh-CN" altLang="en-US" sz="2800" b="0" dirty="0">
                <a:latin typeface="Times New Roman" panose="02020603050405020304" pitchFamily="18" charset="0"/>
              </a:endParaRPr>
            </a:p>
          </p:txBody>
        </p:sp>
        <p:graphicFrame>
          <p:nvGraphicFramePr>
            <p:cNvPr id="18440" name="Object 9"/>
            <p:cNvGraphicFramePr/>
            <p:nvPr/>
          </p:nvGraphicFramePr>
          <p:xfrm>
            <a:off x="1412" y="1104"/>
            <a:ext cx="188" cy="216"/>
          </p:xfrm>
          <a:graphic>
            <a:graphicData uri="http://schemas.openxmlformats.org/presentationml/2006/ole">
              <mc:AlternateContent xmlns:mc="http://schemas.openxmlformats.org/markup-compatibility/2006">
                <mc:Choice xmlns:v="urn:schemas-microsoft-com:vml" Requires="v">
                  <p:oleObj spid="_x0000_s61472" name="" r:id="rId1" imgW="165100" imgH="190500" progId="Equation.3">
                    <p:embed/>
                  </p:oleObj>
                </mc:Choice>
                <mc:Fallback>
                  <p:oleObj name="" r:id="rId1" imgW="165100" imgH="190500" progId="Equation.3">
                    <p:embed/>
                    <p:pic>
                      <p:nvPicPr>
                        <p:cNvPr id="0" name="Object 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 y="1104"/>
                          <a:ext cx="18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41" name="Object 10"/>
            <p:cNvGraphicFramePr/>
            <p:nvPr/>
          </p:nvGraphicFramePr>
          <p:xfrm>
            <a:off x="1268" y="2672"/>
            <a:ext cx="216" cy="304"/>
          </p:xfrm>
          <a:graphic>
            <a:graphicData uri="http://schemas.openxmlformats.org/presentationml/2006/ole">
              <mc:AlternateContent xmlns:mc="http://schemas.openxmlformats.org/markup-compatibility/2006">
                <mc:Choice xmlns:v="urn:schemas-microsoft-com:vml" Requires="v">
                  <p:oleObj spid="_x0000_s61473" name="" r:id="rId3" imgW="127000" imgH="177165" progId="Equation.3">
                    <p:embed/>
                  </p:oleObj>
                </mc:Choice>
                <mc:Fallback>
                  <p:oleObj name="" r:id="rId3" imgW="127000" imgH="177165" progId="Equation.3">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8" y="2672"/>
                          <a:ext cx="2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8442" name="Text Box 11"/>
          <p:cNvSpPr txBox="1">
            <a:spLocks noChangeArrowheads="1"/>
          </p:cNvSpPr>
          <p:nvPr/>
        </p:nvSpPr>
        <p:spPr bwMode="auto">
          <a:xfrm>
            <a:off x="5951539" y="1552575"/>
            <a:ext cx="3743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dirty="0">
                <a:solidFill>
                  <a:srgbClr val="000066"/>
                </a:solidFill>
                <a:latin typeface="Times New Roman" panose="02020603050405020304" pitchFamily="18" charset="0"/>
              </a:rPr>
              <a:t>以子弹和杆为系统</a:t>
            </a:r>
            <a:endParaRPr lang="zh-CN" altLang="en-US" sz="3200" b="1" dirty="0">
              <a:solidFill>
                <a:srgbClr val="000066"/>
              </a:solidFill>
              <a:latin typeface="Times New Roman" panose="02020603050405020304" pitchFamily="18" charset="0"/>
            </a:endParaRPr>
          </a:p>
        </p:txBody>
      </p:sp>
      <p:sp>
        <p:nvSpPr>
          <p:cNvPr id="9228" name="Rectangle 12"/>
          <p:cNvSpPr>
            <a:spLocks noChangeArrowheads="1"/>
          </p:cNvSpPr>
          <p:nvPr/>
        </p:nvSpPr>
        <p:spPr bwMode="auto">
          <a:xfrm>
            <a:off x="6888087" y="4081986"/>
            <a:ext cx="31686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dirty="0">
                <a:solidFill>
                  <a:srgbClr val="FF0000"/>
                </a:solidFill>
                <a:latin typeface="Times New Roman" panose="02020603050405020304" pitchFamily="18" charset="0"/>
              </a:rPr>
              <a:t>机械能不守恒．</a:t>
            </a:r>
            <a:endParaRPr lang="zh-CN" altLang="en-US" sz="3200" b="1" dirty="0">
              <a:solidFill>
                <a:srgbClr val="FF0000"/>
              </a:solidFill>
              <a:latin typeface="Times New Roman" panose="02020603050405020304" pitchFamily="18" charset="0"/>
            </a:endParaRPr>
          </a:p>
        </p:txBody>
      </p:sp>
      <p:sp>
        <p:nvSpPr>
          <p:cNvPr id="3" name="Rectangle 13"/>
          <p:cNvSpPr>
            <a:spLocks noChangeArrowheads="1"/>
          </p:cNvSpPr>
          <p:nvPr/>
        </p:nvSpPr>
        <p:spPr bwMode="auto">
          <a:xfrm>
            <a:off x="6888088" y="3216800"/>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FF0000"/>
                </a:solidFill>
                <a:latin typeface="Times New Roman" panose="02020603050405020304" pitchFamily="18" charset="0"/>
              </a:rPr>
              <a:t>角动量守恒；</a:t>
            </a:r>
            <a:endParaRPr lang="zh-CN" altLang="en-US" sz="3200" b="1" dirty="0">
              <a:solidFill>
                <a:srgbClr val="FF0000"/>
              </a:solidFill>
              <a:latin typeface="Times New Roman" panose="02020603050405020304" pitchFamily="18" charset="0"/>
            </a:endParaRPr>
          </a:p>
        </p:txBody>
      </p:sp>
      <p:sp>
        <p:nvSpPr>
          <p:cNvPr id="4" name="Rectangle 14"/>
          <p:cNvSpPr>
            <a:spLocks noChangeArrowheads="1"/>
          </p:cNvSpPr>
          <p:nvPr/>
        </p:nvSpPr>
        <p:spPr bwMode="auto">
          <a:xfrm>
            <a:off x="6888088" y="2424636"/>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FF0000"/>
                </a:solidFill>
                <a:latin typeface="Times New Roman" panose="02020603050405020304" pitchFamily="18" charset="0"/>
              </a:rPr>
              <a:t>动量不守恒；</a:t>
            </a:r>
            <a:endParaRPr lang="zh-CN" altLang="en-US" sz="3200" b="1" dirty="0">
              <a:solidFill>
                <a:srgbClr val="FF0000"/>
              </a:solidFill>
              <a:latin typeface="Times New Roman" panose="02020603050405020304" pitchFamily="18" charset="0"/>
            </a:endParaRPr>
          </a:p>
        </p:txBody>
      </p:sp>
      <p:sp>
        <p:nvSpPr>
          <p:cNvPr id="18446" name="Rectangle 15"/>
          <p:cNvSpPr>
            <a:spLocks noChangeArrowheads="1"/>
          </p:cNvSpPr>
          <p:nvPr/>
        </p:nvSpPr>
        <p:spPr bwMode="auto">
          <a:xfrm>
            <a:off x="1968260" y="1803691"/>
            <a:ext cx="3712056" cy="3388731"/>
          </a:xfrm>
          <a:prstGeom prst="rect">
            <a:avLst/>
          </a:prstGeom>
          <a:noFill/>
          <a:ln w="19050">
            <a:solidFill>
              <a:srgbClr val="003366"/>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pSp>
        <p:nvGrpSpPr>
          <p:cNvPr id="16" name="Group 14"/>
          <p:cNvGrpSpPr/>
          <p:nvPr/>
        </p:nvGrpSpPr>
        <p:grpSpPr bwMode="auto">
          <a:xfrm>
            <a:off x="1487488" y="116632"/>
            <a:ext cx="1238250" cy="685800"/>
            <a:chOff x="431" y="618"/>
            <a:chExt cx="780" cy="432"/>
          </a:xfrm>
        </p:grpSpPr>
        <p:sp>
          <p:nvSpPr>
            <p:cNvPr id="17" name="AutoShape 15"/>
            <p:cNvSpPr>
              <a:spLocks noChangeArrowheads="1"/>
            </p:cNvSpPr>
            <p:nvPr/>
          </p:nvSpPr>
          <p:spPr bwMode="auto">
            <a:xfrm>
              <a:off x="431" y="618"/>
              <a:ext cx="771" cy="432"/>
            </a:xfrm>
            <a:prstGeom prst="horizontalScroll">
              <a:avLst>
                <a:gd name="adj" fmla="val 12500"/>
              </a:avLst>
            </a:prstGeom>
            <a:gradFill rotWithShape="1">
              <a:gsLst>
                <a:gs pos="0">
                  <a:srgbClr val="EDFFD2"/>
                </a:gs>
                <a:gs pos="50000">
                  <a:schemeClr val="bg1"/>
                </a:gs>
                <a:gs pos="100000">
                  <a:srgbClr val="EDFFD2"/>
                </a:gs>
              </a:gsLst>
              <a:lin ang="5400000" scaled="1"/>
            </a:gradFill>
            <a:ln w="19050">
              <a:solidFill>
                <a:srgbClr val="008080"/>
              </a:solidFill>
              <a:round/>
            </a:ln>
            <a:effectLst/>
          </p:spPr>
          <p:txBody>
            <a:bodyPr wrap="none" anchor="ctr"/>
            <a:lstStyle/>
            <a:p>
              <a:pPr>
                <a:buFontTx/>
                <a:buNone/>
                <a:defRPr/>
              </a:pPr>
              <a:endParaRPr lang="zh-CN" altLang="en-US"/>
            </a:p>
          </p:txBody>
        </p:sp>
        <p:sp>
          <p:nvSpPr>
            <p:cNvPr id="18" name="Text Box 16"/>
            <p:cNvSpPr txBox="1">
              <a:spLocks noChangeArrowheads="1"/>
            </p:cNvSpPr>
            <p:nvPr/>
          </p:nvSpPr>
          <p:spPr bwMode="auto">
            <a:xfrm>
              <a:off x="494" y="661"/>
              <a:ext cx="71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CC0000"/>
                  </a:solidFill>
                  <a:latin typeface="Times New Roman" panose="02020603050405020304" pitchFamily="18" charset="0"/>
                </a:rPr>
                <a:t>讨 论</a:t>
              </a:r>
              <a:endParaRPr lang="zh-CN" altLang="en-US" sz="3200" b="1" dirty="0">
                <a:solidFill>
                  <a:srgbClr val="CC0000"/>
                </a:solidFill>
                <a:latin typeface="Times New Roman" panose="02020603050405020304" pitchFamily="18" charset="0"/>
              </a:endParaRPr>
            </a:p>
          </p:txBody>
        </p:sp>
      </p:grpSp>
    </p:spTree>
    <p:custDataLst>
      <p:tags r:id="rId5"/>
    </p:custDataLst>
  </p:cSld>
  <p:clrMapOvr>
    <a:masterClrMapping/>
  </p:clrMapOvr>
  <p:transition spd="med" advTm="119111">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7" name="Group 2"/>
          <p:cNvGrpSpPr/>
          <p:nvPr/>
        </p:nvGrpSpPr>
        <p:grpSpPr bwMode="auto">
          <a:xfrm>
            <a:off x="3602038" y="1749426"/>
            <a:ext cx="2133600" cy="2974975"/>
            <a:chOff x="3936" y="873"/>
            <a:chExt cx="1344" cy="1874"/>
          </a:xfrm>
        </p:grpSpPr>
        <p:sp>
          <p:nvSpPr>
            <p:cNvPr id="19458" name="Line 3"/>
            <p:cNvSpPr>
              <a:spLocks noChangeShapeType="1"/>
            </p:cNvSpPr>
            <p:nvPr/>
          </p:nvSpPr>
          <p:spPr bwMode="auto">
            <a:xfrm>
              <a:off x="4752" y="1228"/>
              <a:ext cx="0" cy="932"/>
            </a:xfrm>
            <a:prstGeom prst="line">
              <a:avLst/>
            </a:prstGeom>
            <a:noFill/>
            <a:ln w="28575">
              <a:solidFill>
                <a:srgbClr val="B66D0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9459" name="Line 4"/>
            <p:cNvSpPr>
              <a:spLocks noChangeShapeType="1"/>
            </p:cNvSpPr>
            <p:nvPr/>
          </p:nvSpPr>
          <p:spPr bwMode="auto">
            <a:xfrm flipH="1">
              <a:off x="4224" y="1211"/>
              <a:ext cx="528" cy="9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45" name="Oval 5"/>
            <p:cNvSpPr>
              <a:spLocks noChangeArrowheads="1"/>
            </p:cNvSpPr>
            <p:nvPr/>
          </p:nvSpPr>
          <p:spPr bwMode="auto">
            <a:xfrm>
              <a:off x="4176" y="2075"/>
              <a:ext cx="144" cy="144"/>
            </a:xfrm>
            <a:prstGeom prst="ellipse">
              <a:avLst/>
            </a:prstGeom>
            <a:gradFill rotWithShape="0">
              <a:gsLst>
                <a:gs pos="0">
                  <a:schemeClr val="accent1"/>
                </a:gs>
                <a:gs pos="100000">
                  <a:schemeClr val="accent1">
                    <a:gamma/>
                    <a:shade val="56078"/>
                    <a:invGamma/>
                  </a:schemeClr>
                </a:gs>
              </a:gsLst>
              <a:path path="shape">
                <a:fillToRect l="50000" t="50000" r="50000" b="50000"/>
              </a:path>
            </a:gradFill>
            <a:ln w="9525">
              <a:solidFill>
                <a:schemeClr val="tx1"/>
              </a:solidFill>
              <a:round/>
            </a:ln>
            <a:effectLst/>
          </p:spPr>
          <p:txBody>
            <a:bodyPr vert="eaVert" wrap="none" anchor="ctr"/>
            <a:lstStyle/>
            <a:p>
              <a:pPr>
                <a:buFontTx/>
                <a:buNone/>
                <a:defRPr/>
              </a:pPr>
              <a:endParaRPr lang="zh-CN" altLang="en-US"/>
            </a:p>
          </p:txBody>
        </p:sp>
        <p:sp>
          <p:nvSpPr>
            <p:cNvPr id="19461" name="Line 6"/>
            <p:cNvSpPr>
              <a:spLocks noChangeShapeType="1"/>
            </p:cNvSpPr>
            <p:nvPr/>
          </p:nvSpPr>
          <p:spPr bwMode="auto">
            <a:xfrm>
              <a:off x="4224" y="2123"/>
              <a:ext cx="240" cy="336"/>
            </a:xfrm>
            <a:prstGeom prst="line">
              <a:avLst/>
            </a:prstGeom>
            <a:noFill/>
            <a:ln w="38100">
              <a:solidFill>
                <a:srgbClr val="FF00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462" name="Object 7"/>
            <p:cNvGraphicFramePr/>
            <p:nvPr/>
          </p:nvGraphicFramePr>
          <p:xfrm>
            <a:off x="4560" y="1403"/>
            <a:ext cx="200" cy="280"/>
          </p:xfrm>
          <a:graphic>
            <a:graphicData uri="http://schemas.openxmlformats.org/presentationml/2006/ole">
              <mc:AlternateContent xmlns:mc="http://schemas.openxmlformats.org/markup-compatibility/2006">
                <mc:Choice xmlns:v="urn:schemas-microsoft-com:vml" Requires="v">
                  <p:oleObj spid="_x0000_s62570" name="" r:id="rId1" imgW="101600" imgH="139700" progId="Equation.3">
                    <p:embed/>
                  </p:oleObj>
                </mc:Choice>
                <mc:Fallback>
                  <p:oleObj name="" r:id="rId1" imgW="101600" imgH="139700" progId="Equation.3">
                    <p:embed/>
                    <p:pic>
                      <p:nvPicPr>
                        <p:cNvPr id="0" name="Object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0" y="1403"/>
                          <a:ext cx="20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63" name="Object 8"/>
            <p:cNvGraphicFramePr/>
            <p:nvPr/>
          </p:nvGraphicFramePr>
          <p:xfrm>
            <a:off x="4512" y="2393"/>
            <a:ext cx="215" cy="304"/>
          </p:xfrm>
          <a:graphic>
            <a:graphicData uri="http://schemas.openxmlformats.org/presentationml/2006/ole">
              <mc:AlternateContent xmlns:mc="http://schemas.openxmlformats.org/markup-compatibility/2006">
                <mc:Choice xmlns:v="urn:schemas-microsoft-com:vml" Requires="v">
                  <p:oleObj spid="_x0000_s62571" name="" r:id="rId3" imgW="127000" imgH="177165" progId="Equation.3">
                    <p:embed/>
                  </p:oleObj>
                </mc:Choice>
                <mc:Fallback>
                  <p:oleObj name="" r:id="rId3" imgW="127000" imgH="177165" progId="Equation.3">
                    <p:embed/>
                    <p:pic>
                      <p:nvPicPr>
                        <p:cNvPr id="0" name="Object 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2" y="2393"/>
                          <a:ext cx="215"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464" name="Arc 9"/>
            <p:cNvSpPr>
              <a:spLocks noChangeArrowheads="1"/>
            </p:cNvSpPr>
            <p:nvPr/>
          </p:nvSpPr>
          <p:spPr bwMode="auto">
            <a:xfrm rot="9639340">
              <a:off x="4560" y="1547"/>
              <a:ext cx="192" cy="142"/>
            </a:xfrm>
            <a:custGeom>
              <a:avLst/>
              <a:gdLst>
                <a:gd name="T0" fmla="*/ 3761 w 21600"/>
                <a:gd name="T1" fmla="*/ 0 h 21270"/>
                <a:gd name="T2" fmla="*/ 21600 w 21600"/>
                <a:gd name="T3" fmla="*/ 21270 h 21270"/>
                <a:gd name="T4" fmla="*/ 3761 w 21600"/>
                <a:gd name="T5" fmla="*/ 0 h 21270"/>
                <a:gd name="T6" fmla="*/ 21600 w 21600"/>
                <a:gd name="T7" fmla="*/ 21270 h 21270"/>
                <a:gd name="T8" fmla="*/ 0 w 21600"/>
                <a:gd name="T9" fmla="*/ 21270 h 21270"/>
              </a:gdLst>
              <a:ahLst/>
              <a:cxnLst>
                <a:cxn ang="0">
                  <a:pos x="T0" y="T1"/>
                </a:cxn>
                <a:cxn ang="0">
                  <a:pos x="T2" y="T3"/>
                </a:cxn>
                <a:cxn ang="0">
                  <a:pos x="T4" y="T5"/>
                </a:cxn>
                <a:cxn ang="0">
                  <a:pos x="T6" y="T7"/>
                </a:cxn>
                <a:cxn ang="0">
                  <a:pos x="T8" y="T9"/>
                </a:cxn>
              </a:cxnLst>
              <a:rect l="0" t="0" r="r" b="b"/>
              <a:pathLst>
                <a:path w="21600" h="21270" fill="none">
                  <a:moveTo>
                    <a:pt x="3761" y="0"/>
                  </a:moveTo>
                  <a:cubicBezTo>
                    <a:pt x="14079" y="1825"/>
                    <a:pt x="21600" y="10791"/>
                    <a:pt x="21600" y="21270"/>
                  </a:cubicBezTo>
                </a:path>
                <a:path w="21600" h="21270" stroke="0">
                  <a:moveTo>
                    <a:pt x="3761" y="0"/>
                  </a:moveTo>
                  <a:cubicBezTo>
                    <a:pt x="14079" y="1825"/>
                    <a:pt x="21600" y="10791"/>
                    <a:pt x="21600" y="21270"/>
                  </a:cubicBezTo>
                  <a:lnTo>
                    <a:pt x="0" y="21270"/>
                  </a:lnTo>
                  <a:close/>
                </a:path>
              </a:pathLst>
            </a:custGeom>
            <a:noFill/>
            <a:ln w="28575">
              <a:solidFill>
                <a:srgbClr val="FFCC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9465" name="Rectangle 10"/>
            <p:cNvSpPr>
              <a:spLocks noChangeArrowheads="1"/>
            </p:cNvSpPr>
            <p:nvPr/>
          </p:nvSpPr>
          <p:spPr bwMode="auto">
            <a:xfrm>
              <a:off x="4416" y="1163"/>
              <a:ext cx="720" cy="48"/>
            </a:xfrm>
            <a:prstGeom prst="rect">
              <a:avLst/>
            </a:prstGeom>
            <a:solidFill>
              <a:schemeClr val="accent1"/>
            </a:solidFill>
            <a:ln w="9525">
              <a:solidFill>
                <a:schemeClr val="tx1"/>
              </a:solidFill>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9466" name="Oval 11"/>
            <p:cNvSpPr>
              <a:spLocks noChangeArrowheads="1"/>
            </p:cNvSpPr>
            <p:nvPr/>
          </p:nvSpPr>
          <p:spPr bwMode="auto">
            <a:xfrm>
              <a:off x="4224" y="1931"/>
              <a:ext cx="1056" cy="384"/>
            </a:xfrm>
            <a:prstGeom prst="ellipse">
              <a:avLst/>
            </a:prstGeom>
            <a:noFill/>
            <a:ln w="28575">
              <a:solidFill>
                <a:srgbClr val="0000FF"/>
              </a:solidFill>
              <a:prstDash val="dash"/>
              <a:round/>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9467" name="Line 12"/>
            <p:cNvSpPr>
              <a:spLocks noChangeShapeType="1"/>
            </p:cNvSpPr>
            <p:nvPr/>
          </p:nvSpPr>
          <p:spPr bwMode="auto">
            <a:xfrm>
              <a:off x="4224" y="2123"/>
              <a:ext cx="0" cy="624"/>
            </a:xfrm>
            <a:prstGeom prst="line">
              <a:avLst/>
            </a:prstGeom>
            <a:noFill/>
            <a:ln w="28575">
              <a:solidFill>
                <a:srgbClr val="0000FF"/>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9468" name="Line 13"/>
            <p:cNvSpPr>
              <a:spLocks noChangeShapeType="1"/>
            </p:cNvSpPr>
            <p:nvPr/>
          </p:nvSpPr>
          <p:spPr bwMode="auto">
            <a:xfrm flipV="1">
              <a:off x="4224" y="1643"/>
              <a:ext cx="288" cy="480"/>
            </a:xfrm>
            <a:prstGeom prst="line">
              <a:avLst/>
            </a:prstGeom>
            <a:noFill/>
            <a:ln w="38100">
              <a:solidFill>
                <a:srgbClr val="FF3399"/>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9469" name="Line 14"/>
            <p:cNvSpPr>
              <a:spLocks noChangeShapeType="1"/>
            </p:cNvSpPr>
            <p:nvPr/>
          </p:nvSpPr>
          <p:spPr bwMode="auto">
            <a:xfrm flipV="1">
              <a:off x="4752" y="2112"/>
              <a:ext cx="528" cy="48"/>
            </a:xfrm>
            <a:prstGeom prst="line">
              <a:avLst/>
            </a:prstGeom>
            <a:noFill/>
            <a:ln w="25400">
              <a:solidFill>
                <a:srgbClr val="FF6600"/>
              </a:solidFill>
              <a:prstDash val="dash"/>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470" name="Object 15"/>
            <p:cNvGraphicFramePr/>
            <p:nvPr/>
          </p:nvGraphicFramePr>
          <p:xfrm>
            <a:off x="4560" y="2027"/>
            <a:ext cx="188" cy="216"/>
          </p:xfrm>
          <a:graphic>
            <a:graphicData uri="http://schemas.openxmlformats.org/presentationml/2006/ole">
              <mc:AlternateContent xmlns:mc="http://schemas.openxmlformats.org/markup-compatibility/2006">
                <mc:Choice xmlns:v="urn:schemas-microsoft-com:vml" Requires="v">
                  <p:oleObj spid="_x0000_s62572" name="" r:id="rId5" imgW="165100" imgH="190500" progId="Equation.3">
                    <p:embed/>
                  </p:oleObj>
                </mc:Choice>
                <mc:Fallback>
                  <p:oleObj name="" r:id="rId5" imgW="165100" imgH="190500" progId="Equation.3">
                    <p:embed/>
                    <p:pic>
                      <p:nvPicPr>
                        <p:cNvPr id="0" name="Object 1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0" y="2027"/>
                          <a:ext cx="18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71" name="Object 16"/>
            <p:cNvGraphicFramePr/>
            <p:nvPr/>
          </p:nvGraphicFramePr>
          <p:xfrm>
            <a:off x="4634" y="873"/>
            <a:ext cx="232" cy="317"/>
          </p:xfrm>
          <a:graphic>
            <a:graphicData uri="http://schemas.openxmlformats.org/presentationml/2006/ole">
              <mc:AlternateContent xmlns:mc="http://schemas.openxmlformats.org/markup-compatibility/2006">
                <mc:Choice xmlns:v="urn:schemas-microsoft-com:vml" Requires="v">
                  <p:oleObj spid="_x0000_s62573" name="" r:id="rId7" imgW="203200" imgH="279400" progId="Equation.3">
                    <p:embed/>
                  </p:oleObj>
                </mc:Choice>
                <mc:Fallback>
                  <p:oleObj name="" r:id="rId7" imgW="203200" imgH="279400" progId="Equation.3">
                    <p:embed/>
                    <p:pic>
                      <p:nvPicPr>
                        <p:cNvPr id="0" name="Object 1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4" y="873"/>
                          <a:ext cx="23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72" name="Object 17"/>
            <p:cNvGraphicFramePr/>
            <p:nvPr/>
          </p:nvGraphicFramePr>
          <p:xfrm>
            <a:off x="3936" y="2027"/>
            <a:ext cx="240" cy="200"/>
          </p:xfrm>
          <a:graphic>
            <a:graphicData uri="http://schemas.openxmlformats.org/presentationml/2006/ole">
              <mc:AlternateContent xmlns:mc="http://schemas.openxmlformats.org/markup-compatibility/2006">
                <mc:Choice xmlns:v="urn:schemas-microsoft-com:vml" Requires="v">
                  <p:oleObj spid="_x0000_s62574" name="" r:id="rId9" imgW="228600" imgH="190500" progId="Equation.3">
                    <p:embed/>
                  </p:oleObj>
                </mc:Choice>
                <mc:Fallback>
                  <p:oleObj name="" r:id="rId9" imgW="228600" imgH="190500" progId="Equation.3">
                    <p:embed/>
                    <p:pic>
                      <p:nvPicPr>
                        <p:cNvPr id="0" name="Object 1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36" y="2027"/>
                          <a:ext cx="240"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73" name="Object 18"/>
            <p:cNvGraphicFramePr/>
            <p:nvPr/>
          </p:nvGraphicFramePr>
          <p:xfrm>
            <a:off x="3984" y="2459"/>
            <a:ext cx="198" cy="272"/>
          </p:xfrm>
          <a:graphic>
            <a:graphicData uri="http://schemas.openxmlformats.org/presentationml/2006/ole">
              <mc:AlternateContent xmlns:mc="http://schemas.openxmlformats.org/markup-compatibility/2006">
                <mc:Choice xmlns:v="urn:schemas-microsoft-com:vml" Requires="v">
                  <p:oleObj spid="_x0000_s62575" name="" r:id="rId11" imgW="203200" imgH="279400" progId="Equation.3">
                    <p:embed/>
                  </p:oleObj>
                </mc:Choice>
                <mc:Fallback>
                  <p:oleObj name="" r:id="rId11" imgW="203200" imgH="279400" progId="Equation.3">
                    <p:embed/>
                    <p:pic>
                      <p:nvPicPr>
                        <p:cNvPr id="0" name="Object 1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84" y="2459"/>
                          <a:ext cx="19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74" name="Object 19"/>
            <p:cNvGraphicFramePr/>
            <p:nvPr/>
          </p:nvGraphicFramePr>
          <p:xfrm>
            <a:off x="4199" y="1547"/>
            <a:ext cx="201" cy="264"/>
          </p:xfrm>
          <a:graphic>
            <a:graphicData uri="http://schemas.openxmlformats.org/presentationml/2006/ole">
              <mc:AlternateContent xmlns:mc="http://schemas.openxmlformats.org/markup-compatibility/2006">
                <mc:Choice xmlns:v="urn:schemas-microsoft-com:vml" Requires="v">
                  <p:oleObj spid="_x0000_s62576" name="" r:id="rId13" imgW="203200" imgH="266065" progId="Equation.3">
                    <p:embed/>
                  </p:oleObj>
                </mc:Choice>
                <mc:Fallback>
                  <p:oleObj name="" r:id="rId13" imgW="203200" imgH="266065" progId="Equation.3">
                    <p:embed/>
                    <p:pic>
                      <p:nvPicPr>
                        <p:cNvPr id="0" name="Object 1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9" y="1547"/>
                          <a:ext cx="201"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75" name="Object 20"/>
            <p:cNvGraphicFramePr/>
            <p:nvPr/>
          </p:nvGraphicFramePr>
          <p:xfrm>
            <a:off x="4896" y="2027"/>
            <a:ext cx="181" cy="192"/>
          </p:xfrm>
          <a:graphic>
            <a:graphicData uri="http://schemas.openxmlformats.org/presentationml/2006/ole">
              <mc:AlternateContent xmlns:mc="http://schemas.openxmlformats.org/markup-compatibility/2006">
                <mc:Choice xmlns:v="urn:schemas-microsoft-com:vml" Requires="v">
                  <p:oleObj spid="_x0000_s62577" name="" r:id="rId15" imgW="215900" imgH="228600" progId="Equation.3">
                    <p:embed/>
                  </p:oleObj>
                </mc:Choice>
                <mc:Fallback>
                  <p:oleObj name="" r:id="rId15" imgW="215900" imgH="228600" progId="Equation.3">
                    <p:embed/>
                    <p:pic>
                      <p:nvPicPr>
                        <p:cNvPr id="0" name="Object 2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96" y="2027"/>
                          <a:ext cx="18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 name="Rectangle 21"/>
          <p:cNvSpPr>
            <a:spLocks noChangeArrowheads="1"/>
          </p:cNvSpPr>
          <p:nvPr/>
        </p:nvSpPr>
        <p:spPr bwMode="auto">
          <a:xfrm>
            <a:off x="2811463" y="2205038"/>
            <a:ext cx="620712" cy="1382712"/>
          </a:xfrm>
          <a:prstGeom prst="rect">
            <a:avLst/>
          </a:prstGeom>
          <a:gradFill rotWithShape="0">
            <a:gsLst>
              <a:gs pos="0">
                <a:schemeClr val="accent1"/>
              </a:gs>
              <a:gs pos="50000">
                <a:srgbClr val="FFFFFF"/>
              </a:gs>
              <a:gs pos="100000">
                <a:schemeClr val="accent1"/>
              </a:gs>
            </a:gsLst>
            <a:lin ang="0" scaled="1"/>
          </a:gradFill>
          <a:ln w="9525">
            <a:solidFill>
              <a:schemeClr val="tx2"/>
            </a:solidFill>
            <a:miter lim="800000"/>
          </a:ln>
          <a:effectLst/>
        </p:spPr>
        <p:txBody>
          <a:bodyPr>
            <a:spAutoFit/>
          </a:bodyPr>
          <a:lstStyle/>
          <a:p>
            <a:pPr algn="ctr">
              <a:buFontTx/>
              <a:buNone/>
              <a:defRPr/>
            </a:pPr>
            <a:r>
              <a:rPr kumimoji="1" lang="zh-CN" altLang="en-US" sz="2800" b="0" dirty="0">
                <a:latin typeface="Times New Roman" panose="02020603050405020304" pitchFamily="18" charset="0"/>
              </a:rPr>
              <a:t>圆锥摆</a:t>
            </a:r>
            <a:endParaRPr kumimoji="1" lang="zh-CN" altLang="en-US" sz="2800" b="0" dirty="0">
              <a:latin typeface="Times New Roman" panose="02020603050405020304" pitchFamily="18" charset="0"/>
            </a:endParaRPr>
          </a:p>
        </p:txBody>
      </p:sp>
      <p:sp>
        <p:nvSpPr>
          <p:cNvPr id="19477" name="Rectangle 22"/>
          <p:cNvSpPr>
            <a:spLocks noChangeArrowheads="1"/>
          </p:cNvSpPr>
          <p:nvPr/>
        </p:nvSpPr>
        <p:spPr bwMode="auto">
          <a:xfrm>
            <a:off x="6816725" y="1624014"/>
            <a:ext cx="25923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a:solidFill>
                  <a:srgbClr val="000066"/>
                </a:solidFill>
                <a:latin typeface="Times New Roman" panose="02020603050405020304" pitchFamily="18" charset="0"/>
              </a:rPr>
              <a:t>圆锥摆系统</a:t>
            </a:r>
            <a:endParaRPr lang="zh-CN" altLang="en-US" sz="3200" b="1">
              <a:solidFill>
                <a:srgbClr val="000066"/>
              </a:solidFill>
              <a:latin typeface="Times New Roman" panose="02020603050405020304" pitchFamily="18" charset="0"/>
            </a:endParaRPr>
          </a:p>
        </p:txBody>
      </p:sp>
      <p:sp>
        <p:nvSpPr>
          <p:cNvPr id="4" name="Rectangle 23"/>
          <p:cNvSpPr>
            <a:spLocks noChangeArrowheads="1"/>
          </p:cNvSpPr>
          <p:nvPr/>
        </p:nvSpPr>
        <p:spPr bwMode="auto">
          <a:xfrm>
            <a:off x="7103245" y="2214021"/>
            <a:ext cx="2879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FF0000"/>
                </a:solidFill>
                <a:latin typeface="Times New Roman" panose="02020603050405020304" pitchFamily="18" charset="0"/>
              </a:rPr>
              <a:t>动量不守恒；</a:t>
            </a:r>
            <a:endParaRPr lang="zh-CN" altLang="en-US" sz="3200" b="1" dirty="0">
              <a:solidFill>
                <a:srgbClr val="FF0000"/>
              </a:solidFill>
              <a:latin typeface="Times New Roman" panose="02020603050405020304" pitchFamily="18" charset="0"/>
            </a:endParaRPr>
          </a:p>
        </p:txBody>
      </p:sp>
      <p:sp>
        <p:nvSpPr>
          <p:cNvPr id="5" name="Rectangle 24"/>
          <p:cNvSpPr>
            <a:spLocks noChangeArrowheads="1"/>
          </p:cNvSpPr>
          <p:nvPr/>
        </p:nvSpPr>
        <p:spPr bwMode="auto">
          <a:xfrm>
            <a:off x="7063558" y="3077621"/>
            <a:ext cx="2632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FF0000"/>
                </a:solidFill>
                <a:latin typeface="Times New Roman" panose="02020603050405020304" pitchFamily="18" charset="0"/>
              </a:rPr>
              <a:t>角动量守恒；</a:t>
            </a:r>
            <a:endParaRPr lang="zh-CN" altLang="en-US" sz="3200" b="1" dirty="0">
              <a:solidFill>
                <a:srgbClr val="FF0000"/>
              </a:solidFill>
              <a:latin typeface="Times New Roman" panose="02020603050405020304" pitchFamily="18" charset="0"/>
            </a:endParaRPr>
          </a:p>
        </p:txBody>
      </p:sp>
      <p:sp>
        <p:nvSpPr>
          <p:cNvPr id="6" name="Rectangle 25"/>
          <p:cNvSpPr>
            <a:spLocks noChangeArrowheads="1"/>
          </p:cNvSpPr>
          <p:nvPr/>
        </p:nvSpPr>
        <p:spPr bwMode="auto">
          <a:xfrm>
            <a:off x="7103244" y="3915821"/>
            <a:ext cx="28082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dirty="0">
                <a:solidFill>
                  <a:srgbClr val="FF0000"/>
                </a:solidFill>
                <a:latin typeface="Times New Roman" panose="02020603050405020304" pitchFamily="18" charset="0"/>
              </a:rPr>
              <a:t>机械能守恒．</a:t>
            </a:r>
            <a:endParaRPr lang="zh-CN" altLang="en-US" sz="3200" b="1" dirty="0">
              <a:solidFill>
                <a:srgbClr val="FF0000"/>
              </a:solidFill>
              <a:latin typeface="Times New Roman" panose="02020603050405020304" pitchFamily="18" charset="0"/>
            </a:endParaRPr>
          </a:p>
        </p:txBody>
      </p:sp>
      <p:sp>
        <p:nvSpPr>
          <p:cNvPr id="19481" name="Rectangle 26"/>
          <p:cNvSpPr>
            <a:spLocks noChangeArrowheads="1"/>
          </p:cNvSpPr>
          <p:nvPr/>
        </p:nvSpPr>
        <p:spPr bwMode="auto">
          <a:xfrm>
            <a:off x="2566987" y="1604060"/>
            <a:ext cx="3529013" cy="3166378"/>
          </a:xfrm>
          <a:prstGeom prst="rect">
            <a:avLst/>
          </a:prstGeom>
          <a:noFill/>
          <a:ln w="19050">
            <a:solidFill>
              <a:srgbClr val="003366"/>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pSp>
        <p:nvGrpSpPr>
          <p:cNvPr id="27" name="Group 14"/>
          <p:cNvGrpSpPr/>
          <p:nvPr/>
        </p:nvGrpSpPr>
        <p:grpSpPr bwMode="auto">
          <a:xfrm>
            <a:off x="1487488" y="116632"/>
            <a:ext cx="1238250" cy="685800"/>
            <a:chOff x="431" y="618"/>
            <a:chExt cx="780" cy="432"/>
          </a:xfrm>
        </p:grpSpPr>
        <p:sp>
          <p:nvSpPr>
            <p:cNvPr id="28" name="AutoShape 15"/>
            <p:cNvSpPr>
              <a:spLocks noChangeArrowheads="1"/>
            </p:cNvSpPr>
            <p:nvPr/>
          </p:nvSpPr>
          <p:spPr bwMode="auto">
            <a:xfrm>
              <a:off x="431" y="618"/>
              <a:ext cx="771" cy="432"/>
            </a:xfrm>
            <a:prstGeom prst="horizontalScroll">
              <a:avLst>
                <a:gd name="adj" fmla="val 12500"/>
              </a:avLst>
            </a:prstGeom>
            <a:gradFill rotWithShape="1">
              <a:gsLst>
                <a:gs pos="0">
                  <a:srgbClr val="EDFFD2"/>
                </a:gs>
                <a:gs pos="50000">
                  <a:schemeClr val="bg1"/>
                </a:gs>
                <a:gs pos="100000">
                  <a:srgbClr val="EDFFD2"/>
                </a:gs>
              </a:gsLst>
              <a:lin ang="5400000" scaled="1"/>
            </a:gradFill>
            <a:ln w="19050">
              <a:solidFill>
                <a:srgbClr val="008080"/>
              </a:solidFill>
              <a:round/>
            </a:ln>
            <a:effectLst/>
          </p:spPr>
          <p:txBody>
            <a:bodyPr wrap="none" anchor="ctr"/>
            <a:lstStyle/>
            <a:p>
              <a:pPr>
                <a:buFontTx/>
                <a:buNone/>
                <a:defRPr/>
              </a:pPr>
              <a:endParaRPr lang="zh-CN" altLang="en-US"/>
            </a:p>
          </p:txBody>
        </p:sp>
        <p:sp>
          <p:nvSpPr>
            <p:cNvPr id="29" name="Text Box 16"/>
            <p:cNvSpPr txBox="1">
              <a:spLocks noChangeArrowheads="1"/>
            </p:cNvSpPr>
            <p:nvPr/>
          </p:nvSpPr>
          <p:spPr bwMode="auto">
            <a:xfrm>
              <a:off x="494" y="661"/>
              <a:ext cx="71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dirty="0">
                  <a:solidFill>
                    <a:srgbClr val="CC0000"/>
                  </a:solidFill>
                  <a:latin typeface="Times New Roman" panose="02020603050405020304" pitchFamily="18" charset="0"/>
                </a:rPr>
                <a:t>讨 论</a:t>
              </a:r>
              <a:endParaRPr lang="zh-CN" altLang="en-US" sz="3200" b="1" dirty="0">
                <a:solidFill>
                  <a:srgbClr val="CC0000"/>
                </a:solidFill>
                <a:latin typeface="Times New Roman" panose="02020603050405020304" pitchFamily="18" charset="0"/>
              </a:endParaRPr>
            </a:p>
          </p:txBody>
        </p:sp>
      </p:grpSp>
    </p:spTree>
    <p:custDataLst>
      <p:tags r:id="rId17"/>
    </p:custDataLst>
  </p:cSld>
  <p:clrMapOvr>
    <a:masterClrMapping/>
  </p:clrMapOvr>
  <p:transition spd="med" advTm="114182">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2"/>
          <p:cNvSpPr txBox="1">
            <a:spLocks noChangeArrowheads="1"/>
          </p:cNvSpPr>
          <p:nvPr/>
        </p:nvSpPr>
        <p:spPr bwMode="auto">
          <a:xfrm>
            <a:off x="623403" y="765176"/>
            <a:ext cx="6912462" cy="296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sz="3200" b="1" dirty="0">
                <a:solidFill>
                  <a:srgbClr val="CC0000"/>
                </a:solidFill>
                <a:latin typeface="Times New Roman" panose="02020603050405020304" pitchFamily="18" charset="0"/>
              </a:rPr>
              <a:t>       </a:t>
            </a:r>
            <a:r>
              <a:rPr lang="zh-CN" altLang="en-US" sz="3200" b="1" dirty="0">
                <a:solidFill>
                  <a:srgbClr val="CC0000"/>
                </a:solidFill>
                <a:latin typeface="Times New Roman" panose="02020603050405020304" pitchFamily="18" charset="0"/>
              </a:rPr>
              <a:t>例</a:t>
            </a:r>
            <a:r>
              <a:rPr lang="en-US" altLang="zh-CN" sz="3200" b="1" dirty="0">
                <a:solidFill>
                  <a:srgbClr val="1C1C1C"/>
                </a:solidFill>
                <a:latin typeface="Times New Roman" panose="02020603050405020304" pitchFamily="18" charset="0"/>
              </a:rPr>
              <a:t>  </a:t>
            </a:r>
            <a:r>
              <a:rPr lang="zh-CN" altLang="en-US" sz="3200" b="1" dirty="0">
                <a:solidFill>
                  <a:srgbClr val="1C1C1C"/>
                </a:solidFill>
                <a:latin typeface="Times New Roman" panose="02020603050405020304" pitchFamily="18" charset="0"/>
              </a:rPr>
              <a:t>一长为 </a:t>
            </a:r>
            <a:r>
              <a:rPr lang="en-US" altLang="zh-CN" sz="3200" i="1" dirty="0">
                <a:solidFill>
                  <a:srgbClr val="1C1C1C"/>
                </a:solidFill>
                <a:latin typeface="Times New Roman" panose="02020603050405020304" pitchFamily="18" charset="0"/>
              </a:rPr>
              <a:t>l</a:t>
            </a:r>
            <a:r>
              <a:rPr lang="en-US" altLang="zh-CN" sz="3200" b="1" i="1" dirty="0">
                <a:solidFill>
                  <a:srgbClr val="1C1C1C"/>
                </a:solidFill>
                <a:latin typeface="Times New Roman" panose="02020603050405020304" pitchFamily="18" charset="0"/>
              </a:rPr>
              <a:t>  </a:t>
            </a:r>
            <a:r>
              <a:rPr lang="en-US" altLang="zh-CN" sz="3200" b="1" dirty="0">
                <a:solidFill>
                  <a:srgbClr val="1C1C1C"/>
                </a:solidFill>
                <a:latin typeface="Times New Roman" panose="02020603050405020304" pitchFamily="18" charset="0"/>
              </a:rPr>
              <a:t>, </a:t>
            </a:r>
            <a:r>
              <a:rPr lang="zh-CN" altLang="en-US" sz="3200" b="1" dirty="0">
                <a:solidFill>
                  <a:srgbClr val="1C1C1C"/>
                </a:solidFill>
                <a:latin typeface="Times New Roman" panose="02020603050405020304" pitchFamily="18" charset="0"/>
              </a:rPr>
              <a:t>质量为</a:t>
            </a:r>
            <a:r>
              <a:rPr lang="en-US" altLang="zh-CN" sz="3200" i="1" dirty="0">
                <a:solidFill>
                  <a:srgbClr val="1C1C1C"/>
                </a:solidFill>
                <a:latin typeface="Times New Roman" panose="02020603050405020304" pitchFamily="18" charset="0"/>
              </a:rPr>
              <a:t>m</a:t>
            </a:r>
            <a:r>
              <a:rPr lang="en-US" altLang="zh-CN" sz="3200" dirty="0">
                <a:solidFill>
                  <a:srgbClr val="1C1C1C"/>
                </a:solidFill>
                <a:latin typeface="Book Antiqua" panose="02040602050305030304" pitchFamily="18" charset="0"/>
              </a:rPr>
              <a:t>’</a:t>
            </a:r>
            <a:r>
              <a:rPr lang="zh-CN" altLang="en-US" sz="3200" b="1" dirty="0">
                <a:solidFill>
                  <a:srgbClr val="1C1C1C"/>
                </a:solidFill>
                <a:latin typeface="Times New Roman" panose="02020603050405020304" pitchFamily="18" charset="0"/>
              </a:rPr>
              <a:t>的杆可绕支点</a:t>
            </a:r>
            <a:r>
              <a:rPr lang="en-US" altLang="zh-CN" sz="3200" i="1" dirty="0">
                <a:solidFill>
                  <a:srgbClr val="1C1C1C"/>
                </a:solidFill>
                <a:latin typeface="Times New Roman" panose="02020603050405020304" pitchFamily="18" charset="0"/>
              </a:rPr>
              <a:t>O</a:t>
            </a:r>
            <a:r>
              <a:rPr lang="zh-CN" altLang="en-US" sz="3200" b="1" dirty="0">
                <a:solidFill>
                  <a:srgbClr val="1C1C1C"/>
                </a:solidFill>
                <a:latin typeface="Times New Roman" panose="02020603050405020304" pitchFamily="18" charset="0"/>
              </a:rPr>
              <a:t>自由转动．一质量为</a:t>
            </a:r>
            <a:r>
              <a:rPr lang="en-US" altLang="zh-CN" sz="3200" i="1" dirty="0">
                <a:solidFill>
                  <a:srgbClr val="1C1C1C"/>
                </a:solidFill>
                <a:latin typeface="Times New Roman" panose="02020603050405020304" pitchFamily="18" charset="0"/>
              </a:rPr>
              <a:t>m</a:t>
            </a:r>
            <a:r>
              <a:rPr lang="zh-CN" altLang="en-US" sz="3200" b="1" dirty="0">
                <a:solidFill>
                  <a:srgbClr val="1C1C1C"/>
                </a:solidFill>
                <a:latin typeface="Times New Roman" panose="02020603050405020304" pitchFamily="18" charset="0"/>
              </a:rPr>
              <a:t>、速率为</a:t>
            </a:r>
            <a:r>
              <a:rPr lang="en-US" altLang="zh-CN" sz="3200" i="1" dirty="0">
                <a:solidFill>
                  <a:srgbClr val="1C1C1C"/>
                </a:solidFill>
                <a:latin typeface="Book Antiqua" panose="02040602050305030304" pitchFamily="18" charset="0"/>
              </a:rPr>
              <a:t>v</a:t>
            </a:r>
            <a:r>
              <a:rPr lang="en-US" altLang="zh-CN" sz="3200" dirty="0">
                <a:solidFill>
                  <a:srgbClr val="1C1C1C"/>
                </a:solidFill>
                <a:latin typeface="Times New Roman" panose="02020603050405020304" pitchFamily="18" charset="0"/>
              </a:rPr>
              <a:t> </a:t>
            </a:r>
            <a:r>
              <a:rPr lang="zh-CN" altLang="en-US" sz="3200" b="1" dirty="0">
                <a:solidFill>
                  <a:srgbClr val="1C1C1C"/>
                </a:solidFill>
                <a:latin typeface="Times New Roman" panose="02020603050405020304" pitchFamily="18" charset="0"/>
              </a:rPr>
              <a:t>的子弹</a:t>
            </a:r>
            <a:r>
              <a:rPr lang="zh-CN" altLang="en-US" sz="3200" dirty="0">
                <a:solidFill>
                  <a:srgbClr val="1C1C1C"/>
                </a:solidFill>
                <a:latin typeface="Times New Roman" panose="02020603050405020304" pitchFamily="18" charset="0"/>
              </a:rPr>
              <a:t>射入杆内</a:t>
            </a:r>
            <a:r>
              <a:rPr lang="zh-CN" altLang="en-US" sz="3200" b="1" dirty="0">
                <a:solidFill>
                  <a:srgbClr val="1C1C1C"/>
                </a:solidFill>
                <a:latin typeface="Times New Roman" panose="02020603050405020304" pitchFamily="18" charset="0"/>
              </a:rPr>
              <a:t>距支点为</a:t>
            </a:r>
            <a:r>
              <a:rPr lang="en-US" altLang="zh-CN" sz="3200" i="1" dirty="0">
                <a:solidFill>
                  <a:srgbClr val="1C1C1C"/>
                </a:solidFill>
                <a:latin typeface="Times New Roman" panose="02020603050405020304" pitchFamily="18" charset="0"/>
              </a:rPr>
              <a:t>a</a:t>
            </a:r>
            <a:r>
              <a:rPr lang="en-US" altLang="zh-CN" sz="3200" dirty="0">
                <a:solidFill>
                  <a:srgbClr val="1C1C1C"/>
                </a:solidFill>
                <a:latin typeface="Times New Roman" panose="02020603050405020304" pitchFamily="18" charset="0"/>
              </a:rPr>
              <a:t> </a:t>
            </a:r>
            <a:r>
              <a:rPr lang="zh-CN" altLang="en-US" sz="3200" b="1" dirty="0">
                <a:solidFill>
                  <a:srgbClr val="1C1C1C"/>
                </a:solidFill>
                <a:latin typeface="Times New Roman" panose="02020603050405020304" pitchFamily="18" charset="0"/>
              </a:rPr>
              <a:t>处，</a:t>
            </a:r>
            <a:r>
              <a:rPr lang="zh-CN" altLang="en-US" sz="3200" dirty="0">
                <a:solidFill>
                  <a:srgbClr val="1C1C1C"/>
                </a:solidFill>
                <a:latin typeface="Times New Roman" panose="02020603050405020304" pitchFamily="18" charset="0"/>
              </a:rPr>
              <a:t>使杆的</a:t>
            </a:r>
            <a:r>
              <a:rPr lang="zh-CN" altLang="en-US" sz="3200" b="1" dirty="0">
                <a:solidFill>
                  <a:srgbClr val="1C1C1C"/>
                </a:solidFill>
                <a:latin typeface="Times New Roman" panose="02020603050405020304" pitchFamily="18" charset="0"/>
              </a:rPr>
              <a:t>偏转角为</a:t>
            </a:r>
            <a:r>
              <a:rPr lang="en-US" altLang="zh-CN" sz="3200" dirty="0">
                <a:solidFill>
                  <a:srgbClr val="1C1C1C"/>
                </a:solidFill>
                <a:latin typeface="Times New Roman" panose="02020603050405020304" pitchFamily="18" charset="0"/>
              </a:rPr>
              <a:t>30</a:t>
            </a:r>
            <a:r>
              <a:rPr lang="en-US" altLang="zh-CN" sz="3200" baseline="50000" dirty="0">
                <a:solidFill>
                  <a:srgbClr val="1C1C1C"/>
                </a:solidFill>
                <a:latin typeface="Times New Roman" panose="02020603050405020304" pitchFamily="18" charset="0"/>
                <a:cs typeface="Times New Roman" panose="02020603050405020304" pitchFamily="18" charset="0"/>
              </a:rPr>
              <a:t>o</a:t>
            </a:r>
            <a:r>
              <a:rPr lang="en-US" altLang="zh-CN" sz="3200" dirty="0">
                <a:solidFill>
                  <a:srgbClr val="1C1C1C"/>
                </a:solidFill>
                <a:latin typeface="Times New Roman" panose="02020603050405020304" pitchFamily="18" charset="0"/>
                <a:cs typeface="Times New Roman" panose="02020603050405020304" pitchFamily="18" charset="0"/>
              </a:rPr>
              <a:t> </a:t>
            </a:r>
            <a:r>
              <a:rPr lang="en-US" altLang="zh-CN" sz="3200" b="1" dirty="0">
                <a:solidFill>
                  <a:srgbClr val="1C1C1C"/>
                </a:solidFill>
                <a:latin typeface="Times New Roman" panose="02020603050405020304" pitchFamily="18" charset="0"/>
              </a:rPr>
              <a:t>.  </a:t>
            </a:r>
            <a:r>
              <a:rPr lang="zh-CN" altLang="en-US" sz="3200" b="1" dirty="0">
                <a:solidFill>
                  <a:srgbClr val="1C1C1C"/>
                </a:solidFill>
                <a:latin typeface="Times New Roman" panose="02020603050405020304" pitchFamily="18" charset="0"/>
              </a:rPr>
              <a:t>问子弹的初速率为多少</a:t>
            </a:r>
            <a:r>
              <a:rPr lang="en-US" altLang="zh-CN" sz="3200" b="1" dirty="0">
                <a:solidFill>
                  <a:srgbClr val="1C1C1C"/>
                </a:solidFill>
                <a:latin typeface="宋体" panose="02010600030101010101" pitchFamily="2" charset="-122"/>
              </a:rPr>
              <a:t>?</a:t>
            </a:r>
            <a:endParaRPr lang="en-US" altLang="zh-CN" sz="3200" b="1" dirty="0">
              <a:solidFill>
                <a:srgbClr val="1C1C1C"/>
              </a:solidFill>
              <a:latin typeface="宋体" panose="02010600030101010101" pitchFamily="2" charset="-122"/>
            </a:endParaRPr>
          </a:p>
        </p:txBody>
      </p:sp>
      <p:grpSp>
        <p:nvGrpSpPr>
          <p:cNvPr id="24580" name="Group 5"/>
          <p:cNvGrpSpPr/>
          <p:nvPr/>
        </p:nvGrpSpPr>
        <p:grpSpPr bwMode="auto">
          <a:xfrm>
            <a:off x="7535865" y="914281"/>
            <a:ext cx="2743200" cy="2819400"/>
            <a:chOff x="3744" y="1296"/>
            <a:chExt cx="1728" cy="1776"/>
          </a:xfrm>
        </p:grpSpPr>
        <p:sp>
          <p:nvSpPr>
            <p:cNvPr id="24581" name="Rectangle 6"/>
            <p:cNvSpPr>
              <a:spLocks noChangeArrowheads="1"/>
            </p:cNvSpPr>
            <p:nvPr/>
          </p:nvSpPr>
          <p:spPr bwMode="auto">
            <a:xfrm>
              <a:off x="3744" y="1296"/>
              <a:ext cx="1728" cy="1776"/>
            </a:xfrm>
            <a:prstGeom prst="rect">
              <a:avLst/>
            </a:prstGeom>
            <a:solidFill>
              <a:schemeClr val="bg1"/>
            </a:solidFill>
            <a:ln w="9525">
              <a:solidFill>
                <a:schemeClr val="tx1"/>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4582" name="Rectangle 7"/>
            <p:cNvSpPr>
              <a:spLocks noChangeArrowheads="1"/>
            </p:cNvSpPr>
            <p:nvPr/>
          </p:nvSpPr>
          <p:spPr bwMode="auto">
            <a:xfrm rot="-1531348">
              <a:off x="4848" y="1488"/>
              <a:ext cx="96" cy="1392"/>
            </a:xfrm>
            <a:prstGeom prst="rect">
              <a:avLst/>
            </a:prstGeom>
            <a:solidFill>
              <a:schemeClr val="accent1"/>
            </a:solidFill>
            <a:ln w="19050">
              <a:solidFill>
                <a:schemeClr val="tx1"/>
              </a:solidFill>
              <a:prstDash val="dash"/>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4583" name="AutoShape 8"/>
            <p:cNvSpPr>
              <a:spLocks noChangeArrowheads="1"/>
            </p:cNvSpPr>
            <p:nvPr/>
          </p:nvSpPr>
          <p:spPr bwMode="auto">
            <a:xfrm>
              <a:off x="4464" y="1392"/>
              <a:ext cx="288" cy="192"/>
            </a:xfrm>
            <a:custGeom>
              <a:avLst/>
              <a:gdLst>
                <a:gd name="T0" fmla="*/ 0 w 21600"/>
                <a:gd name="T1" fmla="*/ 0 h 21600"/>
                <a:gd name="T2" fmla="*/ 5400 w 21600"/>
                <a:gd name="T3" fmla="*/ 21600 h 21600"/>
                <a:gd name="T4" fmla="*/ 16200 w 21600"/>
                <a:gd name="T5" fmla="*/ 21600 h 21600"/>
                <a:gd name="T6" fmla="*/ 21600 w 21600"/>
                <a:gd name="T7" fmla="*/ 0 h 21600"/>
              </a:gdLst>
              <a:ahLst/>
              <a:cxnLst>
                <a:cxn ang="0">
                  <a:pos x="T0" y="T1"/>
                </a:cxn>
                <a:cxn ang="0">
                  <a:pos x="T2" y="T3"/>
                </a:cxn>
                <a:cxn ang="0">
                  <a:pos x="T4" y="T5"/>
                </a:cxn>
                <a:cxn ang="0">
                  <a:pos x="T6" y="T7"/>
                </a:cxn>
              </a:cxnLst>
              <a:rect l="0" t="0" r="r" b="b"/>
              <a:pathLst>
                <a:path w="21600" h="21600">
                  <a:moveTo>
                    <a:pt x="0" y="0"/>
                  </a:moveTo>
                  <a:lnTo>
                    <a:pt x="5400" y="21600"/>
                  </a:lnTo>
                  <a:lnTo>
                    <a:pt x="16200" y="21600"/>
                  </a:lnTo>
                  <a:lnTo>
                    <a:pt x="21600" y="0"/>
                  </a:lnTo>
                  <a:close/>
                </a:path>
              </a:pathLst>
            </a:custGeom>
            <a:solidFill>
              <a:srgbClr val="D6CC86"/>
            </a:solidFill>
            <a:ln w="9525">
              <a:solidFill>
                <a:schemeClr val="tx1"/>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4584" name="Oval 9"/>
            <p:cNvSpPr>
              <a:spLocks noChangeArrowheads="1"/>
            </p:cNvSpPr>
            <p:nvPr/>
          </p:nvSpPr>
          <p:spPr bwMode="auto">
            <a:xfrm>
              <a:off x="4572" y="1527"/>
              <a:ext cx="60" cy="43"/>
            </a:xfrm>
            <a:prstGeom prst="ellipse">
              <a:avLst/>
            </a:prstGeom>
            <a:solidFill>
              <a:srgbClr val="FF0000"/>
            </a:solidFill>
            <a:ln w="9525">
              <a:solidFill>
                <a:schemeClr val="tx1"/>
              </a:solidFill>
              <a:round/>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5370" name="Rectangle 10"/>
            <p:cNvSpPr>
              <a:spLocks noChangeArrowheads="1"/>
            </p:cNvSpPr>
            <p:nvPr/>
          </p:nvSpPr>
          <p:spPr bwMode="auto">
            <a:xfrm>
              <a:off x="4560" y="1584"/>
              <a:ext cx="96" cy="1392"/>
            </a:xfrm>
            <a:prstGeom prst="rect">
              <a:avLst/>
            </a:prstGeom>
            <a:gradFill rotWithShape="0">
              <a:gsLst>
                <a:gs pos="0">
                  <a:schemeClr val="accent1">
                    <a:gamma/>
                    <a:shade val="76078"/>
                    <a:invGamma/>
                  </a:schemeClr>
                </a:gs>
                <a:gs pos="50000">
                  <a:schemeClr val="accent1"/>
                </a:gs>
                <a:gs pos="100000">
                  <a:schemeClr val="accent1">
                    <a:gamma/>
                    <a:shade val="76078"/>
                    <a:invGamma/>
                  </a:schemeClr>
                </a:gs>
              </a:gsLst>
              <a:lin ang="0" scaled="1"/>
            </a:gradFill>
            <a:ln w="9525">
              <a:solidFill>
                <a:schemeClr val="tx1"/>
              </a:solidFill>
              <a:miter lim="800000"/>
            </a:ln>
            <a:effectLst/>
          </p:spPr>
          <p:txBody>
            <a:bodyPr vert="eaVert" wrap="none" anchor="ctr"/>
            <a:lstStyle/>
            <a:p>
              <a:pPr>
                <a:buFontTx/>
                <a:buNone/>
                <a:defRPr/>
              </a:pPr>
              <a:endParaRPr lang="zh-CN" altLang="en-US"/>
            </a:p>
          </p:txBody>
        </p:sp>
        <p:sp>
          <p:nvSpPr>
            <p:cNvPr id="24586" name="AutoShape 11"/>
            <p:cNvSpPr>
              <a:spLocks noChangeArrowheads="1"/>
            </p:cNvSpPr>
            <p:nvPr/>
          </p:nvSpPr>
          <p:spPr bwMode="auto">
            <a:xfrm>
              <a:off x="4362" y="2661"/>
              <a:ext cx="192" cy="96"/>
            </a:xfrm>
            <a:prstGeom prst="homePlate">
              <a:avLst>
                <a:gd name="adj" fmla="val 50000"/>
              </a:avLst>
            </a:prstGeom>
            <a:gradFill rotWithShape="0">
              <a:gsLst>
                <a:gs pos="0">
                  <a:srgbClr val="9B9B00"/>
                </a:gs>
                <a:gs pos="50000">
                  <a:srgbClr val="CCCC00"/>
                </a:gs>
                <a:gs pos="100000">
                  <a:srgbClr val="9B9B00"/>
                </a:gs>
              </a:gsLst>
              <a:lin ang="5400000" scaled="1"/>
            </a:gradFill>
            <a:ln w="19050">
              <a:solidFill>
                <a:srgbClr val="000000"/>
              </a:solidFill>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4587" name="Line 12"/>
            <p:cNvSpPr>
              <a:spLocks noChangeShapeType="1"/>
            </p:cNvSpPr>
            <p:nvPr/>
          </p:nvSpPr>
          <p:spPr bwMode="auto">
            <a:xfrm>
              <a:off x="4176" y="2832"/>
              <a:ext cx="336" cy="0"/>
            </a:xfrm>
            <a:prstGeom prst="line">
              <a:avLst/>
            </a:prstGeom>
            <a:noFill/>
            <a:ln w="28575">
              <a:solidFill>
                <a:srgbClr val="FF00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4588" name="Object 13"/>
            <p:cNvGraphicFramePr/>
            <p:nvPr/>
          </p:nvGraphicFramePr>
          <p:xfrm>
            <a:off x="4320" y="1488"/>
            <a:ext cx="188" cy="216"/>
          </p:xfrm>
          <a:graphic>
            <a:graphicData uri="http://schemas.openxmlformats.org/presentationml/2006/ole">
              <mc:AlternateContent xmlns:mc="http://schemas.openxmlformats.org/markup-compatibility/2006">
                <mc:Choice xmlns:v="urn:schemas-microsoft-com:vml" Requires="v">
                  <p:oleObj spid="_x0000_s59478" name="" r:id="rId1" imgW="165100" imgH="190500" progId="Equation.3">
                    <p:embed/>
                  </p:oleObj>
                </mc:Choice>
                <mc:Fallback>
                  <p:oleObj name="" r:id="rId1" imgW="165100" imgH="190500" progId="Equation.3">
                    <p:embed/>
                    <p:pic>
                      <p:nvPicPr>
                        <p:cNvPr id="0" name="Object 1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0" y="1488"/>
                          <a:ext cx="18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9" name="AutoShape 14"/>
            <p:cNvSpPr>
              <a:spLocks noChangeArrowheads="1"/>
            </p:cNvSpPr>
            <p:nvPr/>
          </p:nvSpPr>
          <p:spPr bwMode="auto">
            <a:xfrm rot="-1734327">
              <a:off x="4992" y="2496"/>
              <a:ext cx="192" cy="96"/>
            </a:xfrm>
            <a:prstGeom prst="homePlate">
              <a:avLst>
                <a:gd name="adj" fmla="val 50000"/>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4590" name="Line 15"/>
            <p:cNvSpPr>
              <a:spLocks noChangeShapeType="1"/>
            </p:cNvSpPr>
            <p:nvPr/>
          </p:nvSpPr>
          <p:spPr bwMode="auto">
            <a:xfrm flipH="1">
              <a:off x="4032" y="1536"/>
              <a:ext cx="528" cy="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4591" name="Line 16"/>
            <p:cNvSpPr>
              <a:spLocks noChangeShapeType="1"/>
            </p:cNvSpPr>
            <p:nvPr/>
          </p:nvSpPr>
          <p:spPr bwMode="auto">
            <a:xfrm flipH="1">
              <a:off x="4080" y="2709"/>
              <a:ext cx="528" cy="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4592" name="Line 17"/>
            <p:cNvSpPr>
              <a:spLocks noChangeShapeType="1"/>
            </p:cNvSpPr>
            <p:nvPr/>
          </p:nvSpPr>
          <p:spPr bwMode="auto">
            <a:xfrm>
              <a:off x="4176" y="1536"/>
              <a:ext cx="0" cy="1152"/>
            </a:xfrm>
            <a:prstGeom prst="line">
              <a:avLst/>
            </a:prstGeom>
            <a:noFill/>
            <a:ln w="19050">
              <a:solidFill>
                <a:srgbClr val="FF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4593" name="Object 18"/>
            <p:cNvGraphicFramePr/>
            <p:nvPr/>
          </p:nvGraphicFramePr>
          <p:xfrm>
            <a:off x="3936" y="2064"/>
            <a:ext cx="224" cy="240"/>
          </p:xfrm>
          <a:graphic>
            <a:graphicData uri="http://schemas.openxmlformats.org/presentationml/2006/ole">
              <mc:AlternateContent xmlns:mc="http://schemas.openxmlformats.org/markup-compatibility/2006">
                <mc:Choice xmlns:v="urn:schemas-microsoft-com:vml" Requires="v">
                  <p:oleObj spid="_x0000_s59479" name="" r:id="rId3" imgW="177800" imgH="189865" progId="Equation.3">
                    <p:embed/>
                  </p:oleObj>
                </mc:Choice>
                <mc:Fallback>
                  <p:oleObj name="" r:id="rId3" imgW="177800" imgH="189865" progId="Equation.3">
                    <p:embed/>
                    <p:pic>
                      <p:nvPicPr>
                        <p:cNvPr id="0" name="Object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6" y="2064"/>
                          <a:ext cx="22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94" name="Object 19"/>
            <p:cNvGraphicFramePr/>
            <p:nvPr/>
          </p:nvGraphicFramePr>
          <p:xfrm>
            <a:off x="4298" y="1779"/>
            <a:ext cx="255" cy="247"/>
          </p:xfrm>
          <a:graphic>
            <a:graphicData uri="http://schemas.openxmlformats.org/presentationml/2006/ole">
              <mc:AlternateContent xmlns:mc="http://schemas.openxmlformats.org/markup-compatibility/2006">
                <mc:Choice xmlns:v="urn:schemas-microsoft-com:vml" Requires="v">
                  <p:oleObj spid="_x0000_s59480" name="" r:id="rId5" imgW="266065" imgH="316865" progId="Equation.3">
                    <p:embed/>
                  </p:oleObj>
                </mc:Choice>
                <mc:Fallback>
                  <p:oleObj name="" r:id="rId5" imgW="266065" imgH="316865" progId="Equation.3">
                    <p:embed/>
                    <p:pic>
                      <p:nvPicPr>
                        <p:cNvPr id="0" name="Object 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8" y="1779"/>
                          <a:ext cx="255" cy="247"/>
                        </a:xfrm>
                        <a:prstGeom prst="rect">
                          <a:avLst/>
                        </a:prstGeom>
                        <a:noFill/>
                        <a:ln>
                          <a:noFill/>
                        </a:ln>
                      </p:spPr>
                    </p:pic>
                  </p:oleObj>
                </mc:Fallback>
              </mc:AlternateContent>
            </a:graphicData>
          </a:graphic>
        </p:graphicFrame>
        <p:graphicFrame>
          <p:nvGraphicFramePr>
            <p:cNvPr id="24595" name="Object 20"/>
            <p:cNvGraphicFramePr/>
            <p:nvPr/>
          </p:nvGraphicFramePr>
          <p:xfrm>
            <a:off x="3899" y="2688"/>
            <a:ext cx="224" cy="288"/>
          </p:xfrm>
          <a:graphic>
            <a:graphicData uri="http://schemas.openxmlformats.org/presentationml/2006/ole">
              <mc:AlternateContent xmlns:mc="http://schemas.openxmlformats.org/markup-compatibility/2006">
                <mc:Choice xmlns:v="urn:schemas-microsoft-com:vml" Requires="v">
                  <p:oleObj spid="_x0000_s59481" name="" r:id="rId7" imgW="177800" imgH="227965" progId="Equation.3">
                    <p:embed/>
                  </p:oleObj>
                </mc:Choice>
                <mc:Fallback>
                  <p:oleObj name="" r:id="rId7" imgW="177800" imgH="227965" progId="Equation.3">
                    <p:embed/>
                    <p:pic>
                      <p:nvPicPr>
                        <p:cNvPr id="0" name="Object 2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9" y="268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96" name="AutoShape 21"/>
            <p:cNvSpPr>
              <a:spLocks noChangeArrowheads="1"/>
            </p:cNvSpPr>
            <p:nvPr/>
          </p:nvSpPr>
          <p:spPr bwMode="auto">
            <a:xfrm>
              <a:off x="4896" y="1584"/>
              <a:ext cx="432" cy="384"/>
            </a:xfrm>
            <a:prstGeom prst="wedgeRoundRectCallout">
              <a:avLst>
                <a:gd name="adj1" fmla="val -91435"/>
                <a:gd name="adj2" fmla="val 79426"/>
                <a:gd name="adj3" fmla="val 16667"/>
              </a:avLst>
            </a:prstGeom>
            <a:gradFill rotWithShape="0">
              <a:gsLst>
                <a:gs pos="0">
                  <a:srgbClr val="FFE1FF"/>
                </a:gs>
                <a:gs pos="100000">
                  <a:srgbClr val="FFFFFF"/>
                </a:gs>
              </a:gsLst>
              <a:lin ang="5400000" scaled="1"/>
            </a:gradFill>
            <a:ln w="9525">
              <a:solidFill>
                <a:srgbClr val="D60093"/>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sz="2800" b="1">
                <a:solidFill>
                  <a:srgbClr val="1C1C1C"/>
                </a:solidFill>
                <a:latin typeface="Times New Roman" panose="02020603050405020304" pitchFamily="18" charset="0"/>
              </a:endParaRPr>
            </a:p>
          </p:txBody>
        </p:sp>
        <p:sp>
          <p:nvSpPr>
            <p:cNvPr id="24597" name="Freeform 22"/>
            <p:cNvSpPr>
              <a:spLocks noChangeArrowheads="1"/>
            </p:cNvSpPr>
            <p:nvPr/>
          </p:nvSpPr>
          <p:spPr bwMode="auto">
            <a:xfrm>
              <a:off x="4656" y="2111"/>
              <a:ext cx="144" cy="49"/>
            </a:xfrm>
            <a:custGeom>
              <a:avLst/>
              <a:gdLst>
                <a:gd name="T0" fmla="*/ 0 w 144"/>
                <a:gd name="T1" fmla="*/ 48 h 49"/>
                <a:gd name="T2" fmla="*/ 75 w 144"/>
                <a:gd name="T3" fmla="*/ 41 h 49"/>
                <a:gd name="T4" fmla="*/ 144 w 144"/>
                <a:gd name="T5" fmla="*/ 0 h 49"/>
              </a:gdLst>
              <a:ahLst/>
              <a:cxnLst>
                <a:cxn ang="0">
                  <a:pos x="T0" y="T1"/>
                </a:cxn>
                <a:cxn ang="0">
                  <a:pos x="T2" y="T3"/>
                </a:cxn>
                <a:cxn ang="0">
                  <a:pos x="T4" y="T5"/>
                </a:cxn>
              </a:cxnLst>
              <a:rect l="0" t="0" r="r" b="b"/>
              <a:pathLst>
                <a:path w="144" h="49">
                  <a:moveTo>
                    <a:pt x="0" y="48"/>
                  </a:moveTo>
                  <a:cubicBezTo>
                    <a:pt x="12" y="47"/>
                    <a:pt x="51" y="49"/>
                    <a:pt x="75" y="41"/>
                  </a:cubicBezTo>
                  <a:cubicBezTo>
                    <a:pt x="99" y="33"/>
                    <a:pt x="130" y="9"/>
                    <a:pt x="144" y="0"/>
                  </a:cubicBezTo>
                </a:path>
              </a:pathLst>
            </a:custGeom>
            <a:noFill/>
            <a:ln w="19050">
              <a:solidFill>
                <a:srgbClr val="FF3399"/>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4598" name="Object 23"/>
            <p:cNvGraphicFramePr/>
            <p:nvPr/>
          </p:nvGraphicFramePr>
          <p:xfrm>
            <a:off x="4944" y="1584"/>
            <a:ext cx="384" cy="332"/>
          </p:xfrm>
          <a:graphic>
            <a:graphicData uri="http://schemas.openxmlformats.org/presentationml/2006/ole">
              <mc:AlternateContent xmlns:mc="http://schemas.openxmlformats.org/markup-compatibility/2006">
                <mc:Choice xmlns:v="urn:schemas-microsoft-com:vml" Requires="v">
                  <p:oleObj spid="_x0000_s59482" name="" r:id="rId9" imgW="367665" imgH="317500" progId="Equation.3">
                    <p:embed/>
                  </p:oleObj>
                </mc:Choice>
                <mc:Fallback>
                  <p:oleObj name="" r:id="rId9" imgW="367665" imgH="317500" progId="Equation.3">
                    <p:embed/>
                    <p:pic>
                      <p:nvPicPr>
                        <p:cNvPr id="0" name="Object 2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44" y="1584"/>
                          <a:ext cx="384"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4" name="Text Box 3"/>
          <p:cNvSpPr txBox="1">
            <a:spLocks noChangeArrowheads="1"/>
          </p:cNvSpPr>
          <p:nvPr/>
        </p:nvSpPr>
        <p:spPr bwMode="auto">
          <a:xfrm>
            <a:off x="1030764" y="4127502"/>
            <a:ext cx="8064500" cy="60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3200" b="1" dirty="0">
                <a:solidFill>
                  <a:srgbClr val="CC0000"/>
                </a:solidFill>
                <a:latin typeface="宋体" panose="02010600030101010101" pitchFamily="2" charset="-122"/>
              </a:rPr>
              <a:t>解</a:t>
            </a:r>
            <a:r>
              <a:rPr lang="zh-CN" altLang="en-US" sz="3200" b="1" dirty="0">
                <a:solidFill>
                  <a:srgbClr val="1C1C1C"/>
                </a:solidFill>
                <a:latin typeface="宋体" panose="02010600030101010101" pitchFamily="2" charset="-122"/>
              </a:rPr>
              <a:t>　子弹、</a:t>
            </a:r>
            <a:r>
              <a:rPr lang="zh-CN" altLang="en-US" sz="3200" dirty="0">
                <a:solidFill>
                  <a:srgbClr val="1C1C1C"/>
                </a:solidFill>
                <a:latin typeface="Times New Roman" panose="02020603050405020304" pitchFamily="18" charset="0"/>
              </a:rPr>
              <a:t>杆</a:t>
            </a:r>
            <a:r>
              <a:rPr lang="zh-CN" altLang="en-US" sz="3200" b="1" dirty="0">
                <a:solidFill>
                  <a:srgbClr val="1C1C1C"/>
                </a:solidFill>
                <a:latin typeface="宋体" panose="02010600030101010101" pitchFamily="2" charset="-122"/>
              </a:rPr>
              <a:t>组成一系统，应用角动量守恒</a:t>
            </a:r>
            <a:endParaRPr lang="zh-CN" altLang="en-US" sz="3200" b="1" dirty="0">
              <a:solidFill>
                <a:srgbClr val="1C1C1C"/>
              </a:solidFill>
              <a:latin typeface="宋体" panose="02010600030101010101" pitchFamily="2" charset="-122"/>
            </a:endParaRPr>
          </a:p>
        </p:txBody>
      </p:sp>
      <p:graphicFrame>
        <p:nvGraphicFramePr>
          <p:cNvPr id="26" name="Object 4"/>
          <p:cNvGraphicFramePr/>
          <p:nvPr/>
        </p:nvGraphicFramePr>
        <p:xfrm>
          <a:off x="1123950" y="4838700"/>
          <a:ext cx="4371975" cy="1189038"/>
        </p:xfrm>
        <a:graphic>
          <a:graphicData uri="http://schemas.openxmlformats.org/presentationml/2006/ole">
            <mc:AlternateContent xmlns:mc="http://schemas.openxmlformats.org/markup-compatibility/2006">
              <mc:Choice xmlns:v="urn:schemas-microsoft-com:vml" Requires="v">
                <p:oleObj spid="_x0000_s59483" name="" r:id="rId11" imgW="1447165" imgH="393700" progId="Equation.3">
                  <p:embed/>
                </p:oleObj>
              </mc:Choice>
              <mc:Fallback>
                <p:oleObj name="" r:id="rId11" imgW="1447165" imgH="393700" progId="Equation.3">
                  <p:embed/>
                  <p:pic>
                    <p:nvPicPr>
                      <p:cNvPr id="0" name="Object 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23950" y="4838700"/>
                        <a:ext cx="437197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 name="Object 24"/>
          <p:cNvGraphicFramePr/>
          <p:nvPr/>
        </p:nvGraphicFramePr>
        <p:xfrm>
          <a:off x="5621814" y="4843464"/>
          <a:ext cx="3524250" cy="1185863"/>
        </p:xfrm>
        <a:graphic>
          <a:graphicData uri="http://schemas.openxmlformats.org/presentationml/2006/ole">
            <mc:AlternateContent xmlns:mc="http://schemas.openxmlformats.org/markup-compatibility/2006">
              <mc:Choice xmlns:v="urn:schemas-microsoft-com:vml" Requires="v">
                <p:oleObj spid="_x0000_s59484" name="" r:id="rId13" imgW="1053465" imgH="393700" progId="Equation.3">
                  <p:embed/>
                </p:oleObj>
              </mc:Choice>
              <mc:Fallback>
                <p:oleObj name="" r:id="rId13" imgW="1053465" imgH="393700" progId="Equation.3">
                  <p:embed/>
                  <p:pic>
                    <p:nvPicPr>
                      <p:cNvPr id="0" name="Object 2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21814" y="4843464"/>
                        <a:ext cx="3524250"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 name="Object 19"/>
          <p:cNvSpPr txBox="1"/>
          <p:nvPr/>
        </p:nvSpPr>
        <p:spPr bwMode="auto">
          <a:xfrm>
            <a:off x="8313792" y="2733558"/>
            <a:ext cx="404813" cy="392112"/>
          </a:xfrm>
          <a:prstGeom prst="rect">
            <a:avLst/>
          </a:prstGeom>
          <a:noFill/>
          <a:ln>
            <a:noFill/>
          </a:ln>
        </p:spPr>
        <p:txBody>
          <a:bodyPr>
            <a:normAutofit fontScale="85000" lnSpcReduction="20000"/>
          </a:bodyPr>
          <a:lstStyle/>
          <a:p>
            <a:r>
              <a:rPr lang="en-US" altLang="zh-CN" b="0" i="1" dirty="0"/>
              <a:t>m</a:t>
            </a:r>
            <a:endParaRPr lang="zh-CN" altLang="en-US" b="0" i="1" dirty="0"/>
          </a:p>
        </p:txBody>
      </p:sp>
    </p:spTree>
  </p:cSld>
  <p:clrMapOvr>
    <a:masterClrMapping/>
  </p:clrMapOvr>
  <p:transition advTm="70791">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linds(horizontal)">
                                      <p:cBhvr>
                                        <p:cTn id="12"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blinds(horizontal)">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1" name="Group 2"/>
          <p:cNvGrpSpPr/>
          <p:nvPr/>
        </p:nvGrpSpPr>
        <p:grpSpPr bwMode="auto">
          <a:xfrm>
            <a:off x="7529513" y="969963"/>
            <a:ext cx="2743200" cy="2819400"/>
            <a:chOff x="3744" y="576"/>
            <a:chExt cx="1728" cy="1776"/>
          </a:xfrm>
        </p:grpSpPr>
        <p:grpSp>
          <p:nvGrpSpPr>
            <p:cNvPr id="25602" name="Group 3"/>
            <p:cNvGrpSpPr/>
            <p:nvPr/>
          </p:nvGrpSpPr>
          <p:grpSpPr bwMode="auto">
            <a:xfrm>
              <a:off x="3744" y="576"/>
              <a:ext cx="1728" cy="1776"/>
              <a:chOff x="3744" y="576"/>
              <a:chExt cx="1728" cy="1776"/>
            </a:xfrm>
          </p:grpSpPr>
          <p:sp>
            <p:nvSpPr>
              <p:cNvPr id="25603" name="Rectangle 4"/>
              <p:cNvSpPr>
                <a:spLocks noChangeArrowheads="1"/>
              </p:cNvSpPr>
              <p:nvPr/>
            </p:nvSpPr>
            <p:spPr bwMode="auto">
              <a:xfrm>
                <a:off x="3744" y="576"/>
                <a:ext cx="1728" cy="1776"/>
              </a:xfrm>
              <a:prstGeom prst="rect">
                <a:avLst/>
              </a:prstGeom>
              <a:solidFill>
                <a:schemeClr val="bg1"/>
              </a:solidFill>
              <a:ln w="9525">
                <a:solidFill>
                  <a:schemeClr val="tx1"/>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5604" name="Rectangle 5"/>
              <p:cNvSpPr>
                <a:spLocks noChangeArrowheads="1"/>
              </p:cNvSpPr>
              <p:nvPr/>
            </p:nvSpPr>
            <p:spPr bwMode="auto">
              <a:xfrm rot="-1531348">
                <a:off x="4848" y="768"/>
                <a:ext cx="96" cy="1392"/>
              </a:xfrm>
              <a:prstGeom prst="rect">
                <a:avLst/>
              </a:prstGeom>
              <a:solidFill>
                <a:schemeClr val="accent1"/>
              </a:solidFill>
              <a:ln w="19050">
                <a:solidFill>
                  <a:schemeClr val="tx1"/>
                </a:solidFill>
                <a:prstDash val="dash"/>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5605" name="AutoShape 6"/>
              <p:cNvSpPr>
                <a:spLocks noChangeArrowheads="1"/>
              </p:cNvSpPr>
              <p:nvPr/>
            </p:nvSpPr>
            <p:spPr bwMode="auto">
              <a:xfrm>
                <a:off x="4464" y="672"/>
                <a:ext cx="288" cy="192"/>
              </a:xfrm>
              <a:custGeom>
                <a:avLst/>
                <a:gdLst>
                  <a:gd name="T0" fmla="*/ 0 w 21600"/>
                  <a:gd name="T1" fmla="*/ 0 h 21600"/>
                  <a:gd name="T2" fmla="*/ 5400 w 21600"/>
                  <a:gd name="T3" fmla="*/ 21600 h 21600"/>
                  <a:gd name="T4" fmla="*/ 16200 w 21600"/>
                  <a:gd name="T5" fmla="*/ 21600 h 21600"/>
                  <a:gd name="T6" fmla="*/ 21600 w 21600"/>
                  <a:gd name="T7" fmla="*/ 0 h 21600"/>
                </a:gdLst>
                <a:ahLst/>
                <a:cxnLst>
                  <a:cxn ang="0">
                    <a:pos x="T0" y="T1"/>
                  </a:cxn>
                  <a:cxn ang="0">
                    <a:pos x="T2" y="T3"/>
                  </a:cxn>
                  <a:cxn ang="0">
                    <a:pos x="T4" y="T5"/>
                  </a:cxn>
                  <a:cxn ang="0">
                    <a:pos x="T6" y="T7"/>
                  </a:cxn>
                </a:cxnLst>
                <a:rect l="0" t="0" r="r" b="b"/>
                <a:pathLst>
                  <a:path w="21600" h="21600">
                    <a:moveTo>
                      <a:pt x="0" y="0"/>
                    </a:moveTo>
                    <a:lnTo>
                      <a:pt x="5400" y="21600"/>
                    </a:lnTo>
                    <a:lnTo>
                      <a:pt x="16200" y="21600"/>
                    </a:lnTo>
                    <a:lnTo>
                      <a:pt x="21600" y="0"/>
                    </a:lnTo>
                    <a:close/>
                  </a:path>
                </a:pathLst>
              </a:custGeom>
              <a:solidFill>
                <a:srgbClr val="D6CC86"/>
              </a:solidFill>
              <a:ln w="9525">
                <a:solidFill>
                  <a:schemeClr val="tx1"/>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5606" name="Oval 7"/>
              <p:cNvSpPr>
                <a:spLocks noChangeArrowheads="1"/>
              </p:cNvSpPr>
              <p:nvPr/>
            </p:nvSpPr>
            <p:spPr bwMode="auto">
              <a:xfrm>
                <a:off x="4572" y="807"/>
                <a:ext cx="60" cy="43"/>
              </a:xfrm>
              <a:prstGeom prst="ellipse">
                <a:avLst/>
              </a:prstGeom>
              <a:solidFill>
                <a:srgbClr val="FF0000"/>
              </a:solidFill>
              <a:ln w="9525">
                <a:solidFill>
                  <a:schemeClr val="tx1"/>
                </a:solidFill>
                <a:round/>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6392" name="Rectangle 8"/>
              <p:cNvSpPr>
                <a:spLocks noChangeArrowheads="1"/>
              </p:cNvSpPr>
              <p:nvPr/>
            </p:nvSpPr>
            <p:spPr bwMode="auto">
              <a:xfrm>
                <a:off x="4560" y="864"/>
                <a:ext cx="96" cy="1392"/>
              </a:xfrm>
              <a:prstGeom prst="rect">
                <a:avLst/>
              </a:prstGeom>
              <a:gradFill rotWithShape="0">
                <a:gsLst>
                  <a:gs pos="0">
                    <a:schemeClr val="accent1">
                      <a:gamma/>
                      <a:shade val="76078"/>
                      <a:invGamma/>
                    </a:schemeClr>
                  </a:gs>
                  <a:gs pos="50000">
                    <a:schemeClr val="accent1"/>
                  </a:gs>
                  <a:gs pos="100000">
                    <a:schemeClr val="accent1">
                      <a:gamma/>
                      <a:shade val="76078"/>
                      <a:invGamma/>
                    </a:schemeClr>
                  </a:gs>
                </a:gsLst>
                <a:lin ang="0" scaled="1"/>
              </a:gradFill>
              <a:ln w="9525">
                <a:solidFill>
                  <a:schemeClr val="tx1"/>
                </a:solidFill>
                <a:miter lim="800000"/>
              </a:ln>
              <a:effectLst/>
            </p:spPr>
            <p:txBody>
              <a:bodyPr vert="eaVert" wrap="none" anchor="ctr"/>
              <a:lstStyle/>
              <a:p>
                <a:pPr>
                  <a:buFontTx/>
                  <a:buNone/>
                  <a:defRPr/>
                </a:pPr>
                <a:endParaRPr lang="zh-CN" altLang="en-US"/>
              </a:p>
            </p:txBody>
          </p:sp>
          <p:sp>
            <p:nvSpPr>
              <p:cNvPr id="25608" name="AutoShape 9"/>
              <p:cNvSpPr>
                <a:spLocks noChangeArrowheads="1"/>
              </p:cNvSpPr>
              <p:nvPr/>
            </p:nvSpPr>
            <p:spPr bwMode="auto">
              <a:xfrm>
                <a:off x="4224" y="1920"/>
                <a:ext cx="192" cy="96"/>
              </a:xfrm>
              <a:prstGeom prst="homePlate">
                <a:avLst>
                  <a:gd name="adj" fmla="val 50000"/>
                </a:avLst>
              </a:prstGeom>
              <a:gradFill rotWithShape="0">
                <a:gsLst>
                  <a:gs pos="0">
                    <a:srgbClr val="9B9B00"/>
                  </a:gs>
                  <a:gs pos="50000">
                    <a:srgbClr val="CCCC00"/>
                  </a:gs>
                  <a:gs pos="100000">
                    <a:srgbClr val="9B9B00"/>
                  </a:gs>
                </a:gsLst>
                <a:lin ang="5400000" scaled="1"/>
              </a:gradFill>
              <a:ln w="19050">
                <a:solidFill>
                  <a:srgbClr val="000000"/>
                </a:solidFill>
                <a:miter lim="800000"/>
              </a:ln>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5609" name="Line 10"/>
              <p:cNvSpPr>
                <a:spLocks noChangeShapeType="1"/>
              </p:cNvSpPr>
              <p:nvPr/>
            </p:nvSpPr>
            <p:spPr bwMode="auto">
              <a:xfrm>
                <a:off x="4176" y="2112"/>
                <a:ext cx="336" cy="0"/>
              </a:xfrm>
              <a:prstGeom prst="line">
                <a:avLst/>
              </a:prstGeom>
              <a:noFill/>
              <a:ln w="28575">
                <a:solidFill>
                  <a:srgbClr val="FF0000"/>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610" name="Object 11"/>
              <p:cNvGraphicFramePr/>
              <p:nvPr/>
            </p:nvGraphicFramePr>
            <p:xfrm>
              <a:off x="4320" y="768"/>
              <a:ext cx="188" cy="216"/>
            </p:xfrm>
            <a:graphic>
              <a:graphicData uri="http://schemas.openxmlformats.org/presentationml/2006/ole">
                <mc:AlternateContent xmlns:mc="http://schemas.openxmlformats.org/markup-compatibility/2006">
                  <mc:Choice xmlns:v="urn:schemas-microsoft-com:vml" Requires="v">
                    <p:oleObj spid="_x0000_s25835" name="" r:id="rId1" imgW="165100" imgH="190500" progId="Equation.3">
                      <p:embed/>
                    </p:oleObj>
                  </mc:Choice>
                  <mc:Fallback>
                    <p:oleObj name="" r:id="rId1" imgW="165100" imgH="190500" progId="Equation.3">
                      <p:embed/>
                      <p:pic>
                        <p:nvPicPr>
                          <p:cNvPr id="0" name="Object 1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0" y="768"/>
                            <a:ext cx="18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11" name="AutoShape 12"/>
              <p:cNvSpPr>
                <a:spLocks noChangeArrowheads="1"/>
              </p:cNvSpPr>
              <p:nvPr/>
            </p:nvSpPr>
            <p:spPr bwMode="auto">
              <a:xfrm rot="-1734327">
                <a:off x="4992" y="1776"/>
                <a:ext cx="192" cy="96"/>
              </a:xfrm>
              <a:prstGeom prst="homePlate">
                <a:avLst>
                  <a:gd name="adj" fmla="val 50000"/>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vert="eaVert"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5612" name="Line 13"/>
              <p:cNvSpPr>
                <a:spLocks noChangeShapeType="1"/>
              </p:cNvSpPr>
              <p:nvPr/>
            </p:nvSpPr>
            <p:spPr bwMode="auto">
              <a:xfrm flipH="1">
                <a:off x="4032" y="816"/>
                <a:ext cx="528" cy="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5613" name="Line 14"/>
              <p:cNvSpPr>
                <a:spLocks noChangeShapeType="1"/>
              </p:cNvSpPr>
              <p:nvPr/>
            </p:nvSpPr>
            <p:spPr bwMode="auto">
              <a:xfrm flipH="1">
                <a:off x="4080" y="1968"/>
                <a:ext cx="528" cy="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5614" name="Line 15"/>
              <p:cNvSpPr>
                <a:spLocks noChangeShapeType="1"/>
              </p:cNvSpPr>
              <p:nvPr/>
            </p:nvSpPr>
            <p:spPr bwMode="auto">
              <a:xfrm>
                <a:off x="4176" y="816"/>
                <a:ext cx="0" cy="1152"/>
              </a:xfrm>
              <a:prstGeom prst="line">
                <a:avLst/>
              </a:prstGeom>
              <a:noFill/>
              <a:ln w="19050">
                <a:solidFill>
                  <a:srgbClr val="FF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615" name="Object 16"/>
              <p:cNvGraphicFramePr/>
              <p:nvPr/>
            </p:nvGraphicFramePr>
            <p:xfrm>
              <a:off x="3936" y="1344"/>
              <a:ext cx="224" cy="240"/>
            </p:xfrm>
            <a:graphic>
              <a:graphicData uri="http://schemas.openxmlformats.org/presentationml/2006/ole">
                <mc:AlternateContent xmlns:mc="http://schemas.openxmlformats.org/markup-compatibility/2006">
                  <mc:Choice xmlns:v="urn:schemas-microsoft-com:vml" Requires="v">
                    <p:oleObj spid="_x0000_s25836" name="" r:id="rId3" imgW="177800" imgH="189865" progId="Equation.3">
                      <p:embed/>
                    </p:oleObj>
                  </mc:Choice>
                  <mc:Fallback>
                    <p:oleObj name="" r:id="rId3" imgW="177800" imgH="189865" progId="Equation.3">
                      <p:embed/>
                      <p:pic>
                        <p:nvPicPr>
                          <p:cNvPr id="0" name="Object 1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6" y="1344"/>
                            <a:ext cx="22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16" name="Object 17"/>
              <p:cNvGraphicFramePr/>
              <p:nvPr/>
            </p:nvGraphicFramePr>
            <p:xfrm>
              <a:off x="4176" y="1536"/>
              <a:ext cx="327" cy="388"/>
            </p:xfrm>
            <a:graphic>
              <a:graphicData uri="http://schemas.openxmlformats.org/presentationml/2006/ole">
                <mc:AlternateContent xmlns:mc="http://schemas.openxmlformats.org/markup-compatibility/2006">
                  <mc:Choice xmlns:v="urn:schemas-microsoft-com:vml" Requires="v">
                    <p:oleObj spid="_x0000_s25837" name="" r:id="rId5" imgW="266065" imgH="316865" progId="Equation.3">
                      <p:embed/>
                    </p:oleObj>
                  </mc:Choice>
                  <mc:Fallback>
                    <p:oleObj name="" r:id="rId5" imgW="266065" imgH="316865" progId="Equation.3">
                      <p:embed/>
                      <p:pic>
                        <p:nvPicPr>
                          <p:cNvPr id="0" name="Object 1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6" y="1536"/>
                            <a:ext cx="327"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17" name="Object 18"/>
              <p:cNvGraphicFramePr/>
              <p:nvPr/>
            </p:nvGraphicFramePr>
            <p:xfrm>
              <a:off x="3899" y="1968"/>
              <a:ext cx="224" cy="288"/>
            </p:xfrm>
            <a:graphic>
              <a:graphicData uri="http://schemas.openxmlformats.org/presentationml/2006/ole">
                <mc:AlternateContent xmlns:mc="http://schemas.openxmlformats.org/markup-compatibility/2006">
                  <mc:Choice xmlns:v="urn:schemas-microsoft-com:vml" Requires="v">
                    <p:oleObj spid="_x0000_s25838" name="" r:id="rId7" imgW="177800" imgH="227965" progId="Equation.3">
                      <p:embed/>
                    </p:oleObj>
                  </mc:Choice>
                  <mc:Fallback>
                    <p:oleObj name="" r:id="rId7" imgW="177800" imgH="227965" progId="Equation.3">
                      <p:embed/>
                      <p:pic>
                        <p:nvPicPr>
                          <p:cNvPr id="0" name="Object 1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9" y="196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5618" name="AutoShape 19"/>
            <p:cNvSpPr>
              <a:spLocks noChangeArrowheads="1"/>
            </p:cNvSpPr>
            <p:nvPr/>
          </p:nvSpPr>
          <p:spPr bwMode="auto">
            <a:xfrm>
              <a:off x="4896" y="864"/>
              <a:ext cx="432" cy="384"/>
            </a:xfrm>
            <a:prstGeom prst="wedgeRoundRectCallout">
              <a:avLst>
                <a:gd name="adj1" fmla="val -91435"/>
                <a:gd name="adj2" fmla="val 79426"/>
                <a:gd name="adj3" fmla="val 16667"/>
              </a:avLst>
            </a:prstGeom>
            <a:gradFill rotWithShape="0">
              <a:gsLst>
                <a:gs pos="0">
                  <a:srgbClr val="FFE1FF"/>
                </a:gs>
                <a:gs pos="100000">
                  <a:srgbClr val="FFFFFF"/>
                </a:gs>
              </a:gsLst>
              <a:lin ang="5400000" scaled="1"/>
            </a:gradFill>
            <a:ln w="9525">
              <a:solidFill>
                <a:srgbClr val="D60093"/>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sz="2800" b="1">
                <a:solidFill>
                  <a:srgbClr val="1C1C1C"/>
                </a:solidFill>
                <a:latin typeface="Times New Roman" panose="02020603050405020304" pitchFamily="18" charset="0"/>
              </a:endParaRPr>
            </a:p>
          </p:txBody>
        </p:sp>
        <p:sp>
          <p:nvSpPr>
            <p:cNvPr id="25619" name="Freeform 20"/>
            <p:cNvSpPr>
              <a:spLocks noChangeArrowheads="1"/>
            </p:cNvSpPr>
            <p:nvPr/>
          </p:nvSpPr>
          <p:spPr bwMode="auto">
            <a:xfrm>
              <a:off x="4656" y="1391"/>
              <a:ext cx="144" cy="49"/>
            </a:xfrm>
            <a:custGeom>
              <a:avLst/>
              <a:gdLst>
                <a:gd name="T0" fmla="*/ 0 w 144"/>
                <a:gd name="T1" fmla="*/ 48 h 49"/>
                <a:gd name="T2" fmla="*/ 75 w 144"/>
                <a:gd name="T3" fmla="*/ 41 h 49"/>
                <a:gd name="T4" fmla="*/ 144 w 144"/>
                <a:gd name="T5" fmla="*/ 0 h 49"/>
              </a:gdLst>
              <a:ahLst/>
              <a:cxnLst>
                <a:cxn ang="0">
                  <a:pos x="T0" y="T1"/>
                </a:cxn>
                <a:cxn ang="0">
                  <a:pos x="T2" y="T3"/>
                </a:cxn>
                <a:cxn ang="0">
                  <a:pos x="T4" y="T5"/>
                </a:cxn>
              </a:cxnLst>
              <a:rect l="0" t="0" r="r" b="b"/>
              <a:pathLst>
                <a:path w="144" h="49">
                  <a:moveTo>
                    <a:pt x="0" y="48"/>
                  </a:moveTo>
                  <a:cubicBezTo>
                    <a:pt x="12" y="47"/>
                    <a:pt x="51" y="49"/>
                    <a:pt x="75" y="41"/>
                  </a:cubicBezTo>
                  <a:cubicBezTo>
                    <a:pt x="99" y="33"/>
                    <a:pt x="130" y="9"/>
                    <a:pt x="144" y="0"/>
                  </a:cubicBezTo>
                </a:path>
              </a:pathLst>
            </a:custGeom>
            <a:noFill/>
            <a:ln w="19050">
              <a:solidFill>
                <a:srgbClr val="FF3399"/>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5620" name="Object 21"/>
            <p:cNvGraphicFramePr/>
            <p:nvPr/>
          </p:nvGraphicFramePr>
          <p:xfrm>
            <a:off x="4944" y="864"/>
            <a:ext cx="384" cy="332"/>
          </p:xfrm>
          <a:graphic>
            <a:graphicData uri="http://schemas.openxmlformats.org/presentationml/2006/ole">
              <mc:AlternateContent xmlns:mc="http://schemas.openxmlformats.org/markup-compatibility/2006">
                <mc:Choice xmlns:v="urn:schemas-microsoft-com:vml" Requires="v">
                  <p:oleObj spid="_x0000_s25839" name="" r:id="rId9" imgW="367665" imgH="317500" progId="Equation.3">
                    <p:embed/>
                  </p:oleObj>
                </mc:Choice>
                <mc:Fallback>
                  <p:oleObj name="" r:id="rId9" imgW="367665" imgH="317500" progId="Equation.3">
                    <p:embed/>
                    <p:pic>
                      <p:nvPicPr>
                        <p:cNvPr id="0" name="Object 2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44" y="864"/>
                          <a:ext cx="384"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6406" name="Object 22"/>
          <p:cNvGraphicFramePr/>
          <p:nvPr/>
        </p:nvGraphicFramePr>
        <p:xfrm>
          <a:off x="1919288" y="4757738"/>
          <a:ext cx="8496300" cy="844550"/>
        </p:xfrm>
        <a:graphic>
          <a:graphicData uri="http://schemas.openxmlformats.org/presentationml/2006/ole">
            <mc:AlternateContent xmlns:mc="http://schemas.openxmlformats.org/markup-compatibility/2006">
              <mc:Choice xmlns:v="urn:schemas-microsoft-com:vml" Requires="v">
                <p:oleObj spid="_x0000_s25840" name="" r:id="rId11" imgW="2932430" imgH="292100" progId="Equation.3">
                  <p:embed/>
                </p:oleObj>
              </mc:Choice>
              <mc:Fallback>
                <p:oleObj name="" r:id="rId11" imgW="2932430" imgH="292100" progId="Equation.3">
                  <p:embed/>
                  <p:pic>
                    <p:nvPicPr>
                      <p:cNvPr id="0" name="Object 2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19288" y="4757738"/>
                        <a:ext cx="84963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 name="Group 23"/>
          <p:cNvGrpSpPr/>
          <p:nvPr/>
        </p:nvGrpSpPr>
        <p:grpSpPr bwMode="auto">
          <a:xfrm>
            <a:off x="2640014" y="2420938"/>
            <a:ext cx="6696075" cy="2303462"/>
            <a:chOff x="703" y="1525"/>
            <a:chExt cx="4218" cy="1451"/>
          </a:xfrm>
        </p:grpSpPr>
        <p:graphicFrame>
          <p:nvGraphicFramePr>
            <p:cNvPr id="25623" name="Object 24"/>
            <p:cNvGraphicFramePr/>
            <p:nvPr/>
          </p:nvGraphicFramePr>
          <p:xfrm>
            <a:off x="748" y="1525"/>
            <a:ext cx="2495" cy="680"/>
          </p:xfrm>
          <a:graphic>
            <a:graphicData uri="http://schemas.openxmlformats.org/presentationml/2006/ole">
              <mc:AlternateContent xmlns:mc="http://schemas.openxmlformats.org/markup-compatibility/2006">
                <mc:Choice xmlns:v="urn:schemas-microsoft-com:vml" Requires="v">
                  <p:oleObj spid="_x0000_s25841" name="" r:id="rId13" imgW="2184400" imgH="609600" progId="Equation.3">
                    <p:embed/>
                  </p:oleObj>
                </mc:Choice>
                <mc:Fallback>
                  <p:oleObj name="" r:id="rId13" imgW="2184400" imgH="609600" progId="Equation.3">
                    <p:embed/>
                    <p:pic>
                      <p:nvPicPr>
                        <p:cNvPr id="0" name="Object 2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8" y="1525"/>
                          <a:ext cx="2495"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5624" name="Group 25"/>
            <p:cNvGrpSpPr/>
            <p:nvPr/>
          </p:nvGrpSpPr>
          <p:grpSpPr bwMode="auto">
            <a:xfrm>
              <a:off x="703" y="2239"/>
              <a:ext cx="4218" cy="737"/>
              <a:chOff x="703" y="2239"/>
              <a:chExt cx="4218" cy="737"/>
            </a:xfrm>
          </p:grpSpPr>
          <p:graphicFrame>
            <p:nvGraphicFramePr>
              <p:cNvPr id="25625" name="Object 26"/>
              <p:cNvGraphicFramePr/>
              <p:nvPr/>
            </p:nvGraphicFramePr>
            <p:xfrm>
              <a:off x="2562" y="2239"/>
              <a:ext cx="2359" cy="737"/>
            </p:xfrm>
            <a:graphic>
              <a:graphicData uri="http://schemas.openxmlformats.org/presentationml/2006/ole">
                <mc:AlternateContent xmlns:mc="http://schemas.openxmlformats.org/markup-compatibility/2006">
                  <mc:Choice xmlns:v="urn:schemas-microsoft-com:vml" Requires="v">
                    <p:oleObj spid="_x0000_s25842" name="" r:id="rId15" imgW="1256665" imgH="393700" progId="Equation.3">
                      <p:embed/>
                    </p:oleObj>
                  </mc:Choice>
                  <mc:Fallback>
                    <p:oleObj name="" r:id="rId15" imgW="1256665" imgH="393700" progId="Equation.3">
                      <p:embed/>
                      <p:pic>
                        <p:nvPicPr>
                          <p:cNvPr id="0" name="Object 2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62" y="2239"/>
                            <a:ext cx="2359"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626" name="Object 27"/>
              <p:cNvGraphicFramePr/>
              <p:nvPr/>
            </p:nvGraphicFramePr>
            <p:xfrm>
              <a:off x="703" y="2406"/>
              <a:ext cx="1905" cy="419"/>
            </p:xfrm>
            <a:graphic>
              <a:graphicData uri="http://schemas.openxmlformats.org/presentationml/2006/ole">
                <mc:AlternateContent xmlns:mc="http://schemas.openxmlformats.org/markup-compatibility/2006">
                  <mc:Choice xmlns:v="urn:schemas-microsoft-com:vml" Requires="v">
                    <p:oleObj spid="_x0000_s25843" name="" r:id="rId17" imgW="1040765" imgH="228600" progId="Equation.3">
                      <p:embed/>
                    </p:oleObj>
                  </mc:Choice>
                  <mc:Fallback>
                    <p:oleObj name="" r:id="rId17" imgW="1040765" imgH="228600" progId="Equation.3">
                      <p:embed/>
                      <p:pic>
                        <p:nvPicPr>
                          <p:cNvPr id="0" name="Object 2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3" y="2406"/>
                            <a:ext cx="1905"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sp>
        <p:nvSpPr>
          <p:cNvPr id="25627" name="Text Box 28"/>
          <p:cNvSpPr txBox="1">
            <a:spLocks noChangeArrowheads="1"/>
          </p:cNvSpPr>
          <p:nvPr/>
        </p:nvSpPr>
        <p:spPr bwMode="auto">
          <a:xfrm>
            <a:off x="2063750" y="873126"/>
            <a:ext cx="5327650" cy="1786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sz="3200" b="1" dirty="0">
                <a:solidFill>
                  <a:srgbClr val="1C1C1C"/>
                </a:solidFill>
                <a:latin typeface="宋体" panose="02010600030101010101" pitchFamily="2" charset="-122"/>
              </a:rPr>
              <a:t>    </a:t>
            </a:r>
            <a:r>
              <a:rPr lang="en-US" altLang="zh-CN" sz="3200" dirty="0">
                <a:latin typeface="Century Schoolbook" panose="02040604050505020304" pitchFamily="18" charset="0"/>
              </a:rPr>
              <a:t> </a:t>
            </a:r>
            <a:r>
              <a:rPr lang="zh-CN" altLang="en-US" sz="3200" dirty="0">
                <a:solidFill>
                  <a:srgbClr val="CC0000"/>
                </a:solidFill>
                <a:latin typeface="宋体" panose="02010600030101010101" pitchFamily="2" charset="-122"/>
              </a:rPr>
              <a:t>解</a:t>
            </a:r>
            <a:r>
              <a:rPr lang="en-US" altLang="zh-CN" sz="3200" dirty="0">
                <a:solidFill>
                  <a:srgbClr val="CC0000"/>
                </a:solidFill>
                <a:latin typeface="宋体" panose="02010600030101010101" pitchFamily="2" charset="-122"/>
              </a:rPr>
              <a:t>:</a:t>
            </a:r>
            <a:r>
              <a:rPr lang="zh-CN" altLang="en-US" sz="3200" b="1" dirty="0">
                <a:solidFill>
                  <a:srgbClr val="1C1C1C"/>
                </a:solidFill>
                <a:latin typeface="宋体" panose="02010600030101010101" pitchFamily="2" charset="-122"/>
              </a:rPr>
              <a:t>射入</a:t>
            </a:r>
            <a:r>
              <a:rPr lang="zh-CN" altLang="en-US" sz="3200" dirty="0">
                <a:solidFill>
                  <a:srgbClr val="1C1C1C"/>
                </a:solidFill>
                <a:latin typeface="Times New Roman" panose="02020603050405020304" pitchFamily="18" charset="0"/>
              </a:rPr>
              <a:t>杆</a:t>
            </a:r>
            <a:r>
              <a:rPr lang="zh-CN" altLang="en-US" sz="3200" b="1" dirty="0">
                <a:solidFill>
                  <a:srgbClr val="1C1C1C"/>
                </a:solidFill>
                <a:latin typeface="宋体" panose="02010600030101010101" pitchFamily="2" charset="-122"/>
              </a:rPr>
              <a:t>后，以子弹、细杆和地球为系统，</a:t>
            </a:r>
            <a:r>
              <a:rPr lang="en-US" altLang="zh-CN" sz="3200" b="1" i="1" dirty="0">
                <a:solidFill>
                  <a:srgbClr val="1C1C1C"/>
                </a:solidFill>
                <a:latin typeface="宋体" panose="02010600030101010101" pitchFamily="2" charset="-122"/>
              </a:rPr>
              <a:t>E </a:t>
            </a:r>
            <a:r>
              <a:rPr lang="en-US" altLang="zh-CN" sz="3200" b="1" dirty="0">
                <a:solidFill>
                  <a:srgbClr val="1C1C1C"/>
                </a:solidFill>
                <a:latin typeface="Times New Roman" panose="02020603050405020304" pitchFamily="18" charset="0"/>
              </a:rPr>
              <a:t>=</a:t>
            </a:r>
            <a:r>
              <a:rPr lang="zh-CN" altLang="en-US" sz="3200" b="1" dirty="0">
                <a:solidFill>
                  <a:srgbClr val="1C1C1C"/>
                </a:solidFill>
                <a:latin typeface="宋体" panose="02010600030101010101" pitchFamily="2" charset="-122"/>
              </a:rPr>
              <a:t>常量．</a:t>
            </a:r>
            <a:endParaRPr lang="zh-CN" altLang="en-US" sz="3200" b="1" dirty="0">
              <a:solidFill>
                <a:srgbClr val="1C1C1C"/>
              </a:solidFill>
              <a:latin typeface="宋体" panose="02010600030101010101" pitchFamily="2" charset="-122"/>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406"/>
                                        </p:tgtEl>
                                        <p:attrNameLst>
                                          <p:attrName>style.visibility</p:attrName>
                                        </p:attrNameLst>
                                      </p:cBhvr>
                                      <p:to>
                                        <p:strVal val="visible"/>
                                      </p:to>
                                    </p:set>
                                    <p:animEffect transition="in" filter="blinds(horizontal)">
                                      <p:cBhvr>
                                        <p:cTn id="12" dur="500"/>
                                        <p:tgtEl>
                                          <p:spTgt spid="16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4"/>
          <p:cNvSpPr txBox="1">
            <a:spLocks noChangeArrowheads="1"/>
          </p:cNvSpPr>
          <p:nvPr/>
        </p:nvSpPr>
        <p:spPr bwMode="auto">
          <a:xfrm>
            <a:off x="1191580" y="820460"/>
            <a:ext cx="5113337" cy="368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dirty="0">
                <a:solidFill>
                  <a:srgbClr val="FF3300"/>
                </a:solidFill>
              </a:rPr>
              <a:t>        </a:t>
            </a:r>
            <a:r>
              <a:rPr lang="zh-CN" altLang="en-US" dirty="0">
                <a:solidFill>
                  <a:srgbClr val="FF3300"/>
                </a:solidFill>
              </a:rPr>
              <a:t>补充：</a:t>
            </a:r>
            <a:r>
              <a:rPr lang="zh-CN" altLang="en-US" sz="2800" b="1" dirty="0">
                <a:solidFill>
                  <a:srgbClr val="CC0000"/>
                </a:solidFill>
                <a:latin typeface="宋体" panose="02010600030101010101" pitchFamily="2" charset="-122"/>
              </a:rPr>
              <a:t>例</a:t>
            </a:r>
            <a:r>
              <a:rPr lang="en-US" altLang="zh-CN" sz="2800" b="1" dirty="0">
                <a:solidFill>
                  <a:srgbClr val="CC0000"/>
                </a:solidFill>
                <a:latin typeface="宋体" panose="02010600030101010101" pitchFamily="2" charset="-122"/>
              </a:rPr>
              <a:t>1</a:t>
            </a:r>
            <a:r>
              <a:rPr lang="en-US" altLang="zh-CN" sz="2800" b="1" dirty="0">
                <a:solidFill>
                  <a:srgbClr val="FF3300"/>
                </a:solidFill>
                <a:latin typeface="宋体" panose="02010600030101010101" pitchFamily="2" charset="-122"/>
              </a:rPr>
              <a:t> </a:t>
            </a:r>
            <a:r>
              <a:rPr lang="zh-CN" altLang="en-US" sz="2800" b="1" dirty="0">
                <a:latin typeface="宋体" panose="02010600030101010101" pitchFamily="2" charset="-122"/>
              </a:rPr>
              <a:t>一根长为</a:t>
            </a:r>
            <a:r>
              <a:rPr lang="en-US" altLang="zh-CN" sz="2800" b="1" i="1" dirty="0">
                <a:latin typeface="Times New Roman" panose="02020603050405020304" pitchFamily="18" charset="0"/>
                <a:cs typeface="Times New Roman" panose="02020603050405020304" pitchFamily="18" charset="0"/>
              </a:rPr>
              <a:t>l</a:t>
            </a:r>
            <a:r>
              <a:rPr lang="zh-CN" altLang="en-US" sz="2800" b="1" dirty="0">
                <a:latin typeface="宋体" panose="02010600030101010101" pitchFamily="2" charset="-122"/>
              </a:rPr>
              <a:t>、质量为</a:t>
            </a:r>
            <a:r>
              <a:rPr lang="en-US" altLang="zh-CN" sz="2800" b="1" i="1" dirty="0">
                <a:latin typeface="Times New Roman" panose="02020603050405020304" pitchFamily="18" charset="0"/>
                <a:cs typeface="Times New Roman" panose="02020603050405020304" pitchFamily="18" charset="0"/>
              </a:rPr>
              <a:t>m</a:t>
            </a:r>
            <a:r>
              <a:rPr lang="zh-CN" altLang="en-US" sz="2800" b="1" dirty="0">
                <a:latin typeface="宋体" panose="02010600030101010101" pitchFamily="2" charset="-122"/>
              </a:rPr>
              <a:t>的均匀细棒</a:t>
            </a:r>
            <a:r>
              <a:rPr lang="en-US" altLang="zh-CN" sz="2800" b="1" dirty="0">
                <a:latin typeface="宋体" panose="02010600030101010101" pitchFamily="2" charset="-122"/>
              </a:rPr>
              <a:t>, </a:t>
            </a:r>
            <a:r>
              <a:rPr lang="zh-CN" altLang="en-US" sz="2800" b="1" dirty="0">
                <a:latin typeface="宋体" panose="02010600030101010101" pitchFamily="2" charset="-122"/>
              </a:rPr>
              <a:t>棒的一端可绕通过</a:t>
            </a:r>
            <a:r>
              <a:rPr lang="en-US" altLang="zh-CN" sz="2800" b="1" i="1" dirty="0">
                <a:latin typeface="宋体" panose="02010600030101010101" pitchFamily="2" charset="-122"/>
              </a:rPr>
              <a:t>O</a:t>
            </a:r>
            <a:r>
              <a:rPr lang="zh-CN" altLang="en-US" sz="2800" b="1" dirty="0">
                <a:latin typeface="宋体" panose="02010600030101010101" pitchFamily="2" charset="-122"/>
              </a:rPr>
              <a:t>点并垂直于纸面的轴转动</a:t>
            </a:r>
            <a:r>
              <a:rPr lang="en-US" altLang="zh-CN" sz="2800" b="1" dirty="0">
                <a:latin typeface="宋体" panose="02010600030101010101" pitchFamily="2" charset="-122"/>
              </a:rPr>
              <a:t>,</a:t>
            </a:r>
            <a:r>
              <a:rPr lang="zh-CN" altLang="en-US" sz="2800" b="1" dirty="0">
                <a:latin typeface="宋体" panose="02010600030101010101" pitchFamily="2" charset="-122"/>
              </a:rPr>
              <a:t>棒的另一端有质量为 </a:t>
            </a:r>
            <a:r>
              <a:rPr lang="en-US" altLang="zh-CN" sz="2800" b="1" i="1" dirty="0">
                <a:latin typeface="Times New Roman" panose="02020603050405020304" pitchFamily="18" charset="0"/>
                <a:cs typeface="Times New Roman" panose="02020603050405020304" pitchFamily="18" charset="0"/>
              </a:rPr>
              <a:t>m</a:t>
            </a:r>
            <a:r>
              <a:rPr lang="en-US" altLang="zh-CN" sz="2800" b="1" i="1" dirty="0">
                <a:latin typeface="宋体" panose="02010600030101010101" pitchFamily="2" charset="-122"/>
              </a:rPr>
              <a:t> </a:t>
            </a:r>
            <a:r>
              <a:rPr lang="zh-CN" altLang="en-US" sz="2800" b="1" dirty="0">
                <a:latin typeface="宋体" panose="02010600030101010101" pitchFamily="2" charset="-122"/>
              </a:rPr>
              <a:t>的小球</a:t>
            </a:r>
            <a:r>
              <a:rPr lang="en-US" altLang="zh-CN" sz="2800" b="1" dirty="0">
                <a:latin typeface="宋体" panose="02010600030101010101" pitchFamily="2" charset="-122"/>
              </a:rPr>
              <a:t>. </a:t>
            </a:r>
            <a:r>
              <a:rPr lang="zh-CN" altLang="en-US" sz="2800" b="1" dirty="0">
                <a:latin typeface="宋体" panose="02010600030101010101" pitchFamily="2" charset="-122"/>
              </a:rPr>
              <a:t>开始时</a:t>
            </a:r>
            <a:r>
              <a:rPr lang="en-US" altLang="zh-CN" sz="2800" b="1" dirty="0">
                <a:latin typeface="宋体" panose="02010600030101010101" pitchFamily="2" charset="-122"/>
              </a:rPr>
              <a:t>, </a:t>
            </a:r>
            <a:r>
              <a:rPr lang="zh-CN" altLang="en-US" sz="2800" b="1" dirty="0">
                <a:latin typeface="宋体" panose="02010600030101010101" pitchFamily="2" charset="-122"/>
              </a:rPr>
              <a:t>棒静止地处于水平位置</a:t>
            </a:r>
            <a:r>
              <a:rPr lang="en-US" altLang="zh-CN" sz="2800" b="1" i="1" dirty="0">
                <a:latin typeface="Times New Roman" panose="02020603050405020304" pitchFamily="18" charset="0"/>
                <a:cs typeface="Times New Roman" panose="02020603050405020304" pitchFamily="18" charset="0"/>
              </a:rPr>
              <a:t>A</a:t>
            </a:r>
            <a:r>
              <a:rPr lang="en-US" altLang="zh-CN" sz="2800" b="1" dirty="0">
                <a:latin typeface="宋体" panose="02010600030101010101" pitchFamily="2" charset="-122"/>
              </a:rPr>
              <a:t>. </a:t>
            </a:r>
            <a:r>
              <a:rPr lang="zh-CN" altLang="en-US" sz="2800" b="1" dirty="0">
                <a:latin typeface="宋体" panose="02010600030101010101" pitchFamily="2" charset="-122"/>
              </a:rPr>
              <a:t>当棒转过</a:t>
            </a:r>
            <a:r>
              <a:rPr lang="zh-CN" altLang="en-US" sz="2800" b="1" i="1" dirty="0">
                <a:latin typeface="宋体" panose="02010600030101010101" pitchFamily="2" charset="-122"/>
                <a:sym typeface="Symbol" panose="05050102010706020507" pitchFamily="18" charset="2"/>
              </a:rPr>
              <a:t></a:t>
            </a:r>
            <a:r>
              <a:rPr lang="zh-CN" altLang="en-US" sz="2800" b="1" dirty="0">
                <a:latin typeface="宋体" panose="02010600030101010101" pitchFamily="2" charset="-122"/>
              </a:rPr>
              <a:t>角到达位置</a:t>
            </a:r>
            <a:r>
              <a:rPr lang="en-US" altLang="zh-CN" sz="2800" b="1" i="1" dirty="0">
                <a:latin typeface="Times New Roman" panose="02020603050405020304" pitchFamily="18" charset="0"/>
                <a:cs typeface="Times New Roman" panose="02020603050405020304" pitchFamily="18" charset="0"/>
              </a:rPr>
              <a:t>B</a:t>
            </a:r>
            <a:r>
              <a:rPr lang="en-US" altLang="zh-CN" sz="2800" b="1" dirty="0">
                <a:latin typeface="宋体" panose="02010600030101010101" pitchFamily="2" charset="-122"/>
              </a:rPr>
              <a:t>,  </a:t>
            </a:r>
            <a:r>
              <a:rPr lang="zh-CN" altLang="en-US" sz="2800" b="1" dirty="0">
                <a:latin typeface="宋体" panose="02010600030101010101" pitchFamily="2" charset="-122"/>
              </a:rPr>
              <a:t>棒的角速度为多少</a:t>
            </a:r>
            <a:r>
              <a:rPr lang="en-US" altLang="zh-CN" sz="2800" b="1" dirty="0">
                <a:latin typeface="宋体" panose="02010600030101010101" pitchFamily="2" charset="-122"/>
              </a:rPr>
              <a:t>?</a:t>
            </a:r>
            <a:endParaRPr lang="en-US" altLang="zh-CN" sz="2800" b="1" dirty="0">
              <a:latin typeface="宋体" panose="02010600030101010101" pitchFamily="2" charset="-122"/>
            </a:endParaRPr>
          </a:p>
        </p:txBody>
      </p:sp>
      <p:sp>
        <p:nvSpPr>
          <p:cNvPr id="227398" name="Text Box 70"/>
          <p:cNvSpPr txBox="1">
            <a:spLocks noChangeArrowheads="1"/>
          </p:cNvSpPr>
          <p:nvPr/>
        </p:nvSpPr>
        <p:spPr bwMode="auto">
          <a:xfrm>
            <a:off x="1703388" y="4471989"/>
            <a:ext cx="8964612"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spcBef>
                <a:spcPct val="50000"/>
              </a:spcBef>
            </a:pPr>
            <a:r>
              <a:rPr lang="en-US" altLang="zh-CN" dirty="0">
                <a:latin typeface="Century Schoolbook" panose="02040604050505020304" pitchFamily="18" charset="0"/>
              </a:rPr>
              <a:t>         </a:t>
            </a:r>
            <a:r>
              <a:rPr lang="zh-CN" altLang="en-US" sz="2800" b="1" dirty="0">
                <a:solidFill>
                  <a:srgbClr val="CC0000"/>
                </a:solidFill>
                <a:latin typeface="宋体" panose="02010600030101010101" pitchFamily="2" charset="-122"/>
              </a:rPr>
              <a:t>解</a:t>
            </a:r>
            <a:r>
              <a:rPr lang="en-US" altLang="zh-CN" sz="2800" b="1" dirty="0">
                <a:solidFill>
                  <a:srgbClr val="CC0000"/>
                </a:solidFill>
                <a:latin typeface="宋体" panose="02010600030101010101" pitchFamily="2" charset="-122"/>
              </a:rPr>
              <a:t>:</a:t>
            </a:r>
            <a:r>
              <a:rPr lang="en-US" altLang="zh-CN" sz="2800" b="1" dirty="0">
                <a:latin typeface="宋体" panose="02010600030101010101" pitchFamily="2" charset="-122"/>
              </a:rPr>
              <a:t> </a:t>
            </a:r>
            <a:r>
              <a:rPr lang="zh-CN" altLang="en-US" sz="2800" b="1" dirty="0">
                <a:latin typeface="宋体" panose="02010600030101010101" pitchFamily="2" charset="-122"/>
              </a:rPr>
              <a:t>取小球、细棒和地球为系统</a:t>
            </a:r>
            <a:r>
              <a:rPr lang="en-US" altLang="zh-CN" sz="2800" b="1" dirty="0">
                <a:latin typeface="宋体" panose="02010600030101010101" pitchFamily="2" charset="-122"/>
              </a:rPr>
              <a:t>, </a:t>
            </a:r>
            <a:r>
              <a:rPr lang="zh-CN" altLang="en-US" sz="2800" b="1" dirty="0">
                <a:latin typeface="宋体" panose="02010600030101010101" pitchFamily="2" charset="-122"/>
              </a:rPr>
              <a:t>在棒转动过程中机械能守恒</a:t>
            </a:r>
            <a:r>
              <a:rPr lang="en-US" altLang="zh-CN" sz="2800" b="1" dirty="0">
                <a:latin typeface="宋体" panose="02010600030101010101" pitchFamily="2" charset="-122"/>
              </a:rPr>
              <a:t>, </a:t>
            </a:r>
            <a:r>
              <a:rPr lang="zh-CN" altLang="en-US" sz="2800" b="1" dirty="0">
                <a:latin typeface="宋体" panose="02010600030101010101" pitchFamily="2" charset="-122"/>
              </a:rPr>
              <a:t>设 </a:t>
            </a:r>
            <a:r>
              <a:rPr lang="en-US" altLang="zh-CN" sz="2800" b="1" i="1" dirty="0">
                <a:latin typeface="宋体" panose="02010600030101010101" pitchFamily="2" charset="-122"/>
              </a:rPr>
              <a:t>A</a:t>
            </a:r>
            <a:r>
              <a:rPr lang="en-US" altLang="zh-CN" sz="2800" b="1" dirty="0">
                <a:latin typeface="宋体" panose="02010600030101010101" pitchFamily="2" charset="-122"/>
              </a:rPr>
              <a:t> </a:t>
            </a:r>
            <a:r>
              <a:rPr lang="zh-CN" altLang="en-US" sz="2800" b="1" dirty="0">
                <a:latin typeface="宋体" panose="02010600030101010101" pitchFamily="2" charset="-122"/>
              </a:rPr>
              <a:t>位置为重力势能零点</a:t>
            </a:r>
            <a:r>
              <a:rPr lang="en-US" altLang="zh-CN" sz="2800" b="1" dirty="0">
                <a:latin typeface="宋体" panose="02010600030101010101" pitchFamily="2" charset="-122"/>
              </a:rPr>
              <a:t>.</a:t>
            </a:r>
            <a:endParaRPr lang="en-US" altLang="zh-CN" sz="2800" b="1" dirty="0">
              <a:latin typeface="宋体" panose="02010600030101010101" pitchFamily="2" charset="-122"/>
            </a:endParaRPr>
          </a:p>
        </p:txBody>
      </p:sp>
      <p:graphicFrame>
        <p:nvGraphicFramePr>
          <p:cNvPr id="227400" name="Object 2"/>
          <p:cNvGraphicFramePr/>
          <p:nvPr/>
        </p:nvGraphicFramePr>
        <p:xfrm>
          <a:off x="3648076" y="5661026"/>
          <a:ext cx="3819525" cy="676275"/>
        </p:xfrm>
        <a:graphic>
          <a:graphicData uri="http://schemas.openxmlformats.org/presentationml/2006/ole">
            <mc:AlternateContent xmlns:mc="http://schemas.openxmlformats.org/markup-compatibility/2006">
              <mc:Choice xmlns:v="urn:schemas-microsoft-com:vml" Requires="v">
                <p:oleObj spid="_x0000_s26834" name="" r:id="rId1" imgW="1358265" imgH="241300" progId="Equation.3">
                  <p:embed/>
                </p:oleObj>
              </mc:Choice>
              <mc:Fallback>
                <p:oleObj name="" r:id="rId1" imgW="1358265" imgH="241300"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076" y="5661026"/>
                        <a:ext cx="38195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6628" name="Group 78"/>
          <p:cNvGrpSpPr/>
          <p:nvPr/>
        </p:nvGrpSpPr>
        <p:grpSpPr bwMode="auto">
          <a:xfrm>
            <a:off x="6816726" y="765175"/>
            <a:ext cx="3706813" cy="3600450"/>
            <a:chOff x="3334" y="482"/>
            <a:chExt cx="2335" cy="2268"/>
          </a:xfrm>
        </p:grpSpPr>
        <p:sp>
          <p:nvSpPr>
            <p:cNvPr id="26629" name="Rectangle 79"/>
            <p:cNvSpPr>
              <a:spLocks noChangeArrowheads="1"/>
            </p:cNvSpPr>
            <p:nvPr/>
          </p:nvSpPr>
          <p:spPr bwMode="auto">
            <a:xfrm>
              <a:off x="3334" y="482"/>
              <a:ext cx="2335" cy="2268"/>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6630" name="Arc 80"/>
            <p:cNvSpPr>
              <a:spLocks noChangeArrowheads="1"/>
            </p:cNvSpPr>
            <p:nvPr/>
          </p:nvSpPr>
          <p:spPr bwMode="auto">
            <a:xfrm>
              <a:off x="3985" y="982"/>
              <a:ext cx="132" cy="188"/>
            </a:xfrm>
            <a:custGeom>
              <a:avLst/>
              <a:gdLst>
                <a:gd name="T0" fmla="*/ 21530 w 21600"/>
                <a:gd name="T1" fmla="*/ 0 h 18780"/>
                <a:gd name="T2" fmla="*/ 21600 w 21600"/>
                <a:gd name="T3" fmla="*/ 1729 h 18780"/>
                <a:gd name="T4" fmla="*/ 13259 w 21600"/>
                <a:gd name="T5" fmla="*/ 18779 h 18780"/>
                <a:gd name="T6" fmla="*/ 21530 w 21600"/>
                <a:gd name="T7" fmla="*/ 0 h 18780"/>
                <a:gd name="T8" fmla="*/ 21600 w 21600"/>
                <a:gd name="T9" fmla="*/ 1729 h 18780"/>
                <a:gd name="T10" fmla="*/ 13259 w 21600"/>
                <a:gd name="T11" fmla="*/ 18779 h 18780"/>
                <a:gd name="T12" fmla="*/ 0 w 21600"/>
                <a:gd name="T13" fmla="*/ 1729 h 18780"/>
              </a:gdLst>
              <a:ahLst/>
              <a:cxnLst>
                <a:cxn ang="0">
                  <a:pos x="T0" y="T1"/>
                </a:cxn>
                <a:cxn ang="0">
                  <a:pos x="T2" y="T3"/>
                </a:cxn>
                <a:cxn ang="0">
                  <a:pos x="T4" y="T5"/>
                </a:cxn>
                <a:cxn ang="0">
                  <a:pos x="T6" y="T7"/>
                </a:cxn>
                <a:cxn ang="0">
                  <a:pos x="T8" y="T9"/>
                </a:cxn>
                <a:cxn ang="0">
                  <a:pos x="T10" y="T11"/>
                </a:cxn>
                <a:cxn ang="0">
                  <a:pos x="T12" y="T13"/>
                </a:cxn>
              </a:cxnLst>
              <a:rect l="0" t="0" r="r" b="b"/>
              <a:pathLst>
                <a:path w="21600" h="18780" fill="none">
                  <a:moveTo>
                    <a:pt x="21530" y="0"/>
                  </a:moveTo>
                  <a:cubicBezTo>
                    <a:pt x="21576" y="575"/>
                    <a:pt x="21600" y="1151"/>
                    <a:pt x="21600" y="1729"/>
                  </a:cubicBezTo>
                  <a:cubicBezTo>
                    <a:pt x="21600" y="8395"/>
                    <a:pt x="18522" y="14687"/>
                    <a:pt x="13259" y="18779"/>
                  </a:cubicBezTo>
                </a:path>
                <a:path w="21600" h="18780" stroke="0">
                  <a:moveTo>
                    <a:pt x="21530" y="0"/>
                  </a:moveTo>
                  <a:cubicBezTo>
                    <a:pt x="21576" y="575"/>
                    <a:pt x="21600" y="1151"/>
                    <a:pt x="21600" y="1729"/>
                  </a:cubicBezTo>
                  <a:cubicBezTo>
                    <a:pt x="21600" y="8395"/>
                    <a:pt x="18522" y="14687"/>
                    <a:pt x="13259" y="18779"/>
                  </a:cubicBezTo>
                  <a:lnTo>
                    <a:pt x="0" y="1729"/>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6631" name="Object 6"/>
            <p:cNvGraphicFramePr/>
            <p:nvPr/>
          </p:nvGraphicFramePr>
          <p:xfrm>
            <a:off x="4128" y="998"/>
            <a:ext cx="183" cy="247"/>
          </p:xfrm>
          <a:graphic>
            <a:graphicData uri="http://schemas.openxmlformats.org/presentationml/2006/ole">
              <mc:AlternateContent xmlns:mc="http://schemas.openxmlformats.org/markup-compatibility/2006">
                <mc:Choice xmlns:v="urn:schemas-microsoft-com:vml" Requires="v">
                  <p:oleObj spid="_x0000_s26835" name="" r:id="rId3" imgW="292100" imgH="393700" progId="Equation.3">
                    <p:embed/>
                  </p:oleObj>
                </mc:Choice>
                <mc:Fallback>
                  <p:oleObj name="" r:id="rId3" imgW="292100" imgH="393700" progId="Equation.3">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8" y="998"/>
                          <a:ext cx="18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7410" name="Rectangle 82"/>
            <p:cNvSpPr>
              <a:spLocks noChangeArrowheads="1"/>
            </p:cNvSpPr>
            <p:nvPr/>
          </p:nvSpPr>
          <p:spPr bwMode="auto">
            <a:xfrm rot="2306263">
              <a:off x="3457" y="1414"/>
              <a:ext cx="1776" cy="96"/>
            </a:xfrm>
            <a:prstGeom prst="rect">
              <a:avLst/>
            </a:prstGeom>
            <a:solidFill>
              <a:schemeClr val="accent1">
                <a:lumMod val="75000"/>
              </a:schemeClr>
            </a:solidFill>
            <a:ln w="19050">
              <a:solidFill>
                <a:schemeClr val="tx1"/>
              </a:solidFill>
              <a:prstDash val="dash"/>
              <a:miter lim="800000"/>
              <a:tailEnd type="none" w="med" len="lg"/>
            </a:ln>
            <a:effectLst/>
          </p:spPr>
          <p:txBody>
            <a:bodyPr wrap="none" anchor="ctr"/>
            <a:lstStyle/>
            <a:p>
              <a:pPr>
                <a:buFontTx/>
                <a:buNone/>
                <a:defRPr/>
              </a:pPr>
              <a:endParaRPr lang="zh-CN" altLang="en-US"/>
            </a:p>
          </p:txBody>
        </p:sp>
        <p:sp>
          <p:nvSpPr>
            <p:cNvPr id="227411" name="Rectangle 83"/>
            <p:cNvSpPr>
              <a:spLocks noChangeArrowheads="1"/>
            </p:cNvSpPr>
            <p:nvPr/>
          </p:nvSpPr>
          <p:spPr bwMode="auto">
            <a:xfrm rot="5400000">
              <a:off x="2761" y="1678"/>
              <a:ext cx="1776" cy="96"/>
            </a:xfrm>
            <a:prstGeom prst="rect">
              <a:avLst/>
            </a:prstGeom>
            <a:solidFill>
              <a:schemeClr val="accent1">
                <a:lumMod val="75000"/>
              </a:schemeClr>
            </a:solidFill>
            <a:ln w="19050">
              <a:solidFill>
                <a:schemeClr val="tx1"/>
              </a:solidFill>
              <a:prstDash val="dash"/>
              <a:miter lim="800000"/>
              <a:tailEnd type="none" w="med" len="lg"/>
            </a:ln>
            <a:effectLst/>
          </p:spPr>
          <p:txBody>
            <a:bodyPr wrap="none" anchor="ctr"/>
            <a:lstStyle/>
            <a:p>
              <a:pPr>
                <a:buFontTx/>
                <a:buNone/>
                <a:defRPr/>
              </a:pPr>
              <a:endParaRPr lang="zh-CN" altLang="en-US"/>
            </a:p>
          </p:txBody>
        </p:sp>
        <p:sp>
          <p:nvSpPr>
            <p:cNvPr id="26634" name="Arc 84"/>
            <p:cNvSpPr>
              <a:spLocks noChangeArrowheads="1"/>
            </p:cNvSpPr>
            <p:nvPr/>
          </p:nvSpPr>
          <p:spPr bwMode="auto">
            <a:xfrm flipV="1">
              <a:off x="3745" y="934"/>
              <a:ext cx="1680" cy="168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19050">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6635" name="Line 85"/>
            <p:cNvSpPr>
              <a:spLocks noChangeShapeType="1"/>
            </p:cNvSpPr>
            <p:nvPr/>
          </p:nvSpPr>
          <p:spPr bwMode="auto">
            <a:xfrm>
              <a:off x="3409" y="742"/>
              <a:ext cx="48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7414" name="Rectangle 86"/>
            <p:cNvSpPr>
              <a:spLocks noChangeArrowheads="1"/>
            </p:cNvSpPr>
            <p:nvPr/>
          </p:nvSpPr>
          <p:spPr bwMode="auto">
            <a:xfrm>
              <a:off x="3641" y="878"/>
              <a:ext cx="1776" cy="96"/>
            </a:xfrm>
            <a:prstGeom prst="rect">
              <a:avLst/>
            </a:prstGeom>
            <a:solidFill>
              <a:schemeClr val="accent1">
                <a:lumMod val="75000"/>
              </a:schemeClr>
            </a:solidFill>
            <a:ln w="19050">
              <a:solidFill>
                <a:schemeClr val="tx1"/>
              </a:solidFill>
              <a:miter lim="800000"/>
              <a:tailEnd type="none" w="med" len="lg"/>
            </a:ln>
            <a:effectLst/>
          </p:spPr>
          <p:txBody>
            <a:bodyPr wrap="none" anchor="ctr"/>
            <a:lstStyle/>
            <a:p>
              <a:pPr>
                <a:buFontTx/>
                <a:buNone/>
                <a:defRPr/>
              </a:pPr>
              <a:endParaRPr lang="zh-CN" altLang="en-US"/>
            </a:p>
          </p:txBody>
        </p:sp>
        <p:sp>
          <p:nvSpPr>
            <p:cNvPr id="26637" name="Rectangle 87" descr="宽上对角线"/>
            <p:cNvSpPr>
              <a:spLocks noChangeArrowheads="1"/>
            </p:cNvSpPr>
            <p:nvPr/>
          </p:nvSpPr>
          <p:spPr bwMode="auto">
            <a:xfrm>
              <a:off x="3409" y="598"/>
              <a:ext cx="480" cy="144"/>
            </a:xfrm>
            <a:prstGeom prst="rect">
              <a:avLst/>
            </a:prstGeom>
            <a:pattFill prst="wdUpDiag">
              <a:fgClr>
                <a:schemeClr val="tx2"/>
              </a:fgClr>
              <a:bgClr>
                <a:schemeClr val="bg1"/>
              </a:bgClr>
            </a:patt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6638" name="AutoShape 88"/>
            <p:cNvSpPr>
              <a:spLocks noChangeArrowheads="1"/>
            </p:cNvSpPr>
            <p:nvPr/>
          </p:nvSpPr>
          <p:spPr bwMode="auto">
            <a:xfrm rot="5400000">
              <a:off x="3529" y="814"/>
              <a:ext cx="240" cy="96"/>
            </a:xfrm>
            <a:prstGeom prst="homePlate">
              <a:avLst>
                <a:gd name="adj" fmla="val 62500"/>
              </a:avLst>
            </a:prstGeom>
            <a:solidFill>
              <a:schemeClr val="accent1"/>
            </a:solidFill>
            <a:ln w="19050">
              <a:solidFill>
                <a:schemeClr val="tx1"/>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6639" name="Oval 89"/>
            <p:cNvSpPr>
              <a:spLocks noChangeArrowheads="1"/>
            </p:cNvSpPr>
            <p:nvPr/>
          </p:nvSpPr>
          <p:spPr bwMode="auto">
            <a:xfrm>
              <a:off x="3625" y="886"/>
              <a:ext cx="48" cy="48"/>
            </a:xfrm>
            <a:prstGeom prst="ellipse">
              <a:avLst/>
            </a:prstGeom>
            <a:solidFill>
              <a:schemeClr val="tx2"/>
            </a:solidFill>
            <a:ln w="19050">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6640" name="Object 7"/>
            <p:cNvGraphicFramePr/>
            <p:nvPr/>
          </p:nvGraphicFramePr>
          <p:xfrm>
            <a:off x="3378" y="838"/>
            <a:ext cx="163" cy="188"/>
          </p:xfrm>
          <a:graphic>
            <a:graphicData uri="http://schemas.openxmlformats.org/presentationml/2006/ole">
              <mc:AlternateContent xmlns:mc="http://schemas.openxmlformats.org/markup-compatibility/2006">
                <mc:Choice xmlns:v="urn:schemas-microsoft-com:vml" Requires="v">
                  <p:oleObj spid="_x0000_s26836" name="" r:id="rId5" imgW="254000" imgH="292100" progId="Equation.3">
                    <p:embed/>
                  </p:oleObj>
                </mc:Choice>
                <mc:Fallback>
                  <p:oleObj name="" r:id="rId5" imgW="254000" imgH="292100"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8" y="838"/>
                          <a:ext cx="1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641" name="Object 8"/>
            <p:cNvGraphicFramePr/>
            <p:nvPr/>
          </p:nvGraphicFramePr>
          <p:xfrm>
            <a:off x="4315" y="531"/>
            <a:ext cx="677" cy="405"/>
          </p:xfrm>
          <a:graphic>
            <a:graphicData uri="http://schemas.openxmlformats.org/presentationml/2006/ole">
              <mc:AlternateContent xmlns:mc="http://schemas.openxmlformats.org/markup-compatibility/2006">
                <mc:Choice xmlns:v="urn:schemas-microsoft-com:vml" Requires="v">
                  <p:oleObj spid="_x0000_s26837" name="" r:id="rId7" imgW="266065" imgH="203200" progId="Equation.3">
                    <p:embed/>
                  </p:oleObj>
                </mc:Choice>
                <mc:Fallback>
                  <p:oleObj name="" r:id="rId7" imgW="266065" imgH="203200" progId="Equation.3">
                    <p:embed/>
                    <p:pic>
                      <p:nvPicPr>
                        <p:cNvPr id="0" name="Object 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5" y="531"/>
                          <a:ext cx="677"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42" name="AutoShape 92"/>
            <p:cNvSpPr>
              <a:spLocks noChangeArrowheads="1"/>
            </p:cNvSpPr>
            <p:nvPr/>
          </p:nvSpPr>
          <p:spPr bwMode="auto">
            <a:xfrm>
              <a:off x="5306" y="800"/>
              <a:ext cx="227" cy="228"/>
            </a:xfrm>
            <a:prstGeom prst="flowChartConnector">
              <a:avLst/>
            </a:prstGeom>
            <a:gradFill rotWithShape="1">
              <a:gsLst>
                <a:gs pos="0">
                  <a:srgbClr val="FF6600"/>
                </a:gs>
                <a:gs pos="100000">
                  <a:srgbClr val="762F00"/>
                </a:gs>
              </a:gsLst>
              <a:path path="shape">
                <a:fillToRect l="50000" t="50000" r="50000" b="50000"/>
              </a:path>
            </a:gradFill>
            <a:ln w="28575">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a:solidFill>
                  <a:srgbClr val="CC0000"/>
                </a:solidFill>
              </a:endParaRPr>
            </a:p>
          </p:txBody>
        </p:sp>
        <p:sp>
          <p:nvSpPr>
            <p:cNvPr id="26643" name="AutoShape 93"/>
            <p:cNvSpPr>
              <a:spLocks noChangeArrowheads="1"/>
            </p:cNvSpPr>
            <p:nvPr/>
          </p:nvSpPr>
          <p:spPr bwMode="auto">
            <a:xfrm>
              <a:off x="4944" y="1888"/>
              <a:ext cx="227" cy="228"/>
            </a:xfrm>
            <a:prstGeom prst="flowChartConnector">
              <a:avLst/>
            </a:prstGeom>
            <a:gradFill rotWithShape="1">
              <a:gsLst>
                <a:gs pos="0">
                  <a:srgbClr val="FF6600"/>
                </a:gs>
                <a:gs pos="100000">
                  <a:srgbClr val="762F00"/>
                </a:gs>
              </a:gsLst>
              <a:path path="shape">
                <a:fillToRect l="50000" t="50000" r="50000" b="50000"/>
              </a:path>
            </a:gradFill>
            <a:ln w="28575">
              <a:solidFill>
                <a:schemeClr val="tx1"/>
              </a:solidFill>
              <a:prstDash val="dash"/>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a:solidFill>
                  <a:srgbClr val="CC0000"/>
                </a:solidFill>
              </a:endParaRPr>
            </a:p>
          </p:txBody>
        </p:sp>
        <p:sp>
          <p:nvSpPr>
            <p:cNvPr id="26644" name="AutoShape 94"/>
            <p:cNvSpPr>
              <a:spLocks noChangeArrowheads="1"/>
            </p:cNvSpPr>
            <p:nvPr/>
          </p:nvSpPr>
          <p:spPr bwMode="auto">
            <a:xfrm>
              <a:off x="3537" y="2478"/>
              <a:ext cx="227" cy="228"/>
            </a:xfrm>
            <a:prstGeom prst="flowChartConnector">
              <a:avLst/>
            </a:prstGeom>
            <a:gradFill rotWithShape="1">
              <a:gsLst>
                <a:gs pos="0">
                  <a:srgbClr val="FF6600"/>
                </a:gs>
                <a:gs pos="100000">
                  <a:srgbClr val="762F00"/>
                </a:gs>
              </a:gsLst>
              <a:path path="shape">
                <a:fillToRect l="50000" t="50000" r="50000" b="50000"/>
              </a:path>
            </a:gradFill>
            <a:ln w="28575">
              <a:solidFill>
                <a:schemeClr val="tx1"/>
              </a:solidFill>
              <a:prstDash val="dash"/>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a:solidFill>
                  <a:srgbClr val="CC0000"/>
                </a:solidFill>
              </a:endParaRPr>
            </a:p>
          </p:txBody>
        </p:sp>
        <p:graphicFrame>
          <p:nvGraphicFramePr>
            <p:cNvPr id="26645" name="Object 9"/>
            <p:cNvGraphicFramePr/>
            <p:nvPr/>
          </p:nvGraphicFramePr>
          <p:xfrm>
            <a:off x="5170" y="1011"/>
            <a:ext cx="286" cy="242"/>
          </p:xfrm>
          <a:graphic>
            <a:graphicData uri="http://schemas.openxmlformats.org/presentationml/2006/ole">
              <mc:AlternateContent xmlns:mc="http://schemas.openxmlformats.org/markup-compatibility/2006">
                <mc:Choice xmlns:v="urn:schemas-microsoft-com:vml" Requires="v">
                  <p:oleObj spid="_x0000_s26838" name="" r:id="rId9" imgW="165100" imgH="139700" progId="Equation.3">
                    <p:embed/>
                  </p:oleObj>
                </mc:Choice>
                <mc:Fallback>
                  <p:oleObj name="" r:id="rId9" imgW="165100" imgH="139700" progId="Equation.3">
                    <p:embed/>
                    <p:pic>
                      <p:nvPicPr>
                        <p:cNvPr id="0" name="Object 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70" y="1011"/>
                          <a:ext cx="28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46" name="Text Box 96"/>
            <p:cNvSpPr txBox="1">
              <a:spLocks noChangeArrowheads="1"/>
            </p:cNvSpPr>
            <p:nvPr/>
          </p:nvSpPr>
          <p:spPr bwMode="auto">
            <a:xfrm>
              <a:off x="5352" y="527"/>
              <a:ext cx="2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i="1"/>
                <a:t>A</a:t>
              </a:r>
              <a:endParaRPr lang="en-US" altLang="zh-CN" i="1"/>
            </a:p>
          </p:txBody>
        </p:sp>
        <p:sp>
          <p:nvSpPr>
            <p:cNvPr id="26647" name="Text Box 97"/>
            <p:cNvSpPr txBox="1">
              <a:spLocks noChangeArrowheads="1"/>
            </p:cNvSpPr>
            <p:nvPr/>
          </p:nvSpPr>
          <p:spPr bwMode="auto">
            <a:xfrm>
              <a:off x="5232" y="1632"/>
              <a:ext cx="2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i="1"/>
                <a:t>B</a:t>
              </a:r>
              <a:endParaRPr lang="en-US" altLang="zh-CN" i="1"/>
            </a:p>
          </p:txBody>
        </p:sp>
      </p:grpSp>
      <p:grpSp>
        <p:nvGrpSpPr>
          <p:cNvPr id="3" name="Group 98"/>
          <p:cNvGrpSpPr/>
          <p:nvPr/>
        </p:nvGrpSpPr>
        <p:grpSpPr bwMode="auto">
          <a:xfrm>
            <a:off x="9525000" y="3200401"/>
            <a:ext cx="838200" cy="1058863"/>
            <a:chOff x="5040" y="2016"/>
            <a:chExt cx="528" cy="667"/>
          </a:xfrm>
        </p:grpSpPr>
        <p:sp>
          <p:nvSpPr>
            <p:cNvPr id="26649" name="Line 99"/>
            <p:cNvSpPr>
              <a:spLocks noChangeShapeType="1"/>
            </p:cNvSpPr>
            <p:nvPr/>
          </p:nvSpPr>
          <p:spPr bwMode="auto">
            <a:xfrm>
              <a:off x="5040" y="2016"/>
              <a:ext cx="5" cy="618"/>
            </a:xfrm>
            <a:prstGeom prst="line">
              <a:avLst/>
            </a:prstGeom>
            <a:noFill/>
            <a:ln w="38100">
              <a:solidFill>
                <a:srgbClr val="FF3300"/>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650" name="Object 5"/>
            <p:cNvGraphicFramePr/>
            <p:nvPr/>
          </p:nvGraphicFramePr>
          <p:xfrm>
            <a:off x="5088" y="2304"/>
            <a:ext cx="480" cy="379"/>
          </p:xfrm>
          <a:graphic>
            <a:graphicData uri="http://schemas.openxmlformats.org/presentationml/2006/ole">
              <mc:AlternateContent xmlns:mc="http://schemas.openxmlformats.org/markup-compatibility/2006">
                <mc:Choice xmlns:v="urn:schemas-microsoft-com:vml" Requires="v">
                  <p:oleObj spid="_x0000_s26839" name="" r:id="rId11" imgW="241300" imgH="190500" progId="Equation.3">
                    <p:embed/>
                  </p:oleObj>
                </mc:Choice>
                <mc:Fallback>
                  <p:oleObj name="" r:id="rId11" imgW="241300" imgH="190500" progId="Equation.3">
                    <p:embed/>
                    <p:pic>
                      <p:nvPicPr>
                        <p:cNvPr id="0" name="Object 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8" y="2304"/>
                          <a:ext cx="48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 name="Group 101"/>
          <p:cNvGrpSpPr/>
          <p:nvPr/>
        </p:nvGrpSpPr>
        <p:grpSpPr bwMode="auto">
          <a:xfrm>
            <a:off x="7772400" y="1447800"/>
            <a:ext cx="1905000" cy="2286000"/>
            <a:chOff x="3936" y="912"/>
            <a:chExt cx="1200" cy="1440"/>
          </a:xfrm>
        </p:grpSpPr>
        <p:grpSp>
          <p:nvGrpSpPr>
            <p:cNvPr id="26652" name="Group 102"/>
            <p:cNvGrpSpPr/>
            <p:nvPr/>
          </p:nvGrpSpPr>
          <p:grpSpPr bwMode="auto">
            <a:xfrm>
              <a:off x="3936" y="912"/>
              <a:ext cx="1200" cy="1440"/>
              <a:chOff x="3936" y="912"/>
              <a:chExt cx="1200" cy="1440"/>
            </a:xfrm>
          </p:grpSpPr>
          <p:sp>
            <p:nvSpPr>
              <p:cNvPr id="26653" name="Line 103"/>
              <p:cNvSpPr>
                <a:spLocks noChangeShapeType="1"/>
              </p:cNvSpPr>
              <p:nvPr/>
            </p:nvSpPr>
            <p:spPr bwMode="auto">
              <a:xfrm>
                <a:off x="4416" y="1488"/>
                <a:ext cx="0" cy="624"/>
              </a:xfrm>
              <a:prstGeom prst="line">
                <a:avLst/>
              </a:prstGeom>
              <a:noFill/>
              <a:ln w="38100">
                <a:solidFill>
                  <a:srgbClr val="FF3300"/>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654" name="Object 3"/>
              <p:cNvGraphicFramePr/>
              <p:nvPr/>
            </p:nvGraphicFramePr>
            <p:xfrm>
              <a:off x="3936" y="1973"/>
              <a:ext cx="480" cy="379"/>
            </p:xfrm>
            <a:graphic>
              <a:graphicData uri="http://schemas.openxmlformats.org/presentationml/2006/ole">
                <mc:AlternateContent xmlns:mc="http://schemas.openxmlformats.org/markup-compatibility/2006">
                  <mc:Choice xmlns:v="urn:schemas-microsoft-com:vml" Requires="v">
                    <p:oleObj spid="_x0000_s26840" name="" r:id="rId13" imgW="241300" imgH="190500" progId="Equation.3">
                      <p:embed/>
                    </p:oleObj>
                  </mc:Choice>
                  <mc:Fallback>
                    <p:oleObj name="" r:id="rId13" imgW="241300" imgH="190500" progId="Equation.3">
                      <p:embed/>
                      <p:pic>
                        <p:nvPicPr>
                          <p:cNvPr id="0" name="Object 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36" y="1973"/>
                            <a:ext cx="48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6655" name="Object 4"/>
              <p:cNvGraphicFramePr/>
              <p:nvPr/>
            </p:nvGraphicFramePr>
            <p:xfrm>
              <a:off x="4464" y="912"/>
              <a:ext cx="672" cy="576"/>
            </p:xfrm>
            <a:graphic>
              <a:graphicData uri="http://schemas.openxmlformats.org/presentationml/2006/ole">
                <mc:AlternateContent xmlns:mc="http://schemas.openxmlformats.org/markup-compatibility/2006">
                  <mc:Choice xmlns:v="urn:schemas-microsoft-com:vml" Requires="v">
                    <p:oleObj spid="_x0000_s26841" name="" r:id="rId14" imgW="438150" imgH="337185" progId="Equation.3">
                      <p:embed/>
                    </p:oleObj>
                  </mc:Choice>
                  <mc:Fallback>
                    <p:oleObj name="" r:id="rId14" imgW="438150" imgH="337185" progId="Equation.3">
                      <p:embed/>
                      <p:pic>
                        <p:nvPicPr>
                          <p:cNvPr id="0" name="Object 4"/>
                          <p:cNvPicPr preferRelativeResize="0">
                            <a:picLocks noChangeArrowheads="1"/>
                          </p:cNvPicPr>
                          <p:nvPr/>
                        </p:nvPicPr>
                        <p:blipFill>
                          <a:blip r:embed="rId15">
                            <a:lum bright="-100000"/>
                            <a:extLst>
                              <a:ext uri="{28A0092B-C50C-407E-A947-70E740481C1C}">
                                <a14:useLocalDpi xmlns:a14="http://schemas.microsoft.com/office/drawing/2010/main" val="0"/>
                              </a:ext>
                            </a:extLst>
                          </a:blip>
                          <a:srcRect/>
                          <a:stretch>
                            <a:fillRect/>
                          </a:stretch>
                        </p:blipFill>
                        <p:spPr bwMode="auto">
                          <a:xfrm>
                            <a:off x="4464" y="912"/>
                            <a:ext cx="67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56" name="Line 106"/>
              <p:cNvSpPr>
                <a:spLocks noChangeShapeType="1"/>
              </p:cNvSpPr>
              <p:nvPr/>
            </p:nvSpPr>
            <p:spPr bwMode="auto">
              <a:xfrm flipV="1">
                <a:off x="4416" y="960"/>
                <a:ext cx="0" cy="528"/>
              </a:xfrm>
              <a:prstGeom prst="line">
                <a:avLst/>
              </a:prstGeom>
              <a:noFill/>
              <a:ln w="19050">
                <a:solidFill>
                  <a:srgbClr val="0066FF"/>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26657" name="Line 107"/>
            <p:cNvSpPr>
              <a:spLocks noChangeShapeType="1"/>
            </p:cNvSpPr>
            <p:nvPr/>
          </p:nvSpPr>
          <p:spPr bwMode="auto">
            <a:xfrm flipV="1">
              <a:off x="4272" y="1488"/>
              <a:ext cx="576" cy="0"/>
            </a:xfrm>
            <a:prstGeom prst="line">
              <a:avLst/>
            </a:prstGeom>
            <a:noFill/>
            <a:ln w="19050">
              <a:solidFill>
                <a:srgbClr val="0000FF"/>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7398"/>
                                        </p:tgtEl>
                                        <p:attrNameLst>
                                          <p:attrName>style.visibility</p:attrName>
                                        </p:attrNameLst>
                                      </p:cBhvr>
                                      <p:to>
                                        <p:strVal val="visible"/>
                                      </p:to>
                                    </p:set>
                                    <p:animEffect transition="in" filter="blinds(horizontal)">
                                      <p:cBhvr>
                                        <p:cTn id="17" dur="500"/>
                                        <p:tgtEl>
                                          <p:spTgt spid="22739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7400"/>
                                        </p:tgtEl>
                                        <p:attrNameLst>
                                          <p:attrName>style.visibility</p:attrName>
                                        </p:attrNameLst>
                                      </p:cBhvr>
                                      <p:to>
                                        <p:strVal val="visible"/>
                                      </p:to>
                                    </p:set>
                                    <p:animEffect transition="in" filter="blinds(horizontal)">
                                      <p:cBhvr>
                                        <p:cTn id="22" dur="500"/>
                                        <p:tgtEl>
                                          <p:spTgt spid="227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9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1456" name="Object 2"/>
          <p:cNvGraphicFramePr/>
          <p:nvPr/>
        </p:nvGraphicFramePr>
        <p:xfrm>
          <a:off x="1905000" y="2209801"/>
          <a:ext cx="2286000" cy="1141413"/>
        </p:xfrm>
        <a:graphic>
          <a:graphicData uri="http://schemas.openxmlformats.org/presentationml/2006/ole">
            <mc:AlternateContent xmlns:mc="http://schemas.openxmlformats.org/markup-compatibility/2006">
              <mc:Choice xmlns:v="urn:schemas-microsoft-com:vml" Requires="v">
                <p:oleObj spid="_x0000_s28024" name="" r:id="rId1" imgW="786765" imgH="393700" progId="Equation.3">
                  <p:embed/>
                </p:oleObj>
              </mc:Choice>
              <mc:Fallback>
                <p:oleObj name="" r:id="rId1" imgW="786765" imgH="393700"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209801"/>
                        <a:ext cx="2286000"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1458" name="Object 3"/>
          <p:cNvGraphicFramePr/>
          <p:nvPr/>
        </p:nvGraphicFramePr>
        <p:xfrm>
          <a:off x="2667000" y="1524000"/>
          <a:ext cx="2743200" cy="655638"/>
        </p:xfrm>
        <a:graphic>
          <a:graphicData uri="http://schemas.openxmlformats.org/presentationml/2006/ole">
            <mc:AlternateContent xmlns:mc="http://schemas.openxmlformats.org/markup-compatibility/2006">
              <mc:Choice xmlns:v="urn:schemas-microsoft-com:vml" Requires="v">
                <p:oleObj spid="_x0000_s28025" name="" r:id="rId3" imgW="900430" imgH="215900" progId="Equation.3">
                  <p:embed/>
                </p:oleObj>
              </mc:Choice>
              <mc:Fallback>
                <p:oleObj name="" r:id="rId3" imgW="900430" imgH="215900"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524000"/>
                        <a:ext cx="27432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651" name="Object 4"/>
          <p:cNvGraphicFramePr/>
          <p:nvPr/>
        </p:nvGraphicFramePr>
        <p:xfrm>
          <a:off x="2209800" y="762001"/>
          <a:ext cx="3886200" cy="688975"/>
        </p:xfrm>
        <a:graphic>
          <a:graphicData uri="http://schemas.openxmlformats.org/presentationml/2006/ole">
            <mc:AlternateContent xmlns:mc="http://schemas.openxmlformats.org/markup-compatibility/2006">
              <mc:Choice xmlns:v="urn:schemas-microsoft-com:vml" Requires="v">
                <p:oleObj spid="_x0000_s28026" name="" r:id="rId5" imgW="1358265" imgH="241300" progId="Equation.3">
                  <p:embed/>
                </p:oleObj>
              </mc:Choice>
              <mc:Fallback>
                <p:oleObj name="" r:id="rId5" imgW="1358265" imgH="24130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762001"/>
                        <a:ext cx="38862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1461" name="Object 5"/>
          <p:cNvGraphicFramePr/>
          <p:nvPr/>
        </p:nvGraphicFramePr>
        <p:xfrm>
          <a:off x="2133600" y="3352800"/>
          <a:ext cx="4343400" cy="1143000"/>
        </p:xfrm>
        <a:graphic>
          <a:graphicData uri="http://schemas.openxmlformats.org/presentationml/2006/ole">
            <mc:AlternateContent xmlns:mc="http://schemas.openxmlformats.org/markup-compatibility/2006">
              <mc:Choice xmlns:v="urn:schemas-microsoft-com:vml" Requires="v">
                <p:oleObj spid="_x0000_s28027" name="" r:id="rId7" imgW="1510665" imgH="393700" progId="Equation.3">
                  <p:embed/>
                </p:oleObj>
              </mc:Choice>
              <mc:Fallback>
                <p:oleObj name="" r:id="rId7" imgW="1510665" imgH="393700"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3352800"/>
                        <a:ext cx="434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1462" name="Object 6"/>
          <p:cNvGraphicFramePr/>
          <p:nvPr/>
        </p:nvGraphicFramePr>
        <p:xfrm>
          <a:off x="1981200" y="4343400"/>
          <a:ext cx="5410200" cy="1136650"/>
        </p:xfrm>
        <a:graphic>
          <a:graphicData uri="http://schemas.openxmlformats.org/presentationml/2006/ole">
            <mc:AlternateContent xmlns:mc="http://schemas.openxmlformats.org/markup-compatibility/2006">
              <mc:Choice xmlns:v="urn:schemas-microsoft-com:vml" Requires="v">
                <p:oleObj spid="_x0000_s28028" name="" r:id="rId9" imgW="1917065" imgH="393700" progId="Equation.3">
                  <p:embed/>
                </p:oleObj>
              </mc:Choice>
              <mc:Fallback>
                <p:oleObj name="" r:id="rId9" imgW="1917065" imgH="393700" progId="Equation.3">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4343400"/>
                        <a:ext cx="54102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1464" name="Object 7"/>
          <p:cNvGraphicFramePr/>
          <p:nvPr/>
        </p:nvGraphicFramePr>
        <p:xfrm>
          <a:off x="7467600" y="4419600"/>
          <a:ext cx="2540000" cy="1062038"/>
        </p:xfrm>
        <a:graphic>
          <a:graphicData uri="http://schemas.openxmlformats.org/presentationml/2006/ole">
            <mc:AlternateContent xmlns:mc="http://schemas.openxmlformats.org/markup-compatibility/2006">
              <mc:Choice xmlns:v="urn:schemas-microsoft-com:vml" Requires="v">
                <p:oleObj spid="_x0000_s28029" name="" r:id="rId11" imgW="939165" imgH="393700" progId="Equation.3">
                  <p:embed/>
                </p:oleObj>
              </mc:Choice>
              <mc:Fallback>
                <p:oleObj name="" r:id="rId11" imgW="939165" imgH="393700" progId="Equation.3">
                  <p:embed/>
                  <p:pic>
                    <p:nvPicPr>
                      <p:cNvPr id="0" name="Object 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67600" y="4419600"/>
                        <a:ext cx="25400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1466" name="Object 8"/>
          <p:cNvGraphicFramePr/>
          <p:nvPr/>
        </p:nvGraphicFramePr>
        <p:xfrm>
          <a:off x="6858000" y="5410201"/>
          <a:ext cx="3505200" cy="1109663"/>
        </p:xfrm>
        <a:graphic>
          <a:graphicData uri="http://schemas.openxmlformats.org/presentationml/2006/ole">
            <mc:AlternateContent xmlns:mc="http://schemas.openxmlformats.org/markup-compatibility/2006">
              <mc:Choice xmlns:v="urn:schemas-microsoft-com:vml" Requires="v">
                <p:oleObj spid="_x0000_s28030" name="" r:id="rId13" imgW="1066165" imgH="393700" progId="Equation.3">
                  <p:embed/>
                </p:oleObj>
              </mc:Choice>
              <mc:Fallback>
                <p:oleObj name="" r:id="rId13" imgW="1066165" imgH="393700" progId="Equation.3">
                  <p:embed/>
                  <p:pic>
                    <p:nvPicPr>
                      <p:cNvPr id="0" name="Object 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8000" y="5410201"/>
                        <a:ext cx="350520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7656" name="Group 77"/>
          <p:cNvGrpSpPr/>
          <p:nvPr/>
        </p:nvGrpSpPr>
        <p:grpSpPr bwMode="auto">
          <a:xfrm>
            <a:off x="6816726" y="765175"/>
            <a:ext cx="3706813" cy="3600450"/>
            <a:chOff x="3334" y="482"/>
            <a:chExt cx="2335" cy="2268"/>
          </a:xfrm>
        </p:grpSpPr>
        <p:sp>
          <p:nvSpPr>
            <p:cNvPr id="27657" name="Rectangle 46"/>
            <p:cNvSpPr>
              <a:spLocks noChangeArrowheads="1"/>
            </p:cNvSpPr>
            <p:nvPr/>
          </p:nvSpPr>
          <p:spPr bwMode="auto">
            <a:xfrm>
              <a:off x="3334" y="482"/>
              <a:ext cx="2335" cy="2268"/>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7658" name="Arc 47"/>
            <p:cNvSpPr>
              <a:spLocks noChangeArrowheads="1"/>
            </p:cNvSpPr>
            <p:nvPr/>
          </p:nvSpPr>
          <p:spPr bwMode="auto">
            <a:xfrm>
              <a:off x="3985" y="982"/>
              <a:ext cx="132" cy="188"/>
            </a:xfrm>
            <a:custGeom>
              <a:avLst/>
              <a:gdLst>
                <a:gd name="T0" fmla="*/ 21530 w 21600"/>
                <a:gd name="T1" fmla="*/ 0 h 18780"/>
                <a:gd name="T2" fmla="*/ 21600 w 21600"/>
                <a:gd name="T3" fmla="*/ 1729 h 18780"/>
                <a:gd name="T4" fmla="*/ 13259 w 21600"/>
                <a:gd name="T5" fmla="*/ 18779 h 18780"/>
                <a:gd name="T6" fmla="*/ 21530 w 21600"/>
                <a:gd name="T7" fmla="*/ 0 h 18780"/>
                <a:gd name="T8" fmla="*/ 21600 w 21600"/>
                <a:gd name="T9" fmla="*/ 1729 h 18780"/>
                <a:gd name="T10" fmla="*/ 13259 w 21600"/>
                <a:gd name="T11" fmla="*/ 18779 h 18780"/>
                <a:gd name="T12" fmla="*/ 0 w 21600"/>
                <a:gd name="T13" fmla="*/ 1729 h 18780"/>
              </a:gdLst>
              <a:ahLst/>
              <a:cxnLst>
                <a:cxn ang="0">
                  <a:pos x="T0" y="T1"/>
                </a:cxn>
                <a:cxn ang="0">
                  <a:pos x="T2" y="T3"/>
                </a:cxn>
                <a:cxn ang="0">
                  <a:pos x="T4" y="T5"/>
                </a:cxn>
                <a:cxn ang="0">
                  <a:pos x="T6" y="T7"/>
                </a:cxn>
                <a:cxn ang="0">
                  <a:pos x="T8" y="T9"/>
                </a:cxn>
                <a:cxn ang="0">
                  <a:pos x="T10" y="T11"/>
                </a:cxn>
                <a:cxn ang="0">
                  <a:pos x="T12" y="T13"/>
                </a:cxn>
              </a:cxnLst>
              <a:rect l="0" t="0" r="r" b="b"/>
              <a:pathLst>
                <a:path w="21600" h="18780" fill="none">
                  <a:moveTo>
                    <a:pt x="21530" y="0"/>
                  </a:moveTo>
                  <a:cubicBezTo>
                    <a:pt x="21576" y="575"/>
                    <a:pt x="21600" y="1151"/>
                    <a:pt x="21600" y="1729"/>
                  </a:cubicBezTo>
                  <a:cubicBezTo>
                    <a:pt x="21600" y="8395"/>
                    <a:pt x="18522" y="14687"/>
                    <a:pt x="13259" y="18779"/>
                  </a:cubicBezTo>
                </a:path>
                <a:path w="21600" h="18780" stroke="0">
                  <a:moveTo>
                    <a:pt x="21530" y="0"/>
                  </a:moveTo>
                  <a:cubicBezTo>
                    <a:pt x="21576" y="575"/>
                    <a:pt x="21600" y="1151"/>
                    <a:pt x="21600" y="1729"/>
                  </a:cubicBezTo>
                  <a:cubicBezTo>
                    <a:pt x="21600" y="8395"/>
                    <a:pt x="18522" y="14687"/>
                    <a:pt x="13259" y="18779"/>
                  </a:cubicBezTo>
                  <a:lnTo>
                    <a:pt x="0" y="1729"/>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7659" name="Object 14"/>
            <p:cNvGraphicFramePr/>
            <p:nvPr/>
          </p:nvGraphicFramePr>
          <p:xfrm>
            <a:off x="4128" y="998"/>
            <a:ext cx="183" cy="247"/>
          </p:xfrm>
          <a:graphic>
            <a:graphicData uri="http://schemas.openxmlformats.org/presentationml/2006/ole">
              <mc:AlternateContent xmlns:mc="http://schemas.openxmlformats.org/markup-compatibility/2006">
                <mc:Choice xmlns:v="urn:schemas-microsoft-com:vml" Requires="v">
                  <p:oleObj spid="_x0000_s28031" name="" r:id="rId15" imgW="292100" imgH="393700" progId="Equation.3">
                    <p:embed/>
                  </p:oleObj>
                </mc:Choice>
                <mc:Fallback>
                  <p:oleObj name="" r:id="rId15" imgW="292100" imgH="393700" progId="Equation.3">
                    <p:embed/>
                    <p:pic>
                      <p:nvPicPr>
                        <p:cNvPr id="0" name="Object 1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28" y="998"/>
                          <a:ext cx="18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1473" name="Rectangle 49"/>
            <p:cNvSpPr>
              <a:spLocks noChangeArrowheads="1"/>
            </p:cNvSpPr>
            <p:nvPr/>
          </p:nvSpPr>
          <p:spPr bwMode="auto">
            <a:xfrm rot="2306263">
              <a:off x="3457" y="1414"/>
              <a:ext cx="1776" cy="96"/>
            </a:xfrm>
            <a:prstGeom prst="rect">
              <a:avLst/>
            </a:prstGeom>
            <a:gradFill rotWithShape="0">
              <a:gsLst>
                <a:gs pos="0">
                  <a:schemeClr val="accent2">
                    <a:gamma/>
                    <a:shade val="0"/>
                    <a:invGamma/>
                  </a:schemeClr>
                </a:gs>
                <a:gs pos="50000">
                  <a:schemeClr val="accent2"/>
                </a:gs>
                <a:gs pos="100000">
                  <a:schemeClr val="accent2">
                    <a:gamma/>
                    <a:shade val="0"/>
                    <a:invGamma/>
                  </a:schemeClr>
                </a:gs>
              </a:gsLst>
              <a:lin ang="18900000" scaled="1"/>
            </a:gradFill>
            <a:ln w="19050">
              <a:solidFill>
                <a:schemeClr val="tx1"/>
              </a:solidFill>
              <a:prstDash val="dash"/>
              <a:miter lim="800000"/>
              <a:tailEnd type="none" w="med" len="lg"/>
            </a:ln>
            <a:effectLst/>
          </p:spPr>
          <p:txBody>
            <a:bodyPr wrap="none" anchor="ctr"/>
            <a:lstStyle/>
            <a:p>
              <a:pPr>
                <a:buFontTx/>
                <a:buNone/>
                <a:defRPr/>
              </a:pPr>
              <a:endParaRPr lang="zh-CN" altLang="en-US"/>
            </a:p>
          </p:txBody>
        </p:sp>
        <p:sp>
          <p:nvSpPr>
            <p:cNvPr id="231474" name="Rectangle 50"/>
            <p:cNvSpPr>
              <a:spLocks noChangeArrowheads="1"/>
            </p:cNvSpPr>
            <p:nvPr/>
          </p:nvSpPr>
          <p:spPr bwMode="auto">
            <a:xfrm rot="5400000">
              <a:off x="2761" y="1678"/>
              <a:ext cx="1776" cy="96"/>
            </a:xfrm>
            <a:prstGeom prst="rect">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19050">
              <a:solidFill>
                <a:schemeClr val="tx1"/>
              </a:solidFill>
              <a:prstDash val="dash"/>
              <a:miter lim="800000"/>
              <a:tailEnd type="none" w="med" len="lg"/>
            </a:ln>
            <a:effectLst/>
          </p:spPr>
          <p:txBody>
            <a:bodyPr wrap="none" anchor="ctr"/>
            <a:lstStyle/>
            <a:p>
              <a:pPr>
                <a:buFontTx/>
                <a:buNone/>
                <a:defRPr/>
              </a:pPr>
              <a:endParaRPr lang="zh-CN" altLang="en-US"/>
            </a:p>
          </p:txBody>
        </p:sp>
        <p:sp>
          <p:nvSpPr>
            <p:cNvPr id="27662" name="Arc 51"/>
            <p:cNvSpPr>
              <a:spLocks noChangeArrowheads="1"/>
            </p:cNvSpPr>
            <p:nvPr/>
          </p:nvSpPr>
          <p:spPr bwMode="auto">
            <a:xfrm flipV="1">
              <a:off x="3745" y="934"/>
              <a:ext cx="1680" cy="168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19050">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7663" name="Line 52"/>
            <p:cNvSpPr>
              <a:spLocks noChangeShapeType="1"/>
            </p:cNvSpPr>
            <p:nvPr/>
          </p:nvSpPr>
          <p:spPr bwMode="auto">
            <a:xfrm>
              <a:off x="3409" y="742"/>
              <a:ext cx="480"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1477" name="Rectangle 53"/>
            <p:cNvSpPr>
              <a:spLocks noChangeArrowheads="1"/>
            </p:cNvSpPr>
            <p:nvPr/>
          </p:nvSpPr>
          <p:spPr bwMode="auto">
            <a:xfrm>
              <a:off x="3641" y="878"/>
              <a:ext cx="1776" cy="96"/>
            </a:xfrm>
            <a:prstGeom prst="rect">
              <a:avLst/>
            </a:prstGeom>
            <a:gradFill rotWithShape="0">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tx1"/>
              </a:solidFill>
              <a:miter lim="800000"/>
              <a:tailEnd type="none" w="med" len="lg"/>
            </a:ln>
            <a:effectLst/>
          </p:spPr>
          <p:txBody>
            <a:bodyPr wrap="none" anchor="ctr"/>
            <a:lstStyle/>
            <a:p>
              <a:pPr>
                <a:buFontTx/>
                <a:buNone/>
                <a:defRPr/>
              </a:pPr>
              <a:endParaRPr lang="zh-CN" altLang="en-US"/>
            </a:p>
          </p:txBody>
        </p:sp>
        <p:sp>
          <p:nvSpPr>
            <p:cNvPr id="27665" name="Rectangle 54" descr="宽上对角线"/>
            <p:cNvSpPr>
              <a:spLocks noChangeArrowheads="1"/>
            </p:cNvSpPr>
            <p:nvPr/>
          </p:nvSpPr>
          <p:spPr bwMode="auto">
            <a:xfrm>
              <a:off x="3409" y="598"/>
              <a:ext cx="480" cy="144"/>
            </a:xfrm>
            <a:prstGeom prst="rect">
              <a:avLst/>
            </a:prstGeom>
            <a:pattFill prst="wdUpDiag">
              <a:fgClr>
                <a:schemeClr val="tx2"/>
              </a:fgClr>
              <a:bgClr>
                <a:schemeClr val="bg1"/>
              </a:bgClr>
            </a:patt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7666" name="AutoShape 55"/>
            <p:cNvSpPr>
              <a:spLocks noChangeArrowheads="1"/>
            </p:cNvSpPr>
            <p:nvPr/>
          </p:nvSpPr>
          <p:spPr bwMode="auto">
            <a:xfrm rot="5400000">
              <a:off x="3529" y="814"/>
              <a:ext cx="240" cy="96"/>
            </a:xfrm>
            <a:prstGeom prst="homePlate">
              <a:avLst>
                <a:gd name="adj" fmla="val 62500"/>
              </a:avLst>
            </a:prstGeom>
            <a:solidFill>
              <a:schemeClr val="accent1"/>
            </a:solidFill>
            <a:ln w="19050">
              <a:solidFill>
                <a:schemeClr val="tx1"/>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7667" name="Oval 56"/>
            <p:cNvSpPr>
              <a:spLocks noChangeArrowheads="1"/>
            </p:cNvSpPr>
            <p:nvPr/>
          </p:nvSpPr>
          <p:spPr bwMode="auto">
            <a:xfrm>
              <a:off x="3625" y="886"/>
              <a:ext cx="48" cy="48"/>
            </a:xfrm>
            <a:prstGeom prst="ellipse">
              <a:avLst/>
            </a:prstGeom>
            <a:solidFill>
              <a:schemeClr val="tx2"/>
            </a:solidFill>
            <a:ln w="19050">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7668" name="Object 15"/>
            <p:cNvGraphicFramePr/>
            <p:nvPr/>
          </p:nvGraphicFramePr>
          <p:xfrm>
            <a:off x="3378" y="838"/>
            <a:ext cx="163" cy="188"/>
          </p:xfrm>
          <a:graphic>
            <a:graphicData uri="http://schemas.openxmlformats.org/presentationml/2006/ole">
              <mc:AlternateContent xmlns:mc="http://schemas.openxmlformats.org/markup-compatibility/2006">
                <mc:Choice xmlns:v="urn:schemas-microsoft-com:vml" Requires="v">
                  <p:oleObj spid="_x0000_s28032" name="" r:id="rId17" imgW="254000" imgH="292100" progId="Equation.3">
                    <p:embed/>
                  </p:oleObj>
                </mc:Choice>
                <mc:Fallback>
                  <p:oleObj name="" r:id="rId17" imgW="254000" imgH="292100" progId="Equation.3">
                    <p:embed/>
                    <p:pic>
                      <p:nvPicPr>
                        <p:cNvPr id="0" name="Object 15"/>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78" y="838"/>
                          <a:ext cx="1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669" name="Object 16"/>
            <p:cNvGraphicFramePr/>
            <p:nvPr/>
          </p:nvGraphicFramePr>
          <p:xfrm>
            <a:off x="4315" y="531"/>
            <a:ext cx="677" cy="405"/>
          </p:xfrm>
          <a:graphic>
            <a:graphicData uri="http://schemas.openxmlformats.org/presentationml/2006/ole">
              <mc:AlternateContent xmlns:mc="http://schemas.openxmlformats.org/markup-compatibility/2006">
                <mc:Choice xmlns:v="urn:schemas-microsoft-com:vml" Requires="v">
                  <p:oleObj spid="_x0000_s28033" name="" r:id="rId19" imgW="266065" imgH="203200" progId="Equation.3">
                    <p:embed/>
                  </p:oleObj>
                </mc:Choice>
                <mc:Fallback>
                  <p:oleObj name="" r:id="rId19" imgW="266065" imgH="203200" progId="Equation.3">
                    <p:embed/>
                    <p:pic>
                      <p:nvPicPr>
                        <p:cNvPr id="0" name="Object 1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15" y="531"/>
                          <a:ext cx="677"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70" name="AutoShape 59"/>
            <p:cNvSpPr>
              <a:spLocks noChangeArrowheads="1"/>
            </p:cNvSpPr>
            <p:nvPr/>
          </p:nvSpPr>
          <p:spPr bwMode="auto">
            <a:xfrm>
              <a:off x="5306" y="800"/>
              <a:ext cx="227" cy="228"/>
            </a:xfrm>
            <a:prstGeom prst="flowChartConnector">
              <a:avLst/>
            </a:prstGeom>
            <a:gradFill rotWithShape="1">
              <a:gsLst>
                <a:gs pos="0">
                  <a:srgbClr val="FF6600"/>
                </a:gs>
                <a:gs pos="100000">
                  <a:srgbClr val="762F00"/>
                </a:gs>
              </a:gsLst>
              <a:path path="shape">
                <a:fillToRect l="50000" t="50000" r="50000" b="50000"/>
              </a:path>
            </a:gradFill>
            <a:ln w="28575">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a:solidFill>
                  <a:srgbClr val="CC0000"/>
                </a:solidFill>
              </a:endParaRPr>
            </a:p>
          </p:txBody>
        </p:sp>
        <p:sp>
          <p:nvSpPr>
            <p:cNvPr id="27671" name="AutoShape 60"/>
            <p:cNvSpPr>
              <a:spLocks noChangeArrowheads="1"/>
            </p:cNvSpPr>
            <p:nvPr/>
          </p:nvSpPr>
          <p:spPr bwMode="auto">
            <a:xfrm>
              <a:off x="4944" y="1888"/>
              <a:ext cx="227" cy="228"/>
            </a:xfrm>
            <a:prstGeom prst="flowChartConnector">
              <a:avLst/>
            </a:prstGeom>
            <a:gradFill rotWithShape="1">
              <a:gsLst>
                <a:gs pos="0">
                  <a:srgbClr val="FF6600"/>
                </a:gs>
                <a:gs pos="100000">
                  <a:srgbClr val="762F00"/>
                </a:gs>
              </a:gsLst>
              <a:path path="shape">
                <a:fillToRect l="50000" t="50000" r="50000" b="50000"/>
              </a:path>
            </a:gradFill>
            <a:ln w="28575">
              <a:solidFill>
                <a:schemeClr val="tx1"/>
              </a:solidFill>
              <a:prstDash val="dash"/>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a:solidFill>
                  <a:srgbClr val="CC0000"/>
                </a:solidFill>
              </a:endParaRPr>
            </a:p>
          </p:txBody>
        </p:sp>
        <p:sp>
          <p:nvSpPr>
            <p:cNvPr id="27672" name="AutoShape 61"/>
            <p:cNvSpPr>
              <a:spLocks noChangeArrowheads="1"/>
            </p:cNvSpPr>
            <p:nvPr/>
          </p:nvSpPr>
          <p:spPr bwMode="auto">
            <a:xfrm>
              <a:off x="3537" y="2478"/>
              <a:ext cx="227" cy="228"/>
            </a:xfrm>
            <a:prstGeom prst="flowChartConnector">
              <a:avLst/>
            </a:prstGeom>
            <a:gradFill rotWithShape="1">
              <a:gsLst>
                <a:gs pos="0">
                  <a:srgbClr val="FF6600"/>
                </a:gs>
                <a:gs pos="100000">
                  <a:srgbClr val="762F00"/>
                </a:gs>
              </a:gsLst>
              <a:path path="shape">
                <a:fillToRect l="50000" t="50000" r="50000" b="50000"/>
              </a:path>
            </a:gradFill>
            <a:ln w="28575">
              <a:solidFill>
                <a:schemeClr val="tx1"/>
              </a:solidFill>
              <a:prstDash val="dash"/>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a:endParaRPr lang="zh-CN" altLang="zh-CN">
                <a:solidFill>
                  <a:srgbClr val="CC0000"/>
                </a:solidFill>
              </a:endParaRPr>
            </a:p>
          </p:txBody>
        </p:sp>
        <p:graphicFrame>
          <p:nvGraphicFramePr>
            <p:cNvPr id="27673" name="Object 17"/>
            <p:cNvGraphicFramePr/>
            <p:nvPr/>
          </p:nvGraphicFramePr>
          <p:xfrm>
            <a:off x="5170" y="1011"/>
            <a:ext cx="286" cy="242"/>
          </p:xfrm>
          <a:graphic>
            <a:graphicData uri="http://schemas.openxmlformats.org/presentationml/2006/ole">
              <mc:AlternateContent xmlns:mc="http://schemas.openxmlformats.org/markup-compatibility/2006">
                <mc:Choice xmlns:v="urn:schemas-microsoft-com:vml" Requires="v">
                  <p:oleObj spid="_x0000_s28034" name="" r:id="rId21" imgW="165100" imgH="139700" progId="Equation.3">
                    <p:embed/>
                  </p:oleObj>
                </mc:Choice>
                <mc:Fallback>
                  <p:oleObj name="" r:id="rId21" imgW="165100" imgH="139700" progId="Equation.3">
                    <p:embed/>
                    <p:pic>
                      <p:nvPicPr>
                        <p:cNvPr id="0" name="Object 17"/>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70" y="1011"/>
                          <a:ext cx="28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74" name="Text Box 63"/>
            <p:cNvSpPr txBox="1">
              <a:spLocks noChangeArrowheads="1"/>
            </p:cNvSpPr>
            <p:nvPr/>
          </p:nvSpPr>
          <p:spPr bwMode="auto">
            <a:xfrm>
              <a:off x="5352" y="527"/>
              <a:ext cx="2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i="1"/>
                <a:t>A</a:t>
              </a:r>
              <a:endParaRPr lang="en-US" altLang="zh-CN" i="1"/>
            </a:p>
          </p:txBody>
        </p:sp>
        <p:sp>
          <p:nvSpPr>
            <p:cNvPr id="27675" name="Text Box 64"/>
            <p:cNvSpPr txBox="1">
              <a:spLocks noChangeArrowheads="1"/>
            </p:cNvSpPr>
            <p:nvPr/>
          </p:nvSpPr>
          <p:spPr bwMode="auto">
            <a:xfrm>
              <a:off x="5232" y="1632"/>
              <a:ext cx="2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i="1"/>
                <a:t>B</a:t>
              </a:r>
              <a:endParaRPr lang="en-US" altLang="zh-CN" i="1"/>
            </a:p>
          </p:txBody>
        </p:sp>
      </p:grpSp>
      <p:grpSp>
        <p:nvGrpSpPr>
          <p:cNvPr id="27676" name="Group 70"/>
          <p:cNvGrpSpPr/>
          <p:nvPr/>
        </p:nvGrpSpPr>
        <p:grpSpPr bwMode="auto">
          <a:xfrm>
            <a:off x="9525000" y="3200401"/>
            <a:ext cx="838200" cy="1058863"/>
            <a:chOff x="5040" y="2016"/>
            <a:chExt cx="528" cy="667"/>
          </a:xfrm>
        </p:grpSpPr>
        <p:sp>
          <p:nvSpPr>
            <p:cNvPr id="27677" name="Line 71"/>
            <p:cNvSpPr>
              <a:spLocks noChangeShapeType="1"/>
            </p:cNvSpPr>
            <p:nvPr/>
          </p:nvSpPr>
          <p:spPr bwMode="auto">
            <a:xfrm>
              <a:off x="5040" y="2016"/>
              <a:ext cx="5" cy="618"/>
            </a:xfrm>
            <a:prstGeom prst="line">
              <a:avLst/>
            </a:prstGeom>
            <a:noFill/>
            <a:ln w="38100">
              <a:solidFill>
                <a:srgbClr val="FF3300"/>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678" name="Object 13"/>
            <p:cNvGraphicFramePr/>
            <p:nvPr/>
          </p:nvGraphicFramePr>
          <p:xfrm>
            <a:off x="5088" y="2304"/>
            <a:ext cx="480" cy="379"/>
          </p:xfrm>
          <a:graphic>
            <a:graphicData uri="http://schemas.openxmlformats.org/presentationml/2006/ole">
              <mc:AlternateContent xmlns:mc="http://schemas.openxmlformats.org/markup-compatibility/2006">
                <mc:Choice xmlns:v="urn:schemas-microsoft-com:vml" Requires="v">
                  <p:oleObj spid="_x0000_s28035" name="" r:id="rId23" imgW="241300" imgH="190500" progId="Equation.3">
                    <p:embed/>
                  </p:oleObj>
                </mc:Choice>
                <mc:Fallback>
                  <p:oleObj name="" r:id="rId23" imgW="241300" imgH="190500" progId="Equation.3">
                    <p:embed/>
                    <p:pic>
                      <p:nvPicPr>
                        <p:cNvPr id="0" name="Object 13"/>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88" y="2304"/>
                          <a:ext cx="48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31497" name="Object 9"/>
          <p:cNvGraphicFramePr/>
          <p:nvPr/>
        </p:nvGraphicFramePr>
        <p:xfrm>
          <a:off x="4648200" y="2438401"/>
          <a:ext cx="2057400" cy="669925"/>
        </p:xfrm>
        <a:graphic>
          <a:graphicData uri="http://schemas.openxmlformats.org/presentationml/2006/ole">
            <mc:AlternateContent xmlns:mc="http://schemas.openxmlformats.org/markup-compatibility/2006">
              <mc:Choice xmlns:v="urn:schemas-microsoft-com:vml" Requires="v">
                <p:oleObj spid="_x0000_s28036" name="" r:id="rId25" imgW="710565" imgH="215900" progId="Equation.3">
                  <p:embed/>
                </p:oleObj>
              </mc:Choice>
              <mc:Fallback>
                <p:oleObj name="" r:id="rId25" imgW="710565" imgH="215900" progId="Equation.3">
                  <p:embed/>
                  <p:pic>
                    <p:nvPicPr>
                      <p:cNvPr id="0" name="Object 9"/>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648200" y="2438401"/>
                        <a:ext cx="20574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7680" name="Group 76"/>
          <p:cNvGrpSpPr/>
          <p:nvPr/>
        </p:nvGrpSpPr>
        <p:grpSpPr bwMode="auto">
          <a:xfrm>
            <a:off x="7772400" y="1447800"/>
            <a:ext cx="1905000" cy="2286000"/>
            <a:chOff x="3936" y="912"/>
            <a:chExt cx="1200" cy="1440"/>
          </a:xfrm>
        </p:grpSpPr>
        <p:grpSp>
          <p:nvGrpSpPr>
            <p:cNvPr id="27681" name="Group 75"/>
            <p:cNvGrpSpPr/>
            <p:nvPr/>
          </p:nvGrpSpPr>
          <p:grpSpPr bwMode="auto">
            <a:xfrm>
              <a:off x="3936" y="912"/>
              <a:ext cx="1200" cy="1440"/>
              <a:chOff x="3936" y="912"/>
              <a:chExt cx="1200" cy="1440"/>
            </a:xfrm>
          </p:grpSpPr>
          <p:sp>
            <p:nvSpPr>
              <p:cNvPr id="27682" name="Line 66"/>
              <p:cNvSpPr>
                <a:spLocks noChangeShapeType="1"/>
              </p:cNvSpPr>
              <p:nvPr/>
            </p:nvSpPr>
            <p:spPr bwMode="auto">
              <a:xfrm>
                <a:off x="4416" y="1488"/>
                <a:ext cx="0" cy="624"/>
              </a:xfrm>
              <a:prstGeom prst="line">
                <a:avLst/>
              </a:prstGeom>
              <a:noFill/>
              <a:ln w="38100">
                <a:solidFill>
                  <a:srgbClr val="FF3300"/>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7683" name="Object 11"/>
              <p:cNvGraphicFramePr/>
              <p:nvPr/>
            </p:nvGraphicFramePr>
            <p:xfrm>
              <a:off x="3936" y="1973"/>
              <a:ext cx="480" cy="379"/>
            </p:xfrm>
            <a:graphic>
              <a:graphicData uri="http://schemas.openxmlformats.org/presentationml/2006/ole">
                <mc:AlternateContent xmlns:mc="http://schemas.openxmlformats.org/markup-compatibility/2006">
                  <mc:Choice xmlns:v="urn:schemas-microsoft-com:vml" Requires="v">
                    <p:oleObj spid="_x0000_s28037" name="" r:id="rId27" imgW="241300" imgH="190500" progId="Equation.3">
                      <p:embed/>
                    </p:oleObj>
                  </mc:Choice>
                  <mc:Fallback>
                    <p:oleObj name="" r:id="rId27" imgW="241300" imgH="190500" progId="Equation.3">
                      <p:embed/>
                      <p:pic>
                        <p:nvPicPr>
                          <p:cNvPr id="0" name="Object 11"/>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36" y="1973"/>
                            <a:ext cx="48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684" name="Object 12"/>
              <p:cNvGraphicFramePr/>
              <p:nvPr/>
            </p:nvGraphicFramePr>
            <p:xfrm>
              <a:off x="4464" y="912"/>
              <a:ext cx="672" cy="576"/>
            </p:xfrm>
            <a:graphic>
              <a:graphicData uri="http://schemas.openxmlformats.org/presentationml/2006/ole">
                <mc:AlternateContent xmlns:mc="http://schemas.openxmlformats.org/markup-compatibility/2006">
                  <mc:Choice xmlns:v="urn:schemas-microsoft-com:vml" Requires="v">
                    <p:oleObj spid="_x0000_s28038" name="" r:id="rId28" imgW="438150" imgH="337185" progId="Equation.3">
                      <p:embed/>
                    </p:oleObj>
                  </mc:Choice>
                  <mc:Fallback>
                    <p:oleObj name="" r:id="rId28" imgW="438150" imgH="337185" progId="Equation.3">
                      <p:embed/>
                      <p:pic>
                        <p:nvPicPr>
                          <p:cNvPr id="0" name="Object 12"/>
                          <p:cNvPicPr preferRelativeResize="0">
                            <a:picLocks noChangeArrowheads="1"/>
                          </p:cNvPicPr>
                          <p:nvPr/>
                        </p:nvPicPr>
                        <p:blipFill>
                          <a:blip r:embed="rId29">
                            <a:lum bright="-100000"/>
                            <a:extLst>
                              <a:ext uri="{28A0092B-C50C-407E-A947-70E740481C1C}">
                                <a14:useLocalDpi xmlns:a14="http://schemas.microsoft.com/office/drawing/2010/main" val="0"/>
                              </a:ext>
                            </a:extLst>
                          </a:blip>
                          <a:srcRect/>
                          <a:stretch>
                            <a:fillRect/>
                          </a:stretch>
                        </p:blipFill>
                        <p:spPr bwMode="auto">
                          <a:xfrm>
                            <a:off x="4464" y="912"/>
                            <a:ext cx="67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85" name="Line 69"/>
              <p:cNvSpPr>
                <a:spLocks noChangeShapeType="1"/>
              </p:cNvSpPr>
              <p:nvPr/>
            </p:nvSpPr>
            <p:spPr bwMode="auto">
              <a:xfrm flipV="1">
                <a:off x="4416" y="960"/>
                <a:ext cx="0" cy="528"/>
              </a:xfrm>
              <a:prstGeom prst="line">
                <a:avLst/>
              </a:prstGeom>
              <a:noFill/>
              <a:ln w="19050">
                <a:solidFill>
                  <a:srgbClr val="0066FF"/>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27686" name="Line 74"/>
            <p:cNvSpPr>
              <a:spLocks noChangeShapeType="1"/>
            </p:cNvSpPr>
            <p:nvPr/>
          </p:nvSpPr>
          <p:spPr bwMode="auto">
            <a:xfrm flipV="1">
              <a:off x="4272" y="1488"/>
              <a:ext cx="576" cy="0"/>
            </a:xfrm>
            <a:prstGeom prst="line">
              <a:avLst/>
            </a:prstGeom>
            <a:noFill/>
            <a:ln w="19050">
              <a:solidFill>
                <a:srgbClr val="0000FF"/>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31502" name="Object 10"/>
          <p:cNvGraphicFramePr/>
          <p:nvPr/>
        </p:nvGraphicFramePr>
        <p:xfrm>
          <a:off x="2079626" y="5516564"/>
          <a:ext cx="4291013" cy="1062037"/>
        </p:xfrm>
        <a:graphic>
          <a:graphicData uri="http://schemas.openxmlformats.org/presentationml/2006/ole">
            <mc:AlternateContent xmlns:mc="http://schemas.openxmlformats.org/markup-compatibility/2006">
              <mc:Choice xmlns:v="urn:schemas-microsoft-com:vml" Requires="v">
                <p:oleObj spid="_x0000_s28039" name="" r:id="rId30" imgW="1586865" imgH="393700" progId="Equation.3">
                  <p:embed/>
                </p:oleObj>
              </mc:Choice>
              <mc:Fallback>
                <p:oleObj name="" r:id="rId30" imgW="1586865" imgH="393700" progId="Equation.3">
                  <p:embed/>
                  <p:pic>
                    <p:nvPicPr>
                      <p:cNvPr id="0" name="Object 10"/>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079626" y="5516564"/>
                        <a:ext cx="4291013"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1458"/>
                                        </p:tgtEl>
                                        <p:attrNameLst>
                                          <p:attrName>style.visibility</p:attrName>
                                        </p:attrNameLst>
                                      </p:cBhvr>
                                      <p:to>
                                        <p:strVal val="visible"/>
                                      </p:to>
                                    </p:set>
                                    <p:animEffect transition="in" filter="blinds(horizontal)">
                                      <p:cBhvr>
                                        <p:cTn id="7" dur="500"/>
                                        <p:tgtEl>
                                          <p:spTgt spid="2314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1456"/>
                                        </p:tgtEl>
                                        <p:attrNameLst>
                                          <p:attrName>style.visibility</p:attrName>
                                        </p:attrNameLst>
                                      </p:cBhvr>
                                      <p:to>
                                        <p:strVal val="visible"/>
                                      </p:to>
                                    </p:set>
                                    <p:animEffect transition="in" filter="blinds(horizontal)">
                                      <p:cBhvr>
                                        <p:cTn id="12" dur="500"/>
                                        <p:tgtEl>
                                          <p:spTgt spid="23145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1497"/>
                                        </p:tgtEl>
                                        <p:attrNameLst>
                                          <p:attrName>style.visibility</p:attrName>
                                        </p:attrNameLst>
                                      </p:cBhvr>
                                      <p:to>
                                        <p:strVal val="visible"/>
                                      </p:to>
                                    </p:set>
                                    <p:animEffect transition="in" filter="blinds(horizontal)">
                                      <p:cBhvr>
                                        <p:cTn id="17" dur="500"/>
                                        <p:tgtEl>
                                          <p:spTgt spid="23149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1461"/>
                                        </p:tgtEl>
                                        <p:attrNameLst>
                                          <p:attrName>style.visibility</p:attrName>
                                        </p:attrNameLst>
                                      </p:cBhvr>
                                      <p:to>
                                        <p:strVal val="visible"/>
                                      </p:to>
                                    </p:set>
                                    <p:animEffect transition="in" filter="blinds(horizontal)">
                                      <p:cBhvr>
                                        <p:cTn id="22" dur="500"/>
                                        <p:tgtEl>
                                          <p:spTgt spid="23146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31462"/>
                                        </p:tgtEl>
                                        <p:attrNameLst>
                                          <p:attrName>style.visibility</p:attrName>
                                        </p:attrNameLst>
                                      </p:cBhvr>
                                      <p:to>
                                        <p:strVal val="visible"/>
                                      </p:to>
                                    </p:set>
                                    <p:animEffect transition="in" filter="blinds(horizontal)">
                                      <p:cBhvr>
                                        <p:cTn id="27" dur="500"/>
                                        <p:tgtEl>
                                          <p:spTgt spid="23146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31464"/>
                                        </p:tgtEl>
                                        <p:attrNameLst>
                                          <p:attrName>style.visibility</p:attrName>
                                        </p:attrNameLst>
                                      </p:cBhvr>
                                      <p:to>
                                        <p:strVal val="visible"/>
                                      </p:to>
                                    </p:set>
                                    <p:animEffect transition="in" filter="blinds(horizontal)">
                                      <p:cBhvr>
                                        <p:cTn id="32" dur="500"/>
                                        <p:tgtEl>
                                          <p:spTgt spid="23146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31502"/>
                                        </p:tgtEl>
                                        <p:attrNameLst>
                                          <p:attrName>style.visibility</p:attrName>
                                        </p:attrNameLst>
                                      </p:cBhvr>
                                      <p:to>
                                        <p:strVal val="visible"/>
                                      </p:to>
                                    </p:set>
                                    <p:animEffect transition="in" filter="blinds(horizontal)">
                                      <p:cBhvr>
                                        <p:cTn id="37" dur="500"/>
                                        <p:tgtEl>
                                          <p:spTgt spid="23150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31466"/>
                                        </p:tgtEl>
                                        <p:attrNameLst>
                                          <p:attrName>style.visibility</p:attrName>
                                        </p:attrNameLst>
                                      </p:cBhvr>
                                      <p:to>
                                        <p:strVal val="visible"/>
                                      </p:to>
                                    </p:set>
                                    <p:animEffect transition="in" filter="blinds(horizontal)">
                                      <p:cBhvr>
                                        <p:cTn id="42" dur="500"/>
                                        <p:tgtEl>
                                          <p:spTgt spid="231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2"/>
          <p:cNvSpPr txBox="1">
            <a:spLocks noChangeArrowheads="1"/>
          </p:cNvSpPr>
          <p:nvPr/>
        </p:nvSpPr>
        <p:spPr bwMode="auto">
          <a:xfrm>
            <a:off x="1719263" y="757238"/>
            <a:ext cx="86868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spcBef>
                <a:spcPct val="50000"/>
              </a:spcBef>
            </a:pPr>
            <a:r>
              <a:rPr lang="en-US" altLang="zh-CN" sz="2800" b="1" dirty="0">
                <a:solidFill>
                  <a:srgbClr val="040000"/>
                </a:solidFill>
                <a:latin typeface="Times New Roman" panose="02020603050405020304" pitchFamily="18" charset="0"/>
              </a:rPr>
              <a:t>        </a:t>
            </a:r>
            <a:r>
              <a:rPr lang="zh-CN" altLang="en-US" sz="2800" b="1" dirty="0">
                <a:solidFill>
                  <a:srgbClr val="FF0000"/>
                </a:solidFill>
                <a:latin typeface="Times New Roman" panose="02020603050405020304" pitchFamily="18" charset="0"/>
              </a:rPr>
              <a:t>补充 </a:t>
            </a:r>
            <a:r>
              <a:rPr lang="zh-CN" altLang="en-US" sz="3200" b="1" dirty="0">
                <a:solidFill>
                  <a:srgbClr val="FF6600"/>
                </a:solidFill>
                <a:latin typeface="Times New Roman" panose="02020603050405020304" pitchFamily="18" charset="0"/>
              </a:rPr>
              <a:t>例</a:t>
            </a:r>
            <a:r>
              <a:rPr lang="en-US" altLang="zh-CN" sz="3200" b="1" dirty="0">
                <a:solidFill>
                  <a:srgbClr val="FF6600"/>
                </a:solidFill>
                <a:latin typeface="Times New Roman" panose="02020603050405020304" pitchFamily="18" charset="0"/>
              </a:rPr>
              <a:t>2</a:t>
            </a:r>
            <a:r>
              <a:rPr lang="zh-CN" altLang="en-US" sz="3200" b="1" dirty="0">
                <a:solidFill>
                  <a:srgbClr val="FF6600"/>
                </a:solidFill>
                <a:latin typeface="Times New Roman" panose="02020603050405020304" pitchFamily="18" charset="0"/>
              </a:rPr>
              <a:t>：</a:t>
            </a:r>
            <a:r>
              <a:rPr lang="zh-CN" altLang="en-US" sz="3200" b="1" dirty="0">
                <a:solidFill>
                  <a:srgbClr val="040000"/>
                </a:solidFill>
                <a:latin typeface="Times New Roman" panose="02020603050405020304" pitchFamily="18" charset="0"/>
              </a:rPr>
              <a:t>在光滑水平桌面上放置一个静止的质量为</a:t>
            </a:r>
            <a:r>
              <a:rPr lang="en-US" altLang="zh-CN" sz="3200" i="1" dirty="0">
                <a:solidFill>
                  <a:srgbClr val="040000"/>
                </a:solidFill>
                <a:latin typeface="Times New Roman" panose="02020603050405020304" pitchFamily="18" charset="0"/>
              </a:rPr>
              <a:t>M</a:t>
            </a:r>
            <a:r>
              <a:rPr lang="zh-CN" altLang="en-US" sz="3200" b="1" dirty="0">
                <a:solidFill>
                  <a:srgbClr val="040000"/>
                </a:solidFill>
                <a:latin typeface="Times New Roman" panose="02020603050405020304" pitchFamily="18" charset="0"/>
              </a:rPr>
              <a:t>、长为</a:t>
            </a:r>
            <a:r>
              <a:rPr lang="en-US" altLang="zh-CN" sz="3200" i="1" dirty="0">
                <a:solidFill>
                  <a:srgbClr val="040000"/>
                </a:solidFill>
                <a:latin typeface="Times New Roman" panose="02020603050405020304" pitchFamily="18" charset="0"/>
              </a:rPr>
              <a:t>2l</a:t>
            </a:r>
            <a:r>
              <a:rPr lang="zh-CN" altLang="en-US" sz="3200" b="1" dirty="0">
                <a:solidFill>
                  <a:srgbClr val="040000"/>
                </a:solidFill>
                <a:latin typeface="Times New Roman" panose="02020603050405020304" pitchFamily="18" charset="0"/>
              </a:rPr>
              <a:t>、可绕中心转动的细杆，有一质量为</a:t>
            </a:r>
            <a:r>
              <a:rPr lang="en-US" altLang="zh-CN" sz="3200" i="1" dirty="0">
                <a:solidFill>
                  <a:srgbClr val="040000"/>
                </a:solidFill>
                <a:latin typeface="Times New Roman" panose="02020603050405020304" pitchFamily="18" charset="0"/>
              </a:rPr>
              <a:t>m</a:t>
            </a:r>
            <a:r>
              <a:rPr lang="zh-CN" altLang="en-US" sz="3200" b="1" dirty="0">
                <a:solidFill>
                  <a:srgbClr val="040000"/>
                </a:solidFill>
                <a:latin typeface="Times New Roman" panose="02020603050405020304" pitchFamily="18" charset="0"/>
              </a:rPr>
              <a:t>的小球以速度</a:t>
            </a:r>
            <a:r>
              <a:rPr lang="en-US" altLang="zh-CN" sz="3200" i="1" dirty="0">
                <a:solidFill>
                  <a:srgbClr val="040000"/>
                </a:solidFill>
                <a:latin typeface="Times New Roman" panose="02020603050405020304" pitchFamily="18" charset="0"/>
              </a:rPr>
              <a:t>v</a:t>
            </a:r>
            <a:r>
              <a:rPr lang="en-US" altLang="zh-CN" sz="3200" baseline="-25000" dirty="0">
                <a:solidFill>
                  <a:srgbClr val="040000"/>
                </a:solidFill>
                <a:latin typeface="Times New Roman" panose="02020603050405020304" pitchFamily="18" charset="0"/>
              </a:rPr>
              <a:t>0</a:t>
            </a:r>
            <a:r>
              <a:rPr lang="zh-CN" altLang="en-US" sz="3200" b="1" dirty="0">
                <a:solidFill>
                  <a:srgbClr val="040000"/>
                </a:solidFill>
                <a:latin typeface="Times New Roman" panose="02020603050405020304" pitchFamily="18" charset="0"/>
              </a:rPr>
              <a:t>与杆的一端发生完全弹性碰撞，求小球的反弹速度</a:t>
            </a:r>
            <a:r>
              <a:rPr lang="en-US" altLang="zh-CN" sz="3200" i="1" dirty="0">
                <a:solidFill>
                  <a:srgbClr val="040000"/>
                </a:solidFill>
                <a:latin typeface="Times New Roman" panose="02020603050405020304" pitchFamily="18" charset="0"/>
              </a:rPr>
              <a:t>v</a:t>
            </a:r>
            <a:r>
              <a:rPr lang="zh-CN" altLang="en-US" sz="3200" b="1" dirty="0">
                <a:solidFill>
                  <a:srgbClr val="040000"/>
                </a:solidFill>
                <a:latin typeface="Times New Roman" panose="02020603050405020304" pitchFamily="18" charset="0"/>
              </a:rPr>
              <a:t>及杆的转动角速度</a:t>
            </a:r>
            <a:r>
              <a:rPr lang="zh-CN" altLang="en-US" sz="3200" i="1" dirty="0">
                <a:solidFill>
                  <a:srgbClr val="040000"/>
                </a:solidFill>
                <a:latin typeface="Times New Roman" panose="02020603050405020304" pitchFamily="18" charset="0"/>
                <a:sym typeface="Symbol" panose="05050102010706020507" pitchFamily="18" charset="2"/>
              </a:rPr>
              <a:t></a:t>
            </a:r>
            <a:r>
              <a:rPr lang="zh-CN" altLang="en-US" sz="3200" b="1" dirty="0">
                <a:solidFill>
                  <a:srgbClr val="040000"/>
                </a:solidFill>
                <a:latin typeface="Times New Roman" panose="02020603050405020304" pitchFamily="18" charset="0"/>
              </a:rPr>
              <a:t>。</a:t>
            </a:r>
            <a:endParaRPr lang="zh-CN" altLang="en-US" sz="3200" b="1" dirty="0">
              <a:solidFill>
                <a:srgbClr val="040000"/>
              </a:solidFill>
              <a:latin typeface="Times New Roman" panose="02020603050405020304" pitchFamily="18" charset="0"/>
            </a:endParaRPr>
          </a:p>
        </p:txBody>
      </p:sp>
      <p:grpSp>
        <p:nvGrpSpPr>
          <p:cNvPr id="2" name="Group 3"/>
          <p:cNvGrpSpPr/>
          <p:nvPr/>
        </p:nvGrpSpPr>
        <p:grpSpPr bwMode="auto">
          <a:xfrm>
            <a:off x="9542463" y="4395788"/>
            <a:ext cx="711200" cy="304800"/>
            <a:chOff x="4367" y="3024"/>
            <a:chExt cx="448" cy="192"/>
          </a:xfrm>
        </p:grpSpPr>
        <p:sp>
          <p:nvSpPr>
            <p:cNvPr id="28675" name="Oval 4"/>
            <p:cNvSpPr>
              <a:spLocks noChangeArrowheads="1"/>
            </p:cNvSpPr>
            <p:nvPr/>
          </p:nvSpPr>
          <p:spPr bwMode="auto">
            <a:xfrm>
              <a:off x="4367" y="3072"/>
              <a:ext cx="144" cy="144"/>
            </a:xfrm>
            <a:prstGeom prst="ellipse">
              <a:avLst/>
            </a:prstGeom>
            <a:gradFill rotWithShape="0">
              <a:gsLst>
                <a:gs pos="0">
                  <a:srgbClr val="CCFFFF"/>
                </a:gs>
                <a:gs pos="100000">
                  <a:srgbClr val="5E7676"/>
                </a:gs>
              </a:gsLst>
              <a:path path="shape">
                <a:fillToRect l="50000" t="50000" r="50000" b="50000"/>
              </a:path>
            </a:gradFill>
            <a:ln w="19050">
              <a:solidFill>
                <a:schemeClr val="tx1"/>
              </a:solidFill>
              <a:round/>
              <a:tailEnd type="none" w="med" len="lg"/>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8676" name="Object 6"/>
            <p:cNvGraphicFramePr/>
            <p:nvPr/>
          </p:nvGraphicFramePr>
          <p:xfrm>
            <a:off x="4560" y="3024"/>
            <a:ext cx="255" cy="183"/>
          </p:xfrm>
          <a:graphic>
            <a:graphicData uri="http://schemas.openxmlformats.org/presentationml/2006/ole">
              <mc:AlternateContent xmlns:mc="http://schemas.openxmlformats.org/markup-compatibility/2006">
                <mc:Choice xmlns:v="urn:schemas-microsoft-com:vml" Requires="v">
                  <p:oleObj spid="_x0000_s28794" name="" r:id="rId1" imgW="405765" imgH="292100" progId="Equation.3">
                    <p:embed/>
                  </p:oleObj>
                </mc:Choice>
                <mc:Fallback>
                  <p:oleObj name="" r:id="rId1" imgW="405765" imgH="292100" progId="Equation.3">
                    <p:embed/>
                    <p:pic>
                      <p:nvPicPr>
                        <p:cNvPr id="0" name="Object 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0" y="3024"/>
                          <a:ext cx="2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28677" name="Group 6"/>
          <p:cNvGrpSpPr/>
          <p:nvPr/>
        </p:nvGrpSpPr>
        <p:grpSpPr bwMode="auto">
          <a:xfrm>
            <a:off x="7173914" y="3471864"/>
            <a:ext cx="3049587" cy="1004887"/>
            <a:chOff x="3370" y="1566"/>
            <a:chExt cx="1921" cy="633"/>
          </a:xfrm>
        </p:grpSpPr>
        <p:sp>
          <p:nvSpPr>
            <p:cNvPr id="28678" name="Rectangle 7"/>
            <p:cNvSpPr>
              <a:spLocks noChangeArrowheads="1"/>
            </p:cNvSpPr>
            <p:nvPr/>
          </p:nvSpPr>
          <p:spPr bwMode="auto">
            <a:xfrm>
              <a:off x="3370" y="1728"/>
              <a:ext cx="1921" cy="91"/>
            </a:xfrm>
            <a:prstGeom prst="rect">
              <a:avLst/>
            </a:prstGeom>
            <a:gradFill rotWithShape="0">
              <a:gsLst>
                <a:gs pos="0">
                  <a:srgbClr val="767600"/>
                </a:gs>
                <a:gs pos="50000">
                  <a:srgbClr val="FFFF00"/>
                </a:gs>
                <a:gs pos="100000">
                  <a:srgbClr val="767600"/>
                </a:gs>
              </a:gsLst>
              <a:lin ang="5400000" scaled="1"/>
            </a:gradFill>
            <a:ln w="19050">
              <a:solidFill>
                <a:schemeClr val="tx1"/>
              </a:solidFill>
              <a:miter lim="800000"/>
              <a:tailEnd type="none" w="med" len="lg"/>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8679" name="Oval 8"/>
            <p:cNvSpPr>
              <a:spLocks noChangeArrowheads="1"/>
            </p:cNvSpPr>
            <p:nvPr/>
          </p:nvSpPr>
          <p:spPr bwMode="auto">
            <a:xfrm>
              <a:off x="4315" y="1751"/>
              <a:ext cx="47" cy="45"/>
            </a:xfrm>
            <a:prstGeom prst="ellipse">
              <a:avLst/>
            </a:prstGeom>
            <a:solidFill>
              <a:schemeClr val="accent1"/>
            </a:solidFill>
            <a:ln w="19050">
              <a:solidFill>
                <a:schemeClr val="tx1"/>
              </a:solidFill>
              <a:round/>
              <a:tailEnd type="none" w="med" len="lg"/>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8680" name="Arc 9"/>
            <p:cNvSpPr>
              <a:spLocks noChangeArrowheads="1"/>
            </p:cNvSpPr>
            <p:nvPr/>
          </p:nvSpPr>
          <p:spPr bwMode="auto">
            <a:xfrm flipH="1">
              <a:off x="4139" y="1566"/>
              <a:ext cx="388" cy="367"/>
            </a:xfrm>
            <a:custGeom>
              <a:avLst/>
              <a:gdLst>
                <a:gd name="T0" fmla="*/ 21599 w 43200"/>
                <a:gd name="T1" fmla="*/ 0 h 43200"/>
                <a:gd name="T2" fmla="*/ 43200 w 43200"/>
                <a:gd name="T3" fmla="*/ 21600 h 43200"/>
                <a:gd name="T4" fmla="*/ 21600 w 43200"/>
                <a:gd name="T5" fmla="*/ 43200 h 43200"/>
                <a:gd name="T6" fmla="*/ 0 w 43200"/>
                <a:gd name="T7" fmla="*/ 21600 h 43200"/>
                <a:gd name="T8" fmla="*/ 3309 w 43200"/>
                <a:gd name="T9" fmla="*/ 10109 h 43200"/>
                <a:gd name="T10" fmla="*/ 21599 w 43200"/>
                <a:gd name="T11" fmla="*/ 0 h 43200"/>
                <a:gd name="T12" fmla="*/ 43200 w 43200"/>
                <a:gd name="T13" fmla="*/ 21600 h 43200"/>
                <a:gd name="T14" fmla="*/ 21600 w 43200"/>
                <a:gd name="T15" fmla="*/ 43200 h 43200"/>
                <a:gd name="T16" fmla="*/ 0 w 43200"/>
                <a:gd name="T17" fmla="*/ 21600 h 43200"/>
                <a:gd name="T18" fmla="*/ 3309 w 43200"/>
                <a:gd name="T19" fmla="*/ 10109 h 43200"/>
                <a:gd name="T20" fmla="*/ 21600 w 43200"/>
                <a:gd name="T21" fmla="*/ 21600 h 4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7534"/>
                    <a:pt x="1147" y="13552"/>
                    <a:pt x="3309" y="10109"/>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7534"/>
                    <a:pt x="1147" y="13552"/>
                    <a:pt x="3309" y="10109"/>
                  </a:cubicBezTo>
                  <a:lnTo>
                    <a:pt x="21600" y="21600"/>
                  </a:lnTo>
                  <a:close/>
                </a:path>
              </a:pathLst>
            </a:custGeom>
            <a:noFill/>
            <a:ln w="19050">
              <a:solidFill>
                <a:srgbClr val="FF3300"/>
              </a:solidFill>
              <a:round/>
              <a:tailEnd type="stealth" w="med"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8681" name="Object 5"/>
            <p:cNvGraphicFramePr/>
            <p:nvPr/>
          </p:nvGraphicFramePr>
          <p:xfrm>
            <a:off x="4248" y="2024"/>
            <a:ext cx="156" cy="175"/>
          </p:xfrm>
          <a:graphic>
            <a:graphicData uri="http://schemas.openxmlformats.org/presentationml/2006/ole">
              <mc:AlternateContent xmlns:mc="http://schemas.openxmlformats.org/markup-compatibility/2006">
                <mc:Choice xmlns:v="urn:schemas-microsoft-com:vml" Requires="v">
                  <p:oleObj spid="_x0000_s28795" name="" r:id="rId3" imgW="254000" imgH="292100" progId="Equation.3">
                    <p:embed/>
                  </p:oleObj>
                </mc:Choice>
                <mc:Fallback>
                  <p:oleObj name="" r:id="rId3" imgW="254000" imgH="292100" progId="Equation.3">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8" y="2024"/>
                          <a:ext cx="15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56363" name="Text Box 11"/>
          <p:cNvSpPr txBox="1">
            <a:spLocks noChangeArrowheads="1"/>
          </p:cNvSpPr>
          <p:nvPr/>
        </p:nvSpPr>
        <p:spPr bwMode="auto">
          <a:xfrm>
            <a:off x="2233613" y="2952751"/>
            <a:ext cx="7391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a:solidFill>
                  <a:srgbClr val="040000"/>
                </a:solidFill>
                <a:latin typeface="宋体" panose="02010600030101010101" pitchFamily="2" charset="-122"/>
              </a:rPr>
              <a:t>解：在水平面上，碰撞</a:t>
            </a:r>
            <a:endParaRPr lang="zh-CN" altLang="en-US" sz="3200" b="1">
              <a:solidFill>
                <a:srgbClr val="040000"/>
              </a:solidFill>
              <a:latin typeface="宋体" panose="02010600030101010101" pitchFamily="2" charset="-122"/>
            </a:endParaRPr>
          </a:p>
          <a:p>
            <a:pPr>
              <a:spcBef>
                <a:spcPct val="50000"/>
              </a:spcBef>
            </a:pPr>
            <a:r>
              <a:rPr lang="zh-CN" altLang="en-US" sz="3200" b="1">
                <a:solidFill>
                  <a:srgbClr val="040000"/>
                </a:solidFill>
                <a:latin typeface="宋体" panose="02010600030101010101" pitchFamily="2" charset="-122"/>
              </a:rPr>
              <a:t>过程中系统角动量守恒，</a:t>
            </a:r>
            <a:endParaRPr lang="zh-CN" altLang="en-US" sz="3200" b="1">
              <a:solidFill>
                <a:srgbClr val="040000"/>
              </a:solidFill>
              <a:latin typeface="宋体" panose="02010600030101010101" pitchFamily="2" charset="-122"/>
            </a:endParaRPr>
          </a:p>
        </p:txBody>
      </p:sp>
      <p:graphicFrame>
        <p:nvGraphicFramePr>
          <p:cNvPr id="356364" name="Object 2"/>
          <p:cNvGraphicFramePr/>
          <p:nvPr/>
        </p:nvGraphicFramePr>
        <p:xfrm>
          <a:off x="2405063" y="4687888"/>
          <a:ext cx="1308100" cy="544512"/>
        </p:xfrm>
        <a:graphic>
          <a:graphicData uri="http://schemas.openxmlformats.org/presentationml/2006/ole">
            <mc:AlternateContent xmlns:mc="http://schemas.openxmlformats.org/markup-compatibility/2006">
              <mc:Choice xmlns:v="urn:schemas-microsoft-com:vml" Requires="v">
                <p:oleObj spid="_x0000_s28796" name="" r:id="rId5" imgW="1307465" imgH="546100" progId="Equation.3">
                  <p:embed/>
                </p:oleObj>
              </mc:Choice>
              <mc:Fallback>
                <p:oleObj name="" r:id="rId5" imgW="1307465" imgH="546100" progId="Equation.3">
                  <p:embed/>
                  <p:pic>
                    <p:nvPicPr>
                      <p:cNvPr id="0" name="Object 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5063" y="4687888"/>
                        <a:ext cx="13081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6366" name="Object 3"/>
          <p:cNvGraphicFramePr/>
          <p:nvPr/>
        </p:nvGraphicFramePr>
        <p:xfrm>
          <a:off x="2295525" y="5540376"/>
          <a:ext cx="3321050" cy="696913"/>
        </p:xfrm>
        <a:graphic>
          <a:graphicData uri="http://schemas.openxmlformats.org/presentationml/2006/ole">
            <mc:AlternateContent xmlns:mc="http://schemas.openxmlformats.org/markup-compatibility/2006">
              <mc:Choice xmlns:v="urn:schemas-microsoft-com:vml" Requires="v">
                <p:oleObj spid="_x0000_s28797" name="" r:id="rId7" imgW="1028065" imgH="241300" progId="Equation.3">
                  <p:embed/>
                </p:oleObj>
              </mc:Choice>
              <mc:Fallback>
                <p:oleObj name="" r:id="rId7" imgW="1028065" imgH="241300" progId="Equation.3">
                  <p:embed/>
                  <p:pic>
                    <p:nvPicPr>
                      <p:cNvPr id="0" name="Object 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95525" y="5540376"/>
                        <a:ext cx="3321050"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6369" name="Rectangle 17"/>
          <p:cNvSpPr>
            <a:spLocks noChangeArrowheads="1"/>
          </p:cNvSpPr>
          <p:nvPr/>
        </p:nvSpPr>
        <p:spPr bwMode="auto">
          <a:xfrm>
            <a:off x="5668963" y="5622926"/>
            <a:ext cx="1077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solidFill>
                  <a:srgbClr val="040000"/>
                </a:solidFill>
                <a:latin typeface="宋体" panose="02010600030101010101" pitchFamily="2" charset="-122"/>
              </a:rPr>
              <a:t>（</a:t>
            </a:r>
            <a:r>
              <a:rPr lang="en-US" altLang="zh-CN" sz="2800" b="1">
                <a:solidFill>
                  <a:srgbClr val="040000"/>
                </a:solidFill>
                <a:latin typeface="宋体" panose="02010600030101010101" pitchFamily="2" charset="-122"/>
              </a:rPr>
              <a:t>1</a:t>
            </a:r>
            <a:r>
              <a:rPr lang="zh-CN" altLang="en-US" sz="2800" b="1">
                <a:solidFill>
                  <a:srgbClr val="040000"/>
                </a:solidFill>
                <a:latin typeface="宋体" panose="02010600030101010101" pitchFamily="2" charset="-122"/>
              </a:rPr>
              <a:t>）</a:t>
            </a:r>
            <a:endParaRPr lang="zh-CN" altLang="en-US" sz="2800" b="1">
              <a:solidFill>
                <a:srgbClr val="040000"/>
              </a:solidFill>
              <a:latin typeface="宋体" panose="02010600030101010101" pitchFamily="2" charset="-122"/>
            </a:endParaRPr>
          </a:p>
        </p:txBody>
      </p:sp>
      <p:grpSp>
        <p:nvGrpSpPr>
          <p:cNvPr id="4" name="Group 20"/>
          <p:cNvGrpSpPr/>
          <p:nvPr/>
        </p:nvGrpSpPr>
        <p:grpSpPr bwMode="auto">
          <a:xfrm>
            <a:off x="9164638" y="3825875"/>
            <a:ext cx="512762" cy="590550"/>
            <a:chOff x="4224" y="3216"/>
            <a:chExt cx="323" cy="372"/>
          </a:xfrm>
        </p:grpSpPr>
        <p:sp>
          <p:nvSpPr>
            <p:cNvPr id="28687" name="Line 21"/>
            <p:cNvSpPr>
              <a:spLocks noChangeShapeType="1"/>
            </p:cNvSpPr>
            <p:nvPr/>
          </p:nvSpPr>
          <p:spPr bwMode="auto">
            <a:xfrm flipV="1">
              <a:off x="4527" y="3312"/>
              <a:ext cx="0" cy="240"/>
            </a:xfrm>
            <a:prstGeom prst="line">
              <a:avLst/>
            </a:prstGeom>
            <a:noFill/>
            <a:ln w="19050">
              <a:solidFill>
                <a:srgbClr val="FF3300"/>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8688" name="Object 4"/>
            <p:cNvGraphicFramePr/>
            <p:nvPr/>
          </p:nvGraphicFramePr>
          <p:xfrm>
            <a:off x="4224" y="3216"/>
            <a:ext cx="323" cy="372"/>
          </p:xfrm>
          <a:graphic>
            <a:graphicData uri="http://schemas.openxmlformats.org/presentationml/2006/ole">
              <mc:AlternateContent xmlns:mc="http://schemas.openxmlformats.org/markup-compatibility/2006">
                <mc:Choice xmlns:v="urn:schemas-microsoft-com:vml" Requires="v">
                  <p:oleObj spid="_x0000_s28798" name="" r:id="rId9" imgW="177800" imgH="227965" progId="Equation.3">
                    <p:embed/>
                  </p:oleObj>
                </mc:Choice>
                <mc:Fallback>
                  <p:oleObj name="" r:id="rId9" imgW="177800" imgH="227965" progId="Equation.3">
                    <p:embed/>
                    <p:pic>
                      <p:nvPicPr>
                        <p:cNvPr id="0" name="Object 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 y="3216"/>
                          <a:ext cx="323"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356363"/>
                                        </p:tgtEl>
                                        <p:attrNameLst>
                                          <p:attrName>style.visibility</p:attrName>
                                        </p:attrNameLst>
                                      </p:cBhvr>
                                      <p:to>
                                        <p:strVal val="visible"/>
                                      </p:to>
                                    </p:set>
                                    <p:animEffect transition="in" filter="wipe(left)">
                                      <p:cBhvr>
                                        <p:cTn id="17" dur="75"/>
                                        <p:tgtEl>
                                          <p:spTgt spid="3563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6364"/>
                                        </p:tgtEl>
                                        <p:attrNameLst>
                                          <p:attrName>style.visibility</p:attrName>
                                        </p:attrNameLst>
                                      </p:cBhvr>
                                      <p:to>
                                        <p:strVal val="visible"/>
                                      </p:to>
                                    </p:set>
                                    <p:animEffect transition="in" filter="wipe(left)">
                                      <p:cBhvr>
                                        <p:cTn id="22" dur="500"/>
                                        <p:tgtEl>
                                          <p:spTgt spid="3563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6366"/>
                                        </p:tgtEl>
                                        <p:attrNameLst>
                                          <p:attrName>style.visibility</p:attrName>
                                        </p:attrNameLst>
                                      </p:cBhvr>
                                      <p:to>
                                        <p:strVal val="visible"/>
                                      </p:to>
                                    </p:set>
                                    <p:animEffect transition="in" filter="wipe(up)">
                                      <p:cBhvr>
                                        <p:cTn id="27" dur="500"/>
                                        <p:tgtEl>
                                          <p:spTgt spid="35636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3563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63" grpId="0"/>
      <p:bldP spid="35636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
          <p:cNvGrpSpPr/>
          <p:nvPr/>
        </p:nvGrpSpPr>
        <p:grpSpPr bwMode="auto">
          <a:xfrm>
            <a:off x="9499600" y="3409950"/>
            <a:ext cx="711200" cy="304800"/>
            <a:chOff x="4367" y="3024"/>
            <a:chExt cx="448" cy="192"/>
          </a:xfrm>
        </p:grpSpPr>
        <p:sp>
          <p:nvSpPr>
            <p:cNvPr id="29698" name="Oval 26"/>
            <p:cNvSpPr>
              <a:spLocks noChangeArrowheads="1"/>
            </p:cNvSpPr>
            <p:nvPr/>
          </p:nvSpPr>
          <p:spPr bwMode="auto">
            <a:xfrm>
              <a:off x="4367" y="3072"/>
              <a:ext cx="144" cy="144"/>
            </a:xfrm>
            <a:prstGeom prst="ellipse">
              <a:avLst/>
            </a:prstGeom>
            <a:gradFill rotWithShape="0">
              <a:gsLst>
                <a:gs pos="0">
                  <a:srgbClr val="CCFFFF"/>
                </a:gs>
                <a:gs pos="100000">
                  <a:srgbClr val="5E7676"/>
                </a:gs>
              </a:gsLst>
              <a:path path="shape">
                <a:fillToRect l="50000" t="50000" r="50000" b="50000"/>
              </a:path>
            </a:gradFill>
            <a:ln w="19050">
              <a:solidFill>
                <a:schemeClr val="tx1"/>
              </a:solidFill>
              <a:round/>
              <a:tailEnd type="none" w="med" len="lg"/>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9699" name="Object 8"/>
            <p:cNvGraphicFramePr/>
            <p:nvPr/>
          </p:nvGraphicFramePr>
          <p:xfrm>
            <a:off x="4560" y="3024"/>
            <a:ext cx="255" cy="183"/>
          </p:xfrm>
          <a:graphic>
            <a:graphicData uri="http://schemas.openxmlformats.org/presentationml/2006/ole">
              <mc:AlternateContent xmlns:mc="http://schemas.openxmlformats.org/markup-compatibility/2006">
                <mc:Choice xmlns:v="urn:schemas-microsoft-com:vml" Requires="v">
                  <p:oleObj spid="_x0000_s29863" name="" r:id="rId1" imgW="405765" imgH="292100" progId="Equation.3">
                    <p:embed/>
                  </p:oleObj>
                </mc:Choice>
                <mc:Fallback>
                  <p:oleObj name="" r:id="rId1" imgW="405765" imgH="292100" progId="Equation.3">
                    <p:embed/>
                    <p:pic>
                      <p:nvPicPr>
                        <p:cNvPr id="0" name="Object 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0" y="3024"/>
                          <a:ext cx="25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29700" name="Group 28"/>
          <p:cNvGrpSpPr/>
          <p:nvPr/>
        </p:nvGrpSpPr>
        <p:grpSpPr bwMode="auto">
          <a:xfrm>
            <a:off x="6873875" y="2543175"/>
            <a:ext cx="3049588" cy="1004888"/>
            <a:chOff x="3370" y="1566"/>
            <a:chExt cx="1921" cy="633"/>
          </a:xfrm>
        </p:grpSpPr>
        <p:sp>
          <p:nvSpPr>
            <p:cNvPr id="29701" name="Rectangle 29"/>
            <p:cNvSpPr>
              <a:spLocks noChangeArrowheads="1"/>
            </p:cNvSpPr>
            <p:nvPr/>
          </p:nvSpPr>
          <p:spPr bwMode="auto">
            <a:xfrm>
              <a:off x="3370" y="1728"/>
              <a:ext cx="1921" cy="91"/>
            </a:xfrm>
            <a:prstGeom prst="rect">
              <a:avLst/>
            </a:prstGeom>
            <a:gradFill rotWithShape="0">
              <a:gsLst>
                <a:gs pos="0">
                  <a:srgbClr val="767600"/>
                </a:gs>
                <a:gs pos="50000">
                  <a:srgbClr val="FFFF00"/>
                </a:gs>
                <a:gs pos="100000">
                  <a:srgbClr val="767600"/>
                </a:gs>
              </a:gsLst>
              <a:lin ang="5400000" scaled="1"/>
            </a:gradFill>
            <a:ln w="19050">
              <a:solidFill>
                <a:schemeClr val="tx1"/>
              </a:solidFill>
              <a:miter lim="800000"/>
              <a:tailEnd type="none" w="med" len="lg"/>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9702" name="Oval 30"/>
            <p:cNvSpPr>
              <a:spLocks noChangeArrowheads="1"/>
            </p:cNvSpPr>
            <p:nvPr/>
          </p:nvSpPr>
          <p:spPr bwMode="auto">
            <a:xfrm>
              <a:off x="4315" y="1751"/>
              <a:ext cx="47" cy="45"/>
            </a:xfrm>
            <a:prstGeom prst="ellipse">
              <a:avLst/>
            </a:prstGeom>
            <a:solidFill>
              <a:schemeClr val="accent1"/>
            </a:solidFill>
            <a:ln w="19050">
              <a:solidFill>
                <a:schemeClr val="tx1"/>
              </a:solidFill>
              <a:round/>
              <a:tailEnd type="none" w="med" len="lg"/>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9703" name="Arc 31"/>
            <p:cNvSpPr>
              <a:spLocks noChangeArrowheads="1"/>
            </p:cNvSpPr>
            <p:nvPr/>
          </p:nvSpPr>
          <p:spPr bwMode="auto">
            <a:xfrm flipH="1">
              <a:off x="4139" y="1566"/>
              <a:ext cx="388" cy="367"/>
            </a:xfrm>
            <a:custGeom>
              <a:avLst/>
              <a:gdLst>
                <a:gd name="T0" fmla="*/ 21599 w 43200"/>
                <a:gd name="T1" fmla="*/ 0 h 43200"/>
                <a:gd name="T2" fmla="*/ 43200 w 43200"/>
                <a:gd name="T3" fmla="*/ 21600 h 43200"/>
                <a:gd name="T4" fmla="*/ 21600 w 43200"/>
                <a:gd name="T5" fmla="*/ 43200 h 43200"/>
                <a:gd name="T6" fmla="*/ 0 w 43200"/>
                <a:gd name="T7" fmla="*/ 21600 h 43200"/>
                <a:gd name="T8" fmla="*/ 3309 w 43200"/>
                <a:gd name="T9" fmla="*/ 10109 h 43200"/>
                <a:gd name="T10" fmla="*/ 21599 w 43200"/>
                <a:gd name="T11" fmla="*/ 0 h 43200"/>
                <a:gd name="T12" fmla="*/ 43200 w 43200"/>
                <a:gd name="T13" fmla="*/ 21600 h 43200"/>
                <a:gd name="T14" fmla="*/ 21600 w 43200"/>
                <a:gd name="T15" fmla="*/ 43200 h 43200"/>
                <a:gd name="T16" fmla="*/ 0 w 43200"/>
                <a:gd name="T17" fmla="*/ 21600 h 43200"/>
                <a:gd name="T18" fmla="*/ 3309 w 43200"/>
                <a:gd name="T19" fmla="*/ 10109 h 43200"/>
                <a:gd name="T20" fmla="*/ 21600 w 43200"/>
                <a:gd name="T21" fmla="*/ 21600 h 4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7534"/>
                    <a:pt x="1147" y="13552"/>
                    <a:pt x="3309" y="10109"/>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7534"/>
                    <a:pt x="1147" y="13552"/>
                    <a:pt x="3309" y="10109"/>
                  </a:cubicBezTo>
                  <a:lnTo>
                    <a:pt x="21600" y="21600"/>
                  </a:lnTo>
                  <a:close/>
                </a:path>
              </a:pathLst>
            </a:custGeom>
            <a:noFill/>
            <a:ln w="19050">
              <a:solidFill>
                <a:srgbClr val="FF3300"/>
              </a:solidFill>
              <a:round/>
              <a:tailEnd type="stealth" w="med"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9704" name="Object 7"/>
            <p:cNvGraphicFramePr/>
            <p:nvPr/>
          </p:nvGraphicFramePr>
          <p:xfrm>
            <a:off x="4248" y="2024"/>
            <a:ext cx="156" cy="175"/>
          </p:xfrm>
          <a:graphic>
            <a:graphicData uri="http://schemas.openxmlformats.org/presentationml/2006/ole">
              <mc:AlternateContent xmlns:mc="http://schemas.openxmlformats.org/markup-compatibility/2006">
                <mc:Choice xmlns:v="urn:schemas-microsoft-com:vml" Requires="v">
                  <p:oleObj spid="_x0000_s29864" name="" r:id="rId3" imgW="254000" imgH="292100" progId="Equation.3">
                    <p:embed/>
                  </p:oleObj>
                </mc:Choice>
                <mc:Fallback>
                  <p:oleObj name="" r:id="rId3" imgW="254000" imgH="292100" progId="Equation.3">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8" y="2024"/>
                          <a:ext cx="15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25315" name="Text Box 35"/>
          <p:cNvSpPr txBox="1">
            <a:spLocks noChangeArrowheads="1"/>
          </p:cNvSpPr>
          <p:nvPr/>
        </p:nvSpPr>
        <p:spPr bwMode="auto">
          <a:xfrm>
            <a:off x="2232025" y="692150"/>
            <a:ext cx="510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a:solidFill>
                  <a:srgbClr val="040000"/>
                </a:solidFill>
                <a:latin typeface="宋体" panose="02010600030101010101" pitchFamily="2" charset="-122"/>
              </a:rPr>
              <a:t>弹性碰撞机械能守恒，</a:t>
            </a:r>
            <a:endParaRPr lang="zh-CN" altLang="en-US" sz="3200" b="1">
              <a:solidFill>
                <a:srgbClr val="040000"/>
              </a:solidFill>
              <a:latin typeface="宋体" panose="02010600030101010101" pitchFamily="2" charset="-122"/>
            </a:endParaRPr>
          </a:p>
        </p:txBody>
      </p:sp>
      <p:graphicFrame>
        <p:nvGraphicFramePr>
          <p:cNvPr id="225318" name="Object 2"/>
          <p:cNvGraphicFramePr/>
          <p:nvPr/>
        </p:nvGraphicFramePr>
        <p:xfrm>
          <a:off x="2108200" y="1587500"/>
          <a:ext cx="4191000" cy="1017588"/>
        </p:xfrm>
        <a:graphic>
          <a:graphicData uri="http://schemas.openxmlformats.org/presentationml/2006/ole">
            <mc:AlternateContent xmlns:mc="http://schemas.openxmlformats.org/markup-compatibility/2006">
              <mc:Choice xmlns:v="urn:schemas-microsoft-com:vml" Requires="v">
                <p:oleObj spid="_x0000_s29865" name="" r:id="rId5" imgW="1447165" imgH="393700" progId="Equation.3">
                  <p:embed/>
                </p:oleObj>
              </mc:Choice>
              <mc:Fallback>
                <p:oleObj name="" r:id="rId5" imgW="1447165" imgH="393700" progId="Equation.3">
                  <p:embed/>
                  <p:pic>
                    <p:nvPicPr>
                      <p:cNvPr id="0" name="Object 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8200" y="1587500"/>
                        <a:ext cx="4191000"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19" name="Rectangle 39"/>
          <p:cNvSpPr>
            <a:spLocks noChangeArrowheads="1"/>
          </p:cNvSpPr>
          <p:nvPr/>
        </p:nvSpPr>
        <p:spPr bwMode="auto">
          <a:xfrm>
            <a:off x="6567488" y="1787526"/>
            <a:ext cx="1077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solidFill>
                  <a:srgbClr val="040000"/>
                </a:solidFill>
                <a:latin typeface="宋体" panose="02010600030101010101" pitchFamily="2" charset="-122"/>
              </a:rPr>
              <a:t>（</a:t>
            </a:r>
            <a:r>
              <a:rPr lang="en-US" altLang="zh-CN" sz="2800" b="1">
                <a:solidFill>
                  <a:srgbClr val="040000"/>
                </a:solidFill>
                <a:latin typeface="宋体" panose="02010600030101010101" pitchFamily="2" charset="-122"/>
              </a:rPr>
              <a:t>2</a:t>
            </a:r>
            <a:r>
              <a:rPr lang="zh-CN" altLang="en-US" sz="2800" b="1">
                <a:solidFill>
                  <a:srgbClr val="040000"/>
                </a:solidFill>
                <a:latin typeface="宋体" panose="02010600030101010101" pitchFamily="2" charset="-122"/>
              </a:rPr>
              <a:t>）</a:t>
            </a:r>
            <a:endParaRPr lang="zh-CN" altLang="en-US" sz="2800" b="1">
              <a:solidFill>
                <a:srgbClr val="040000"/>
              </a:solidFill>
              <a:latin typeface="宋体" panose="02010600030101010101" pitchFamily="2" charset="-122"/>
            </a:endParaRPr>
          </a:p>
        </p:txBody>
      </p:sp>
      <p:graphicFrame>
        <p:nvGraphicFramePr>
          <p:cNvPr id="225320" name="Object 3"/>
          <p:cNvGraphicFramePr/>
          <p:nvPr/>
        </p:nvGraphicFramePr>
        <p:xfrm>
          <a:off x="2246313" y="3348038"/>
          <a:ext cx="3886200" cy="925512"/>
        </p:xfrm>
        <a:graphic>
          <a:graphicData uri="http://schemas.openxmlformats.org/presentationml/2006/ole">
            <mc:AlternateContent xmlns:mc="http://schemas.openxmlformats.org/markup-compatibility/2006">
              <mc:Choice xmlns:v="urn:schemas-microsoft-com:vml" Requires="v">
                <p:oleObj spid="_x0000_s29866" name="" r:id="rId7" imgW="1650365" imgH="393700" progId="Equation.3">
                  <p:embed/>
                </p:oleObj>
              </mc:Choice>
              <mc:Fallback>
                <p:oleObj name="" r:id="rId7" imgW="1650365" imgH="393700" progId="Equation.3">
                  <p:embed/>
                  <p:pic>
                    <p:nvPicPr>
                      <p:cNvPr id="0" name="Object 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6313" y="3348038"/>
                        <a:ext cx="3886200"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21" name="Rectangle 41"/>
          <p:cNvSpPr>
            <a:spLocks noChangeArrowheads="1"/>
          </p:cNvSpPr>
          <p:nvPr/>
        </p:nvSpPr>
        <p:spPr bwMode="auto">
          <a:xfrm>
            <a:off x="1741489" y="2762251"/>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solidFill>
                  <a:srgbClr val="040000"/>
                </a:solidFill>
                <a:latin typeface="宋体" panose="02010600030101010101" pitchFamily="2" charset="-122"/>
              </a:rPr>
              <a:t>其中</a:t>
            </a:r>
            <a:endParaRPr lang="zh-CN" altLang="en-US" sz="2800" b="1">
              <a:solidFill>
                <a:srgbClr val="040000"/>
              </a:solidFill>
              <a:latin typeface="宋体" panose="02010600030101010101" pitchFamily="2" charset="-122"/>
            </a:endParaRPr>
          </a:p>
        </p:txBody>
      </p:sp>
      <p:grpSp>
        <p:nvGrpSpPr>
          <p:cNvPr id="4" name="Group 42"/>
          <p:cNvGrpSpPr/>
          <p:nvPr/>
        </p:nvGrpSpPr>
        <p:grpSpPr bwMode="auto">
          <a:xfrm>
            <a:off x="9121776" y="2897188"/>
            <a:ext cx="512763" cy="590550"/>
            <a:chOff x="4224" y="3216"/>
            <a:chExt cx="323" cy="372"/>
          </a:xfrm>
        </p:grpSpPr>
        <p:sp>
          <p:nvSpPr>
            <p:cNvPr id="29711" name="Line 43"/>
            <p:cNvSpPr>
              <a:spLocks noChangeShapeType="1"/>
            </p:cNvSpPr>
            <p:nvPr/>
          </p:nvSpPr>
          <p:spPr bwMode="auto">
            <a:xfrm flipV="1">
              <a:off x="4527" y="3312"/>
              <a:ext cx="0" cy="240"/>
            </a:xfrm>
            <a:prstGeom prst="line">
              <a:avLst/>
            </a:prstGeom>
            <a:noFill/>
            <a:ln w="19050">
              <a:solidFill>
                <a:srgbClr val="FF3300"/>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12" name="Object 6"/>
            <p:cNvGraphicFramePr/>
            <p:nvPr/>
          </p:nvGraphicFramePr>
          <p:xfrm>
            <a:off x="4224" y="3216"/>
            <a:ext cx="323" cy="372"/>
          </p:xfrm>
          <a:graphic>
            <a:graphicData uri="http://schemas.openxmlformats.org/presentationml/2006/ole">
              <mc:AlternateContent xmlns:mc="http://schemas.openxmlformats.org/markup-compatibility/2006">
                <mc:Choice xmlns:v="urn:schemas-microsoft-com:vml" Requires="v">
                  <p:oleObj spid="_x0000_s29867" name="" r:id="rId9" imgW="177800" imgH="227965" progId="Equation.3">
                    <p:embed/>
                  </p:oleObj>
                </mc:Choice>
                <mc:Fallback>
                  <p:oleObj name="" r:id="rId9" imgW="177800" imgH="227965" progId="Equation.3">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 y="3216"/>
                          <a:ext cx="323"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25325" name="Text Box 45"/>
          <p:cNvSpPr txBox="1">
            <a:spLocks noChangeArrowheads="1"/>
          </p:cNvSpPr>
          <p:nvPr/>
        </p:nvSpPr>
        <p:spPr bwMode="auto">
          <a:xfrm>
            <a:off x="1882775" y="4557713"/>
            <a:ext cx="4114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solidFill>
                  <a:srgbClr val="040000"/>
                </a:solidFill>
                <a:latin typeface="宋体" panose="02010600030101010101" pitchFamily="2" charset="-122"/>
              </a:rPr>
              <a:t>联立</a:t>
            </a:r>
            <a:r>
              <a:rPr lang="en-US" altLang="zh-CN" sz="2800">
                <a:solidFill>
                  <a:srgbClr val="040000"/>
                </a:solidFill>
                <a:latin typeface="宋体" panose="02010600030101010101" pitchFamily="2" charset="-122"/>
              </a:rPr>
              <a:t>(1)</a:t>
            </a:r>
            <a:r>
              <a:rPr lang="zh-CN" altLang="en-US" sz="2800">
                <a:solidFill>
                  <a:srgbClr val="040000"/>
                </a:solidFill>
                <a:latin typeface="宋体" panose="02010600030101010101" pitchFamily="2" charset="-122"/>
              </a:rPr>
              <a:t>、</a:t>
            </a:r>
            <a:r>
              <a:rPr lang="en-US" altLang="zh-CN" sz="2800">
                <a:solidFill>
                  <a:srgbClr val="040000"/>
                </a:solidFill>
                <a:latin typeface="宋体" panose="02010600030101010101" pitchFamily="2" charset="-122"/>
              </a:rPr>
              <a:t>(2)</a:t>
            </a:r>
            <a:r>
              <a:rPr lang="zh-CN" altLang="en-US" sz="2800" b="1">
                <a:solidFill>
                  <a:srgbClr val="040000"/>
                </a:solidFill>
                <a:latin typeface="宋体" panose="02010600030101010101" pitchFamily="2" charset="-122"/>
              </a:rPr>
              <a:t>式求解</a:t>
            </a:r>
            <a:endParaRPr lang="zh-CN" altLang="en-US" sz="2800" b="1">
              <a:solidFill>
                <a:srgbClr val="040000"/>
              </a:solidFill>
              <a:latin typeface="宋体" panose="02010600030101010101" pitchFamily="2" charset="-122"/>
            </a:endParaRPr>
          </a:p>
        </p:txBody>
      </p:sp>
      <p:graphicFrame>
        <p:nvGraphicFramePr>
          <p:cNvPr id="225326" name="Object 4"/>
          <p:cNvGraphicFramePr/>
          <p:nvPr/>
        </p:nvGraphicFramePr>
        <p:xfrm>
          <a:off x="2530475" y="5319713"/>
          <a:ext cx="2681288" cy="952500"/>
        </p:xfrm>
        <a:graphic>
          <a:graphicData uri="http://schemas.openxmlformats.org/presentationml/2006/ole">
            <mc:AlternateContent xmlns:mc="http://schemas.openxmlformats.org/markup-compatibility/2006">
              <mc:Choice xmlns:v="urn:schemas-microsoft-com:vml" Requires="v">
                <p:oleObj spid="_x0000_s29868" name="" r:id="rId11" imgW="989965" imgH="393700" progId="Equation.3">
                  <p:embed/>
                </p:oleObj>
              </mc:Choice>
              <mc:Fallback>
                <p:oleObj name="" r:id="rId11" imgW="989965" imgH="393700" progId="Equation.3">
                  <p:embed/>
                  <p:pic>
                    <p:nvPicPr>
                      <p:cNvPr id="0" name="Object 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30475" y="5319713"/>
                        <a:ext cx="2681288"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327" name="Object 5"/>
          <p:cNvGraphicFramePr/>
          <p:nvPr/>
        </p:nvGraphicFramePr>
        <p:xfrm>
          <a:off x="5859464" y="5257801"/>
          <a:ext cx="2613025" cy="1014413"/>
        </p:xfrm>
        <a:graphic>
          <a:graphicData uri="http://schemas.openxmlformats.org/presentationml/2006/ole">
            <mc:AlternateContent xmlns:mc="http://schemas.openxmlformats.org/markup-compatibility/2006">
              <mc:Choice xmlns:v="urn:schemas-microsoft-com:vml" Requires="v">
                <p:oleObj spid="_x0000_s29869" name="" r:id="rId13" imgW="965200" imgH="419100" progId="Equation.3">
                  <p:embed/>
                </p:oleObj>
              </mc:Choice>
              <mc:Fallback>
                <p:oleObj name="" r:id="rId13" imgW="965200" imgH="419100" progId="Equation.3">
                  <p:embed/>
                  <p:pic>
                    <p:nvPicPr>
                      <p:cNvPr id="0" name="Object 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59464" y="5257801"/>
                        <a:ext cx="2613025"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315"/>
                                        </p:tgtEl>
                                        <p:attrNameLst>
                                          <p:attrName>style.visibility</p:attrName>
                                        </p:attrNameLst>
                                      </p:cBhvr>
                                      <p:to>
                                        <p:strVal val="visible"/>
                                      </p:to>
                                    </p:set>
                                    <p:animEffect transition="in" filter="wipe(left)">
                                      <p:cBhvr>
                                        <p:cTn id="17" dur="500"/>
                                        <p:tgtEl>
                                          <p:spTgt spid="2253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25318"/>
                                        </p:tgtEl>
                                        <p:attrNameLst>
                                          <p:attrName>style.visibility</p:attrName>
                                        </p:attrNameLst>
                                      </p:cBhvr>
                                      <p:to>
                                        <p:strVal val="visible"/>
                                      </p:to>
                                    </p:set>
                                    <p:animEffect transition="in" filter="wipe(up)">
                                      <p:cBhvr>
                                        <p:cTn id="22" dur="500"/>
                                        <p:tgtEl>
                                          <p:spTgt spid="22531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253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53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2253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25325"/>
                                        </p:tgtEl>
                                        <p:attrNameLst>
                                          <p:attrName>style.visibility</p:attrName>
                                        </p:attrNameLst>
                                      </p:cBhvr>
                                      <p:to>
                                        <p:strVal val="visible"/>
                                      </p:to>
                                    </p:set>
                                    <p:animEffect transition="in" filter="wipe(left)">
                                      <p:cBhvr>
                                        <p:cTn id="39" dur="500"/>
                                        <p:tgtEl>
                                          <p:spTgt spid="225325"/>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5" fill="hold" nodeType="clickEffect">
                                  <p:stCondLst>
                                    <p:cond delay="0"/>
                                  </p:stCondLst>
                                  <p:childTnLst>
                                    <p:set>
                                      <p:cBhvr>
                                        <p:cTn id="43" dur="1" fill="hold">
                                          <p:stCondLst>
                                            <p:cond delay="0"/>
                                          </p:stCondLst>
                                        </p:cTn>
                                        <p:tgtEl>
                                          <p:spTgt spid="225326"/>
                                        </p:tgtEl>
                                        <p:attrNameLst>
                                          <p:attrName>style.visibility</p:attrName>
                                        </p:attrNameLst>
                                      </p:cBhvr>
                                      <p:to>
                                        <p:strVal val="visible"/>
                                      </p:to>
                                    </p:set>
                                    <p:animEffect transition="in" filter="blinds(vertical)">
                                      <p:cBhvr>
                                        <p:cTn id="44" dur="500"/>
                                        <p:tgtEl>
                                          <p:spTgt spid="22532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5" fill="hold" nodeType="clickEffect">
                                  <p:stCondLst>
                                    <p:cond delay="0"/>
                                  </p:stCondLst>
                                  <p:childTnLst>
                                    <p:set>
                                      <p:cBhvr>
                                        <p:cTn id="48" dur="1" fill="hold">
                                          <p:stCondLst>
                                            <p:cond delay="0"/>
                                          </p:stCondLst>
                                        </p:cTn>
                                        <p:tgtEl>
                                          <p:spTgt spid="225327"/>
                                        </p:tgtEl>
                                        <p:attrNameLst>
                                          <p:attrName>style.visibility</p:attrName>
                                        </p:attrNameLst>
                                      </p:cBhvr>
                                      <p:to>
                                        <p:strVal val="visible"/>
                                      </p:to>
                                    </p:set>
                                    <p:animEffect transition="in" filter="blinds(vertical)">
                                      <p:cBhvr>
                                        <p:cTn id="49" dur="500"/>
                                        <p:tgtEl>
                                          <p:spTgt spid="225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5" grpId="0"/>
      <p:bldP spid="225319" grpId="0"/>
      <p:bldP spid="225321" grpId="0"/>
      <p:bldP spid="2253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1" name="Group 2"/>
          <p:cNvGrpSpPr/>
          <p:nvPr/>
        </p:nvGrpSpPr>
        <p:grpSpPr bwMode="auto">
          <a:xfrm>
            <a:off x="1670050" y="1184276"/>
            <a:ext cx="8210550" cy="1428750"/>
            <a:chOff x="92" y="458"/>
            <a:chExt cx="5172" cy="900"/>
          </a:xfrm>
        </p:grpSpPr>
        <p:sp>
          <p:nvSpPr>
            <p:cNvPr id="30722" name="Text Box 1027"/>
            <p:cNvSpPr txBox="1">
              <a:spLocks noChangeArrowheads="1"/>
            </p:cNvSpPr>
            <p:nvPr/>
          </p:nvSpPr>
          <p:spPr bwMode="auto">
            <a:xfrm>
              <a:off x="92" y="458"/>
              <a:ext cx="5172" cy="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30000"/>
                </a:lnSpc>
              </a:pPr>
              <a:r>
                <a:rPr lang="zh-CN" altLang="en-US" sz="3200" dirty="0">
                  <a:solidFill>
                    <a:srgbClr val="FF0000"/>
                  </a:solidFill>
                  <a:latin typeface="Times New Roman" panose="02020603050405020304" pitchFamily="18" charset="0"/>
                </a:rPr>
                <a:t>补充</a:t>
              </a:r>
              <a:r>
                <a:rPr lang="zh-CN" altLang="en-US" sz="3200" b="1" dirty="0">
                  <a:solidFill>
                    <a:srgbClr val="9C0808"/>
                  </a:solidFill>
                  <a:latin typeface="Times New Roman" panose="02020603050405020304" pitchFamily="18" charset="0"/>
                  <a:cs typeface="Times New Roman" panose="02020603050405020304" pitchFamily="18" charset="0"/>
                </a:rPr>
                <a:t>例</a:t>
              </a:r>
              <a:r>
                <a:rPr lang="en-US" altLang="zh-CN" sz="3200" b="1" dirty="0">
                  <a:solidFill>
                    <a:srgbClr val="9C0808"/>
                  </a:solidFill>
                  <a:latin typeface="Times New Roman" panose="02020603050405020304" pitchFamily="18" charset="0"/>
                  <a:cs typeface="Times New Roman" panose="02020603050405020304" pitchFamily="18" charset="0"/>
                </a:rPr>
                <a:t>3</a:t>
              </a:r>
              <a:r>
                <a:rPr lang="en-US" altLang="zh-CN" sz="3200" b="1" dirty="0">
                  <a:solidFill>
                    <a:srgbClr val="00487E"/>
                  </a:solidFill>
                  <a:latin typeface="Times New Roman" panose="02020603050405020304" pitchFamily="18" charset="0"/>
                  <a:cs typeface="Times New Roman" panose="02020603050405020304" pitchFamily="18" charset="0"/>
                </a:rPr>
                <a:t> </a:t>
              </a:r>
              <a:r>
                <a:rPr lang="zh-CN" altLang="en-US" sz="3200" b="1" dirty="0">
                  <a:latin typeface="Times New Roman" panose="02020603050405020304" pitchFamily="18" charset="0"/>
                  <a:cs typeface="Times New Roman" panose="02020603050405020304" pitchFamily="18" charset="0"/>
                </a:rPr>
                <a:t>已知：如图示，</a:t>
              </a:r>
              <a:r>
                <a:rPr lang="zh-CN" altLang="en-US" sz="3200" b="1" dirty="0">
                  <a:latin typeface="Times New Roman" panose="02020603050405020304" pitchFamily="18" charset="0"/>
                </a:rPr>
                <a:t>均匀直杆质量为</a:t>
              </a:r>
              <a:r>
                <a:rPr lang="en-US" altLang="zh-CN" sz="3200" b="1" i="1" dirty="0">
                  <a:latin typeface="Times New Roman" panose="02020603050405020304" pitchFamily="18" charset="0"/>
                </a:rPr>
                <a:t>m</a:t>
              </a:r>
              <a:r>
                <a:rPr lang="zh-CN" altLang="en-US" sz="3200" b="1" dirty="0">
                  <a:latin typeface="Times New Roman" panose="02020603050405020304" pitchFamily="18" charset="0"/>
                </a:rPr>
                <a:t>，长为  </a:t>
              </a:r>
              <a:r>
                <a:rPr lang="en-US" altLang="zh-CN" sz="3200" b="1" i="1" dirty="0">
                  <a:latin typeface="Times New Roman" panose="02020603050405020304" pitchFamily="18" charset="0"/>
                </a:rPr>
                <a:t>l</a:t>
              </a:r>
              <a:r>
                <a:rPr lang="zh-CN" altLang="en-US" sz="3200" b="1" dirty="0">
                  <a:latin typeface="Times New Roman" panose="02020603050405020304" pitchFamily="18" charset="0"/>
                </a:rPr>
                <a:t>，初始水平静止</a:t>
              </a:r>
              <a:r>
                <a:rPr lang="en-US" altLang="zh-CN" sz="3200" b="1" dirty="0">
                  <a:latin typeface="Times New Roman" panose="02020603050405020304" pitchFamily="18" charset="0"/>
                </a:rPr>
                <a:t>.</a:t>
              </a:r>
              <a:r>
                <a:rPr lang="zh-CN" altLang="en-US" sz="3200" b="1" dirty="0">
                  <a:latin typeface="Times New Roman" panose="02020603050405020304" pitchFamily="18" charset="0"/>
                </a:rPr>
                <a:t>轴光滑，</a:t>
              </a:r>
              <a:endParaRPr lang="zh-CN" altLang="en-US" sz="3200" b="1" dirty="0">
                <a:latin typeface="Times New Roman" panose="02020603050405020304" pitchFamily="18" charset="0"/>
                <a:cs typeface="Times New Roman" panose="02020603050405020304" pitchFamily="18" charset="0"/>
              </a:endParaRPr>
            </a:p>
          </p:txBody>
        </p:sp>
        <p:grpSp>
          <p:nvGrpSpPr>
            <p:cNvPr id="30723" name="Group 1030"/>
            <p:cNvGrpSpPr/>
            <p:nvPr/>
          </p:nvGrpSpPr>
          <p:grpSpPr bwMode="auto">
            <a:xfrm>
              <a:off x="3856" y="993"/>
              <a:ext cx="1376" cy="365"/>
              <a:chOff x="3064" y="600"/>
              <a:chExt cx="1376" cy="365"/>
            </a:xfrm>
          </p:grpSpPr>
          <p:graphicFrame>
            <p:nvGraphicFramePr>
              <p:cNvPr id="30724" name="Object 7"/>
              <p:cNvGraphicFramePr/>
              <p:nvPr/>
            </p:nvGraphicFramePr>
            <p:xfrm>
              <a:off x="3064" y="609"/>
              <a:ext cx="1177" cy="312"/>
            </p:xfrm>
            <a:graphic>
              <a:graphicData uri="http://schemas.openxmlformats.org/presentationml/2006/ole">
                <mc:AlternateContent xmlns:mc="http://schemas.openxmlformats.org/markup-compatibility/2006">
                  <mc:Choice xmlns:v="urn:schemas-microsoft-com:vml" Requires="v">
                    <p:oleObj spid="_x0000_s30813" name="" r:id="rId1" imgW="1049655" imgH="278765" progId="Equation.3">
                      <p:embed/>
                    </p:oleObj>
                  </mc:Choice>
                  <mc:Fallback>
                    <p:oleObj name="" r:id="rId1" imgW="1049655" imgH="278765" progId="Equation.3">
                      <p:embed/>
                      <p:pic>
                        <p:nvPicPr>
                          <p:cNvPr id="0" name="Object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4" y="609"/>
                            <a:ext cx="1177"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25" name="Text Box 1029"/>
              <p:cNvSpPr txBox="1">
                <a:spLocks noChangeArrowheads="1"/>
              </p:cNvSpPr>
              <p:nvPr/>
            </p:nvSpPr>
            <p:spPr bwMode="auto">
              <a:xfrm>
                <a:off x="4224" y="600"/>
                <a:ext cx="2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3200" b="1">
                    <a:solidFill>
                      <a:srgbClr val="00487E"/>
                    </a:solidFill>
                    <a:latin typeface="Times New Roman" panose="02020603050405020304" pitchFamily="18" charset="0"/>
                    <a:cs typeface="Times New Roman" panose="02020603050405020304" pitchFamily="18" charset="0"/>
                  </a:rPr>
                  <a:t>.</a:t>
                </a:r>
                <a:endParaRPr lang="zh-CN" altLang="en-US" sz="3200" b="1">
                  <a:solidFill>
                    <a:srgbClr val="00487E"/>
                  </a:solidFill>
                  <a:latin typeface="Times New Roman" panose="02020603050405020304" pitchFamily="18" charset="0"/>
                  <a:cs typeface="Times New Roman" panose="02020603050405020304" pitchFamily="18" charset="0"/>
                </a:endParaRPr>
              </a:p>
            </p:txBody>
          </p:sp>
        </p:grpSp>
      </p:grpSp>
      <p:grpSp>
        <p:nvGrpSpPr>
          <p:cNvPr id="4" name="Group 1056"/>
          <p:cNvGrpSpPr/>
          <p:nvPr/>
        </p:nvGrpSpPr>
        <p:grpSpPr bwMode="auto">
          <a:xfrm>
            <a:off x="6908800" y="3048001"/>
            <a:ext cx="3302000" cy="2341563"/>
            <a:chOff x="279" y="1045"/>
            <a:chExt cx="2080" cy="1475"/>
          </a:xfrm>
        </p:grpSpPr>
        <p:sp>
          <p:nvSpPr>
            <p:cNvPr id="30727" name="Text Box 1033"/>
            <p:cNvSpPr txBox="1">
              <a:spLocks noChangeArrowheads="1"/>
            </p:cNvSpPr>
            <p:nvPr/>
          </p:nvSpPr>
          <p:spPr bwMode="auto">
            <a:xfrm>
              <a:off x="1020" y="1360"/>
              <a:ext cx="53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8000"/>
                  </a:solidFill>
                  <a:latin typeface="Times New Roman" panose="02020603050405020304" pitchFamily="18" charset="0"/>
                  <a:cs typeface="Times New Roman" panose="02020603050405020304" pitchFamily="18" charset="0"/>
                </a:rPr>
                <a:t>θ</a:t>
              </a:r>
              <a:endParaRPr lang="en-US" altLang="zh-CN" sz="3200" b="1" i="1">
                <a:solidFill>
                  <a:srgbClr val="008000"/>
                </a:solidFill>
                <a:latin typeface="Times New Roman" panose="02020603050405020304" pitchFamily="18" charset="0"/>
                <a:cs typeface="Times New Roman" panose="02020603050405020304" pitchFamily="18" charset="0"/>
              </a:endParaRPr>
            </a:p>
          </p:txBody>
        </p:sp>
        <p:sp>
          <p:nvSpPr>
            <p:cNvPr id="30728" name="Rectangle 1034"/>
            <p:cNvSpPr>
              <a:spLocks noChangeArrowheads="1"/>
            </p:cNvSpPr>
            <p:nvPr/>
          </p:nvSpPr>
          <p:spPr bwMode="auto">
            <a:xfrm>
              <a:off x="412" y="1399"/>
              <a:ext cx="1752" cy="46"/>
            </a:xfrm>
            <a:prstGeom prst="rect">
              <a:avLst/>
            </a:prstGeom>
            <a:noFill/>
            <a:ln w="2857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0729" name="Rectangle 1035"/>
            <p:cNvSpPr>
              <a:spLocks noChangeArrowheads="1"/>
            </p:cNvSpPr>
            <p:nvPr/>
          </p:nvSpPr>
          <p:spPr bwMode="auto">
            <a:xfrm rot="2169817">
              <a:off x="320" y="1660"/>
              <a:ext cx="1752" cy="41"/>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0730" name="Text Box 1036"/>
            <p:cNvSpPr txBox="1">
              <a:spLocks noChangeArrowheads="1"/>
            </p:cNvSpPr>
            <p:nvPr/>
          </p:nvSpPr>
          <p:spPr bwMode="auto">
            <a:xfrm>
              <a:off x="713" y="1045"/>
              <a:ext cx="420"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0000FF"/>
                  </a:solidFill>
                  <a:latin typeface="Times New Roman" panose="02020603050405020304" pitchFamily="18" charset="0"/>
                  <a:cs typeface="Times New Roman" panose="02020603050405020304" pitchFamily="18" charset="0"/>
                </a:rPr>
                <a:t>·</a:t>
              </a:r>
              <a:endParaRPr lang="en-US" altLang="zh-CN" sz="6600" b="1">
                <a:solidFill>
                  <a:srgbClr val="0000FF"/>
                </a:solidFill>
                <a:latin typeface="Times New Roman" panose="02020603050405020304" pitchFamily="18" charset="0"/>
                <a:cs typeface="Times New Roman" panose="02020603050405020304" pitchFamily="18" charset="0"/>
              </a:endParaRPr>
            </a:p>
          </p:txBody>
        </p:sp>
        <p:sp>
          <p:nvSpPr>
            <p:cNvPr id="30731" name="Text Box 1037"/>
            <p:cNvSpPr txBox="1">
              <a:spLocks noChangeArrowheads="1"/>
            </p:cNvSpPr>
            <p:nvPr/>
          </p:nvSpPr>
          <p:spPr bwMode="auto">
            <a:xfrm>
              <a:off x="1109" y="1336"/>
              <a:ext cx="42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FF0000"/>
                  </a:solidFill>
                  <a:latin typeface="Times New Roman" panose="02020603050405020304" pitchFamily="18" charset="0"/>
                  <a:cs typeface="Times New Roman" panose="02020603050405020304" pitchFamily="18" charset="0"/>
                </a:rPr>
                <a:t>·</a:t>
              </a:r>
              <a:endParaRPr lang="en-US" altLang="zh-CN" sz="6600" b="1">
                <a:solidFill>
                  <a:srgbClr val="FF0000"/>
                </a:solidFill>
                <a:latin typeface="Times New Roman" panose="02020603050405020304" pitchFamily="18" charset="0"/>
                <a:cs typeface="Times New Roman" panose="02020603050405020304" pitchFamily="18" charset="0"/>
              </a:endParaRPr>
            </a:p>
          </p:txBody>
        </p:sp>
        <p:sp>
          <p:nvSpPr>
            <p:cNvPr id="30732" name="Freeform 1038"/>
            <p:cNvSpPr>
              <a:spLocks noChangeArrowheads="1"/>
            </p:cNvSpPr>
            <p:nvPr/>
          </p:nvSpPr>
          <p:spPr bwMode="auto">
            <a:xfrm>
              <a:off x="1099" y="1440"/>
              <a:ext cx="46" cy="134"/>
            </a:xfrm>
            <a:custGeom>
              <a:avLst/>
              <a:gdLst>
                <a:gd name="T0" fmla="*/ 60 w 90"/>
                <a:gd name="T1" fmla="*/ 0 h 260"/>
                <a:gd name="T2" fmla="*/ 80 w 90"/>
                <a:gd name="T3" fmla="*/ 120 h 260"/>
                <a:gd name="T4" fmla="*/ 0 w 90"/>
                <a:gd name="T5" fmla="*/ 260 h 260"/>
              </a:gdLst>
              <a:ahLst/>
              <a:cxnLst>
                <a:cxn ang="0">
                  <a:pos x="T0" y="T1"/>
                </a:cxn>
                <a:cxn ang="0">
                  <a:pos x="T2" y="T3"/>
                </a:cxn>
                <a:cxn ang="0">
                  <a:pos x="T4" y="T5"/>
                </a:cxn>
              </a:cxnLst>
              <a:rect l="0" t="0" r="r" b="b"/>
              <a:pathLst>
                <a:path w="90" h="260">
                  <a:moveTo>
                    <a:pt x="60" y="0"/>
                  </a:moveTo>
                  <a:cubicBezTo>
                    <a:pt x="75" y="38"/>
                    <a:pt x="90" y="77"/>
                    <a:pt x="80" y="120"/>
                  </a:cubicBezTo>
                  <a:cubicBezTo>
                    <a:pt x="70" y="163"/>
                    <a:pt x="35" y="211"/>
                    <a:pt x="0" y="260"/>
                  </a:cubicBezTo>
                </a:path>
              </a:pathLst>
            </a:custGeom>
            <a:noFill/>
            <a:ln w="28575">
              <a:solidFill>
                <a:srgbClr val="008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0733" name="Freeform 1039"/>
            <p:cNvSpPr>
              <a:spLocks noChangeArrowheads="1"/>
            </p:cNvSpPr>
            <p:nvPr/>
          </p:nvSpPr>
          <p:spPr bwMode="auto">
            <a:xfrm>
              <a:off x="1908" y="2100"/>
              <a:ext cx="144" cy="287"/>
            </a:xfrm>
            <a:custGeom>
              <a:avLst/>
              <a:gdLst>
                <a:gd name="T0" fmla="*/ 280 w 280"/>
                <a:gd name="T1" fmla="*/ 0 h 560"/>
                <a:gd name="T2" fmla="*/ 220 w 280"/>
                <a:gd name="T3" fmla="*/ 280 h 560"/>
                <a:gd name="T4" fmla="*/ 0 w 280"/>
                <a:gd name="T5" fmla="*/ 560 h 560"/>
              </a:gdLst>
              <a:ahLst/>
              <a:cxnLst>
                <a:cxn ang="0">
                  <a:pos x="T0" y="T1"/>
                </a:cxn>
                <a:cxn ang="0">
                  <a:pos x="T2" y="T3"/>
                </a:cxn>
                <a:cxn ang="0">
                  <a:pos x="T4" y="T5"/>
                </a:cxn>
              </a:cxnLst>
              <a:rect l="0" t="0" r="r" b="b"/>
              <a:pathLst>
                <a:path w="280" h="560">
                  <a:moveTo>
                    <a:pt x="280" y="0"/>
                  </a:moveTo>
                  <a:cubicBezTo>
                    <a:pt x="273" y="93"/>
                    <a:pt x="267" y="187"/>
                    <a:pt x="220" y="280"/>
                  </a:cubicBezTo>
                  <a:cubicBezTo>
                    <a:pt x="173" y="373"/>
                    <a:pt x="86" y="466"/>
                    <a:pt x="0" y="560"/>
                  </a:cubicBezTo>
                </a:path>
              </a:pathLst>
            </a:custGeom>
            <a:noFill/>
            <a:ln w="285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0734" name="Text Box 1040"/>
            <p:cNvSpPr txBox="1">
              <a:spLocks noChangeArrowheads="1"/>
            </p:cNvSpPr>
            <p:nvPr/>
          </p:nvSpPr>
          <p:spPr bwMode="auto">
            <a:xfrm>
              <a:off x="1918" y="2059"/>
              <a:ext cx="441"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00"/>
                  </a:solidFill>
                  <a:latin typeface="Times New Roman" panose="02020603050405020304" pitchFamily="18" charset="0"/>
                  <a:cs typeface="Times New Roman" panose="02020603050405020304" pitchFamily="18" charset="0"/>
                </a:rPr>
                <a:t>ω</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0735" name="Text Box 1041"/>
            <p:cNvSpPr txBox="1">
              <a:spLocks noChangeArrowheads="1"/>
            </p:cNvSpPr>
            <p:nvPr/>
          </p:nvSpPr>
          <p:spPr bwMode="auto">
            <a:xfrm>
              <a:off x="728" y="1125"/>
              <a:ext cx="60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lnSpc>
                  <a:spcPct val="80000"/>
                </a:lnSpc>
              </a:pPr>
              <a:r>
                <a:rPr lang="zh-CN" altLang="en-US" sz="2800" b="1">
                  <a:solidFill>
                    <a:srgbClr val="0000FF"/>
                  </a:solidFill>
                  <a:latin typeface="Times New Roman" panose="02020603050405020304" pitchFamily="18" charset="0"/>
                  <a:cs typeface="Times New Roman" panose="02020603050405020304" pitchFamily="18" charset="0"/>
                </a:rPr>
                <a:t>轴</a:t>
              </a:r>
              <a:r>
                <a:rPr lang="en-US" altLang="zh-CN" sz="2800" b="1" i="1">
                  <a:solidFill>
                    <a:srgbClr val="0000FF"/>
                  </a:solidFill>
                  <a:latin typeface="Times New Roman" panose="02020603050405020304" pitchFamily="18" charset="0"/>
                  <a:cs typeface="Times New Roman" panose="02020603050405020304" pitchFamily="18" charset="0"/>
                </a:rPr>
                <a:t>O</a:t>
              </a:r>
              <a:endParaRPr lang="en-US" altLang="zh-CN" sz="2800" b="1">
                <a:solidFill>
                  <a:srgbClr val="0000FF"/>
                </a:solidFill>
                <a:latin typeface="Times New Roman" panose="02020603050405020304" pitchFamily="18" charset="0"/>
                <a:cs typeface="Times New Roman" panose="02020603050405020304" pitchFamily="18" charset="0"/>
              </a:endParaRPr>
            </a:p>
          </p:txBody>
        </p:sp>
        <p:sp>
          <p:nvSpPr>
            <p:cNvPr id="30736" name="Text Box 1042"/>
            <p:cNvSpPr txBox="1">
              <a:spLocks noChangeArrowheads="1"/>
            </p:cNvSpPr>
            <p:nvPr/>
          </p:nvSpPr>
          <p:spPr bwMode="auto">
            <a:xfrm>
              <a:off x="1053" y="1711"/>
              <a:ext cx="409"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b="1" i="1">
                  <a:solidFill>
                    <a:srgbClr val="FF0000"/>
                  </a:solidFill>
                  <a:latin typeface="Times New Roman" panose="02020603050405020304" pitchFamily="18" charset="0"/>
                  <a:cs typeface="Times New Roman" panose="02020603050405020304" pitchFamily="18" charset="0"/>
                </a:rPr>
                <a:t>C</a:t>
              </a:r>
              <a:endParaRPr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30737" name="Text Box 1043"/>
            <p:cNvSpPr txBox="1">
              <a:spLocks noChangeArrowheads="1"/>
            </p:cNvSpPr>
            <p:nvPr/>
          </p:nvSpPr>
          <p:spPr bwMode="auto">
            <a:xfrm>
              <a:off x="279" y="1396"/>
              <a:ext cx="37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A</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0738" name="Text Box 1044"/>
            <p:cNvSpPr txBox="1">
              <a:spLocks noChangeArrowheads="1"/>
            </p:cNvSpPr>
            <p:nvPr/>
          </p:nvSpPr>
          <p:spPr bwMode="auto">
            <a:xfrm>
              <a:off x="1959" y="1395"/>
              <a:ext cx="380"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B</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0739" name="Text Box 1045"/>
            <p:cNvSpPr txBox="1">
              <a:spLocks noChangeArrowheads="1"/>
            </p:cNvSpPr>
            <p:nvPr/>
          </p:nvSpPr>
          <p:spPr bwMode="auto">
            <a:xfrm>
              <a:off x="1560" y="1068"/>
              <a:ext cx="67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latin typeface="Times New Roman" panose="02020603050405020304" pitchFamily="18" charset="0"/>
                  <a:cs typeface="Times New Roman" panose="02020603050405020304" pitchFamily="18" charset="0"/>
                </a:rPr>
                <a:t>l </a:t>
              </a:r>
              <a:r>
                <a:rPr lang="en-US" altLang="zh-CN" sz="3200" b="1">
                  <a:latin typeface="Times New Roman" panose="02020603050405020304" pitchFamily="18" charset="0"/>
                  <a:cs typeface="Times New Roman" panose="02020603050405020304" pitchFamily="18" charset="0"/>
                </a:rPr>
                <a:t>, </a:t>
              </a:r>
              <a:r>
                <a:rPr lang="en-US" altLang="zh-CN" sz="3200" b="1" i="1">
                  <a:latin typeface="Times New Roman" panose="02020603050405020304" pitchFamily="18" charset="0"/>
                  <a:cs typeface="Times New Roman" panose="02020603050405020304" pitchFamily="18" charset="0"/>
                </a:rPr>
                <a:t>m</a:t>
              </a:r>
              <a:endParaRPr lang="en-US" altLang="zh-CN" sz="3200" b="1" i="1">
                <a:latin typeface="Times New Roman" panose="02020603050405020304" pitchFamily="18" charset="0"/>
                <a:cs typeface="Times New Roman" panose="02020603050405020304" pitchFamily="18" charset="0"/>
              </a:endParaRPr>
            </a:p>
          </p:txBody>
        </p:sp>
        <p:sp>
          <p:nvSpPr>
            <p:cNvPr id="30740" name="Text Box 1046"/>
            <p:cNvSpPr txBox="1">
              <a:spLocks noChangeArrowheads="1"/>
            </p:cNvSpPr>
            <p:nvPr/>
          </p:nvSpPr>
          <p:spPr bwMode="auto">
            <a:xfrm>
              <a:off x="632" y="1617"/>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latin typeface="Times New Roman" panose="02020603050405020304" pitchFamily="18" charset="0"/>
                  <a:cs typeface="Times New Roman" panose="02020603050405020304" pitchFamily="18" charset="0"/>
                </a:rPr>
                <a:t>l </a:t>
              </a:r>
              <a:r>
                <a:rPr lang="en-US" altLang="zh-CN" sz="3200" b="1">
                  <a:latin typeface="Times New Roman" panose="02020603050405020304" pitchFamily="18" charset="0"/>
                  <a:cs typeface="Times New Roman" panose="02020603050405020304" pitchFamily="18" charset="0"/>
                </a:rPr>
                <a:t>/4</a:t>
              </a:r>
              <a:endParaRPr lang="en-US" altLang="zh-CN" sz="3200" b="1">
                <a:latin typeface="Times New Roman" panose="02020603050405020304" pitchFamily="18" charset="0"/>
                <a:cs typeface="Times New Roman" panose="02020603050405020304" pitchFamily="18" charset="0"/>
              </a:endParaRPr>
            </a:p>
          </p:txBody>
        </p:sp>
        <p:sp>
          <p:nvSpPr>
            <p:cNvPr id="30741" name="AutoShape 1047"/>
            <p:cNvSpPr/>
            <p:nvPr/>
          </p:nvSpPr>
          <p:spPr bwMode="auto">
            <a:xfrm rot="-3153168">
              <a:off x="930" y="1406"/>
              <a:ext cx="61" cy="420"/>
            </a:xfrm>
            <a:prstGeom prst="leftBrace">
              <a:avLst>
                <a:gd name="adj1" fmla="val 57345"/>
                <a:gd name="adj2" fmla="val 50000"/>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vert="eaVert"/>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grpSp>
      <p:sp>
        <p:nvSpPr>
          <p:cNvPr id="2" name="Text Box 1050"/>
          <p:cNvSpPr txBox="1">
            <a:spLocks noChangeArrowheads="1"/>
          </p:cNvSpPr>
          <p:nvPr/>
        </p:nvSpPr>
        <p:spPr bwMode="auto">
          <a:xfrm>
            <a:off x="1947863" y="2962275"/>
            <a:ext cx="4991100" cy="626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spcBef>
                <a:spcPct val="50000"/>
              </a:spcBef>
            </a:pPr>
            <a:r>
              <a:rPr lang="zh-CN" altLang="en-US" sz="3200" b="1">
                <a:solidFill>
                  <a:srgbClr val="9C0808"/>
                </a:solidFill>
                <a:latin typeface="Times New Roman" panose="02020603050405020304" pitchFamily="18" charset="0"/>
                <a:cs typeface="Times New Roman" panose="02020603050405020304" pitchFamily="18" charset="0"/>
              </a:rPr>
              <a:t>求：</a:t>
            </a:r>
            <a:r>
              <a:rPr lang="zh-CN" altLang="en-US" sz="3200" b="1">
                <a:solidFill>
                  <a:srgbClr val="0000FF"/>
                </a:solidFill>
                <a:latin typeface="Times New Roman" panose="02020603050405020304" pitchFamily="18" charset="0"/>
                <a:cs typeface="Times New Roman" panose="02020603050405020304" pitchFamily="18" charset="0"/>
              </a:rPr>
              <a:t> </a:t>
            </a:r>
            <a:r>
              <a:rPr lang="zh-CN" altLang="en-US" sz="3200" b="1">
                <a:latin typeface="Times New Roman" panose="02020603050405020304" pitchFamily="18" charset="0"/>
                <a:cs typeface="Times New Roman" panose="02020603050405020304" pitchFamily="18" charset="0"/>
              </a:rPr>
              <a:t>杆下摆到</a:t>
            </a:r>
            <a:r>
              <a:rPr lang="zh-CN" altLang="en-US" sz="3200" b="1" i="1">
                <a:latin typeface="Times New Roman" panose="02020603050405020304" pitchFamily="18" charset="0"/>
                <a:cs typeface="Times New Roman" panose="02020603050405020304" pitchFamily="18" charset="0"/>
                <a:sym typeface="Symbol" panose="05050102010706020507" pitchFamily="18" charset="2"/>
              </a:rPr>
              <a:t></a:t>
            </a:r>
            <a:r>
              <a:rPr lang="zh-CN" altLang="en-US" sz="3200" b="1">
                <a:latin typeface="Times New Roman" panose="02020603050405020304" pitchFamily="18" charset="0"/>
                <a:cs typeface="Times New Roman" panose="02020603050405020304" pitchFamily="18" charset="0"/>
              </a:rPr>
              <a:t> 角时，</a:t>
            </a:r>
            <a:endParaRPr lang="zh-CN" altLang="en-US" sz="3200" b="1">
              <a:latin typeface="Times New Roman" panose="02020603050405020304" pitchFamily="18" charset="0"/>
              <a:cs typeface="Times New Roman" panose="02020603050405020304" pitchFamily="18" charset="0"/>
            </a:endParaRPr>
          </a:p>
        </p:txBody>
      </p:sp>
      <p:grpSp>
        <p:nvGrpSpPr>
          <p:cNvPr id="5" name="Group 1071"/>
          <p:cNvGrpSpPr/>
          <p:nvPr/>
        </p:nvGrpSpPr>
        <p:grpSpPr bwMode="auto">
          <a:xfrm>
            <a:off x="2895601" y="3763964"/>
            <a:ext cx="2500313" cy="579437"/>
            <a:chOff x="2954" y="1303"/>
            <a:chExt cx="1575" cy="365"/>
          </a:xfrm>
        </p:grpSpPr>
        <p:graphicFrame>
          <p:nvGraphicFramePr>
            <p:cNvPr id="30744" name="Object 6"/>
            <p:cNvGraphicFramePr/>
            <p:nvPr/>
          </p:nvGraphicFramePr>
          <p:xfrm>
            <a:off x="3884" y="1344"/>
            <a:ext cx="645" cy="298"/>
          </p:xfrm>
          <a:graphic>
            <a:graphicData uri="http://schemas.openxmlformats.org/presentationml/2006/ole">
              <mc:AlternateContent xmlns:mc="http://schemas.openxmlformats.org/markup-compatibility/2006">
                <mc:Choice xmlns:v="urn:schemas-microsoft-com:vml" Requires="v">
                  <p:oleObj spid="_x0000_s30814" name="" r:id="rId3" imgW="321945" imgH="149225" progId="Equation.3">
                    <p:embed/>
                  </p:oleObj>
                </mc:Choice>
                <mc:Fallback>
                  <p:oleObj name="" r:id="rId3" imgW="321945" imgH="149225" progId="Equation.3">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 y="1344"/>
                          <a:ext cx="64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45" name="Rectangle 1069"/>
            <p:cNvSpPr>
              <a:spLocks noChangeArrowheads="1"/>
            </p:cNvSpPr>
            <p:nvPr/>
          </p:nvSpPr>
          <p:spPr bwMode="auto">
            <a:xfrm>
              <a:off x="2954" y="1303"/>
              <a:ext cx="8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a:latin typeface="Times New Roman" panose="02020603050405020304" pitchFamily="18" charset="0"/>
                  <a:cs typeface="Times New Roman" panose="02020603050405020304" pitchFamily="18" charset="0"/>
                </a:rPr>
                <a:t>角速度</a:t>
              </a:r>
              <a:endParaRPr lang="zh-CN" altLang="en-US" sz="3200" b="1">
                <a:latin typeface="Times New Roman" panose="02020603050405020304" pitchFamily="18" charset="0"/>
                <a:cs typeface="Times New Roman" panose="02020603050405020304" pitchFamily="18" charset="0"/>
              </a:endParaRPr>
            </a:p>
          </p:txBody>
        </p:sp>
      </p:grpSp>
      <p:grpSp>
        <p:nvGrpSpPr>
          <p:cNvPr id="6" name="Group 1072"/>
          <p:cNvGrpSpPr/>
          <p:nvPr/>
        </p:nvGrpSpPr>
        <p:grpSpPr bwMode="auto">
          <a:xfrm>
            <a:off x="2905126" y="4498976"/>
            <a:ext cx="3713163" cy="606425"/>
            <a:chOff x="2942" y="1687"/>
            <a:chExt cx="2339" cy="382"/>
          </a:xfrm>
        </p:grpSpPr>
        <p:graphicFrame>
          <p:nvGraphicFramePr>
            <p:cNvPr id="30747" name="Object 5"/>
            <p:cNvGraphicFramePr/>
            <p:nvPr/>
          </p:nvGraphicFramePr>
          <p:xfrm>
            <a:off x="4535" y="1687"/>
            <a:ext cx="746" cy="382"/>
          </p:xfrm>
          <a:graphic>
            <a:graphicData uri="http://schemas.openxmlformats.org/presentationml/2006/ole">
              <mc:AlternateContent xmlns:mc="http://schemas.openxmlformats.org/markup-compatibility/2006">
                <mc:Choice xmlns:v="urn:schemas-microsoft-com:vml" Requires="v">
                  <p:oleObj spid="_x0000_s30815" name="" r:id="rId5" imgW="354330" imgH="181610" progId="Equation.3">
                    <p:embed/>
                  </p:oleObj>
                </mc:Choice>
                <mc:Fallback>
                  <p:oleObj name="" r:id="rId5" imgW="354330" imgH="181610" progId="Equation.3">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5" y="1687"/>
                          <a:ext cx="746"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48" name="Rectangle 1070"/>
            <p:cNvSpPr>
              <a:spLocks noChangeArrowheads="1"/>
            </p:cNvSpPr>
            <p:nvPr/>
          </p:nvSpPr>
          <p:spPr bwMode="auto">
            <a:xfrm>
              <a:off x="2942" y="1687"/>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3200" b="1">
                  <a:latin typeface="Times New Roman" panose="02020603050405020304" pitchFamily="18" charset="0"/>
                  <a:cs typeface="Times New Roman" panose="02020603050405020304" pitchFamily="18" charset="0"/>
                </a:rPr>
                <a:t>轴对杆作用力</a:t>
              </a:r>
              <a:endParaRPr lang="zh-CN" altLang="en-US" sz="3200" b="1">
                <a:latin typeface="Times New Roman" panose="02020603050405020304" pitchFamily="18" charset="0"/>
                <a:cs typeface="Times New Roman" panose="02020603050405020304" pitchFamily="18" charset="0"/>
              </a:endParaRPr>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56"/>
          <p:cNvGrpSpPr/>
          <p:nvPr/>
        </p:nvGrpSpPr>
        <p:grpSpPr bwMode="auto">
          <a:xfrm>
            <a:off x="7289800" y="762001"/>
            <a:ext cx="3302000" cy="2341563"/>
            <a:chOff x="279" y="1045"/>
            <a:chExt cx="2080" cy="1475"/>
          </a:xfrm>
        </p:grpSpPr>
        <p:sp>
          <p:nvSpPr>
            <p:cNvPr id="31746" name="Text Box 1033"/>
            <p:cNvSpPr txBox="1">
              <a:spLocks noChangeArrowheads="1"/>
            </p:cNvSpPr>
            <p:nvPr/>
          </p:nvSpPr>
          <p:spPr bwMode="auto">
            <a:xfrm>
              <a:off x="1020" y="1360"/>
              <a:ext cx="53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8000"/>
                  </a:solidFill>
                  <a:latin typeface="Times New Roman" panose="02020603050405020304" pitchFamily="18" charset="0"/>
                  <a:cs typeface="Times New Roman" panose="02020603050405020304" pitchFamily="18" charset="0"/>
                </a:rPr>
                <a:t>θ</a:t>
              </a:r>
              <a:endParaRPr lang="en-US" altLang="zh-CN" sz="3200" b="1" i="1">
                <a:solidFill>
                  <a:srgbClr val="008000"/>
                </a:solidFill>
                <a:latin typeface="Times New Roman" panose="02020603050405020304" pitchFamily="18" charset="0"/>
                <a:cs typeface="Times New Roman" panose="02020603050405020304" pitchFamily="18" charset="0"/>
              </a:endParaRPr>
            </a:p>
          </p:txBody>
        </p:sp>
        <p:sp>
          <p:nvSpPr>
            <p:cNvPr id="31747" name="Rectangle 1034"/>
            <p:cNvSpPr>
              <a:spLocks noChangeArrowheads="1"/>
            </p:cNvSpPr>
            <p:nvPr/>
          </p:nvSpPr>
          <p:spPr bwMode="auto">
            <a:xfrm>
              <a:off x="412" y="1399"/>
              <a:ext cx="1752" cy="46"/>
            </a:xfrm>
            <a:prstGeom prst="rect">
              <a:avLst/>
            </a:prstGeom>
            <a:noFill/>
            <a:ln w="2857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1748" name="Rectangle 1035"/>
            <p:cNvSpPr>
              <a:spLocks noChangeArrowheads="1"/>
            </p:cNvSpPr>
            <p:nvPr/>
          </p:nvSpPr>
          <p:spPr bwMode="auto">
            <a:xfrm rot="2169817">
              <a:off x="320" y="1660"/>
              <a:ext cx="1752" cy="41"/>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1749" name="Text Box 1036"/>
            <p:cNvSpPr txBox="1">
              <a:spLocks noChangeArrowheads="1"/>
            </p:cNvSpPr>
            <p:nvPr/>
          </p:nvSpPr>
          <p:spPr bwMode="auto">
            <a:xfrm>
              <a:off x="713" y="1045"/>
              <a:ext cx="420"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0000FF"/>
                  </a:solidFill>
                  <a:latin typeface="Times New Roman" panose="02020603050405020304" pitchFamily="18" charset="0"/>
                  <a:cs typeface="Times New Roman" panose="02020603050405020304" pitchFamily="18" charset="0"/>
                </a:rPr>
                <a:t>·</a:t>
              </a:r>
              <a:endParaRPr lang="en-US" altLang="zh-CN" sz="6600" b="1">
                <a:solidFill>
                  <a:srgbClr val="0000FF"/>
                </a:solidFill>
                <a:latin typeface="Times New Roman" panose="02020603050405020304" pitchFamily="18" charset="0"/>
                <a:cs typeface="Times New Roman" panose="02020603050405020304" pitchFamily="18" charset="0"/>
              </a:endParaRPr>
            </a:p>
          </p:txBody>
        </p:sp>
        <p:sp>
          <p:nvSpPr>
            <p:cNvPr id="31750" name="Text Box 1037"/>
            <p:cNvSpPr txBox="1">
              <a:spLocks noChangeArrowheads="1"/>
            </p:cNvSpPr>
            <p:nvPr/>
          </p:nvSpPr>
          <p:spPr bwMode="auto">
            <a:xfrm>
              <a:off x="1109" y="1336"/>
              <a:ext cx="42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FF0000"/>
                  </a:solidFill>
                  <a:latin typeface="Times New Roman" panose="02020603050405020304" pitchFamily="18" charset="0"/>
                  <a:cs typeface="Times New Roman" panose="02020603050405020304" pitchFamily="18" charset="0"/>
                </a:rPr>
                <a:t>·</a:t>
              </a:r>
              <a:endParaRPr lang="en-US" altLang="zh-CN" sz="6600" b="1">
                <a:solidFill>
                  <a:srgbClr val="FF0000"/>
                </a:solidFill>
                <a:latin typeface="Times New Roman" panose="02020603050405020304" pitchFamily="18" charset="0"/>
                <a:cs typeface="Times New Roman" panose="02020603050405020304" pitchFamily="18" charset="0"/>
              </a:endParaRPr>
            </a:p>
          </p:txBody>
        </p:sp>
        <p:sp>
          <p:nvSpPr>
            <p:cNvPr id="31751" name="Freeform 1038"/>
            <p:cNvSpPr>
              <a:spLocks noChangeArrowheads="1"/>
            </p:cNvSpPr>
            <p:nvPr/>
          </p:nvSpPr>
          <p:spPr bwMode="auto">
            <a:xfrm>
              <a:off x="1099" y="1440"/>
              <a:ext cx="46" cy="134"/>
            </a:xfrm>
            <a:custGeom>
              <a:avLst/>
              <a:gdLst>
                <a:gd name="T0" fmla="*/ 60 w 90"/>
                <a:gd name="T1" fmla="*/ 0 h 260"/>
                <a:gd name="T2" fmla="*/ 80 w 90"/>
                <a:gd name="T3" fmla="*/ 120 h 260"/>
                <a:gd name="T4" fmla="*/ 0 w 90"/>
                <a:gd name="T5" fmla="*/ 260 h 260"/>
              </a:gdLst>
              <a:ahLst/>
              <a:cxnLst>
                <a:cxn ang="0">
                  <a:pos x="T0" y="T1"/>
                </a:cxn>
                <a:cxn ang="0">
                  <a:pos x="T2" y="T3"/>
                </a:cxn>
                <a:cxn ang="0">
                  <a:pos x="T4" y="T5"/>
                </a:cxn>
              </a:cxnLst>
              <a:rect l="0" t="0" r="r" b="b"/>
              <a:pathLst>
                <a:path w="90" h="260">
                  <a:moveTo>
                    <a:pt x="60" y="0"/>
                  </a:moveTo>
                  <a:cubicBezTo>
                    <a:pt x="75" y="38"/>
                    <a:pt x="90" y="77"/>
                    <a:pt x="80" y="120"/>
                  </a:cubicBezTo>
                  <a:cubicBezTo>
                    <a:pt x="70" y="163"/>
                    <a:pt x="35" y="211"/>
                    <a:pt x="0" y="260"/>
                  </a:cubicBezTo>
                </a:path>
              </a:pathLst>
            </a:custGeom>
            <a:noFill/>
            <a:ln w="28575">
              <a:solidFill>
                <a:srgbClr val="008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1752" name="Freeform 1039"/>
            <p:cNvSpPr>
              <a:spLocks noChangeArrowheads="1"/>
            </p:cNvSpPr>
            <p:nvPr/>
          </p:nvSpPr>
          <p:spPr bwMode="auto">
            <a:xfrm>
              <a:off x="1908" y="2100"/>
              <a:ext cx="144" cy="287"/>
            </a:xfrm>
            <a:custGeom>
              <a:avLst/>
              <a:gdLst>
                <a:gd name="T0" fmla="*/ 280 w 280"/>
                <a:gd name="T1" fmla="*/ 0 h 560"/>
                <a:gd name="T2" fmla="*/ 220 w 280"/>
                <a:gd name="T3" fmla="*/ 280 h 560"/>
                <a:gd name="T4" fmla="*/ 0 w 280"/>
                <a:gd name="T5" fmla="*/ 560 h 560"/>
              </a:gdLst>
              <a:ahLst/>
              <a:cxnLst>
                <a:cxn ang="0">
                  <a:pos x="T0" y="T1"/>
                </a:cxn>
                <a:cxn ang="0">
                  <a:pos x="T2" y="T3"/>
                </a:cxn>
                <a:cxn ang="0">
                  <a:pos x="T4" y="T5"/>
                </a:cxn>
              </a:cxnLst>
              <a:rect l="0" t="0" r="r" b="b"/>
              <a:pathLst>
                <a:path w="280" h="560">
                  <a:moveTo>
                    <a:pt x="280" y="0"/>
                  </a:moveTo>
                  <a:cubicBezTo>
                    <a:pt x="273" y="93"/>
                    <a:pt x="267" y="187"/>
                    <a:pt x="220" y="280"/>
                  </a:cubicBezTo>
                  <a:cubicBezTo>
                    <a:pt x="173" y="373"/>
                    <a:pt x="86" y="466"/>
                    <a:pt x="0" y="560"/>
                  </a:cubicBezTo>
                </a:path>
              </a:pathLst>
            </a:custGeom>
            <a:noFill/>
            <a:ln w="285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1753" name="Text Box 1040"/>
            <p:cNvSpPr txBox="1">
              <a:spLocks noChangeArrowheads="1"/>
            </p:cNvSpPr>
            <p:nvPr/>
          </p:nvSpPr>
          <p:spPr bwMode="auto">
            <a:xfrm>
              <a:off x="1918" y="2059"/>
              <a:ext cx="441"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00"/>
                  </a:solidFill>
                  <a:latin typeface="Times New Roman" panose="02020603050405020304" pitchFamily="18" charset="0"/>
                  <a:cs typeface="Times New Roman" panose="02020603050405020304" pitchFamily="18" charset="0"/>
                </a:rPr>
                <a:t>ω</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1754" name="Text Box 1041"/>
            <p:cNvSpPr txBox="1">
              <a:spLocks noChangeArrowheads="1"/>
            </p:cNvSpPr>
            <p:nvPr/>
          </p:nvSpPr>
          <p:spPr bwMode="auto">
            <a:xfrm>
              <a:off x="728" y="1125"/>
              <a:ext cx="60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lnSpc>
                  <a:spcPct val="80000"/>
                </a:lnSpc>
              </a:pPr>
              <a:r>
                <a:rPr lang="zh-CN" altLang="en-US" sz="2800" b="1">
                  <a:solidFill>
                    <a:srgbClr val="0000FF"/>
                  </a:solidFill>
                  <a:latin typeface="Times New Roman" panose="02020603050405020304" pitchFamily="18" charset="0"/>
                  <a:cs typeface="Times New Roman" panose="02020603050405020304" pitchFamily="18" charset="0"/>
                </a:rPr>
                <a:t>轴</a:t>
              </a:r>
              <a:r>
                <a:rPr lang="en-US" altLang="zh-CN" sz="2800" b="1" i="1">
                  <a:solidFill>
                    <a:srgbClr val="0000FF"/>
                  </a:solidFill>
                  <a:latin typeface="Times New Roman" panose="02020603050405020304" pitchFamily="18" charset="0"/>
                  <a:cs typeface="Times New Roman" panose="02020603050405020304" pitchFamily="18" charset="0"/>
                </a:rPr>
                <a:t>O</a:t>
              </a:r>
              <a:endParaRPr lang="en-US" altLang="zh-CN" sz="2800" b="1">
                <a:solidFill>
                  <a:srgbClr val="0000FF"/>
                </a:solidFill>
                <a:latin typeface="Times New Roman" panose="02020603050405020304" pitchFamily="18" charset="0"/>
                <a:cs typeface="Times New Roman" panose="02020603050405020304" pitchFamily="18" charset="0"/>
              </a:endParaRPr>
            </a:p>
          </p:txBody>
        </p:sp>
        <p:sp>
          <p:nvSpPr>
            <p:cNvPr id="31755" name="Text Box 1042"/>
            <p:cNvSpPr txBox="1">
              <a:spLocks noChangeArrowheads="1"/>
            </p:cNvSpPr>
            <p:nvPr/>
          </p:nvSpPr>
          <p:spPr bwMode="auto">
            <a:xfrm>
              <a:off x="1053" y="1711"/>
              <a:ext cx="409"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b="1" i="1">
                  <a:solidFill>
                    <a:srgbClr val="FF0000"/>
                  </a:solidFill>
                  <a:latin typeface="Times New Roman" panose="02020603050405020304" pitchFamily="18" charset="0"/>
                  <a:cs typeface="Times New Roman" panose="02020603050405020304" pitchFamily="18" charset="0"/>
                </a:rPr>
                <a:t>C</a:t>
              </a:r>
              <a:endParaRPr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31756" name="Text Box 1043"/>
            <p:cNvSpPr txBox="1">
              <a:spLocks noChangeArrowheads="1"/>
            </p:cNvSpPr>
            <p:nvPr/>
          </p:nvSpPr>
          <p:spPr bwMode="auto">
            <a:xfrm>
              <a:off x="279" y="1396"/>
              <a:ext cx="37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A</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1757" name="Text Box 1044"/>
            <p:cNvSpPr txBox="1">
              <a:spLocks noChangeArrowheads="1"/>
            </p:cNvSpPr>
            <p:nvPr/>
          </p:nvSpPr>
          <p:spPr bwMode="auto">
            <a:xfrm>
              <a:off x="1959" y="1395"/>
              <a:ext cx="380"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B</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1758" name="Text Box 1045"/>
            <p:cNvSpPr txBox="1">
              <a:spLocks noChangeArrowheads="1"/>
            </p:cNvSpPr>
            <p:nvPr/>
          </p:nvSpPr>
          <p:spPr bwMode="auto">
            <a:xfrm>
              <a:off x="1560" y="1068"/>
              <a:ext cx="67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latin typeface="Times New Roman" panose="02020603050405020304" pitchFamily="18" charset="0"/>
                  <a:cs typeface="Times New Roman" panose="02020603050405020304" pitchFamily="18" charset="0"/>
                </a:rPr>
                <a:t>l </a:t>
              </a:r>
              <a:r>
                <a:rPr lang="en-US" altLang="zh-CN" sz="3200" b="1">
                  <a:latin typeface="Times New Roman" panose="02020603050405020304" pitchFamily="18" charset="0"/>
                  <a:cs typeface="Times New Roman" panose="02020603050405020304" pitchFamily="18" charset="0"/>
                </a:rPr>
                <a:t>, </a:t>
              </a:r>
              <a:r>
                <a:rPr lang="en-US" altLang="zh-CN" sz="3200" b="1" i="1">
                  <a:latin typeface="Times New Roman" panose="02020603050405020304" pitchFamily="18" charset="0"/>
                  <a:cs typeface="Times New Roman" panose="02020603050405020304" pitchFamily="18" charset="0"/>
                </a:rPr>
                <a:t>m</a:t>
              </a:r>
              <a:endParaRPr lang="en-US" altLang="zh-CN" sz="3200" b="1" i="1">
                <a:latin typeface="Times New Roman" panose="02020603050405020304" pitchFamily="18" charset="0"/>
                <a:cs typeface="Times New Roman" panose="02020603050405020304" pitchFamily="18" charset="0"/>
              </a:endParaRPr>
            </a:p>
          </p:txBody>
        </p:sp>
        <p:sp>
          <p:nvSpPr>
            <p:cNvPr id="31759" name="Text Box 1046"/>
            <p:cNvSpPr txBox="1">
              <a:spLocks noChangeArrowheads="1"/>
            </p:cNvSpPr>
            <p:nvPr/>
          </p:nvSpPr>
          <p:spPr bwMode="auto">
            <a:xfrm>
              <a:off x="632" y="1617"/>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latin typeface="Times New Roman" panose="02020603050405020304" pitchFamily="18" charset="0"/>
                  <a:cs typeface="Times New Roman" panose="02020603050405020304" pitchFamily="18" charset="0"/>
                </a:rPr>
                <a:t>l </a:t>
              </a:r>
              <a:r>
                <a:rPr lang="en-US" altLang="zh-CN" sz="3200" b="1">
                  <a:latin typeface="Times New Roman" panose="02020603050405020304" pitchFamily="18" charset="0"/>
                  <a:cs typeface="Times New Roman" panose="02020603050405020304" pitchFamily="18" charset="0"/>
                </a:rPr>
                <a:t>/4</a:t>
              </a:r>
              <a:endParaRPr lang="en-US" altLang="zh-CN" sz="3200" b="1">
                <a:latin typeface="Times New Roman" panose="02020603050405020304" pitchFamily="18" charset="0"/>
                <a:cs typeface="Times New Roman" panose="02020603050405020304" pitchFamily="18" charset="0"/>
              </a:endParaRPr>
            </a:p>
          </p:txBody>
        </p:sp>
        <p:sp>
          <p:nvSpPr>
            <p:cNvPr id="31760" name="AutoShape 1047"/>
            <p:cNvSpPr/>
            <p:nvPr/>
          </p:nvSpPr>
          <p:spPr bwMode="auto">
            <a:xfrm rot="-3153168">
              <a:off x="930" y="1406"/>
              <a:ext cx="61" cy="420"/>
            </a:xfrm>
            <a:prstGeom prst="leftBrace">
              <a:avLst>
                <a:gd name="adj1" fmla="val 57345"/>
                <a:gd name="adj2" fmla="val 50000"/>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vert="eaVert"/>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grpSp>
      <p:grpSp>
        <p:nvGrpSpPr>
          <p:cNvPr id="31761" name="Group 18"/>
          <p:cNvGrpSpPr/>
          <p:nvPr/>
        </p:nvGrpSpPr>
        <p:grpSpPr bwMode="auto">
          <a:xfrm>
            <a:off x="1809750" y="838200"/>
            <a:ext cx="5048250" cy="1303338"/>
            <a:chOff x="384" y="624"/>
            <a:chExt cx="3180" cy="821"/>
          </a:xfrm>
        </p:grpSpPr>
        <p:sp>
          <p:nvSpPr>
            <p:cNvPr id="31762" name="Text Box 1055"/>
            <p:cNvSpPr txBox="1">
              <a:spLocks noChangeArrowheads="1"/>
            </p:cNvSpPr>
            <p:nvPr/>
          </p:nvSpPr>
          <p:spPr bwMode="auto">
            <a:xfrm>
              <a:off x="425" y="686"/>
              <a:ext cx="7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a:solidFill>
                    <a:srgbClr val="9C0808"/>
                  </a:solidFill>
                  <a:latin typeface="Times New Roman" panose="02020603050405020304" pitchFamily="18" charset="0"/>
                  <a:cs typeface="Times New Roman" panose="02020603050405020304" pitchFamily="18" charset="0"/>
                </a:rPr>
                <a:t>解：</a:t>
              </a:r>
              <a:endParaRPr lang="zh-CN" altLang="en-US" sz="3200" b="1">
                <a:solidFill>
                  <a:srgbClr val="9C0808"/>
                </a:solidFill>
                <a:latin typeface="Times New Roman" panose="02020603050405020304" pitchFamily="18" charset="0"/>
                <a:cs typeface="Times New Roman" panose="02020603050405020304" pitchFamily="18" charset="0"/>
              </a:endParaRPr>
            </a:p>
          </p:txBody>
        </p:sp>
        <p:sp>
          <p:nvSpPr>
            <p:cNvPr id="31763" name="Text Box 1057"/>
            <p:cNvSpPr txBox="1">
              <a:spLocks noChangeArrowheads="1"/>
            </p:cNvSpPr>
            <p:nvPr/>
          </p:nvSpPr>
          <p:spPr bwMode="auto">
            <a:xfrm>
              <a:off x="384" y="624"/>
              <a:ext cx="3180" cy="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30000"/>
                </a:lnSpc>
                <a:spcBef>
                  <a:spcPct val="50000"/>
                </a:spcBef>
              </a:pPr>
              <a:r>
                <a:rPr lang="en-US" altLang="zh-CN" sz="3200" b="1">
                  <a:solidFill>
                    <a:srgbClr val="00487E"/>
                  </a:solidFill>
                  <a:latin typeface="Times New Roman" panose="02020603050405020304" pitchFamily="18" charset="0"/>
                  <a:cs typeface="Times New Roman" panose="02020603050405020304" pitchFamily="18" charset="0"/>
                </a:rPr>
                <a:t>      </a:t>
              </a:r>
              <a:r>
                <a:rPr lang="zh-CN" altLang="en-US" sz="3200" b="1">
                  <a:latin typeface="Times New Roman" panose="02020603050405020304" pitchFamily="18" charset="0"/>
                  <a:cs typeface="Times New Roman" panose="02020603050405020304" pitchFamily="18" charset="0"/>
                </a:rPr>
                <a:t>（杆</a:t>
              </a:r>
              <a:r>
                <a:rPr lang="en-US" altLang="zh-CN" sz="3200" b="1">
                  <a:latin typeface="Times New Roman" panose="02020603050405020304" pitchFamily="18" charset="0"/>
                  <a:cs typeface="Times New Roman" panose="02020603050405020304" pitchFamily="18" charset="0"/>
                </a:rPr>
                <a:t>+</a:t>
              </a:r>
              <a:r>
                <a:rPr lang="zh-CN" altLang="en-US" sz="3200" b="1">
                  <a:latin typeface="Times New Roman" panose="02020603050405020304" pitchFamily="18" charset="0"/>
                  <a:cs typeface="Times New Roman" panose="02020603050405020304" pitchFamily="18" charset="0"/>
                </a:rPr>
                <a:t>地球）系统，</a:t>
              </a:r>
              <a:r>
                <a:rPr lang="zh-CN" altLang="en-US" sz="3200" b="1">
                  <a:latin typeface="Times New Roman" panose="02020603050405020304" pitchFamily="18" charset="0"/>
                </a:rPr>
                <a:t>只</a:t>
              </a:r>
              <a:endParaRPr lang="zh-CN" altLang="en-US" sz="3200" b="1">
                <a:latin typeface="Times New Roman" panose="02020603050405020304" pitchFamily="18" charset="0"/>
              </a:endParaRPr>
            </a:p>
            <a:p>
              <a:pPr>
                <a:lnSpc>
                  <a:spcPct val="130000"/>
                </a:lnSpc>
              </a:pPr>
              <a:r>
                <a:rPr lang="zh-CN" altLang="en-US" sz="3200" b="1">
                  <a:latin typeface="Times New Roman" panose="02020603050405020304" pitchFamily="18" charset="0"/>
                </a:rPr>
                <a:t>        有重力作功， </a:t>
              </a:r>
              <a:r>
                <a:rPr lang="en-US" altLang="zh-CN" sz="3200" b="1" i="1">
                  <a:latin typeface="Times New Roman" panose="02020603050405020304" pitchFamily="18" charset="0"/>
                </a:rPr>
                <a:t>E</a:t>
              </a:r>
              <a:r>
                <a:rPr lang="zh-CN" altLang="en-US" sz="3200" b="1">
                  <a:latin typeface="Times New Roman" panose="02020603050405020304" pitchFamily="18" charset="0"/>
                </a:rPr>
                <a:t>守恒。</a:t>
              </a:r>
              <a:endParaRPr lang="zh-CN" altLang="en-US" sz="3200" b="1">
                <a:latin typeface="Times New Roman" panose="02020603050405020304" pitchFamily="18" charset="0"/>
              </a:endParaRPr>
            </a:p>
          </p:txBody>
        </p:sp>
      </p:grpSp>
      <p:graphicFrame>
        <p:nvGraphicFramePr>
          <p:cNvPr id="71680" name="Object 2"/>
          <p:cNvGraphicFramePr/>
          <p:nvPr/>
        </p:nvGraphicFramePr>
        <p:xfrm>
          <a:off x="2362200" y="2349500"/>
          <a:ext cx="4522788" cy="1079500"/>
        </p:xfrm>
        <a:graphic>
          <a:graphicData uri="http://schemas.openxmlformats.org/presentationml/2006/ole">
            <mc:AlternateContent xmlns:mc="http://schemas.openxmlformats.org/markup-compatibility/2006">
              <mc:Choice xmlns:v="urn:schemas-microsoft-com:vml" Requires="v">
                <p:oleObj spid="_x0000_s31833" name="" r:id="rId1" imgW="1294130" imgH="343535" progId="Equation.3">
                  <p:embed/>
                </p:oleObj>
              </mc:Choice>
              <mc:Fallback>
                <p:oleObj name="" r:id="rId1" imgW="1294130" imgH="343535"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349500"/>
                        <a:ext cx="452278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611" name="Text Box 1059"/>
          <p:cNvSpPr txBox="1">
            <a:spLocks noChangeArrowheads="1"/>
          </p:cNvSpPr>
          <p:nvPr/>
        </p:nvSpPr>
        <p:spPr bwMode="auto">
          <a:xfrm>
            <a:off x="7600950" y="2540000"/>
            <a:ext cx="1123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a:solidFill>
                  <a:srgbClr val="00487E"/>
                </a:solidFill>
                <a:latin typeface="Times New Roman" panose="02020603050405020304" pitchFamily="18" charset="0"/>
                <a:cs typeface="Times New Roman" panose="02020603050405020304" pitchFamily="18" charset="0"/>
              </a:rPr>
              <a:t> (1)</a:t>
            </a:r>
            <a:endParaRPr lang="en-US" altLang="zh-CN" sz="3200" b="1">
              <a:solidFill>
                <a:srgbClr val="00487E"/>
              </a:solidFill>
              <a:latin typeface="Times New Roman" panose="02020603050405020304" pitchFamily="18" charset="0"/>
              <a:cs typeface="Times New Roman" panose="02020603050405020304" pitchFamily="18" charset="0"/>
            </a:endParaRPr>
          </a:p>
        </p:txBody>
      </p:sp>
      <p:graphicFrame>
        <p:nvGraphicFramePr>
          <p:cNvPr id="71681" name="Object 3"/>
          <p:cNvGraphicFramePr/>
          <p:nvPr/>
        </p:nvGraphicFramePr>
        <p:xfrm>
          <a:off x="2414588" y="3668713"/>
          <a:ext cx="5046662" cy="1046162"/>
        </p:xfrm>
        <a:graphic>
          <a:graphicData uri="http://schemas.openxmlformats.org/presentationml/2006/ole">
            <mc:AlternateContent xmlns:mc="http://schemas.openxmlformats.org/markup-compatibility/2006">
              <mc:Choice xmlns:v="urn:schemas-microsoft-com:vml" Requires="v">
                <p:oleObj spid="_x0000_s31834" name="" r:id="rId3" imgW="1648460" imgH="343535" progId="Equation.3">
                  <p:embed/>
                </p:oleObj>
              </mc:Choice>
              <mc:Fallback>
                <p:oleObj name="" r:id="rId3" imgW="1648460" imgH="343535"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588" y="3668713"/>
                        <a:ext cx="5046662"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613" name="Text Box 1061"/>
          <p:cNvSpPr txBox="1">
            <a:spLocks noChangeArrowheads="1"/>
          </p:cNvSpPr>
          <p:nvPr/>
        </p:nvSpPr>
        <p:spPr bwMode="auto">
          <a:xfrm>
            <a:off x="7845425" y="3894139"/>
            <a:ext cx="1200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a:solidFill>
                  <a:srgbClr val="00487E"/>
                </a:solidFill>
                <a:latin typeface="Times New Roman" panose="02020603050405020304" pitchFamily="18" charset="0"/>
                <a:cs typeface="Times New Roman" panose="02020603050405020304" pitchFamily="18" charset="0"/>
              </a:rPr>
              <a:t> (2)</a:t>
            </a:r>
            <a:endParaRPr lang="en-US" altLang="zh-CN" sz="3200" b="1">
              <a:solidFill>
                <a:srgbClr val="00487E"/>
              </a:solidFill>
              <a:latin typeface="Times New Roman" panose="02020603050405020304" pitchFamily="18" charset="0"/>
              <a:cs typeface="Times New Roman" panose="02020603050405020304" pitchFamily="18" charset="0"/>
            </a:endParaRPr>
          </a:p>
        </p:txBody>
      </p:sp>
      <p:sp>
        <p:nvSpPr>
          <p:cNvPr id="24614" name="Text Box 1062"/>
          <p:cNvSpPr txBox="1">
            <a:spLocks noChangeArrowheads="1"/>
          </p:cNvSpPr>
          <p:nvPr/>
        </p:nvSpPr>
        <p:spPr bwMode="auto">
          <a:xfrm>
            <a:off x="2314575" y="5384800"/>
            <a:ext cx="335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3200" b="1">
                <a:latin typeface="Times New Roman" panose="02020603050405020304" pitchFamily="18" charset="0"/>
                <a:cs typeface="Times New Roman" panose="02020603050405020304" pitchFamily="18" charset="0"/>
              </a:rPr>
              <a:t>(1)</a:t>
            </a:r>
            <a:r>
              <a:rPr lang="zh-CN" altLang="en-US" sz="3200" b="1">
                <a:latin typeface="Times New Roman" panose="02020603050405020304" pitchFamily="18" charset="0"/>
                <a:cs typeface="Times New Roman" panose="02020603050405020304" pitchFamily="18" charset="0"/>
              </a:rPr>
              <a:t>、</a:t>
            </a:r>
            <a:r>
              <a:rPr lang="en-US" altLang="zh-CN" sz="3200" b="1">
                <a:latin typeface="Times New Roman" panose="02020603050405020304" pitchFamily="18" charset="0"/>
                <a:cs typeface="Times New Roman" panose="02020603050405020304" pitchFamily="18" charset="0"/>
              </a:rPr>
              <a:t>(2)</a:t>
            </a:r>
            <a:r>
              <a:rPr lang="zh-CN" altLang="en-US" sz="3200" b="1">
                <a:latin typeface="Times New Roman" panose="02020603050405020304" pitchFamily="18" charset="0"/>
                <a:cs typeface="Times New Roman" panose="02020603050405020304" pitchFamily="18" charset="0"/>
              </a:rPr>
              <a:t>解得：</a:t>
            </a:r>
            <a:endParaRPr lang="zh-CN" altLang="en-US" sz="3200" b="1">
              <a:latin typeface="Times New Roman" panose="02020603050405020304" pitchFamily="18" charset="0"/>
              <a:cs typeface="Times New Roman" panose="02020603050405020304" pitchFamily="18" charset="0"/>
            </a:endParaRPr>
          </a:p>
        </p:txBody>
      </p:sp>
      <p:graphicFrame>
        <p:nvGraphicFramePr>
          <p:cNvPr id="71682" name="Object 4"/>
          <p:cNvGraphicFramePr/>
          <p:nvPr/>
        </p:nvGraphicFramePr>
        <p:xfrm>
          <a:off x="5129214" y="5060951"/>
          <a:ext cx="2643187" cy="1152525"/>
        </p:xfrm>
        <a:graphic>
          <a:graphicData uri="http://schemas.openxmlformats.org/presentationml/2006/ole">
            <mc:AlternateContent xmlns:mc="http://schemas.openxmlformats.org/markup-compatibility/2006">
              <mc:Choice xmlns:v="urn:schemas-microsoft-com:vml" Requires="v">
                <p:oleObj spid="_x0000_s31835" name="" r:id="rId5" imgW="856615" imgH="375920" progId="Equation.3">
                  <p:embed/>
                </p:oleObj>
              </mc:Choice>
              <mc:Fallback>
                <p:oleObj name="" r:id="rId5" imgW="856615" imgH="37592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9214" y="5060951"/>
                        <a:ext cx="2643187"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680"/>
                                        </p:tgtEl>
                                        <p:attrNameLst>
                                          <p:attrName>style.visibility</p:attrName>
                                        </p:attrNameLst>
                                      </p:cBhvr>
                                      <p:to>
                                        <p:strVal val="visible"/>
                                      </p:to>
                                    </p:set>
                                    <p:animEffect transition="in" filter="wipe(left)">
                                      <p:cBhvr>
                                        <p:cTn id="12" dur="500"/>
                                        <p:tgtEl>
                                          <p:spTgt spid="71680"/>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4611"/>
                                        </p:tgtEl>
                                        <p:attrNameLst>
                                          <p:attrName>style.visibility</p:attrName>
                                        </p:attrNameLst>
                                      </p:cBhvr>
                                      <p:to>
                                        <p:strVal val="visible"/>
                                      </p:to>
                                    </p:set>
                                    <p:animEffect transition="in" filter="wipe(left)">
                                      <p:cBhvr>
                                        <p:cTn id="16" dur="500"/>
                                        <p:tgtEl>
                                          <p:spTgt spid="246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1681"/>
                                        </p:tgtEl>
                                        <p:attrNameLst>
                                          <p:attrName>style.visibility</p:attrName>
                                        </p:attrNameLst>
                                      </p:cBhvr>
                                      <p:to>
                                        <p:strVal val="visible"/>
                                      </p:to>
                                    </p:set>
                                    <p:animEffect transition="in" filter="wipe(left)">
                                      <p:cBhvr>
                                        <p:cTn id="21" dur="500"/>
                                        <p:tgtEl>
                                          <p:spTgt spid="71681"/>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4613"/>
                                        </p:tgtEl>
                                        <p:attrNameLst>
                                          <p:attrName>style.visibility</p:attrName>
                                        </p:attrNameLst>
                                      </p:cBhvr>
                                      <p:to>
                                        <p:strVal val="visible"/>
                                      </p:to>
                                    </p:set>
                                    <p:animEffect transition="in" filter="wipe(left)">
                                      <p:cBhvr>
                                        <p:cTn id="25" dur="500"/>
                                        <p:tgtEl>
                                          <p:spTgt spid="246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4614"/>
                                        </p:tgtEl>
                                        <p:attrNameLst>
                                          <p:attrName>style.visibility</p:attrName>
                                        </p:attrNameLst>
                                      </p:cBhvr>
                                      <p:to>
                                        <p:strVal val="visible"/>
                                      </p:to>
                                    </p:set>
                                    <p:animEffect transition="in" filter="wipe(left)">
                                      <p:cBhvr>
                                        <p:cTn id="30" dur="500"/>
                                        <p:tgtEl>
                                          <p:spTgt spid="24614"/>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71682"/>
                                        </p:tgtEl>
                                        <p:attrNameLst>
                                          <p:attrName>style.visibility</p:attrName>
                                        </p:attrNameLst>
                                      </p:cBhvr>
                                      <p:to>
                                        <p:strVal val="visible"/>
                                      </p:to>
                                    </p:set>
                                    <p:animEffect transition="in" filter="wipe(left)">
                                      <p:cBhvr>
                                        <p:cTn id="34" dur="500"/>
                                        <p:tgtEl>
                                          <p:spTgt spid="71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1" grpId="0"/>
      <p:bldP spid="24613" grpId="0"/>
      <p:bldP spid="246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927226" y="981075"/>
            <a:ext cx="3648075" cy="1389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40000"/>
              </a:lnSpc>
            </a:pPr>
            <a:r>
              <a:rPr lang="en-US" altLang="zh-CN" sz="3200" b="1">
                <a:solidFill>
                  <a:srgbClr val="00487E"/>
                </a:solidFill>
                <a:latin typeface="Times New Roman" panose="02020603050405020304" pitchFamily="18" charset="0"/>
                <a:cs typeface="Times New Roman" panose="02020603050405020304" pitchFamily="18" charset="0"/>
              </a:rPr>
              <a:t>        </a:t>
            </a:r>
            <a:r>
              <a:rPr lang="zh-CN" altLang="en-US" sz="3200" b="1">
                <a:latin typeface="Times New Roman" panose="02020603050405020304" pitchFamily="18" charset="0"/>
                <a:cs typeface="Times New Roman" panose="02020603050405020304" pitchFamily="18" charset="0"/>
              </a:rPr>
              <a:t>应用质心运动</a:t>
            </a:r>
            <a:r>
              <a:rPr lang="zh-CN" altLang="en-US" sz="3200" b="1">
                <a:latin typeface="Times New Roman" panose="02020603050405020304" pitchFamily="18" charset="0"/>
              </a:rPr>
              <a:t>定理求轴力：</a:t>
            </a:r>
            <a:endParaRPr lang="zh-CN" altLang="en-US" sz="3200" b="1">
              <a:latin typeface="Times New Roman" panose="02020603050405020304" pitchFamily="18" charset="0"/>
            </a:endParaRPr>
          </a:p>
        </p:txBody>
      </p:sp>
      <p:graphicFrame>
        <p:nvGraphicFramePr>
          <p:cNvPr id="72704" name="Object 2"/>
          <p:cNvGraphicFramePr/>
          <p:nvPr/>
        </p:nvGraphicFramePr>
        <p:xfrm>
          <a:off x="2498725" y="2681288"/>
          <a:ext cx="2609850" cy="671512"/>
        </p:xfrm>
        <a:graphic>
          <a:graphicData uri="http://schemas.openxmlformats.org/presentationml/2006/ole">
            <mc:AlternateContent xmlns:mc="http://schemas.openxmlformats.org/markup-compatibility/2006">
              <mc:Choice xmlns:v="urn:schemas-microsoft-com:vml" Requires="v">
                <p:oleObj spid="_x0000_s32921" name="" r:id="rId1" imgW="824230" imgH="213995" progId="Equation.3">
                  <p:embed/>
                </p:oleObj>
              </mc:Choice>
              <mc:Fallback>
                <p:oleObj name="" r:id="rId1" imgW="824230" imgH="213995"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725" y="2681288"/>
                        <a:ext cx="260985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05" name="Object 3"/>
          <p:cNvGraphicFramePr/>
          <p:nvPr/>
        </p:nvGraphicFramePr>
        <p:xfrm>
          <a:off x="2016126" y="3886200"/>
          <a:ext cx="4500563" cy="685800"/>
        </p:xfrm>
        <a:graphic>
          <a:graphicData uri="http://schemas.openxmlformats.org/presentationml/2006/ole">
            <mc:AlternateContent xmlns:mc="http://schemas.openxmlformats.org/markup-compatibility/2006">
              <mc:Choice xmlns:v="urn:schemas-microsoft-com:vml" Requires="v">
                <p:oleObj spid="_x0000_s32922" name="" r:id="rId3" imgW="1423035" imgH="213995" progId="Equation.3">
                  <p:embed/>
                </p:oleObj>
              </mc:Choice>
              <mc:Fallback>
                <p:oleObj name="" r:id="rId3" imgW="1423035" imgH="213995"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126" y="3886200"/>
                        <a:ext cx="45005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510" name="Text Box 54"/>
          <p:cNvSpPr txBox="1">
            <a:spLocks noChangeArrowheads="1"/>
          </p:cNvSpPr>
          <p:nvPr/>
        </p:nvSpPr>
        <p:spPr bwMode="auto">
          <a:xfrm>
            <a:off x="7239000" y="3863975"/>
            <a:ext cx="1276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a:solidFill>
                  <a:srgbClr val="00487E"/>
                </a:solidFill>
                <a:latin typeface="Times New Roman" panose="02020603050405020304" pitchFamily="18" charset="0"/>
                <a:cs typeface="Times New Roman" panose="02020603050405020304" pitchFamily="18" charset="0"/>
              </a:rPr>
              <a:t> (3)</a:t>
            </a:r>
            <a:endParaRPr lang="en-US" altLang="zh-CN" sz="3200" b="1">
              <a:solidFill>
                <a:srgbClr val="00487E"/>
              </a:solidFill>
              <a:latin typeface="Times New Roman" panose="02020603050405020304" pitchFamily="18" charset="0"/>
              <a:cs typeface="Times New Roman" panose="02020603050405020304" pitchFamily="18" charset="0"/>
            </a:endParaRPr>
          </a:p>
        </p:txBody>
      </p:sp>
      <p:graphicFrame>
        <p:nvGraphicFramePr>
          <p:cNvPr id="72706" name="Object 4"/>
          <p:cNvGraphicFramePr/>
          <p:nvPr/>
        </p:nvGraphicFramePr>
        <p:xfrm>
          <a:off x="1992313" y="4943476"/>
          <a:ext cx="4589462" cy="695325"/>
        </p:xfrm>
        <a:graphic>
          <a:graphicData uri="http://schemas.openxmlformats.org/presentationml/2006/ole">
            <mc:AlternateContent xmlns:mc="http://schemas.openxmlformats.org/markup-compatibility/2006">
              <mc:Choice xmlns:v="urn:schemas-microsoft-com:vml" Requires="v">
                <p:oleObj spid="_x0000_s32923" name="" r:id="rId5" imgW="1339215" imgH="207645" progId="Equation.3">
                  <p:embed/>
                </p:oleObj>
              </mc:Choice>
              <mc:Fallback>
                <p:oleObj name="" r:id="rId5" imgW="1339215" imgH="207645"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3" y="4943476"/>
                        <a:ext cx="4589462"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511" name="Text Box 55"/>
          <p:cNvSpPr txBox="1">
            <a:spLocks noChangeArrowheads="1"/>
          </p:cNvSpPr>
          <p:nvPr/>
        </p:nvSpPr>
        <p:spPr bwMode="auto">
          <a:xfrm>
            <a:off x="7250113" y="4951414"/>
            <a:ext cx="1200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a:solidFill>
                  <a:srgbClr val="00487E"/>
                </a:solidFill>
                <a:latin typeface="Times New Roman" panose="02020603050405020304" pitchFamily="18" charset="0"/>
                <a:cs typeface="Times New Roman" panose="02020603050405020304" pitchFamily="18" charset="0"/>
              </a:rPr>
              <a:t> (4)</a:t>
            </a:r>
            <a:endParaRPr lang="en-US" altLang="zh-CN" sz="3200" b="1">
              <a:solidFill>
                <a:srgbClr val="00487E"/>
              </a:solidFill>
              <a:latin typeface="Times New Roman" panose="02020603050405020304" pitchFamily="18" charset="0"/>
              <a:cs typeface="Times New Roman" panose="02020603050405020304" pitchFamily="18" charset="0"/>
            </a:endParaRPr>
          </a:p>
        </p:txBody>
      </p:sp>
      <p:grpSp>
        <p:nvGrpSpPr>
          <p:cNvPr id="2" name="Group 69"/>
          <p:cNvGrpSpPr>
            <a:grpSpLocks noChangeAspect="1"/>
          </p:cNvGrpSpPr>
          <p:nvPr/>
        </p:nvGrpSpPr>
        <p:grpSpPr bwMode="auto">
          <a:xfrm>
            <a:off x="5994400" y="914401"/>
            <a:ext cx="4368800" cy="3184525"/>
            <a:chOff x="2616" y="72"/>
            <a:chExt cx="2753" cy="2007"/>
          </a:xfrm>
        </p:grpSpPr>
        <p:sp>
          <p:nvSpPr>
            <p:cNvPr id="32776" name="Text Box 8"/>
            <p:cNvSpPr txBox="1">
              <a:spLocks noChangeAspect="1" noChangeArrowheads="1"/>
            </p:cNvSpPr>
            <p:nvPr/>
          </p:nvSpPr>
          <p:spPr bwMode="auto">
            <a:xfrm>
              <a:off x="4796" y="1172"/>
              <a:ext cx="409"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B</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2777" name="Text Box 10"/>
            <p:cNvSpPr txBox="1">
              <a:spLocks noChangeAspect="1" noChangeArrowheads="1"/>
            </p:cNvSpPr>
            <p:nvPr/>
          </p:nvSpPr>
          <p:spPr bwMode="auto">
            <a:xfrm>
              <a:off x="4165" y="718"/>
              <a:ext cx="675"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b="1" i="1">
                  <a:solidFill>
                    <a:srgbClr val="FF0000"/>
                  </a:solidFill>
                  <a:latin typeface="Times New Roman" panose="02020603050405020304" pitchFamily="18" charset="0"/>
                  <a:cs typeface="Times New Roman" panose="02020603050405020304" pitchFamily="18" charset="0"/>
                </a:rPr>
                <a:t>C</a:t>
              </a:r>
              <a:endParaRPr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32778" name="Text Box 11"/>
            <p:cNvSpPr txBox="1">
              <a:spLocks noChangeAspect="1" noChangeArrowheads="1"/>
            </p:cNvSpPr>
            <p:nvPr/>
          </p:nvSpPr>
          <p:spPr bwMode="auto">
            <a:xfrm>
              <a:off x="3978" y="651"/>
              <a:ext cx="576"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8000"/>
                  </a:solidFill>
                  <a:latin typeface="Times New Roman" panose="02020603050405020304" pitchFamily="18" charset="0"/>
                  <a:cs typeface="Times New Roman" panose="02020603050405020304" pitchFamily="18" charset="0"/>
                </a:rPr>
                <a:t>θ</a:t>
              </a:r>
              <a:endParaRPr lang="en-US" altLang="zh-CN" sz="3200" b="1" i="1">
                <a:solidFill>
                  <a:srgbClr val="008000"/>
                </a:solidFill>
                <a:latin typeface="Times New Roman" panose="02020603050405020304" pitchFamily="18" charset="0"/>
                <a:cs typeface="Times New Roman" panose="02020603050405020304" pitchFamily="18" charset="0"/>
              </a:endParaRPr>
            </a:p>
          </p:txBody>
        </p:sp>
        <p:sp>
          <p:nvSpPr>
            <p:cNvPr id="32779" name="Text Box 12"/>
            <p:cNvSpPr txBox="1">
              <a:spLocks noChangeAspect="1" noChangeArrowheads="1"/>
            </p:cNvSpPr>
            <p:nvPr/>
          </p:nvSpPr>
          <p:spPr bwMode="auto">
            <a:xfrm>
              <a:off x="3700" y="397"/>
              <a:ext cx="310"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2800" b="1" i="1">
                  <a:solidFill>
                    <a:srgbClr val="0000FF"/>
                  </a:solidFill>
                  <a:latin typeface="Times New Roman" panose="02020603050405020304" pitchFamily="18" charset="0"/>
                  <a:cs typeface="Times New Roman" panose="02020603050405020304" pitchFamily="18" charset="0"/>
                </a:rPr>
                <a:t>O</a:t>
              </a:r>
              <a:endParaRPr lang="en-US" altLang="zh-CN" sz="2800" b="1">
                <a:solidFill>
                  <a:srgbClr val="0000FF"/>
                </a:solidFill>
                <a:latin typeface="Times New Roman" panose="02020603050405020304" pitchFamily="18" charset="0"/>
                <a:cs typeface="Times New Roman" panose="02020603050405020304" pitchFamily="18" charset="0"/>
              </a:endParaRPr>
            </a:p>
          </p:txBody>
        </p:sp>
        <p:sp>
          <p:nvSpPr>
            <p:cNvPr id="32780" name="Rectangle 13"/>
            <p:cNvSpPr>
              <a:spLocks noChangeAspect="1" noChangeArrowheads="1"/>
            </p:cNvSpPr>
            <p:nvPr/>
          </p:nvSpPr>
          <p:spPr bwMode="auto">
            <a:xfrm>
              <a:off x="3323" y="691"/>
              <a:ext cx="1893" cy="49"/>
            </a:xfrm>
            <a:prstGeom prst="rect">
              <a:avLst/>
            </a:prstGeom>
            <a:solidFill>
              <a:srgbClr val="FFFFFF"/>
            </a:solidFill>
            <a:ln w="28575">
              <a:solidFill>
                <a:srgbClr val="000000"/>
              </a:solidFill>
              <a:prstDash val="dash"/>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2781" name="Rectangle 14"/>
            <p:cNvSpPr>
              <a:spLocks noChangeAspect="1" noChangeArrowheads="1"/>
            </p:cNvSpPr>
            <p:nvPr/>
          </p:nvSpPr>
          <p:spPr bwMode="auto">
            <a:xfrm rot="2169817">
              <a:off x="3224" y="972"/>
              <a:ext cx="1892" cy="45"/>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2782" name="Text Box 15"/>
            <p:cNvSpPr txBox="1">
              <a:spLocks noChangeAspect="1" noChangeArrowheads="1"/>
            </p:cNvSpPr>
            <p:nvPr/>
          </p:nvSpPr>
          <p:spPr bwMode="auto">
            <a:xfrm>
              <a:off x="3670" y="339"/>
              <a:ext cx="454"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0000FF"/>
                  </a:solidFill>
                  <a:latin typeface="Times New Roman" panose="02020603050405020304" pitchFamily="18" charset="0"/>
                  <a:cs typeface="Times New Roman" panose="02020603050405020304" pitchFamily="18" charset="0"/>
                </a:rPr>
                <a:t>·</a:t>
              </a:r>
              <a:endParaRPr lang="en-US" altLang="zh-CN" sz="6600" b="1">
                <a:solidFill>
                  <a:srgbClr val="0000FF"/>
                </a:solidFill>
                <a:latin typeface="Times New Roman" panose="02020603050405020304" pitchFamily="18" charset="0"/>
                <a:cs typeface="Times New Roman" panose="02020603050405020304" pitchFamily="18" charset="0"/>
              </a:endParaRPr>
            </a:p>
          </p:txBody>
        </p:sp>
        <p:sp>
          <p:nvSpPr>
            <p:cNvPr id="32783" name="Freeform 17"/>
            <p:cNvSpPr>
              <a:spLocks noChangeAspect="1" noChangeArrowheads="1"/>
            </p:cNvSpPr>
            <p:nvPr/>
          </p:nvSpPr>
          <p:spPr bwMode="auto">
            <a:xfrm>
              <a:off x="4065" y="740"/>
              <a:ext cx="50" cy="144"/>
            </a:xfrm>
            <a:custGeom>
              <a:avLst/>
              <a:gdLst>
                <a:gd name="T0" fmla="*/ 60 w 90"/>
                <a:gd name="T1" fmla="*/ 0 h 260"/>
                <a:gd name="T2" fmla="*/ 80 w 90"/>
                <a:gd name="T3" fmla="*/ 120 h 260"/>
                <a:gd name="T4" fmla="*/ 0 w 90"/>
                <a:gd name="T5" fmla="*/ 260 h 260"/>
              </a:gdLst>
              <a:ahLst/>
              <a:cxnLst>
                <a:cxn ang="0">
                  <a:pos x="T0" y="T1"/>
                </a:cxn>
                <a:cxn ang="0">
                  <a:pos x="T2" y="T3"/>
                </a:cxn>
                <a:cxn ang="0">
                  <a:pos x="T4" y="T5"/>
                </a:cxn>
              </a:cxnLst>
              <a:rect l="0" t="0" r="r" b="b"/>
              <a:pathLst>
                <a:path w="90" h="260">
                  <a:moveTo>
                    <a:pt x="60" y="0"/>
                  </a:moveTo>
                  <a:cubicBezTo>
                    <a:pt x="75" y="38"/>
                    <a:pt x="90" y="77"/>
                    <a:pt x="80" y="120"/>
                  </a:cubicBezTo>
                  <a:cubicBezTo>
                    <a:pt x="70" y="163"/>
                    <a:pt x="35" y="211"/>
                    <a:pt x="0" y="260"/>
                  </a:cubicBezTo>
                </a:path>
              </a:pathLst>
            </a:custGeom>
            <a:noFill/>
            <a:ln w="28575">
              <a:solidFill>
                <a:srgbClr val="008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2784" name="Freeform 18"/>
            <p:cNvSpPr>
              <a:spLocks noChangeAspect="1" noChangeArrowheads="1"/>
            </p:cNvSpPr>
            <p:nvPr/>
          </p:nvSpPr>
          <p:spPr bwMode="auto">
            <a:xfrm>
              <a:off x="4906" y="1448"/>
              <a:ext cx="188" cy="321"/>
            </a:xfrm>
            <a:custGeom>
              <a:avLst/>
              <a:gdLst>
                <a:gd name="T0" fmla="*/ 280 w 280"/>
                <a:gd name="T1" fmla="*/ 0 h 560"/>
                <a:gd name="T2" fmla="*/ 220 w 280"/>
                <a:gd name="T3" fmla="*/ 280 h 560"/>
                <a:gd name="T4" fmla="*/ 0 w 280"/>
                <a:gd name="T5" fmla="*/ 560 h 560"/>
              </a:gdLst>
              <a:ahLst/>
              <a:cxnLst>
                <a:cxn ang="0">
                  <a:pos x="T0" y="T1"/>
                </a:cxn>
                <a:cxn ang="0">
                  <a:pos x="T2" y="T3"/>
                </a:cxn>
                <a:cxn ang="0">
                  <a:pos x="T4" y="T5"/>
                </a:cxn>
              </a:cxnLst>
              <a:rect l="0" t="0" r="r" b="b"/>
              <a:pathLst>
                <a:path w="280" h="560">
                  <a:moveTo>
                    <a:pt x="280" y="0"/>
                  </a:moveTo>
                  <a:cubicBezTo>
                    <a:pt x="273" y="93"/>
                    <a:pt x="267" y="187"/>
                    <a:pt x="220" y="280"/>
                  </a:cubicBezTo>
                  <a:cubicBezTo>
                    <a:pt x="173" y="373"/>
                    <a:pt x="86" y="466"/>
                    <a:pt x="0" y="560"/>
                  </a:cubicBezTo>
                </a:path>
              </a:pathLst>
            </a:custGeom>
            <a:noFill/>
            <a:ln w="285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2785" name="Text Box 19"/>
            <p:cNvSpPr txBox="1">
              <a:spLocks noChangeAspect="1" noChangeArrowheads="1"/>
            </p:cNvSpPr>
            <p:nvPr/>
          </p:nvSpPr>
          <p:spPr bwMode="auto">
            <a:xfrm>
              <a:off x="3419" y="72"/>
              <a:ext cx="409"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A</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2786" name="Text Box 20"/>
            <p:cNvSpPr txBox="1">
              <a:spLocks noChangeAspect="1" noChangeArrowheads="1"/>
            </p:cNvSpPr>
            <p:nvPr/>
          </p:nvSpPr>
          <p:spPr bwMode="auto">
            <a:xfrm>
              <a:off x="4563" y="340"/>
              <a:ext cx="73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latin typeface="Times New Roman" panose="02020603050405020304" pitchFamily="18" charset="0"/>
                  <a:cs typeface="Times New Roman" panose="02020603050405020304" pitchFamily="18" charset="0"/>
                </a:rPr>
                <a:t>l </a:t>
              </a:r>
              <a:r>
                <a:rPr lang="en-US" altLang="zh-CN" sz="3200" b="1">
                  <a:latin typeface="Times New Roman" panose="02020603050405020304" pitchFamily="18" charset="0"/>
                  <a:cs typeface="Times New Roman" panose="02020603050405020304" pitchFamily="18" charset="0"/>
                </a:rPr>
                <a:t>, </a:t>
              </a:r>
              <a:r>
                <a:rPr lang="en-US" altLang="zh-CN" sz="3200" b="1" i="1">
                  <a:latin typeface="Times New Roman" panose="02020603050405020304" pitchFamily="18" charset="0"/>
                  <a:cs typeface="Times New Roman" panose="02020603050405020304" pitchFamily="18" charset="0"/>
                </a:rPr>
                <a:t>m</a:t>
              </a:r>
              <a:endParaRPr lang="en-US" altLang="zh-CN" sz="3200" b="1" i="1">
                <a:latin typeface="Times New Roman" panose="02020603050405020304" pitchFamily="18" charset="0"/>
                <a:cs typeface="Times New Roman" panose="02020603050405020304" pitchFamily="18" charset="0"/>
              </a:endParaRPr>
            </a:p>
          </p:txBody>
        </p:sp>
        <p:sp>
          <p:nvSpPr>
            <p:cNvPr id="32787" name="Line 21"/>
            <p:cNvSpPr>
              <a:spLocks noChangeAspect="1" noChangeShapeType="1"/>
            </p:cNvSpPr>
            <p:nvPr/>
          </p:nvSpPr>
          <p:spPr bwMode="auto">
            <a:xfrm>
              <a:off x="4165" y="993"/>
              <a:ext cx="0" cy="752"/>
            </a:xfrm>
            <a:prstGeom prst="line">
              <a:avLst/>
            </a:prstGeom>
            <a:noFill/>
            <a:ln w="2857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788" name="Line 22"/>
            <p:cNvSpPr>
              <a:spLocks noChangeAspect="1" noChangeShapeType="1"/>
            </p:cNvSpPr>
            <p:nvPr/>
          </p:nvSpPr>
          <p:spPr bwMode="auto">
            <a:xfrm flipV="1">
              <a:off x="4165" y="1260"/>
              <a:ext cx="321" cy="465"/>
            </a:xfrm>
            <a:prstGeom prst="line">
              <a:avLst/>
            </a:prstGeom>
            <a:noFill/>
            <a:ln w="285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789" name="Freeform 23"/>
            <p:cNvSpPr>
              <a:spLocks noChangeAspect="1" noChangeArrowheads="1"/>
            </p:cNvSpPr>
            <p:nvPr/>
          </p:nvSpPr>
          <p:spPr bwMode="auto">
            <a:xfrm>
              <a:off x="4165" y="1478"/>
              <a:ext cx="132" cy="48"/>
            </a:xfrm>
            <a:custGeom>
              <a:avLst/>
              <a:gdLst>
                <a:gd name="T0" fmla="*/ 0 w 240"/>
                <a:gd name="T1" fmla="*/ 47 h 87"/>
                <a:gd name="T2" fmla="*/ 140 w 240"/>
                <a:gd name="T3" fmla="*/ 7 h 87"/>
                <a:gd name="T4" fmla="*/ 240 w 240"/>
                <a:gd name="T5" fmla="*/ 87 h 87"/>
              </a:gdLst>
              <a:ahLst/>
              <a:cxnLst>
                <a:cxn ang="0">
                  <a:pos x="T0" y="T1"/>
                </a:cxn>
                <a:cxn ang="0">
                  <a:pos x="T2" y="T3"/>
                </a:cxn>
                <a:cxn ang="0">
                  <a:pos x="T4" y="T5"/>
                </a:cxn>
              </a:cxnLst>
              <a:rect l="0" t="0" r="r" b="b"/>
              <a:pathLst>
                <a:path w="240" h="87">
                  <a:moveTo>
                    <a:pt x="0" y="47"/>
                  </a:moveTo>
                  <a:cubicBezTo>
                    <a:pt x="50" y="23"/>
                    <a:pt x="100" y="0"/>
                    <a:pt x="140" y="7"/>
                  </a:cubicBezTo>
                  <a:cubicBezTo>
                    <a:pt x="180" y="14"/>
                    <a:pt x="210" y="50"/>
                    <a:pt x="240" y="87"/>
                  </a:cubicBezTo>
                </a:path>
              </a:pathLst>
            </a:custGeom>
            <a:noFill/>
            <a:ln w="28575">
              <a:solidFill>
                <a:srgbClr val="008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2790" name="Text Box 24"/>
            <p:cNvSpPr txBox="1">
              <a:spLocks noChangeAspect="1" noChangeArrowheads="1"/>
            </p:cNvSpPr>
            <p:nvPr/>
          </p:nvSpPr>
          <p:spPr bwMode="auto">
            <a:xfrm>
              <a:off x="4054" y="1183"/>
              <a:ext cx="57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8000"/>
                  </a:solidFill>
                  <a:latin typeface="Times New Roman" panose="02020603050405020304" pitchFamily="18" charset="0"/>
                  <a:cs typeface="Times New Roman" panose="02020603050405020304" pitchFamily="18" charset="0"/>
                </a:rPr>
                <a:t>θ</a:t>
              </a:r>
              <a:endParaRPr lang="en-US" altLang="zh-CN" sz="3200" b="1" i="1">
                <a:solidFill>
                  <a:srgbClr val="008000"/>
                </a:solidFill>
                <a:latin typeface="Times New Roman" panose="02020603050405020304" pitchFamily="18" charset="0"/>
                <a:cs typeface="Times New Roman" panose="02020603050405020304" pitchFamily="18" charset="0"/>
              </a:endParaRPr>
            </a:p>
          </p:txBody>
        </p:sp>
        <p:sp>
          <p:nvSpPr>
            <p:cNvPr id="32791" name="Line 25"/>
            <p:cNvSpPr>
              <a:spLocks noChangeAspect="1" noChangeShapeType="1"/>
            </p:cNvSpPr>
            <p:nvPr/>
          </p:nvSpPr>
          <p:spPr bwMode="auto">
            <a:xfrm flipH="1">
              <a:off x="3976" y="993"/>
              <a:ext cx="189" cy="288"/>
            </a:xfrm>
            <a:prstGeom prst="line">
              <a:avLst/>
            </a:prstGeom>
            <a:noFill/>
            <a:ln w="28575">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792" name="Line 26"/>
            <p:cNvSpPr>
              <a:spLocks noChangeAspect="1" noChangeShapeType="1"/>
            </p:cNvSpPr>
            <p:nvPr/>
          </p:nvSpPr>
          <p:spPr bwMode="auto">
            <a:xfrm flipH="1" flipV="1">
              <a:off x="3910" y="806"/>
              <a:ext cx="255" cy="188"/>
            </a:xfrm>
            <a:prstGeom prst="line">
              <a:avLst/>
            </a:prstGeom>
            <a:noFill/>
            <a:ln w="28575">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793" name="Line 27"/>
            <p:cNvSpPr>
              <a:spLocks noChangeAspect="1" noChangeShapeType="1"/>
            </p:cNvSpPr>
            <p:nvPr/>
          </p:nvSpPr>
          <p:spPr bwMode="auto">
            <a:xfrm flipH="1" flipV="1">
              <a:off x="3014" y="153"/>
              <a:ext cx="763" cy="554"/>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794" name="Line 28"/>
            <p:cNvSpPr>
              <a:spLocks noChangeAspect="1" noChangeShapeType="1"/>
            </p:cNvSpPr>
            <p:nvPr/>
          </p:nvSpPr>
          <p:spPr bwMode="auto">
            <a:xfrm flipH="1">
              <a:off x="3578" y="718"/>
              <a:ext cx="210" cy="310"/>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795" name="Line 29"/>
            <p:cNvSpPr>
              <a:spLocks noChangeAspect="1" noChangeShapeType="1"/>
            </p:cNvSpPr>
            <p:nvPr/>
          </p:nvSpPr>
          <p:spPr bwMode="auto">
            <a:xfrm flipH="1" flipV="1">
              <a:off x="2814" y="474"/>
              <a:ext cx="764" cy="554"/>
            </a:xfrm>
            <a:prstGeom prst="line">
              <a:avLst/>
            </a:prstGeom>
            <a:noFill/>
            <a:ln w="28575">
              <a:solidFill>
                <a:srgbClr val="0000FF"/>
              </a:solidFill>
              <a:prstDash val="dash"/>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2796" name="Line 30"/>
            <p:cNvSpPr>
              <a:spLocks noChangeAspect="1" noChangeShapeType="1"/>
            </p:cNvSpPr>
            <p:nvPr/>
          </p:nvSpPr>
          <p:spPr bwMode="auto">
            <a:xfrm flipH="1">
              <a:off x="2803" y="175"/>
              <a:ext cx="211" cy="310"/>
            </a:xfrm>
            <a:prstGeom prst="line">
              <a:avLst/>
            </a:prstGeom>
            <a:noFill/>
            <a:ln w="28575">
              <a:solidFill>
                <a:srgbClr val="0000FF"/>
              </a:solidFill>
              <a:prstDash val="dash"/>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2797" name="Line 31"/>
            <p:cNvSpPr>
              <a:spLocks noChangeAspect="1" noChangeShapeType="1"/>
            </p:cNvSpPr>
            <p:nvPr/>
          </p:nvSpPr>
          <p:spPr bwMode="auto">
            <a:xfrm flipH="1" flipV="1">
              <a:off x="2803" y="474"/>
              <a:ext cx="985" cy="244"/>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798" name="Text Box 32"/>
            <p:cNvSpPr txBox="1">
              <a:spLocks noChangeAspect="1" noChangeArrowheads="1"/>
            </p:cNvSpPr>
            <p:nvPr/>
          </p:nvSpPr>
          <p:spPr bwMode="auto">
            <a:xfrm>
              <a:off x="2916" y="179"/>
              <a:ext cx="43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r>
                <a:rPr lang="en-US" altLang="zh-CN" sz="3200" b="1" i="1" baseline="-25000">
                  <a:solidFill>
                    <a:srgbClr val="0000FF"/>
                  </a:solidFill>
                  <a:latin typeface="Times New Roman" panose="02020603050405020304" pitchFamily="18" charset="0"/>
                  <a:cs typeface="Times New Roman" panose="02020603050405020304" pitchFamily="18" charset="0"/>
                </a:rPr>
                <a:t>l</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2799" name="Text Box 33"/>
            <p:cNvSpPr txBox="1">
              <a:spLocks noChangeAspect="1" noChangeArrowheads="1"/>
            </p:cNvSpPr>
            <p:nvPr/>
          </p:nvSpPr>
          <p:spPr bwMode="auto">
            <a:xfrm>
              <a:off x="3330" y="966"/>
              <a:ext cx="43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r>
                <a:rPr lang="en-US" altLang="zh-CN" sz="3200" b="1" i="1" baseline="-25000">
                  <a:solidFill>
                    <a:srgbClr val="0000FF"/>
                  </a:solidFill>
                  <a:latin typeface="Times New Roman" panose="02020603050405020304" pitchFamily="18" charset="0"/>
                  <a:cs typeface="Times New Roman" panose="02020603050405020304" pitchFamily="18" charset="0"/>
                </a:rPr>
                <a:t>t</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2800" name="Text Box 34"/>
            <p:cNvSpPr txBox="1">
              <a:spLocks noChangeAspect="1" noChangeArrowheads="1"/>
            </p:cNvSpPr>
            <p:nvPr/>
          </p:nvSpPr>
          <p:spPr bwMode="auto">
            <a:xfrm>
              <a:off x="2616" y="500"/>
              <a:ext cx="43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2801" name="Line 35"/>
            <p:cNvSpPr>
              <a:spLocks noChangeAspect="1" noChangeShapeType="1"/>
            </p:cNvSpPr>
            <p:nvPr/>
          </p:nvSpPr>
          <p:spPr bwMode="auto">
            <a:xfrm>
              <a:off x="2704" y="552"/>
              <a:ext cx="166" cy="0"/>
            </a:xfrm>
            <a:prstGeom prst="line">
              <a:avLst/>
            </a:prstGeom>
            <a:noFill/>
            <a:ln w="19050">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2802" name="Line 36"/>
            <p:cNvSpPr>
              <a:spLocks noChangeAspect="1" noChangeShapeType="1"/>
            </p:cNvSpPr>
            <p:nvPr/>
          </p:nvSpPr>
          <p:spPr bwMode="auto">
            <a:xfrm>
              <a:off x="3954" y="1711"/>
              <a:ext cx="166" cy="0"/>
            </a:xfrm>
            <a:prstGeom prst="line">
              <a:avLst/>
            </a:prstGeom>
            <a:noFill/>
            <a:ln w="19050">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2803" name="Text Box 37"/>
            <p:cNvSpPr txBox="1">
              <a:spLocks noChangeAspect="1" noChangeArrowheads="1"/>
            </p:cNvSpPr>
            <p:nvPr/>
          </p:nvSpPr>
          <p:spPr bwMode="auto">
            <a:xfrm>
              <a:off x="3705" y="1614"/>
              <a:ext cx="648"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00"/>
                  </a:solidFill>
                  <a:latin typeface="Times New Roman" panose="02020603050405020304" pitchFamily="18" charset="0"/>
                  <a:cs typeface="Times New Roman" panose="02020603050405020304" pitchFamily="18" charset="0"/>
                </a:rPr>
                <a:t>mg</a:t>
              </a:r>
              <a:endParaRPr lang="en-US" altLang="zh-CN" sz="3200" b="1" i="1" baseline="-25000">
                <a:solidFill>
                  <a:srgbClr val="000000"/>
                </a:solidFill>
                <a:latin typeface="Times New Roman" panose="02020603050405020304" pitchFamily="18" charset="0"/>
                <a:cs typeface="Times New Roman" panose="02020603050405020304" pitchFamily="18" charset="0"/>
              </a:endParaRPr>
            </a:p>
          </p:txBody>
        </p:sp>
        <p:sp>
          <p:nvSpPr>
            <p:cNvPr id="32804" name="Text Box 38"/>
            <p:cNvSpPr txBox="1">
              <a:spLocks noChangeAspect="1" noChangeArrowheads="1"/>
            </p:cNvSpPr>
            <p:nvPr/>
          </p:nvSpPr>
          <p:spPr bwMode="auto">
            <a:xfrm>
              <a:off x="3744" y="1131"/>
              <a:ext cx="43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FF0000"/>
                  </a:solidFill>
                  <a:latin typeface="Times New Roman" panose="02020603050405020304" pitchFamily="18" charset="0"/>
                  <a:cs typeface="Times New Roman" panose="02020603050405020304" pitchFamily="18" charset="0"/>
                </a:rPr>
                <a:t>a</a:t>
              </a:r>
              <a:r>
                <a:rPr lang="en-US" altLang="zh-CN" sz="3200" b="1" i="1" baseline="-25000">
                  <a:solidFill>
                    <a:srgbClr val="FF0000"/>
                  </a:solidFill>
                  <a:latin typeface="Times New Roman" panose="02020603050405020304" pitchFamily="18" charset="0"/>
                  <a:cs typeface="Times New Roman" panose="02020603050405020304" pitchFamily="18" charset="0"/>
                </a:rPr>
                <a:t>Ct</a:t>
              </a:r>
              <a:endParaRPr lang="en-US" altLang="zh-CN" sz="3200" b="1" i="1" baseline="-25000">
                <a:solidFill>
                  <a:srgbClr val="FF0000"/>
                </a:solidFill>
                <a:latin typeface="Times New Roman" panose="02020603050405020304" pitchFamily="18" charset="0"/>
                <a:cs typeface="Times New Roman" panose="02020603050405020304" pitchFamily="18" charset="0"/>
              </a:endParaRPr>
            </a:p>
          </p:txBody>
        </p:sp>
        <p:sp>
          <p:nvSpPr>
            <p:cNvPr id="32805" name="Text Box 39"/>
            <p:cNvSpPr txBox="1">
              <a:spLocks noChangeAspect="1" noChangeArrowheads="1"/>
            </p:cNvSpPr>
            <p:nvPr/>
          </p:nvSpPr>
          <p:spPr bwMode="auto">
            <a:xfrm>
              <a:off x="3689" y="721"/>
              <a:ext cx="43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FF0000"/>
                  </a:solidFill>
                  <a:latin typeface="Times New Roman" panose="02020603050405020304" pitchFamily="18" charset="0"/>
                  <a:cs typeface="Times New Roman" panose="02020603050405020304" pitchFamily="18" charset="0"/>
                </a:rPr>
                <a:t>a</a:t>
              </a:r>
              <a:r>
                <a:rPr lang="en-US" altLang="zh-CN" sz="3200" b="1" i="1" baseline="-25000">
                  <a:solidFill>
                    <a:srgbClr val="FF0000"/>
                  </a:solidFill>
                  <a:latin typeface="Times New Roman" panose="02020603050405020304" pitchFamily="18" charset="0"/>
                  <a:cs typeface="Times New Roman" panose="02020603050405020304" pitchFamily="18" charset="0"/>
                </a:rPr>
                <a:t>Cl</a:t>
              </a:r>
              <a:endParaRPr lang="en-US" altLang="zh-CN" sz="3200" b="1" i="1" baseline="-25000">
                <a:solidFill>
                  <a:srgbClr val="FF0000"/>
                </a:solidFill>
                <a:latin typeface="Times New Roman" panose="02020603050405020304" pitchFamily="18" charset="0"/>
                <a:cs typeface="Times New Roman" panose="02020603050405020304" pitchFamily="18" charset="0"/>
              </a:endParaRPr>
            </a:p>
          </p:txBody>
        </p:sp>
        <p:grpSp>
          <p:nvGrpSpPr>
            <p:cNvPr id="32806" name="Group 50"/>
            <p:cNvGrpSpPr>
              <a:grpSpLocks noChangeAspect="1"/>
            </p:cNvGrpSpPr>
            <p:nvPr/>
          </p:nvGrpSpPr>
          <p:grpSpPr bwMode="auto">
            <a:xfrm>
              <a:off x="3141" y="1157"/>
              <a:ext cx="265" cy="454"/>
              <a:chOff x="700" y="1619"/>
              <a:chExt cx="265" cy="454"/>
            </a:xfrm>
          </p:grpSpPr>
          <p:sp>
            <p:nvSpPr>
              <p:cNvPr id="32807" name="Line 40"/>
              <p:cNvSpPr>
                <a:spLocks noChangeAspect="1" noChangeShapeType="1"/>
              </p:cNvSpPr>
              <p:nvPr/>
            </p:nvSpPr>
            <p:spPr bwMode="auto">
              <a:xfrm flipH="1">
                <a:off x="788" y="1807"/>
                <a:ext cx="177" cy="266"/>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808" name="Line 41"/>
              <p:cNvSpPr>
                <a:spLocks noChangeAspect="1" noChangeShapeType="1"/>
              </p:cNvSpPr>
              <p:nvPr/>
            </p:nvSpPr>
            <p:spPr bwMode="auto">
              <a:xfrm flipH="1" flipV="1">
                <a:off x="700" y="1619"/>
                <a:ext cx="265" cy="186"/>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32809" name="Text Box 43"/>
            <p:cNvSpPr txBox="1">
              <a:spLocks noChangeAspect="1" noChangeArrowheads="1"/>
            </p:cNvSpPr>
            <p:nvPr/>
          </p:nvSpPr>
          <p:spPr bwMode="auto">
            <a:xfrm>
              <a:off x="2954" y="990"/>
              <a:ext cx="335"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l</a:t>
              </a:r>
              <a:endParaRPr lang="en-US" altLang="zh-CN" sz="3200" b="1" i="1">
                <a:solidFill>
                  <a:srgbClr val="0000FF"/>
                </a:solidFill>
                <a:latin typeface="Times New Roman" panose="02020603050405020304" pitchFamily="18" charset="0"/>
                <a:cs typeface="Times New Roman" panose="02020603050405020304" pitchFamily="18" charset="0"/>
              </a:endParaRPr>
            </a:p>
          </p:txBody>
        </p:sp>
        <p:sp>
          <p:nvSpPr>
            <p:cNvPr id="32810" name="Text Box 45"/>
            <p:cNvSpPr txBox="1">
              <a:spLocks noChangeAspect="1" noChangeArrowheads="1"/>
            </p:cNvSpPr>
            <p:nvPr/>
          </p:nvSpPr>
          <p:spPr bwMode="auto">
            <a:xfrm>
              <a:off x="3025" y="1622"/>
              <a:ext cx="288"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t</a:t>
              </a:r>
              <a:endParaRPr lang="en-US" altLang="zh-CN" sz="3200" b="1" i="1">
                <a:solidFill>
                  <a:srgbClr val="0000FF"/>
                </a:solidFill>
                <a:latin typeface="Times New Roman" panose="02020603050405020304" pitchFamily="18" charset="0"/>
                <a:cs typeface="Times New Roman" panose="02020603050405020304" pitchFamily="18" charset="0"/>
              </a:endParaRPr>
            </a:p>
          </p:txBody>
        </p:sp>
        <p:graphicFrame>
          <p:nvGraphicFramePr>
            <p:cNvPr id="32811" name="Object 9"/>
            <p:cNvGraphicFramePr>
              <a:graphicFrameLocks noChangeAspect="1"/>
            </p:cNvGraphicFramePr>
            <p:nvPr/>
          </p:nvGraphicFramePr>
          <p:xfrm>
            <a:off x="5129" y="1438"/>
            <a:ext cx="240" cy="194"/>
          </p:xfrm>
          <a:graphic>
            <a:graphicData uri="http://schemas.openxmlformats.org/presentationml/2006/ole">
              <mc:AlternateContent xmlns:mc="http://schemas.openxmlformats.org/markup-compatibility/2006">
                <mc:Choice xmlns:v="urn:schemas-microsoft-com:vml" Requires="v">
                  <p:oleObj spid="_x0000_s32924" name="" r:id="rId7" imgW="266065" imgH="215900" progId="Equation.3">
                    <p:embed/>
                  </p:oleObj>
                </mc:Choice>
                <mc:Fallback>
                  <p:oleObj name="" r:id="rId7" imgW="266065" imgH="2159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29" y="1438"/>
                          <a:ext cx="24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812" name="Object 10"/>
            <p:cNvGraphicFramePr>
              <a:graphicFrameLocks noChangeAspect="1"/>
            </p:cNvGraphicFramePr>
            <p:nvPr/>
          </p:nvGraphicFramePr>
          <p:xfrm>
            <a:off x="4992" y="1674"/>
            <a:ext cx="245" cy="219"/>
          </p:xfrm>
          <a:graphic>
            <a:graphicData uri="http://schemas.openxmlformats.org/presentationml/2006/ole">
              <mc:AlternateContent xmlns:mc="http://schemas.openxmlformats.org/markup-compatibility/2006">
                <mc:Choice xmlns:v="urn:schemas-microsoft-com:vml" Requires="v">
                  <p:oleObj spid="_x0000_s32925" name="" r:id="rId9" imgW="241300" imgH="215900" progId="Equation.3">
                    <p:embed/>
                  </p:oleObj>
                </mc:Choice>
                <mc:Fallback>
                  <p:oleObj name="" r:id="rId9" imgW="241300" imgH="2159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2" y="1674"/>
                          <a:ext cx="24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813" name="Text Box 16"/>
            <p:cNvSpPr txBox="1">
              <a:spLocks noChangeAspect="1" noChangeArrowheads="1"/>
            </p:cNvSpPr>
            <p:nvPr/>
          </p:nvSpPr>
          <p:spPr bwMode="auto">
            <a:xfrm>
              <a:off x="4059" y="628"/>
              <a:ext cx="453"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FF0000"/>
                  </a:solidFill>
                  <a:latin typeface="Times New Roman" panose="02020603050405020304" pitchFamily="18" charset="0"/>
                  <a:cs typeface="Times New Roman" panose="02020603050405020304" pitchFamily="18" charset="0"/>
                </a:rPr>
                <a:t>·</a:t>
              </a:r>
              <a:endParaRPr lang="en-US" altLang="zh-CN" sz="6600" b="1">
                <a:solidFill>
                  <a:srgbClr val="FF0000"/>
                </a:solidFill>
                <a:latin typeface="Times New Roman" panose="02020603050405020304" pitchFamily="18" charset="0"/>
                <a:cs typeface="Times New Roman" panose="02020603050405020304" pitchFamily="18" charset="0"/>
              </a:endParaRPr>
            </a:p>
          </p:txBody>
        </p:sp>
        <p:sp>
          <p:nvSpPr>
            <p:cNvPr id="32814" name="Line 66"/>
            <p:cNvSpPr>
              <a:spLocks noChangeAspect="1" noChangeShapeType="1"/>
            </p:cNvSpPr>
            <p:nvPr/>
          </p:nvSpPr>
          <p:spPr bwMode="auto">
            <a:xfrm flipV="1">
              <a:off x="2976" y="1044"/>
              <a:ext cx="204" cy="0"/>
            </a:xfrm>
            <a:prstGeom prst="line">
              <a:avLst/>
            </a:prstGeom>
            <a:noFill/>
            <a:ln w="1270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2815" name="Line 67"/>
            <p:cNvSpPr>
              <a:spLocks noChangeAspect="1" noChangeShapeType="1"/>
            </p:cNvSpPr>
            <p:nvPr/>
          </p:nvSpPr>
          <p:spPr bwMode="auto">
            <a:xfrm flipV="1">
              <a:off x="3060" y="1692"/>
              <a:ext cx="204" cy="0"/>
            </a:xfrm>
            <a:prstGeom prst="line">
              <a:avLst/>
            </a:prstGeom>
            <a:noFill/>
            <a:ln w="1270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wipe(left)">
                                      <p:cBhvr>
                                        <p:cTn id="7" dur="500"/>
                                        <p:tgtEl>
                                          <p:spTgt spid="1945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2704"/>
                                        </p:tgtEl>
                                        <p:attrNameLst>
                                          <p:attrName>style.visibility</p:attrName>
                                        </p:attrNameLst>
                                      </p:cBhvr>
                                      <p:to>
                                        <p:strVal val="visible"/>
                                      </p:to>
                                    </p:set>
                                    <p:animEffect transition="in" filter="wipe(left)">
                                      <p:cBhvr>
                                        <p:cTn id="16" dur="500"/>
                                        <p:tgtEl>
                                          <p:spTgt spid="7270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2705"/>
                                        </p:tgtEl>
                                        <p:attrNameLst>
                                          <p:attrName>style.visibility</p:attrName>
                                        </p:attrNameLst>
                                      </p:cBhvr>
                                      <p:to>
                                        <p:strVal val="visible"/>
                                      </p:to>
                                    </p:set>
                                    <p:animEffect transition="in" filter="wipe(left)">
                                      <p:cBhvr>
                                        <p:cTn id="21" dur="500"/>
                                        <p:tgtEl>
                                          <p:spTgt spid="72705"/>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9510"/>
                                        </p:tgtEl>
                                        <p:attrNameLst>
                                          <p:attrName>style.visibility</p:attrName>
                                        </p:attrNameLst>
                                      </p:cBhvr>
                                      <p:to>
                                        <p:strVal val="visible"/>
                                      </p:to>
                                    </p:set>
                                    <p:animEffect transition="in" filter="wipe(left)">
                                      <p:cBhvr>
                                        <p:cTn id="25" dur="500"/>
                                        <p:tgtEl>
                                          <p:spTgt spid="195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2706"/>
                                        </p:tgtEl>
                                        <p:attrNameLst>
                                          <p:attrName>style.visibility</p:attrName>
                                        </p:attrNameLst>
                                      </p:cBhvr>
                                      <p:to>
                                        <p:strVal val="visible"/>
                                      </p:to>
                                    </p:set>
                                    <p:animEffect transition="in" filter="wipe(left)">
                                      <p:cBhvr>
                                        <p:cTn id="30" dur="500"/>
                                        <p:tgtEl>
                                          <p:spTgt spid="72706"/>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9511"/>
                                        </p:tgtEl>
                                        <p:attrNameLst>
                                          <p:attrName>style.visibility</p:attrName>
                                        </p:attrNameLst>
                                      </p:cBhvr>
                                      <p:to>
                                        <p:strVal val="visible"/>
                                      </p:to>
                                    </p:set>
                                    <p:animEffect transition="in" filter="wipe(left)">
                                      <p:cBhvr>
                                        <p:cTn id="34" dur="500"/>
                                        <p:tgtEl>
                                          <p:spTgt spid="19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510" grpId="0"/>
      <p:bldP spid="195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7" name="Object 5"/>
          <p:cNvGraphicFramePr/>
          <p:nvPr/>
        </p:nvGraphicFramePr>
        <p:xfrm>
          <a:off x="1981200" y="1066800"/>
          <a:ext cx="1924050" cy="1136650"/>
        </p:xfrm>
        <a:graphic>
          <a:graphicData uri="http://schemas.openxmlformats.org/presentationml/2006/ole">
            <mc:AlternateContent xmlns:mc="http://schemas.openxmlformats.org/markup-compatibility/2006">
              <mc:Choice xmlns:v="urn:schemas-microsoft-com:vml" Requires="v">
                <p:oleObj spid="_x0000_s34011" name="" r:id="rId1" imgW="579755" imgH="343535" progId="Equation.3">
                  <p:embed/>
                </p:oleObj>
              </mc:Choice>
              <mc:Fallback>
                <p:oleObj name="" r:id="rId1" imgW="579755" imgH="343535" progId="Equation.3">
                  <p:embed/>
                  <p:pic>
                    <p:nvPicPr>
                      <p:cNvPr id="0" name="Object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066800"/>
                        <a:ext cx="192405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08" name="Object 6"/>
          <p:cNvGraphicFramePr/>
          <p:nvPr/>
        </p:nvGraphicFramePr>
        <p:xfrm>
          <a:off x="3767139" y="1152526"/>
          <a:ext cx="1798637" cy="1044575"/>
        </p:xfrm>
        <a:graphic>
          <a:graphicData uri="http://schemas.openxmlformats.org/presentationml/2006/ole">
            <mc:AlternateContent xmlns:mc="http://schemas.openxmlformats.org/markup-compatibility/2006">
              <mc:Choice xmlns:v="urn:schemas-microsoft-com:vml" Requires="v">
                <p:oleObj spid="_x0000_s34012" name="" r:id="rId3" imgW="592455" imgH="343535" progId="Equation.3">
                  <p:embed/>
                </p:oleObj>
              </mc:Choice>
              <mc:Fallback>
                <p:oleObj name="" r:id="rId3" imgW="592455" imgH="343535" progId="Equation.3">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7139" y="1152526"/>
                        <a:ext cx="1798637"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514" name="Text Box 58"/>
          <p:cNvSpPr txBox="1">
            <a:spLocks noChangeArrowheads="1"/>
          </p:cNvSpPr>
          <p:nvPr/>
        </p:nvSpPr>
        <p:spPr bwMode="auto">
          <a:xfrm>
            <a:off x="5551488" y="1336675"/>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a:solidFill>
                  <a:srgbClr val="00487E"/>
                </a:solidFill>
                <a:latin typeface="Times New Roman" panose="02020603050405020304" pitchFamily="18" charset="0"/>
                <a:cs typeface="Times New Roman" panose="02020603050405020304" pitchFamily="18" charset="0"/>
              </a:rPr>
              <a:t> (5)</a:t>
            </a:r>
            <a:endParaRPr lang="en-US" altLang="zh-CN" sz="3200" b="1">
              <a:solidFill>
                <a:srgbClr val="00487E"/>
              </a:solidFill>
              <a:latin typeface="Times New Roman" panose="02020603050405020304" pitchFamily="18" charset="0"/>
              <a:cs typeface="Times New Roman" panose="02020603050405020304" pitchFamily="18" charset="0"/>
            </a:endParaRPr>
          </a:p>
        </p:txBody>
      </p:sp>
      <p:graphicFrame>
        <p:nvGraphicFramePr>
          <p:cNvPr id="72709" name="Object 7"/>
          <p:cNvGraphicFramePr/>
          <p:nvPr/>
        </p:nvGraphicFramePr>
        <p:xfrm>
          <a:off x="1992314" y="2327275"/>
          <a:ext cx="4224337" cy="1377950"/>
        </p:xfrm>
        <a:graphic>
          <a:graphicData uri="http://schemas.openxmlformats.org/presentationml/2006/ole">
            <mc:AlternateContent xmlns:mc="http://schemas.openxmlformats.org/markup-compatibility/2006">
              <mc:Choice xmlns:v="urn:schemas-microsoft-com:vml" Requires="v">
                <p:oleObj spid="_x0000_s34013" name="" r:id="rId5" imgW="1365250" imgH="401955" progId="Equation.3">
                  <p:embed/>
                </p:oleObj>
              </mc:Choice>
              <mc:Fallback>
                <p:oleObj name="" r:id="rId5" imgW="1365250" imgH="401955"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4" y="2327275"/>
                        <a:ext cx="4224337"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10" name="Object 8"/>
          <p:cNvGraphicFramePr/>
          <p:nvPr/>
        </p:nvGraphicFramePr>
        <p:xfrm>
          <a:off x="2643188" y="3536950"/>
          <a:ext cx="1917700" cy="1111250"/>
        </p:xfrm>
        <a:graphic>
          <a:graphicData uri="http://schemas.openxmlformats.org/presentationml/2006/ole">
            <mc:AlternateContent xmlns:mc="http://schemas.openxmlformats.org/markup-compatibility/2006">
              <mc:Choice xmlns:v="urn:schemas-microsoft-com:vml" Requires="v">
                <p:oleObj spid="_x0000_s34014" name="" r:id="rId7" imgW="592455" imgH="343535" progId="Equation.3">
                  <p:embed/>
                </p:oleObj>
              </mc:Choice>
              <mc:Fallback>
                <p:oleObj name="" r:id="rId7" imgW="592455" imgH="343535" progId="Equation.3">
                  <p:embed/>
                  <p:pic>
                    <p:nvPicPr>
                      <p:cNvPr id="0" name="Object 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3188" y="3536950"/>
                        <a:ext cx="1917700"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517" name="Text Box 61"/>
          <p:cNvSpPr txBox="1">
            <a:spLocks noChangeArrowheads="1"/>
          </p:cNvSpPr>
          <p:nvPr/>
        </p:nvSpPr>
        <p:spPr bwMode="auto">
          <a:xfrm>
            <a:off x="4678363" y="3767139"/>
            <a:ext cx="1238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a:solidFill>
                  <a:srgbClr val="00487E"/>
                </a:solidFill>
                <a:latin typeface="Times New Roman" panose="02020603050405020304" pitchFamily="18" charset="0"/>
                <a:cs typeface="Times New Roman" panose="02020603050405020304" pitchFamily="18" charset="0"/>
              </a:rPr>
              <a:t> (6)</a:t>
            </a:r>
            <a:endParaRPr lang="en-US" altLang="zh-CN" sz="3200" b="1">
              <a:solidFill>
                <a:srgbClr val="00487E"/>
              </a:solidFill>
              <a:latin typeface="Times New Roman" panose="02020603050405020304" pitchFamily="18" charset="0"/>
              <a:cs typeface="Times New Roman" panose="02020603050405020304" pitchFamily="18" charset="0"/>
            </a:endParaRPr>
          </a:p>
        </p:txBody>
      </p:sp>
      <p:grpSp>
        <p:nvGrpSpPr>
          <p:cNvPr id="33799" name="Group 8"/>
          <p:cNvGrpSpPr/>
          <p:nvPr/>
        </p:nvGrpSpPr>
        <p:grpSpPr bwMode="auto">
          <a:xfrm>
            <a:off x="6543676" y="841376"/>
            <a:ext cx="4048125" cy="2951163"/>
            <a:chOff x="3114" y="586"/>
            <a:chExt cx="2550" cy="1859"/>
          </a:xfrm>
        </p:grpSpPr>
        <p:sp>
          <p:nvSpPr>
            <p:cNvPr id="33800" name="Text Box 8"/>
            <p:cNvSpPr txBox="1">
              <a:spLocks noChangeAspect="1" noChangeArrowheads="1"/>
            </p:cNvSpPr>
            <p:nvPr/>
          </p:nvSpPr>
          <p:spPr bwMode="auto">
            <a:xfrm>
              <a:off x="5133" y="1605"/>
              <a:ext cx="37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B</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3801" name="Text Box 10"/>
            <p:cNvSpPr txBox="1">
              <a:spLocks noChangeAspect="1" noChangeArrowheads="1"/>
            </p:cNvSpPr>
            <p:nvPr/>
          </p:nvSpPr>
          <p:spPr bwMode="auto">
            <a:xfrm>
              <a:off x="4549" y="1184"/>
              <a:ext cx="625"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b="1" i="1">
                  <a:solidFill>
                    <a:srgbClr val="FF0000"/>
                  </a:solidFill>
                  <a:latin typeface="Times New Roman" panose="02020603050405020304" pitchFamily="18" charset="0"/>
                  <a:cs typeface="Times New Roman" panose="02020603050405020304" pitchFamily="18" charset="0"/>
                </a:rPr>
                <a:t>C</a:t>
              </a:r>
              <a:endParaRPr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33802" name="Text Box 11"/>
            <p:cNvSpPr txBox="1">
              <a:spLocks noChangeAspect="1" noChangeArrowheads="1"/>
            </p:cNvSpPr>
            <p:nvPr/>
          </p:nvSpPr>
          <p:spPr bwMode="auto">
            <a:xfrm>
              <a:off x="4376" y="1122"/>
              <a:ext cx="533"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8000"/>
                  </a:solidFill>
                  <a:latin typeface="Times New Roman" panose="02020603050405020304" pitchFamily="18" charset="0"/>
                  <a:cs typeface="Times New Roman" panose="02020603050405020304" pitchFamily="18" charset="0"/>
                </a:rPr>
                <a:t>θ</a:t>
              </a:r>
              <a:endParaRPr lang="en-US" altLang="zh-CN" sz="3200" b="1" i="1">
                <a:solidFill>
                  <a:srgbClr val="008000"/>
                </a:solidFill>
                <a:latin typeface="Times New Roman" panose="02020603050405020304" pitchFamily="18" charset="0"/>
                <a:cs typeface="Times New Roman" panose="02020603050405020304" pitchFamily="18" charset="0"/>
              </a:endParaRPr>
            </a:p>
          </p:txBody>
        </p:sp>
        <p:sp>
          <p:nvSpPr>
            <p:cNvPr id="33803" name="Text Box 12"/>
            <p:cNvSpPr txBox="1">
              <a:spLocks noChangeAspect="1" noChangeArrowheads="1"/>
            </p:cNvSpPr>
            <p:nvPr/>
          </p:nvSpPr>
          <p:spPr bwMode="auto">
            <a:xfrm>
              <a:off x="4118" y="887"/>
              <a:ext cx="287"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2800" b="1" i="1">
                  <a:solidFill>
                    <a:srgbClr val="0000FF"/>
                  </a:solidFill>
                  <a:latin typeface="Times New Roman" panose="02020603050405020304" pitchFamily="18" charset="0"/>
                  <a:cs typeface="Times New Roman" panose="02020603050405020304" pitchFamily="18" charset="0"/>
                </a:rPr>
                <a:t>O</a:t>
              </a:r>
              <a:endParaRPr lang="en-US" altLang="zh-CN" sz="2800" b="1">
                <a:solidFill>
                  <a:srgbClr val="0000FF"/>
                </a:solidFill>
                <a:latin typeface="Times New Roman" panose="02020603050405020304" pitchFamily="18" charset="0"/>
                <a:cs typeface="Times New Roman" panose="02020603050405020304" pitchFamily="18" charset="0"/>
              </a:endParaRPr>
            </a:p>
          </p:txBody>
        </p:sp>
        <p:sp>
          <p:nvSpPr>
            <p:cNvPr id="33804" name="Rectangle 13"/>
            <p:cNvSpPr>
              <a:spLocks noChangeAspect="1" noChangeArrowheads="1"/>
            </p:cNvSpPr>
            <p:nvPr/>
          </p:nvSpPr>
          <p:spPr bwMode="auto">
            <a:xfrm>
              <a:off x="3769" y="1159"/>
              <a:ext cx="1753" cy="46"/>
            </a:xfrm>
            <a:prstGeom prst="rect">
              <a:avLst/>
            </a:prstGeom>
            <a:solidFill>
              <a:srgbClr val="FFFFFF"/>
            </a:solidFill>
            <a:ln w="28575">
              <a:solidFill>
                <a:srgbClr val="000000"/>
              </a:solidFill>
              <a:prstDash val="dash"/>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3805" name="Rectangle 14"/>
            <p:cNvSpPr>
              <a:spLocks noChangeAspect="1" noChangeArrowheads="1"/>
            </p:cNvSpPr>
            <p:nvPr/>
          </p:nvSpPr>
          <p:spPr bwMode="auto">
            <a:xfrm rot="2169817">
              <a:off x="3677" y="1420"/>
              <a:ext cx="1753" cy="41"/>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3806" name="Text Box 15"/>
            <p:cNvSpPr txBox="1">
              <a:spLocks noChangeAspect="1" noChangeArrowheads="1"/>
            </p:cNvSpPr>
            <p:nvPr/>
          </p:nvSpPr>
          <p:spPr bwMode="auto">
            <a:xfrm>
              <a:off x="4090" y="833"/>
              <a:ext cx="421"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0000FF"/>
                  </a:solidFill>
                  <a:latin typeface="Times New Roman" panose="02020603050405020304" pitchFamily="18" charset="0"/>
                  <a:cs typeface="Times New Roman" panose="02020603050405020304" pitchFamily="18" charset="0"/>
                </a:rPr>
                <a:t>·</a:t>
              </a:r>
              <a:endParaRPr lang="en-US" altLang="zh-CN" sz="6600" b="1">
                <a:solidFill>
                  <a:srgbClr val="0000FF"/>
                </a:solidFill>
                <a:latin typeface="Times New Roman" panose="02020603050405020304" pitchFamily="18" charset="0"/>
                <a:cs typeface="Times New Roman" panose="02020603050405020304" pitchFamily="18" charset="0"/>
              </a:endParaRPr>
            </a:p>
          </p:txBody>
        </p:sp>
        <p:sp>
          <p:nvSpPr>
            <p:cNvPr id="33807" name="Freeform 17"/>
            <p:cNvSpPr>
              <a:spLocks noChangeAspect="1" noChangeArrowheads="1"/>
            </p:cNvSpPr>
            <p:nvPr/>
          </p:nvSpPr>
          <p:spPr bwMode="auto">
            <a:xfrm>
              <a:off x="4456" y="1205"/>
              <a:ext cx="46" cy="133"/>
            </a:xfrm>
            <a:custGeom>
              <a:avLst/>
              <a:gdLst>
                <a:gd name="T0" fmla="*/ 60 w 90"/>
                <a:gd name="T1" fmla="*/ 0 h 260"/>
                <a:gd name="T2" fmla="*/ 80 w 90"/>
                <a:gd name="T3" fmla="*/ 120 h 260"/>
                <a:gd name="T4" fmla="*/ 0 w 90"/>
                <a:gd name="T5" fmla="*/ 260 h 260"/>
              </a:gdLst>
              <a:ahLst/>
              <a:cxnLst>
                <a:cxn ang="0">
                  <a:pos x="T0" y="T1"/>
                </a:cxn>
                <a:cxn ang="0">
                  <a:pos x="T2" y="T3"/>
                </a:cxn>
                <a:cxn ang="0">
                  <a:pos x="T4" y="T5"/>
                </a:cxn>
              </a:cxnLst>
              <a:rect l="0" t="0" r="r" b="b"/>
              <a:pathLst>
                <a:path w="90" h="260">
                  <a:moveTo>
                    <a:pt x="60" y="0"/>
                  </a:moveTo>
                  <a:cubicBezTo>
                    <a:pt x="75" y="38"/>
                    <a:pt x="90" y="77"/>
                    <a:pt x="80" y="120"/>
                  </a:cubicBezTo>
                  <a:cubicBezTo>
                    <a:pt x="70" y="163"/>
                    <a:pt x="35" y="211"/>
                    <a:pt x="0" y="260"/>
                  </a:cubicBezTo>
                </a:path>
              </a:pathLst>
            </a:custGeom>
            <a:noFill/>
            <a:ln w="28575">
              <a:solidFill>
                <a:srgbClr val="008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3808" name="Freeform 18"/>
            <p:cNvSpPr>
              <a:spLocks noChangeAspect="1" noChangeArrowheads="1"/>
            </p:cNvSpPr>
            <p:nvPr/>
          </p:nvSpPr>
          <p:spPr bwMode="auto">
            <a:xfrm>
              <a:off x="5235" y="1861"/>
              <a:ext cx="174" cy="297"/>
            </a:xfrm>
            <a:custGeom>
              <a:avLst/>
              <a:gdLst>
                <a:gd name="T0" fmla="*/ 280 w 280"/>
                <a:gd name="T1" fmla="*/ 0 h 560"/>
                <a:gd name="T2" fmla="*/ 220 w 280"/>
                <a:gd name="T3" fmla="*/ 280 h 560"/>
                <a:gd name="T4" fmla="*/ 0 w 280"/>
                <a:gd name="T5" fmla="*/ 560 h 560"/>
              </a:gdLst>
              <a:ahLst/>
              <a:cxnLst>
                <a:cxn ang="0">
                  <a:pos x="T0" y="T1"/>
                </a:cxn>
                <a:cxn ang="0">
                  <a:pos x="T2" y="T3"/>
                </a:cxn>
                <a:cxn ang="0">
                  <a:pos x="T4" y="T5"/>
                </a:cxn>
              </a:cxnLst>
              <a:rect l="0" t="0" r="r" b="b"/>
              <a:pathLst>
                <a:path w="280" h="560">
                  <a:moveTo>
                    <a:pt x="280" y="0"/>
                  </a:moveTo>
                  <a:cubicBezTo>
                    <a:pt x="273" y="93"/>
                    <a:pt x="267" y="187"/>
                    <a:pt x="220" y="280"/>
                  </a:cubicBezTo>
                  <a:cubicBezTo>
                    <a:pt x="173" y="373"/>
                    <a:pt x="86" y="466"/>
                    <a:pt x="0" y="560"/>
                  </a:cubicBezTo>
                </a:path>
              </a:pathLst>
            </a:custGeom>
            <a:noFill/>
            <a:ln w="28575">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3809" name="Text Box 19"/>
            <p:cNvSpPr txBox="1">
              <a:spLocks noChangeAspect="1" noChangeArrowheads="1"/>
            </p:cNvSpPr>
            <p:nvPr/>
          </p:nvSpPr>
          <p:spPr bwMode="auto">
            <a:xfrm>
              <a:off x="3858" y="586"/>
              <a:ext cx="379"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A</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3810" name="Text Box 20"/>
            <p:cNvSpPr txBox="1">
              <a:spLocks noChangeAspect="1" noChangeArrowheads="1"/>
            </p:cNvSpPr>
            <p:nvPr/>
          </p:nvSpPr>
          <p:spPr bwMode="auto">
            <a:xfrm>
              <a:off x="4917" y="834"/>
              <a:ext cx="678"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latin typeface="Times New Roman" panose="02020603050405020304" pitchFamily="18" charset="0"/>
                  <a:cs typeface="Times New Roman" panose="02020603050405020304" pitchFamily="18" charset="0"/>
                </a:rPr>
                <a:t>l </a:t>
              </a:r>
              <a:r>
                <a:rPr lang="en-US" altLang="zh-CN" sz="3200" b="1">
                  <a:latin typeface="Times New Roman" panose="02020603050405020304" pitchFamily="18" charset="0"/>
                  <a:cs typeface="Times New Roman" panose="02020603050405020304" pitchFamily="18" charset="0"/>
                </a:rPr>
                <a:t>, </a:t>
              </a:r>
              <a:r>
                <a:rPr lang="en-US" altLang="zh-CN" sz="3200" b="1" i="1">
                  <a:latin typeface="Times New Roman" panose="02020603050405020304" pitchFamily="18" charset="0"/>
                  <a:cs typeface="Times New Roman" panose="02020603050405020304" pitchFamily="18" charset="0"/>
                </a:rPr>
                <a:t>m</a:t>
              </a:r>
              <a:endParaRPr lang="en-US" altLang="zh-CN" sz="3200" b="1" i="1">
                <a:latin typeface="Times New Roman" panose="02020603050405020304" pitchFamily="18" charset="0"/>
                <a:cs typeface="Times New Roman" panose="02020603050405020304" pitchFamily="18" charset="0"/>
              </a:endParaRPr>
            </a:p>
          </p:txBody>
        </p:sp>
        <p:sp>
          <p:nvSpPr>
            <p:cNvPr id="33811" name="Line 21"/>
            <p:cNvSpPr>
              <a:spLocks noChangeAspect="1" noChangeShapeType="1"/>
            </p:cNvSpPr>
            <p:nvPr/>
          </p:nvSpPr>
          <p:spPr bwMode="auto">
            <a:xfrm>
              <a:off x="4549" y="1439"/>
              <a:ext cx="0" cy="697"/>
            </a:xfrm>
            <a:prstGeom prst="line">
              <a:avLst/>
            </a:prstGeom>
            <a:noFill/>
            <a:ln w="28575">
              <a:solidFill>
                <a:srgbClr val="00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2" name="Line 22"/>
            <p:cNvSpPr>
              <a:spLocks noChangeAspect="1" noChangeShapeType="1"/>
            </p:cNvSpPr>
            <p:nvPr/>
          </p:nvSpPr>
          <p:spPr bwMode="auto">
            <a:xfrm flipV="1">
              <a:off x="4549" y="1686"/>
              <a:ext cx="297" cy="431"/>
            </a:xfrm>
            <a:prstGeom prst="line">
              <a:avLst/>
            </a:prstGeom>
            <a:noFill/>
            <a:ln w="2857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3813" name="Freeform 23"/>
            <p:cNvSpPr>
              <a:spLocks noChangeAspect="1" noChangeArrowheads="1"/>
            </p:cNvSpPr>
            <p:nvPr/>
          </p:nvSpPr>
          <p:spPr bwMode="auto">
            <a:xfrm>
              <a:off x="4549" y="1888"/>
              <a:ext cx="122" cy="45"/>
            </a:xfrm>
            <a:custGeom>
              <a:avLst/>
              <a:gdLst>
                <a:gd name="T0" fmla="*/ 0 w 240"/>
                <a:gd name="T1" fmla="*/ 47 h 87"/>
                <a:gd name="T2" fmla="*/ 140 w 240"/>
                <a:gd name="T3" fmla="*/ 7 h 87"/>
                <a:gd name="T4" fmla="*/ 240 w 240"/>
                <a:gd name="T5" fmla="*/ 87 h 87"/>
              </a:gdLst>
              <a:ahLst/>
              <a:cxnLst>
                <a:cxn ang="0">
                  <a:pos x="T0" y="T1"/>
                </a:cxn>
                <a:cxn ang="0">
                  <a:pos x="T2" y="T3"/>
                </a:cxn>
                <a:cxn ang="0">
                  <a:pos x="T4" y="T5"/>
                </a:cxn>
              </a:cxnLst>
              <a:rect l="0" t="0" r="r" b="b"/>
              <a:pathLst>
                <a:path w="240" h="87">
                  <a:moveTo>
                    <a:pt x="0" y="47"/>
                  </a:moveTo>
                  <a:cubicBezTo>
                    <a:pt x="50" y="23"/>
                    <a:pt x="100" y="0"/>
                    <a:pt x="140" y="7"/>
                  </a:cubicBezTo>
                  <a:cubicBezTo>
                    <a:pt x="180" y="14"/>
                    <a:pt x="210" y="50"/>
                    <a:pt x="240" y="87"/>
                  </a:cubicBezTo>
                </a:path>
              </a:pathLst>
            </a:custGeom>
            <a:noFill/>
            <a:ln w="28575">
              <a:solidFill>
                <a:srgbClr val="008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3814" name="Text Box 24"/>
            <p:cNvSpPr txBox="1">
              <a:spLocks noChangeAspect="1" noChangeArrowheads="1"/>
            </p:cNvSpPr>
            <p:nvPr/>
          </p:nvSpPr>
          <p:spPr bwMode="auto">
            <a:xfrm>
              <a:off x="4446" y="1615"/>
              <a:ext cx="53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8000"/>
                  </a:solidFill>
                  <a:latin typeface="Times New Roman" panose="02020603050405020304" pitchFamily="18" charset="0"/>
                  <a:cs typeface="Times New Roman" panose="02020603050405020304" pitchFamily="18" charset="0"/>
                </a:rPr>
                <a:t>θ</a:t>
              </a:r>
              <a:endParaRPr lang="en-US" altLang="zh-CN" sz="3200" b="1" i="1">
                <a:solidFill>
                  <a:srgbClr val="008000"/>
                </a:solidFill>
                <a:latin typeface="Times New Roman" panose="02020603050405020304" pitchFamily="18" charset="0"/>
                <a:cs typeface="Times New Roman" panose="02020603050405020304" pitchFamily="18" charset="0"/>
              </a:endParaRPr>
            </a:p>
          </p:txBody>
        </p:sp>
        <p:sp>
          <p:nvSpPr>
            <p:cNvPr id="33815" name="Line 25"/>
            <p:cNvSpPr>
              <a:spLocks noChangeAspect="1" noChangeShapeType="1"/>
            </p:cNvSpPr>
            <p:nvPr/>
          </p:nvSpPr>
          <p:spPr bwMode="auto">
            <a:xfrm flipH="1">
              <a:off x="4374" y="1439"/>
              <a:ext cx="175" cy="267"/>
            </a:xfrm>
            <a:prstGeom prst="line">
              <a:avLst/>
            </a:prstGeom>
            <a:noFill/>
            <a:ln w="28575">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6" name="Line 26"/>
            <p:cNvSpPr>
              <a:spLocks noChangeAspect="1" noChangeShapeType="1"/>
            </p:cNvSpPr>
            <p:nvPr/>
          </p:nvSpPr>
          <p:spPr bwMode="auto">
            <a:xfrm flipH="1" flipV="1">
              <a:off x="4313" y="1266"/>
              <a:ext cx="236" cy="174"/>
            </a:xfrm>
            <a:prstGeom prst="line">
              <a:avLst/>
            </a:prstGeom>
            <a:noFill/>
            <a:ln w="28575">
              <a:solidFill>
                <a:srgbClr val="FF0000"/>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7" name="Line 27"/>
            <p:cNvSpPr>
              <a:spLocks noChangeAspect="1" noChangeShapeType="1"/>
            </p:cNvSpPr>
            <p:nvPr/>
          </p:nvSpPr>
          <p:spPr bwMode="auto">
            <a:xfrm flipH="1" flipV="1">
              <a:off x="3483" y="661"/>
              <a:ext cx="706" cy="513"/>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8" name="Line 28"/>
            <p:cNvSpPr>
              <a:spLocks noChangeAspect="1" noChangeShapeType="1"/>
            </p:cNvSpPr>
            <p:nvPr/>
          </p:nvSpPr>
          <p:spPr bwMode="auto">
            <a:xfrm flipH="1">
              <a:off x="4005" y="1184"/>
              <a:ext cx="195" cy="288"/>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19" name="Line 29"/>
            <p:cNvSpPr>
              <a:spLocks noChangeAspect="1" noChangeShapeType="1"/>
            </p:cNvSpPr>
            <p:nvPr/>
          </p:nvSpPr>
          <p:spPr bwMode="auto">
            <a:xfrm flipH="1" flipV="1">
              <a:off x="3297" y="958"/>
              <a:ext cx="708" cy="514"/>
            </a:xfrm>
            <a:prstGeom prst="line">
              <a:avLst/>
            </a:prstGeom>
            <a:noFill/>
            <a:ln w="28575">
              <a:solidFill>
                <a:srgbClr val="0000FF"/>
              </a:solidFill>
              <a:prstDash val="dash"/>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3820" name="Line 30"/>
            <p:cNvSpPr>
              <a:spLocks noChangeAspect="1" noChangeShapeType="1"/>
            </p:cNvSpPr>
            <p:nvPr/>
          </p:nvSpPr>
          <p:spPr bwMode="auto">
            <a:xfrm flipH="1">
              <a:off x="3287" y="681"/>
              <a:ext cx="196" cy="288"/>
            </a:xfrm>
            <a:prstGeom prst="line">
              <a:avLst/>
            </a:prstGeom>
            <a:noFill/>
            <a:ln w="28575">
              <a:solidFill>
                <a:srgbClr val="0000FF"/>
              </a:solidFill>
              <a:prstDash val="dash"/>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3821" name="Line 31"/>
            <p:cNvSpPr>
              <a:spLocks noChangeAspect="1" noChangeShapeType="1"/>
            </p:cNvSpPr>
            <p:nvPr/>
          </p:nvSpPr>
          <p:spPr bwMode="auto">
            <a:xfrm flipH="1" flipV="1">
              <a:off x="3287" y="958"/>
              <a:ext cx="913" cy="226"/>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22" name="Text Box 32"/>
            <p:cNvSpPr txBox="1">
              <a:spLocks noChangeAspect="1" noChangeArrowheads="1"/>
            </p:cNvSpPr>
            <p:nvPr/>
          </p:nvSpPr>
          <p:spPr bwMode="auto">
            <a:xfrm>
              <a:off x="3392" y="685"/>
              <a:ext cx="399"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r>
                <a:rPr lang="en-US" altLang="zh-CN" sz="3200" b="1" i="1" baseline="-25000">
                  <a:solidFill>
                    <a:srgbClr val="0000FF"/>
                  </a:solidFill>
                  <a:latin typeface="Times New Roman" panose="02020603050405020304" pitchFamily="18" charset="0"/>
                  <a:cs typeface="Times New Roman" panose="02020603050405020304" pitchFamily="18" charset="0"/>
                </a:rPr>
                <a:t>l</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3823" name="Text Box 33"/>
            <p:cNvSpPr txBox="1">
              <a:spLocks noChangeAspect="1" noChangeArrowheads="1"/>
            </p:cNvSpPr>
            <p:nvPr/>
          </p:nvSpPr>
          <p:spPr bwMode="auto">
            <a:xfrm>
              <a:off x="3775" y="1414"/>
              <a:ext cx="400"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r>
                <a:rPr lang="en-US" altLang="zh-CN" sz="3200" b="1" i="1" baseline="-25000">
                  <a:solidFill>
                    <a:srgbClr val="0000FF"/>
                  </a:solidFill>
                  <a:latin typeface="Times New Roman" panose="02020603050405020304" pitchFamily="18" charset="0"/>
                  <a:cs typeface="Times New Roman" panose="02020603050405020304" pitchFamily="18" charset="0"/>
                </a:rPr>
                <a:t>t</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3824" name="Text Box 34"/>
            <p:cNvSpPr txBox="1">
              <a:spLocks noChangeAspect="1" noChangeArrowheads="1"/>
            </p:cNvSpPr>
            <p:nvPr/>
          </p:nvSpPr>
          <p:spPr bwMode="auto">
            <a:xfrm>
              <a:off x="3114" y="982"/>
              <a:ext cx="400"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3825" name="Line 35"/>
            <p:cNvSpPr>
              <a:spLocks noChangeAspect="1" noChangeShapeType="1"/>
            </p:cNvSpPr>
            <p:nvPr/>
          </p:nvSpPr>
          <p:spPr bwMode="auto">
            <a:xfrm>
              <a:off x="3196" y="1031"/>
              <a:ext cx="153" cy="0"/>
            </a:xfrm>
            <a:prstGeom prst="line">
              <a:avLst/>
            </a:prstGeom>
            <a:noFill/>
            <a:ln w="19050">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3826" name="Line 36"/>
            <p:cNvSpPr>
              <a:spLocks noChangeAspect="1" noChangeShapeType="1"/>
            </p:cNvSpPr>
            <p:nvPr/>
          </p:nvSpPr>
          <p:spPr bwMode="auto">
            <a:xfrm>
              <a:off x="4353" y="2104"/>
              <a:ext cx="154" cy="0"/>
            </a:xfrm>
            <a:prstGeom prst="line">
              <a:avLst/>
            </a:prstGeom>
            <a:noFill/>
            <a:ln w="19050">
              <a:solidFill>
                <a:srgbClr val="000000"/>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33827" name="Text Box 37"/>
            <p:cNvSpPr txBox="1">
              <a:spLocks noChangeAspect="1" noChangeArrowheads="1"/>
            </p:cNvSpPr>
            <p:nvPr/>
          </p:nvSpPr>
          <p:spPr bwMode="auto">
            <a:xfrm>
              <a:off x="4123" y="2014"/>
              <a:ext cx="600"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00"/>
                  </a:solidFill>
                  <a:latin typeface="Times New Roman" panose="02020603050405020304" pitchFamily="18" charset="0"/>
                  <a:cs typeface="Times New Roman" panose="02020603050405020304" pitchFamily="18" charset="0"/>
                </a:rPr>
                <a:t>mg</a:t>
              </a:r>
              <a:endParaRPr lang="en-US" altLang="zh-CN" sz="3200" b="1" i="1" baseline="-25000">
                <a:solidFill>
                  <a:srgbClr val="000000"/>
                </a:solidFill>
                <a:latin typeface="Times New Roman" panose="02020603050405020304" pitchFamily="18" charset="0"/>
                <a:cs typeface="Times New Roman" panose="02020603050405020304" pitchFamily="18" charset="0"/>
              </a:endParaRPr>
            </a:p>
          </p:txBody>
        </p:sp>
        <p:sp>
          <p:nvSpPr>
            <p:cNvPr id="33828" name="Text Box 38"/>
            <p:cNvSpPr txBox="1">
              <a:spLocks noChangeAspect="1" noChangeArrowheads="1"/>
            </p:cNvSpPr>
            <p:nvPr/>
          </p:nvSpPr>
          <p:spPr bwMode="auto">
            <a:xfrm>
              <a:off x="4159" y="1567"/>
              <a:ext cx="545"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FF0000"/>
                  </a:solidFill>
                  <a:latin typeface="Times New Roman" panose="02020603050405020304" pitchFamily="18" charset="0"/>
                  <a:cs typeface="Times New Roman" panose="02020603050405020304" pitchFamily="18" charset="0"/>
                </a:rPr>
                <a:t>a</a:t>
              </a:r>
              <a:r>
                <a:rPr lang="en-US" altLang="zh-CN" sz="3200" b="1" i="1" baseline="-25000">
                  <a:solidFill>
                    <a:srgbClr val="FF0000"/>
                  </a:solidFill>
                  <a:latin typeface="Times New Roman" panose="02020603050405020304" pitchFamily="18" charset="0"/>
                  <a:cs typeface="Times New Roman" panose="02020603050405020304" pitchFamily="18" charset="0"/>
                </a:rPr>
                <a:t>Ct</a:t>
              </a:r>
              <a:endParaRPr lang="en-US" altLang="zh-CN" sz="3200" b="1" i="1" baseline="-25000">
                <a:solidFill>
                  <a:srgbClr val="FF0000"/>
                </a:solidFill>
                <a:latin typeface="Times New Roman" panose="02020603050405020304" pitchFamily="18" charset="0"/>
                <a:cs typeface="Times New Roman" panose="02020603050405020304" pitchFamily="18" charset="0"/>
              </a:endParaRPr>
            </a:p>
          </p:txBody>
        </p:sp>
        <p:sp>
          <p:nvSpPr>
            <p:cNvPr id="33829" name="Text Box 39"/>
            <p:cNvSpPr txBox="1">
              <a:spLocks noChangeAspect="1" noChangeArrowheads="1"/>
            </p:cNvSpPr>
            <p:nvPr/>
          </p:nvSpPr>
          <p:spPr bwMode="auto">
            <a:xfrm>
              <a:off x="4108" y="1187"/>
              <a:ext cx="596"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FF0000"/>
                  </a:solidFill>
                  <a:latin typeface="Times New Roman" panose="02020603050405020304" pitchFamily="18" charset="0"/>
                  <a:cs typeface="Times New Roman" panose="02020603050405020304" pitchFamily="18" charset="0"/>
                </a:rPr>
                <a:t>a</a:t>
              </a:r>
              <a:r>
                <a:rPr lang="en-US" altLang="zh-CN" sz="3200" b="1" i="1" baseline="-25000">
                  <a:solidFill>
                    <a:srgbClr val="FF0000"/>
                  </a:solidFill>
                  <a:latin typeface="Times New Roman" panose="02020603050405020304" pitchFamily="18" charset="0"/>
                  <a:cs typeface="Times New Roman" panose="02020603050405020304" pitchFamily="18" charset="0"/>
                </a:rPr>
                <a:t>Cl</a:t>
              </a:r>
              <a:endParaRPr lang="en-US" altLang="zh-CN" sz="3200" b="1" i="1" baseline="-25000">
                <a:solidFill>
                  <a:srgbClr val="FF0000"/>
                </a:solidFill>
                <a:latin typeface="Times New Roman" panose="02020603050405020304" pitchFamily="18" charset="0"/>
                <a:cs typeface="Times New Roman" panose="02020603050405020304" pitchFamily="18" charset="0"/>
              </a:endParaRPr>
            </a:p>
          </p:txBody>
        </p:sp>
        <p:grpSp>
          <p:nvGrpSpPr>
            <p:cNvPr id="33830" name="Group 50"/>
            <p:cNvGrpSpPr>
              <a:grpSpLocks noChangeAspect="1"/>
            </p:cNvGrpSpPr>
            <p:nvPr/>
          </p:nvGrpSpPr>
          <p:grpSpPr bwMode="auto">
            <a:xfrm>
              <a:off x="3600" y="1591"/>
              <a:ext cx="246" cy="421"/>
              <a:chOff x="700" y="1619"/>
              <a:chExt cx="265" cy="454"/>
            </a:xfrm>
          </p:grpSpPr>
          <p:sp>
            <p:nvSpPr>
              <p:cNvPr id="33831" name="Line 40"/>
              <p:cNvSpPr>
                <a:spLocks noChangeAspect="1" noChangeShapeType="1"/>
              </p:cNvSpPr>
              <p:nvPr/>
            </p:nvSpPr>
            <p:spPr bwMode="auto">
              <a:xfrm flipH="1">
                <a:off x="788" y="1807"/>
                <a:ext cx="177" cy="266"/>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32" name="Line 41"/>
              <p:cNvSpPr>
                <a:spLocks noChangeAspect="1" noChangeShapeType="1"/>
              </p:cNvSpPr>
              <p:nvPr/>
            </p:nvSpPr>
            <p:spPr bwMode="auto">
              <a:xfrm flipH="1" flipV="1">
                <a:off x="700" y="1619"/>
                <a:ext cx="265" cy="186"/>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33833" name="Text Box 43"/>
            <p:cNvSpPr txBox="1">
              <a:spLocks noChangeAspect="1" noChangeArrowheads="1"/>
            </p:cNvSpPr>
            <p:nvPr/>
          </p:nvSpPr>
          <p:spPr bwMode="auto">
            <a:xfrm>
              <a:off x="3427" y="1436"/>
              <a:ext cx="31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l</a:t>
              </a:r>
              <a:endParaRPr lang="en-US" altLang="zh-CN" sz="3200" b="1" i="1">
                <a:solidFill>
                  <a:srgbClr val="0000FF"/>
                </a:solidFill>
                <a:latin typeface="Times New Roman" panose="02020603050405020304" pitchFamily="18" charset="0"/>
                <a:cs typeface="Times New Roman" panose="02020603050405020304" pitchFamily="18" charset="0"/>
              </a:endParaRPr>
            </a:p>
          </p:txBody>
        </p:sp>
        <p:sp>
          <p:nvSpPr>
            <p:cNvPr id="33834" name="Text Box 45"/>
            <p:cNvSpPr txBox="1">
              <a:spLocks noChangeAspect="1" noChangeArrowheads="1"/>
            </p:cNvSpPr>
            <p:nvPr/>
          </p:nvSpPr>
          <p:spPr bwMode="auto">
            <a:xfrm>
              <a:off x="3493" y="2022"/>
              <a:ext cx="267"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t</a:t>
              </a:r>
              <a:endParaRPr lang="en-US" altLang="zh-CN" sz="3200" b="1" i="1">
                <a:solidFill>
                  <a:srgbClr val="0000FF"/>
                </a:solidFill>
                <a:latin typeface="Times New Roman" panose="02020603050405020304" pitchFamily="18" charset="0"/>
                <a:cs typeface="Times New Roman" panose="02020603050405020304" pitchFamily="18" charset="0"/>
              </a:endParaRPr>
            </a:p>
          </p:txBody>
        </p:sp>
        <p:graphicFrame>
          <p:nvGraphicFramePr>
            <p:cNvPr id="33835" name="Object 9"/>
            <p:cNvGraphicFramePr>
              <a:graphicFrameLocks noChangeAspect="1"/>
            </p:cNvGraphicFramePr>
            <p:nvPr/>
          </p:nvGraphicFramePr>
          <p:xfrm>
            <a:off x="5442" y="1851"/>
            <a:ext cx="222" cy="180"/>
          </p:xfrm>
          <a:graphic>
            <a:graphicData uri="http://schemas.openxmlformats.org/presentationml/2006/ole">
              <mc:AlternateContent xmlns:mc="http://schemas.openxmlformats.org/markup-compatibility/2006">
                <mc:Choice xmlns:v="urn:schemas-microsoft-com:vml" Requires="v">
                  <p:oleObj spid="_x0000_s34015" name="" r:id="rId9" imgW="266065" imgH="215900" progId="Equation.3">
                    <p:embed/>
                  </p:oleObj>
                </mc:Choice>
                <mc:Fallback>
                  <p:oleObj name="" r:id="rId9" imgW="266065" imgH="2159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42" y="1851"/>
                          <a:ext cx="22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836" name="Object 10"/>
            <p:cNvGraphicFramePr>
              <a:graphicFrameLocks noChangeAspect="1"/>
            </p:cNvGraphicFramePr>
            <p:nvPr/>
          </p:nvGraphicFramePr>
          <p:xfrm>
            <a:off x="5315" y="2070"/>
            <a:ext cx="227" cy="203"/>
          </p:xfrm>
          <a:graphic>
            <a:graphicData uri="http://schemas.openxmlformats.org/presentationml/2006/ole">
              <mc:AlternateContent xmlns:mc="http://schemas.openxmlformats.org/markup-compatibility/2006">
                <mc:Choice xmlns:v="urn:schemas-microsoft-com:vml" Requires="v">
                  <p:oleObj spid="_x0000_s34016" name="" r:id="rId11" imgW="241300" imgH="215900" progId="Equation.3">
                    <p:embed/>
                  </p:oleObj>
                </mc:Choice>
                <mc:Fallback>
                  <p:oleObj name="" r:id="rId11" imgW="241300" imgH="2159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15" y="2070"/>
                          <a:ext cx="227"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37" name="Text Box 16"/>
            <p:cNvSpPr txBox="1">
              <a:spLocks noChangeAspect="1" noChangeArrowheads="1"/>
            </p:cNvSpPr>
            <p:nvPr/>
          </p:nvSpPr>
          <p:spPr bwMode="auto">
            <a:xfrm>
              <a:off x="4451" y="1101"/>
              <a:ext cx="41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FF0000"/>
                  </a:solidFill>
                  <a:latin typeface="Times New Roman" panose="02020603050405020304" pitchFamily="18" charset="0"/>
                  <a:cs typeface="Times New Roman" panose="02020603050405020304" pitchFamily="18" charset="0"/>
                </a:rPr>
                <a:t>·</a:t>
              </a:r>
              <a:endParaRPr lang="en-US" altLang="zh-CN" sz="6600" b="1">
                <a:solidFill>
                  <a:srgbClr val="FF0000"/>
                </a:solidFill>
                <a:latin typeface="Times New Roman" panose="02020603050405020304" pitchFamily="18" charset="0"/>
                <a:cs typeface="Times New Roman" panose="02020603050405020304" pitchFamily="18" charset="0"/>
              </a:endParaRPr>
            </a:p>
          </p:txBody>
        </p:sp>
        <p:sp>
          <p:nvSpPr>
            <p:cNvPr id="33838" name="Line 66"/>
            <p:cNvSpPr>
              <a:spLocks noChangeAspect="1" noChangeShapeType="1"/>
            </p:cNvSpPr>
            <p:nvPr/>
          </p:nvSpPr>
          <p:spPr bwMode="auto">
            <a:xfrm flipV="1">
              <a:off x="3447" y="1486"/>
              <a:ext cx="189" cy="0"/>
            </a:xfrm>
            <a:prstGeom prst="line">
              <a:avLst/>
            </a:prstGeom>
            <a:noFill/>
            <a:ln w="1270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3839" name="Line 67"/>
            <p:cNvSpPr>
              <a:spLocks noChangeAspect="1" noChangeShapeType="1"/>
            </p:cNvSpPr>
            <p:nvPr/>
          </p:nvSpPr>
          <p:spPr bwMode="auto">
            <a:xfrm flipV="1">
              <a:off x="3525" y="2087"/>
              <a:ext cx="189" cy="0"/>
            </a:xfrm>
            <a:prstGeom prst="line">
              <a:avLst/>
            </a:prstGeom>
            <a:noFill/>
            <a:ln w="1270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26626" name="Text Box 2"/>
          <p:cNvSpPr txBox="1">
            <a:spLocks noChangeArrowheads="1"/>
          </p:cNvSpPr>
          <p:nvPr/>
        </p:nvSpPr>
        <p:spPr bwMode="auto">
          <a:xfrm>
            <a:off x="1806575" y="4703764"/>
            <a:ext cx="3924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a:solidFill>
                  <a:srgbClr val="00487E"/>
                </a:solidFill>
                <a:latin typeface="Times New Roman" panose="02020603050405020304" pitchFamily="18" charset="0"/>
                <a:cs typeface="Times New Roman" panose="02020603050405020304" pitchFamily="18" charset="0"/>
              </a:rPr>
              <a:t> </a:t>
            </a:r>
            <a:r>
              <a:rPr lang="zh-CN" altLang="en-US" sz="3200" b="1">
                <a:solidFill>
                  <a:srgbClr val="00487E"/>
                </a:solidFill>
                <a:latin typeface="Times New Roman" panose="02020603050405020304" pitchFamily="18" charset="0"/>
                <a:cs typeface="Times New Roman" panose="02020603050405020304" pitchFamily="18" charset="0"/>
              </a:rPr>
              <a:t>由</a:t>
            </a:r>
            <a:r>
              <a:rPr lang="en-US" altLang="zh-CN" sz="3200" b="1">
                <a:solidFill>
                  <a:srgbClr val="00487E"/>
                </a:solidFill>
                <a:latin typeface="Times New Roman" panose="02020603050405020304" pitchFamily="18" charset="0"/>
                <a:cs typeface="Times New Roman" panose="02020603050405020304" pitchFamily="18" charset="0"/>
              </a:rPr>
              <a:t>(3)(4)(5)(6)</a:t>
            </a:r>
            <a:r>
              <a:rPr lang="zh-CN" altLang="en-US" sz="3200" b="1">
                <a:solidFill>
                  <a:srgbClr val="00487E"/>
                </a:solidFill>
                <a:latin typeface="Times New Roman" panose="02020603050405020304" pitchFamily="18" charset="0"/>
                <a:cs typeface="Times New Roman" panose="02020603050405020304" pitchFamily="18" charset="0"/>
              </a:rPr>
              <a:t>解得：</a:t>
            </a:r>
            <a:endParaRPr lang="zh-CN" altLang="en-US" sz="3200" b="1">
              <a:solidFill>
                <a:srgbClr val="00487E"/>
              </a:solidFill>
              <a:latin typeface="Times New Roman" panose="02020603050405020304" pitchFamily="18" charset="0"/>
              <a:cs typeface="Times New Roman" panose="02020603050405020304" pitchFamily="18" charset="0"/>
            </a:endParaRPr>
          </a:p>
        </p:txBody>
      </p:sp>
      <p:graphicFrame>
        <p:nvGraphicFramePr>
          <p:cNvPr id="73728" name="Object 2"/>
          <p:cNvGraphicFramePr/>
          <p:nvPr/>
        </p:nvGraphicFramePr>
        <p:xfrm>
          <a:off x="2079625" y="5264150"/>
          <a:ext cx="3422650" cy="1212850"/>
        </p:xfrm>
        <a:graphic>
          <a:graphicData uri="http://schemas.openxmlformats.org/presentationml/2006/ole">
            <mc:AlternateContent xmlns:mc="http://schemas.openxmlformats.org/markup-compatibility/2006">
              <mc:Choice xmlns:v="urn:schemas-microsoft-com:vml" Requires="v">
                <p:oleObj spid="_x0000_s34017" name="" r:id="rId13" imgW="965835" imgH="343535" progId="Equation.3">
                  <p:embed/>
                </p:oleObj>
              </mc:Choice>
              <mc:Fallback>
                <p:oleObj name="" r:id="rId13" imgW="965835" imgH="343535" progId="Equation.3">
                  <p:embed/>
                  <p:pic>
                    <p:nvPicPr>
                      <p:cNvPr id="0" name="Object 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79625" y="5264150"/>
                        <a:ext cx="3422650"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729" name="Object 3"/>
          <p:cNvGraphicFramePr/>
          <p:nvPr/>
        </p:nvGraphicFramePr>
        <p:xfrm>
          <a:off x="5703888" y="5191126"/>
          <a:ext cx="3757612" cy="1319213"/>
        </p:xfrm>
        <a:graphic>
          <a:graphicData uri="http://schemas.openxmlformats.org/presentationml/2006/ole">
            <mc:AlternateContent xmlns:mc="http://schemas.openxmlformats.org/markup-compatibility/2006">
              <mc:Choice xmlns:v="urn:schemas-microsoft-com:vml" Requires="v">
                <p:oleObj spid="_x0000_s34018" name="" r:id="rId15" imgW="978535" imgH="343535" progId="Equation.3">
                  <p:embed/>
                </p:oleObj>
              </mc:Choice>
              <mc:Fallback>
                <p:oleObj name="" r:id="rId15" imgW="978535" imgH="343535" progId="Equation.3">
                  <p:embed/>
                  <p:pic>
                    <p:nvPicPr>
                      <p:cNvPr id="0" name="Object 3"/>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03888" y="5191126"/>
                        <a:ext cx="3757612"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2707"/>
                                        </p:tgtEl>
                                        <p:attrNameLst>
                                          <p:attrName>style.visibility</p:attrName>
                                        </p:attrNameLst>
                                      </p:cBhvr>
                                      <p:to>
                                        <p:strVal val="visible"/>
                                      </p:to>
                                    </p:set>
                                    <p:animEffect transition="in" filter="wipe(left)">
                                      <p:cBhvr>
                                        <p:cTn id="7" dur="500"/>
                                        <p:tgtEl>
                                          <p:spTgt spid="727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2708"/>
                                        </p:tgtEl>
                                        <p:attrNameLst>
                                          <p:attrName>style.visibility</p:attrName>
                                        </p:attrNameLst>
                                      </p:cBhvr>
                                      <p:to>
                                        <p:strVal val="visible"/>
                                      </p:to>
                                    </p:set>
                                    <p:animEffect transition="in" filter="wipe(left)">
                                      <p:cBhvr>
                                        <p:cTn id="12" dur="500"/>
                                        <p:tgtEl>
                                          <p:spTgt spid="7270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9514"/>
                                        </p:tgtEl>
                                        <p:attrNameLst>
                                          <p:attrName>style.visibility</p:attrName>
                                        </p:attrNameLst>
                                      </p:cBhvr>
                                      <p:to>
                                        <p:strVal val="visible"/>
                                      </p:to>
                                    </p:set>
                                    <p:animEffect transition="in" filter="wipe(left)">
                                      <p:cBhvr>
                                        <p:cTn id="16" dur="500"/>
                                        <p:tgtEl>
                                          <p:spTgt spid="195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2709"/>
                                        </p:tgtEl>
                                        <p:attrNameLst>
                                          <p:attrName>style.visibility</p:attrName>
                                        </p:attrNameLst>
                                      </p:cBhvr>
                                      <p:to>
                                        <p:strVal val="visible"/>
                                      </p:to>
                                    </p:set>
                                    <p:animEffect transition="in" filter="wipe(left)">
                                      <p:cBhvr>
                                        <p:cTn id="21" dur="500"/>
                                        <p:tgtEl>
                                          <p:spTgt spid="7270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2710"/>
                                        </p:tgtEl>
                                        <p:attrNameLst>
                                          <p:attrName>style.visibility</p:attrName>
                                        </p:attrNameLst>
                                      </p:cBhvr>
                                      <p:to>
                                        <p:strVal val="visible"/>
                                      </p:to>
                                    </p:set>
                                    <p:animEffect transition="in" filter="wipe(left)">
                                      <p:cBhvr>
                                        <p:cTn id="26" dur="500"/>
                                        <p:tgtEl>
                                          <p:spTgt spid="72710"/>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9517"/>
                                        </p:tgtEl>
                                        <p:attrNameLst>
                                          <p:attrName>style.visibility</p:attrName>
                                        </p:attrNameLst>
                                      </p:cBhvr>
                                      <p:to>
                                        <p:strVal val="visible"/>
                                      </p:to>
                                    </p:set>
                                    <p:animEffect transition="in" filter="wipe(left)">
                                      <p:cBhvr>
                                        <p:cTn id="30" dur="500"/>
                                        <p:tgtEl>
                                          <p:spTgt spid="195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6626"/>
                                        </p:tgtEl>
                                        <p:attrNameLst>
                                          <p:attrName>style.visibility</p:attrName>
                                        </p:attrNameLst>
                                      </p:cBhvr>
                                      <p:to>
                                        <p:strVal val="visible"/>
                                      </p:to>
                                    </p:set>
                                    <p:animEffect transition="in" filter="wipe(left)">
                                      <p:cBhvr>
                                        <p:cTn id="35" dur="500"/>
                                        <p:tgtEl>
                                          <p:spTgt spid="2662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3728"/>
                                        </p:tgtEl>
                                        <p:attrNameLst>
                                          <p:attrName>style.visibility</p:attrName>
                                        </p:attrNameLst>
                                      </p:cBhvr>
                                      <p:to>
                                        <p:strVal val="visible"/>
                                      </p:to>
                                    </p:set>
                                    <p:animEffect transition="in" filter="wipe(left)">
                                      <p:cBhvr>
                                        <p:cTn id="40" dur="500"/>
                                        <p:tgtEl>
                                          <p:spTgt spid="7372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73729"/>
                                        </p:tgtEl>
                                        <p:attrNameLst>
                                          <p:attrName>style.visibility</p:attrName>
                                        </p:attrNameLst>
                                      </p:cBhvr>
                                      <p:to>
                                        <p:strVal val="visible"/>
                                      </p:to>
                                    </p:set>
                                    <p:animEffect transition="in" filter="wipe(left)">
                                      <p:cBhvr>
                                        <p:cTn id="45" dur="500"/>
                                        <p:tgtEl>
                                          <p:spTgt spid="73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14" grpId="0"/>
      <p:bldP spid="19517" grpId="0"/>
      <p:bldP spid="266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30" name="Object 4"/>
          <p:cNvGraphicFramePr/>
          <p:nvPr/>
        </p:nvGraphicFramePr>
        <p:xfrm>
          <a:off x="1905001" y="1012826"/>
          <a:ext cx="6253163" cy="1133475"/>
        </p:xfrm>
        <a:graphic>
          <a:graphicData uri="http://schemas.openxmlformats.org/presentationml/2006/ole">
            <mc:AlternateContent xmlns:mc="http://schemas.openxmlformats.org/markup-compatibility/2006">
              <mc:Choice xmlns:v="urn:schemas-microsoft-com:vml" Requires="v">
                <p:oleObj spid="_x0000_s34916" name="" r:id="rId1" imgW="1886585" imgH="343535" progId="Equation.3">
                  <p:embed/>
                </p:oleObj>
              </mc:Choice>
              <mc:Fallback>
                <p:oleObj name="" r:id="rId1" imgW="1886585" imgH="343535" progId="Equation.3">
                  <p:embed/>
                  <p:pic>
                    <p:nvPicPr>
                      <p:cNvPr id="0" name="Object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1012826"/>
                        <a:ext cx="6253163"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731" name="Object 5"/>
          <p:cNvGraphicFramePr/>
          <p:nvPr/>
        </p:nvGraphicFramePr>
        <p:xfrm>
          <a:off x="1890714" y="2505076"/>
          <a:ext cx="4738687" cy="1152525"/>
        </p:xfrm>
        <a:graphic>
          <a:graphicData uri="http://schemas.openxmlformats.org/presentationml/2006/ole">
            <mc:AlternateContent xmlns:mc="http://schemas.openxmlformats.org/markup-compatibility/2006">
              <mc:Choice xmlns:v="urn:schemas-microsoft-com:vml" Requires="v">
                <p:oleObj spid="_x0000_s34917" name="" r:id="rId3" imgW="1403985" imgH="343535" progId="Equation.3">
                  <p:embed/>
                </p:oleObj>
              </mc:Choice>
              <mc:Fallback>
                <p:oleObj name="" r:id="rId3" imgW="1403985" imgH="343535" progId="Equation.3">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0714" y="2505076"/>
                        <a:ext cx="4738687"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732" name="Object 6"/>
          <p:cNvGraphicFramePr/>
          <p:nvPr/>
        </p:nvGraphicFramePr>
        <p:xfrm>
          <a:off x="1851025" y="4178300"/>
          <a:ext cx="5335588" cy="1231900"/>
        </p:xfrm>
        <a:graphic>
          <a:graphicData uri="http://schemas.openxmlformats.org/presentationml/2006/ole">
            <mc:AlternateContent xmlns:mc="http://schemas.openxmlformats.org/markup-compatibility/2006">
              <mc:Choice xmlns:v="urn:schemas-microsoft-com:vml" Requires="v">
                <p:oleObj spid="_x0000_s34918" name="" r:id="rId5" imgW="1622425" imgH="375920" progId="Equation.3">
                  <p:embed/>
                </p:oleObj>
              </mc:Choice>
              <mc:Fallback>
                <p:oleObj name="" r:id="rId5" imgW="1622425" imgH="375920" progId="Equation.3">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1025" y="4178300"/>
                        <a:ext cx="5335588"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48"/>
          <p:cNvGrpSpPr/>
          <p:nvPr/>
        </p:nvGrpSpPr>
        <p:grpSpPr bwMode="auto">
          <a:xfrm>
            <a:off x="6646864" y="1981201"/>
            <a:ext cx="3944937" cy="3325813"/>
            <a:chOff x="359" y="364"/>
            <a:chExt cx="2485" cy="2095"/>
          </a:xfrm>
        </p:grpSpPr>
        <p:sp>
          <p:nvSpPr>
            <p:cNvPr id="34821" name="Text Box 4"/>
            <p:cNvSpPr txBox="1">
              <a:spLocks noChangeArrowheads="1"/>
            </p:cNvSpPr>
            <p:nvPr/>
          </p:nvSpPr>
          <p:spPr bwMode="auto">
            <a:xfrm>
              <a:off x="812" y="783"/>
              <a:ext cx="525"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2800" b="1" i="1">
                  <a:solidFill>
                    <a:srgbClr val="FF00FF"/>
                  </a:solidFill>
                  <a:latin typeface="Times New Roman" panose="02020603050405020304" pitchFamily="18" charset="0"/>
                  <a:cs typeface="Times New Roman" panose="02020603050405020304" pitchFamily="18" charset="0"/>
                </a:rPr>
                <a:t>β</a:t>
              </a:r>
              <a:endParaRPr lang="en-US" altLang="zh-CN" sz="2800" b="1" i="1">
                <a:solidFill>
                  <a:srgbClr val="FF00FF"/>
                </a:solidFill>
                <a:latin typeface="Times New Roman" panose="02020603050405020304" pitchFamily="18" charset="0"/>
                <a:cs typeface="Times New Roman" panose="02020603050405020304" pitchFamily="18" charset="0"/>
              </a:endParaRPr>
            </a:p>
          </p:txBody>
        </p:sp>
        <p:sp>
          <p:nvSpPr>
            <p:cNvPr id="34822" name="Text Box 5"/>
            <p:cNvSpPr txBox="1">
              <a:spLocks noChangeArrowheads="1"/>
            </p:cNvSpPr>
            <p:nvPr/>
          </p:nvSpPr>
          <p:spPr bwMode="auto">
            <a:xfrm>
              <a:off x="1736" y="1402"/>
              <a:ext cx="3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2800" b="1" i="1">
                  <a:solidFill>
                    <a:srgbClr val="FF0000"/>
                  </a:solidFill>
                  <a:latin typeface="Times New Roman" panose="02020603050405020304" pitchFamily="18" charset="0"/>
                  <a:cs typeface="Times New Roman" panose="02020603050405020304" pitchFamily="18" charset="0"/>
                </a:rPr>
                <a:t>C</a:t>
              </a:r>
              <a:endParaRPr lang="en-US" altLang="zh-CN" sz="2800" b="1" i="1">
                <a:solidFill>
                  <a:srgbClr val="FF0000"/>
                </a:solidFill>
                <a:latin typeface="Times New Roman" panose="02020603050405020304" pitchFamily="18" charset="0"/>
                <a:cs typeface="Times New Roman" panose="02020603050405020304" pitchFamily="18" charset="0"/>
              </a:endParaRPr>
            </a:p>
          </p:txBody>
        </p:sp>
        <p:sp>
          <p:nvSpPr>
            <p:cNvPr id="34823" name="Text Box 6"/>
            <p:cNvSpPr txBox="1">
              <a:spLocks noChangeArrowheads="1"/>
            </p:cNvSpPr>
            <p:nvPr/>
          </p:nvSpPr>
          <p:spPr bwMode="auto">
            <a:xfrm>
              <a:off x="1543" y="1297"/>
              <a:ext cx="524"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8000"/>
                  </a:solidFill>
                  <a:latin typeface="Times New Roman" panose="02020603050405020304" pitchFamily="18" charset="0"/>
                  <a:cs typeface="Times New Roman" panose="02020603050405020304" pitchFamily="18" charset="0"/>
                </a:rPr>
                <a:t>θ</a:t>
              </a:r>
              <a:endParaRPr lang="en-US" altLang="zh-CN" sz="3200" b="1" i="1">
                <a:solidFill>
                  <a:srgbClr val="008000"/>
                </a:solidFill>
                <a:latin typeface="Times New Roman" panose="02020603050405020304" pitchFamily="18" charset="0"/>
                <a:cs typeface="Times New Roman" panose="02020603050405020304" pitchFamily="18" charset="0"/>
              </a:endParaRPr>
            </a:p>
          </p:txBody>
        </p:sp>
        <p:sp>
          <p:nvSpPr>
            <p:cNvPr id="34824" name="Text Box 7"/>
            <p:cNvSpPr txBox="1">
              <a:spLocks noChangeArrowheads="1"/>
            </p:cNvSpPr>
            <p:nvPr/>
          </p:nvSpPr>
          <p:spPr bwMode="auto">
            <a:xfrm>
              <a:off x="1220" y="1347"/>
              <a:ext cx="282" cy="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2800" b="1" i="1">
                  <a:solidFill>
                    <a:srgbClr val="0000FF"/>
                  </a:solidFill>
                  <a:latin typeface="Times New Roman" panose="02020603050405020304" pitchFamily="18" charset="0"/>
                  <a:cs typeface="Times New Roman" panose="02020603050405020304" pitchFamily="18" charset="0"/>
                </a:rPr>
                <a:t>O</a:t>
              </a:r>
              <a:endParaRPr lang="en-US" altLang="zh-CN" sz="2800" b="1">
                <a:solidFill>
                  <a:srgbClr val="0000FF"/>
                </a:solidFill>
                <a:latin typeface="Times New Roman" panose="02020603050405020304" pitchFamily="18" charset="0"/>
                <a:cs typeface="Times New Roman" panose="02020603050405020304" pitchFamily="18" charset="0"/>
              </a:endParaRPr>
            </a:p>
          </p:txBody>
        </p:sp>
        <p:sp>
          <p:nvSpPr>
            <p:cNvPr id="34825" name="Rectangle 8"/>
            <p:cNvSpPr>
              <a:spLocks noChangeArrowheads="1"/>
            </p:cNvSpPr>
            <p:nvPr/>
          </p:nvSpPr>
          <p:spPr bwMode="auto">
            <a:xfrm>
              <a:off x="958" y="1344"/>
              <a:ext cx="1725" cy="44"/>
            </a:xfrm>
            <a:prstGeom prst="rect">
              <a:avLst/>
            </a:prstGeom>
            <a:solidFill>
              <a:srgbClr val="FFFFFF"/>
            </a:solidFill>
            <a:ln w="28575">
              <a:solidFill>
                <a:srgbClr val="000000"/>
              </a:solidFill>
              <a:prstDash val="dash"/>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4826" name="Rectangle 9"/>
            <p:cNvSpPr>
              <a:spLocks noChangeArrowheads="1"/>
            </p:cNvSpPr>
            <p:nvPr/>
          </p:nvSpPr>
          <p:spPr bwMode="auto">
            <a:xfrm rot="2169817">
              <a:off x="867" y="1600"/>
              <a:ext cx="1725" cy="40"/>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4827" name="Text Box 10"/>
            <p:cNvSpPr txBox="1">
              <a:spLocks noChangeArrowheads="1"/>
            </p:cNvSpPr>
            <p:nvPr/>
          </p:nvSpPr>
          <p:spPr bwMode="auto">
            <a:xfrm>
              <a:off x="1266" y="1006"/>
              <a:ext cx="414"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600" b="1">
                  <a:solidFill>
                    <a:srgbClr val="0000FF"/>
                  </a:solidFill>
                  <a:latin typeface="Times New Roman" panose="02020603050405020304" pitchFamily="18" charset="0"/>
                  <a:cs typeface="Times New Roman" panose="02020603050405020304" pitchFamily="18" charset="0"/>
                </a:rPr>
                <a:t>·</a:t>
              </a:r>
              <a:endParaRPr lang="en-US" altLang="zh-CN" sz="6600" b="1">
                <a:solidFill>
                  <a:srgbClr val="0000FF"/>
                </a:solidFill>
                <a:latin typeface="Times New Roman" panose="02020603050405020304" pitchFamily="18" charset="0"/>
                <a:cs typeface="Times New Roman" panose="02020603050405020304" pitchFamily="18" charset="0"/>
              </a:endParaRPr>
            </a:p>
          </p:txBody>
        </p:sp>
        <p:sp>
          <p:nvSpPr>
            <p:cNvPr id="34828" name="Text Box 11"/>
            <p:cNvSpPr txBox="1">
              <a:spLocks noChangeArrowheads="1"/>
            </p:cNvSpPr>
            <p:nvPr/>
          </p:nvSpPr>
          <p:spPr bwMode="auto">
            <a:xfrm>
              <a:off x="1607" y="1282"/>
              <a:ext cx="414"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6000" b="1">
                  <a:solidFill>
                    <a:srgbClr val="FF0000"/>
                  </a:solidFill>
                  <a:latin typeface="Times New Roman" panose="02020603050405020304" pitchFamily="18" charset="0"/>
                  <a:cs typeface="Times New Roman" panose="02020603050405020304" pitchFamily="18" charset="0"/>
                </a:rPr>
                <a:t>·</a:t>
              </a:r>
              <a:endParaRPr lang="en-US" altLang="zh-CN" sz="6000" b="1">
                <a:solidFill>
                  <a:srgbClr val="FF0000"/>
                </a:solidFill>
                <a:latin typeface="Times New Roman" panose="02020603050405020304" pitchFamily="18" charset="0"/>
                <a:cs typeface="Times New Roman" panose="02020603050405020304" pitchFamily="18" charset="0"/>
              </a:endParaRPr>
            </a:p>
          </p:txBody>
        </p:sp>
        <p:sp>
          <p:nvSpPr>
            <p:cNvPr id="34829" name="Freeform 12"/>
            <p:cNvSpPr>
              <a:spLocks noChangeArrowheads="1"/>
            </p:cNvSpPr>
            <p:nvPr/>
          </p:nvSpPr>
          <p:spPr bwMode="auto">
            <a:xfrm>
              <a:off x="1633" y="1388"/>
              <a:ext cx="46" cy="131"/>
            </a:xfrm>
            <a:custGeom>
              <a:avLst/>
              <a:gdLst>
                <a:gd name="T0" fmla="*/ 60 w 90"/>
                <a:gd name="T1" fmla="*/ 0 h 260"/>
                <a:gd name="T2" fmla="*/ 80 w 90"/>
                <a:gd name="T3" fmla="*/ 120 h 260"/>
                <a:gd name="T4" fmla="*/ 0 w 90"/>
                <a:gd name="T5" fmla="*/ 260 h 260"/>
              </a:gdLst>
              <a:ahLst/>
              <a:cxnLst>
                <a:cxn ang="0">
                  <a:pos x="T0" y="T1"/>
                </a:cxn>
                <a:cxn ang="0">
                  <a:pos x="T2" y="T3"/>
                </a:cxn>
                <a:cxn ang="0">
                  <a:pos x="T4" y="T5"/>
                </a:cxn>
              </a:cxnLst>
              <a:rect l="0" t="0" r="r" b="b"/>
              <a:pathLst>
                <a:path w="90" h="260">
                  <a:moveTo>
                    <a:pt x="60" y="0"/>
                  </a:moveTo>
                  <a:cubicBezTo>
                    <a:pt x="75" y="38"/>
                    <a:pt x="90" y="77"/>
                    <a:pt x="80" y="120"/>
                  </a:cubicBezTo>
                  <a:cubicBezTo>
                    <a:pt x="70" y="163"/>
                    <a:pt x="35" y="211"/>
                    <a:pt x="0" y="260"/>
                  </a:cubicBezTo>
                </a:path>
              </a:pathLst>
            </a:custGeom>
            <a:noFill/>
            <a:ln w="19050">
              <a:solidFill>
                <a:srgbClr val="008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4830" name="Freeform 13"/>
            <p:cNvSpPr>
              <a:spLocks noChangeArrowheads="1"/>
            </p:cNvSpPr>
            <p:nvPr/>
          </p:nvSpPr>
          <p:spPr bwMode="auto">
            <a:xfrm>
              <a:off x="2390" y="1993"/>
              <a:ext cx="141" cy="303"/>
            </a:xfrm>
            <a:custGeom>
              <a:avLst/>
              <a:gdLst>
                <a:gd name="T0" fmla="*/ 280 w 280"/>
                <a:gd name="T1" fmla="*/ 0 h 560"/>
                <a:gd name="T2" fmla="*/ 220 w 280"/>
                <a:gd name="T3" fmla="*/ 280 h 560"/>
                <a:gd name="T4" fmla="*/ 0 w 280"/>
                <a:gd name="T5" fmla="*/ 560 h 560"/>
              </a:gdLst>
              <a:ahLst/>
              <a:cxnLst>
                <a:cxn ang="0">
                  <a:pos x="T0" y="T1"/>
                </a:cxn>
                <a:cxn ang="0">
                  <a:pos x="T2" y="T3"/>
                </a:cxn>
                <a:cxn ang="0">
                  <a:pos x="T4" y="T5"/>
                </a:cxn>
              </a:cxnLst>
              <a:rect l="0" t="0" r="r" b="b"/>
              <a:pathLst>
                <a:path w="280" h="560">
                  <a:moveTo>
                    <a:pt x="280" y="0"/>
                  </a:moveTo>
                  <a:cubicBezTo>
                    <a:pt x="273" y="93"/>
                    <a:pt x="267" y="187"/>
                    <a:pt x="220" y="280"/>
                  </a:cubicBezTo>
                  <a:cubicBezTo>
                    <a:pt x="173" y="373"/>
                    <a:pt x="86" y="466"/>
                    <a:pt x="0" y="560"/>
                  </a:cubicBezTo>
                </a:path>
              </a:pathLst>
            </a:custGeom>
            <a:noFill/>
            <a:ln w="19050">
              <a:solidFill>
                <a:srgbClr val="000000"/>
              </a:solidFill>
              <a:round/>
              <a:tailEnd type="arrow" w="med"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4831" name="Text Box 14"/>
            <p:cNvSpPr txBox="1">
              <a:spLocks noChangeArrowheads="1"/>
            </p:cNvSpPr>
            <p:nvPr/>
          </p:nvSpPr>
          <p:spPr bwMode="auto">
            <a:xfrm>
              <a:off x="2410" y="1983"/>
              <a:ext cx="434"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00"/>
                  </a:solidFill>
                  <a:latin typeface="Times New Roman" panose="02020603050405020304" pitchFamily="18" charset="0"/>
                  <a:cs typeface="Times New Roman" panose="02020603050405020304" pitchFamily="18" charset="0"/>
                </a:rPr>
                <a:t>ω</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4832" name="Text Box 15"/>
            <p:cNvSpPr txBox="1">
              <a:spLocks noChangeArrowheads="1"/>
            </p:cNvSpPr>
            <p:nvPr/>
          </p:nvSpPr>
          <p:spPr bwMode="auto">
            <a:xfrm>
              <a:off x="806" y="1005"/>
              <a:ext cx="373"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A</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4833" name="Text Box 16"/>
            <p:cNvSpPr txBox="1">
              <a:spLocks noChangeArrowheads="1"/>
            </p:cNvSpPr>
            <p:nvPr/>
          </p:nvSpPr>
          <p:spPr bwMode="auto">
            <a:xfrm>
              <a:off x="2074" y="2005"/>
              <a:ext cx="373"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en-US" altLang="zh-CN" sz="3200" b="1" i="1">
                  <a:solidFill>
                    <a:srgbClr val="000000"/>
                  </a:solidFill>
                  <a:latin typeface="Times New Roman" panose="02020603050405020304" pitchFamily="18" charset="0"/>
                  <a:cs typeface="Times New Roman" panose="02020603050405020304" pitchFamily="18" charset="0"/>
                </a:rPr>
                <a:t>B</a:t>
              </a:r>
              <a:endParaRPr lang="en-US" altLang="zh-CN" sz="3200" b="1" i="1">
                <a:solidFill>
                  <a:srgbClr val="000000"/>
                </a:solidFill>
                <a:latin typeface="Times New Roman" panose="02020603050405020304" pitchFamily="18" charset="0"/>
                <a:cs typeface="Times New Roman" panose="02020603050405020304" pitchFamily="18" charset="0"/>
              </a:endParaRPr>
            </a:p>
          </p:txBody>
        </p:sp>
        <p:sp>
          <p:nvSpPr>
            <p:cNvPr id="34834" name="Text Box 17"/>
            <p:cNvSpPr txBox="1">
              <a:spLocks noChangeArrowheads="1"/>
            </p:cNvSpPr>
            <p:nvPr/>
          </p:nvSpPr>
          <p:spPr bwMode="auto">
            <a:xfrm>
              <a:off x="2087" y="1035"/>
              <a:ext cx="66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latin typeface="Times New Roman" panose="02020603050405020304" pitchFamily="18" charset="0"/>
                  <a:cs typeface="Times New Roman" panose="02020603050405020304" pitchFamily="18" charset="0"/>
                </a:rPr>
                <a:t>l </a:t>
              </a:r>
              <a:r>
                <a:rPr lang="en-US" altLang="zh-CN" sz="3200" b="1">
                  <a:latin typeface="Times New Roman" panose="02020603050405020304" pitchFamily="18" charset="0"/>
                  <a:cs typeface="Times New Roman" panose="02020603050405020304" pitchFamily="18" charset="0"/>
                </a:rPr>
                <a:t>, </a:t>
              </a:r>
              <a:r>
                <a:rPr lang="en-US" altLang="zh-CN" sz="3200" b="1" i="1">
                  <a:latin typeface="Times New Roman" panose="02020603050405020304" pitchFamily="18" charset="0"/>
                  <a:cs typeface="Times New Roman" panose="02020603050405020304" pitchFamily="18" charset="0"/>
                </a:rPr>
                <a:t>m</a:t>
              </a:r>
              <a:endParaRPr lang="en-US" altLang="zh-CN" sz="3200" b="1" i="1">
                <a:latin typeface="Times New Roman" panose="02020603050405020304" pitchFamily="18" charset="0"/>
                <a:cs typeface="Times New Roman" panose="02020603050405020304" pitchFamily="18" charset="0"/>
              </a:endParaRPr>
            </a:p>
          </p:txBody>
        </p:sp>
        <p:sp>
          <p:nvSpPr>
            <p:cNvPr id="34835" name="Line 18"/>
            <p:cNvSpPr>
              <a:spLocks noChangeShapeType="1"/>
            </p:cNvSpPr>
            <p:nvPr/>
          </p:nvSpPr>
          <p:spPr bwMode="auto">
            <a:xfrm flipH="1" flipV="1">
              <a:off x="675" y="853"/>
              <a:ext cx="696" cy="505"/>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36" name="Line 19"/>
            <p:cNvSpPr>
              <a:spLocks noChangeShapeType="1"/>
            </p:cNvSpPr>
            <p:nvPr/>
          </p:nvSpPr>
          <p:spPr bwMode="auto">
            <a:xfrm flipH="1">
              <a:off x="1401" y="1065"/>
              <a:ext cx="192" cy="283"/>
            </a:xfrm>
            <a:prstGeom prst="line">
              <a:avLst/>
            </a:prstGeom>
            <a:noFill/>
            <a:ln w="28575">
              <a:solidFill>
                <a:srgbClr val="0000FF"/>
              </a:solidFill>
              <a:round/>
              <a:headEnd type="triangl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4837" name="Line 20"/>
            <p:cNvSpPr>
              <a:spLocks noChangeShapeType="1"/>
            </p:cNvSpPr>
            <p:nvPr/>
          </p:nvSpPr>
          <p:spPr bwMode="auto">
            <a:xfrm flipH="1" flipV="1">
              <a:off x="897" y="571"/>
              <a:ext cx="696" cy="504"/>
            </a:xfrm>
            <a:prstGeom prst="line">
              <a:avLst/>
            </a:prstGeom>
            <a:noFill/>
            <a:ln w="19050">
              <a:solidFill>
                <a:srgbClr val="0000FF"/>
              </a:solidFill>
              <a:prstDash val="dash"/>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4838" name="Line 21"/>
            <p:cNvSpPr>
              <a:spLocks noChangeShapeType="1"/>
            </p:cNvSpPr>
            <p:nvPr/>
          </p:nvSpPr>
          <p:spPr bwMode="auto">
            <a:xfrm flipH="1">
              <a:off x="695" y="581"/>
              <a:ext cx="192" cy="282"/>
            </a:xfrm>
            <a:prstGeom prst="line">
              <a:avLst/>
            </a:prstGeom>
            <a:noFill/>
            <a:ln w="19050">
              <a:solidFill>
                <a:srgbClr val="0000FF"/>
              </a:solidFill>
              <a:prstDash val="dash"/>
              <a:rou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34839" name="Line 22"/>
            <p:cNvSpPr>
              <a:spLocks noChangeShapeType="1"/>
            </p:cNvSpPr>
            <p:nvPr/>
          </p:nvSpPr>
          <p:spPr bwMode="auto">
            <a:xfrm flipH="1" flipV="1">
              <a:off x="897" y="581"/>
              <a:ext cx="484" cy="787"/>
            </a:xfrm>
            <a:prstGeom prst="line">
              <a:avLst/>
            </a:prstGeom>
            <a:noFill/>
            <a:ln w="28575">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40" name="Text Box 23"/>
            <p:cNvSpPr txBox="1">
              <a:spLocks noChangeArrowheads="1"/>
            </p:cNvSpPr>
            <p:nvPr/>
          </p:nvSpPr>
          <p:spPr bwMode="auto">
            <a:xfrm>
              <a:off x="359" y="711"/>
              <a:ext cx="39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r>
                <a:rPr lang="en-US" altLang="zh-CN" sz="3200" b="1" i="1" baseline="-25000">
                  <a:solidFill>
                    <a:srgbClr val="0000FF"/>
                  </a:solidFill>
                  <a:latin typeface="Times New Roman" panose="02020603050405020304" pitchFamily="18" charset="0"/>
                  <a:cs typeface="Times New Roman" panose="02020603050405020304" pitchFamily="18" charset="0"/>
                </a:rPr>
                <a:t>l</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4841" name="Text Box 24"/>
            <p:cNvSpPr txBox="1">
              <a:spLocks noChangeArrowheads="1"/>
            </p:cNvSpPr>
            <p:nvPr/>
          </p:nvSpPr>
          <p:spPr bwMode="auto">
            <a:xfrm>
              <a:off x="1589" y="846"/>
              <a:ext cx="393"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r>
                <a:rPr lang="en-US" altLang="zh-CN" sz="3200" b="1" i="1" baseline="-25000">
                  <a:solidFill>
                    <a:srgbClr val="0000FF"/>
                  </a:solidFill>
                  <a:latin typeface="Times New Roman" panose="02020603050405020304" pitchFamily="18" charset="0"/>
                  <a:cs typeface="Times New Roman" panose="02020603050405020304" pitchFamily="18" charset="0"/>
                </a:rPr>
                <a:t>t</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grpSp>
          <p:nvGrpSpPr>
            <p:cNvPr id="34842" name="Group 36"/>
            <p:cNvGrpSpPr/>
            <p:nvPr/>
          </p:nvGrpSpPr>
          <p:grpSpPr bwMode="auto">
            <a:xfrm>
              <a:off x="604" y="364"/>
              <a:ext cx="394" cy="424"/>
              <a:chOff x="424" y="484"/>
              <a:chExt cx="394" cy="424"/>
            </a:xfrm>
          </p:grpSpPr>
          <p:sp>
            <p:nvSpPr>
              <p:cNvPr id="34843" name="Text Box 25"/>
              <p:cNvSpPr txBox="1">
                <a:spLocks noChangeArrowheads="1"/>
              </p:cNvSpPr>
              <p:nvPr/>
            </p:nvSpPr>
            <p:spPr bwMode="auto">
              <a:xfrm>
                <a:off x="424" y="484"/>
                <a:ext cx="394"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N</a:t>
                </a:r>
                <a:endParaRPr lang="en-US" altLang="zh-CN" sz="3200" b="1" i="1" baseline="-25000">
                  <a:solidFill>
                    <a:srgbClr val="0000FF"/>
                  </a:solidFill>
                  <a:latin typeface="Times New Roman" panose="02020603050405020304" pitchFamily="18" charset="0"/>
                  <a:cs typeface="Times New Roman" panose="02020603050405020304" pitchFamily="18" charset="0"/>
                </a:endParaRPr>
              </a:p>
            </p:txBody>
          </p:sp>
          <p:sp>
            <p:nvSpPr>
              <p:cNvPr id="34844" name="Line 26"/>
              <p:cNvSpPr>
                <a:spLocks noChangeShapeType="1"/>
              </p:cNvSpPr>
              <p:nvPr/>
            </p:nvSpPr>
            <p:spPr bwMode="auto">
              <a:xfrm>
                <a:off x="515" y="541"/>
                <a:ext cx="152" cy="0"/>
              </a:xfrm>
              <a:prstGeom prst="line">
                <a:avLst/>
              </a:prstGeom>
              <a:noFill/>
              <a:ln w="19050">
                <a:solidFill>
                  <a:srgbClr val="0000FF"/>
                </a:solidFill>
                <a:round/>
                <a:tailEnd type="triangle" w="sm" len="sm"/>
              </a:ln>
              <a:extLst>
                <a:ext uri="{909E8E84-426E-40DD-AFC4-6F175D3DCCD1}">
                  <a14:hiddenFill xmlns:a14="http://schemas.microsoft.com/office/drawing/2010/main">
                    <a:noFill/>
                  </a14:hiddenFill>
                </a:ext>
              </a:extLst>
            </p:spPr>
            <p:txBody>
              <a:bodyPr/>
              <a:lstStyle/>
              <a:p>
                <a:endParaRPr lang="zh-CN" altLang="en-US"/>
              </a:p>
            </p:txBody>
          </p:sp>
        </p:grpSp>
        <p:sp>
          <p:nvSpPr>
            <p:cNvPr id="34845" name="Line 27"/>
            <p:cNvSpPr>
              <a:spLocks noChangeShapeType="1"/>
            </p:cNvSpPr>
            <p:nvPr/>
          </p:nvSpPr>
          <p:spPr bwMode="auto">
            <a:xfrm flipH="1">
              <a:off x="1058" y="1660"/>
              <a:ext cx="162" cy="242"/>
            </a:xfrm>
            <a:prstGeom prst="line">
              <a:avLst/>
            </a:prstGeom>
            <a:noFill/>
            <a:ln w="1905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46" name="Line 28"/>
            <p:cNvSpPr>
              <a:spLocks noChangeShapeType="1"/>
            </p:cNvSpPr>
            <p:nvPr/>
          </p:nvSpPr>
          <p:spPr bwMode="auto">
            <a:xfrm flipH="1" flipV="1">
              <a:off x="978" y="1499"/>
              <a:ext cx="242" cy="170"/>
            </a:xfrm>
            <a:prstGeom prst="line">
              <a:avLst/>
            </a:prstGeom>
            <a:noFill/>
            <a:ln w="1905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47" name="Text Box 30"/>
            <p:cNvSpPr txBox="1">
              <a:spLocks noChangeArrowheads="1"/>
            </p:cNvSpPr>
            <p:nvPr/>
          </p:nvSpPr>
          <p:spPr bwMode="auto">
            <a:xfrm>
              <a:off x="796" y="1392"/>
              <a:ext cx="262"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l</a:t>
              </a:r>
              <a:endParaRPr lang="en-US" altLang="zh-CN" sz="3200" b="1" i="1">
                <a:solidFill>
                  <a:srgbClr val="0000FF"/>
                </a:solidFill>
                <a:latin typeface="Times New Roman" panose="02020603050405020304" pitchFamily="18" charset="0"/>
                <a:cs typeface="Times New Roman" panose="02020603050405020304" pitchFamily="18" charset="0"/>
              </a:endParaRPr>
            </a:p>
          </p:txBody>
        </p:sp>
        <p:sp>
          <p:nvSpPr>
            <p:cNvPr id="34848" name="Text Box 32"/>
            <p:cNvSpPr txBox="1">
              <a:spLocks noChangeArrowheads="1"/>
            </p:cNvSpPr>
            <p:nvPr/>
          </p:nvSpPr>
          <p:spPr bwMode="auto">
            <a:xfrm>
              <a:off x="927" y="1854"/>
              <a:ext cx="263"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just"/>
              <a:r>
                <a:rPr lang="en-US" altLang="zh-CN" sz="3200" b="1" i="1">
                  <a:solidFill>
                    <a:srgbClr val="0000FF"/>
                  </a:solidFill>
                  <a:latin typeface="Times New Roman" panose="02020603050405020304" pitchFamily="18" charset="0"/>
                  <a:cs typeface="Times New Roman" panose="02020603050405020304" pitchFamily="18" charset="0"/>
                </a:rPr>
                <a:t>t</a:t>
              </a:r>
              <a:endParaRPr lang="en-US" altLang="zh-CN" sz="3200" b="1" i="1">
                <a:solidFill>
                  <a:srgbClr val="0000FF"/>
                </a:solidFill>
                <a:latin typeface="Times New Roman" panose="02020603050405020304" pitchFamily="18" charset="0"/>
                <a:cs typeface="Times New Roman" panose="02020603050405020304" pitchFamily="18" charset="0"/>
              </a:endParaRPr>
            </a:p>
          </p:txBody>
        </p:sp>
        <p:sp>
          <p:nvSpPr>
            <p:cNvPr id="34849" name="Freeform 33"/>
            <p:cNvSpPr>
              <a:spLocks noChangeArrowheads="1"/>
            </p:cNvSpPr>
            <p:nvPr/>
          </p:nvSpPr>
          <p:spPr bwMode="auto">
            <a:xfrm>
              <a:off x="1109" y="1055"/>
              <a:ext cx="72" cy="101"/>
            </a:xfrm>
            <a:custGeom>
              <a:avLst/>
              <a:gdLst>
                <a:gd name="T0" fmla="*/ 143 w 143"/>
                <a:gd name="T1" fmla="*/ 0 h 200"/>
                <a:gd name="T2" fmla="*/ 23 w 143"/>
                <a:gd name="T3" fmla="*/ 60 h 200"/>
                <a:gd name="T4" fmla="*/ 3 w 143"/>
                <a:gd name="T5" fmla="*/ 200 h 200"/>
              </a:gdLst>
              <a:ahLst/>
              <a:cxnLst>
                <a:cxn ang="0">
                  <a:pos x="T0" y="T1"/>
                </a:cxn>
                <a:cxn ang="0">
                  <a:pos x="T2" y="T3"/>
                </a:cxn>
                <a:cxn ang="0">
                  <a:pos x="T4" y="T5"/>
                </a:cxn>
              </a:cxnLst>
              <a:rect l="0" t="0" r="r" b="b"/>
              <a:pathLst>
                <a:path w="143" h="200">
                  <a:moveTo>
                    <a:pt x="143" y="0"/>
                  </a:moveTo>
                  <a:cubicBezTo>
                    <a:pt x="94" y="13"/>
                    <a:pt x="46" y="27"/>
                    <a:pt x="23" y="60"/>
                  </a:cubicBezTo>
                  <a:cubicBezTo>
                    <a:pt x="0" y="93"/>
                    <a:pt x="1" y="146"/>
                    <a:pt x="3" y="200"/>
                  </a:cubicBezTo>
                </a:path>
              </a:pathLst>
            </a:custGeom>
            <a:noFill/>
            <a:ln w="19050">
              <a:solidFill>
                <a:srgbClr val="FF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4850" name="Freeform 34"/>
            <p:cNvSpPr>
              <a:spLocks noChangeArrowheads="1"/>
            </p:cNvSpPr>
            <p:nvPr/>
          </p:nvSpPr>
          <p:spPr bwMode="auto">
            <a:xfrm>
              <a:off x="1079" y="1025"/>
              <a:ext cx="82" cy="101"/>
            </a:xfrm>
            <a:custGeom>
              <a:avLst/>
              <a:gdLst>
                <a:gd name="T0" fmla="*/ 143 w 143"/>
                <a:gd name="T1" fmla="*/ 0 h 200"/>
                <a:gd name="T2" fmla="*/ 23 w 143"/>
                <a:gd name="T3" fmla="*/ 60 h 200"/>
                <a:gd name="T4" fmla="*/ 3 w 143"/>
                <a:gd name="T5" fmla="*/ 200 h 200"/>
              </a:gdLst>
              <a:ahLst/>
              <a:cxnLst>
                <a:cxn ang="0">
                  <a:pos x="T0" y="T1"/>
                </a:cxn>
                <a:cxn ang="0">
                  <a:pos x="T2" y="T3"/>
                </a:cxn>
                <a:cxn ang="0">
                  <a:pos x="T4" y="T5"/>
                </a:cxn>
              </a:cxnLst>
              <a:rect l="0" t="0" r="r" b="b"/>
              <a:pathLst>
                <a:path w="143" h="200">
                  <a:moveTo>
                    <a:pt x="143" y="0"/>
                  </a:moveTo>
                  <a:cubicBezTo>
                    <a:pt x="94" y="13"/>
                    <a:pt x="46" y="27"/>
                    <a:pt x="23" y="60"/>
                  </a:cubicBezTo>
                  <a:cubicBezTo>
                    <a:pt x="0" y="93"/>
                    <a:pt x="1" y="146"/>
                    <a:pt x="3" y="200"/>
                  </a:cubicBezTo>
                </a:path>
              </a:pathLst>
            </a:custGeom>
            <a:noFill/>
            <a:ln w="28575">
              <a:solidFill>
                <a:srgbClr val="FF00FF"/>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34851" name="Line 46"/>
            <p:cNvSpPr>
              <a:spLocks noChangeShapeType="1"/>
            </p:cNvSpPr>
            <p:nvPr/>
          </p:nvSpPr>
          <p:spPr bwMode="auto">
            <a:xfrm>
              <a:off x="840" y="1440"/>
              <a:ext cx="168" cy="0"/>
            </a:xfrm>
            <a:prstGeom prst="line">
              <a:avLst/>
            </a:prstGeom>
            <a:noFill/>
            <a:ln w="1270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52" name="Line 47"/>
            <p:cNvSpPr>
              <a:spLocks noChangeShapeType="1"/>
            </p:cNvSpPr>
            <p:nvPr/>
          </p:nvSpPr>
          <p:spPr bwMode="auto">
            <a:xfrm>
              <a:off x="960" y="1932"/>
              <a:ext cx="168" cy="0"/>
            </a:xfrm>
            <a:prstGeom prst="line">
              <a:avLst/>
            </a:prstGeom>
            <a:noFill/>
            <a:ln w="12700">
              <a:solidFill>
                <a:srgbClr val="0000FF"/>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3730"/>
                                        </p:tgtEl>
                                        <p:attrNameLst>
                                          <p:attrName>style.visibility</p:attrName>
                                        </p:attrNameLst>
                                      </p:cBhvr>
                                      <p:to>
                                        <p:strVal val="visible"/>
                                      </p:to>
                                    </p:set>
                                    <p:animEffect transition="in" filter="wipe(left)">
                                      <p:cBhvr>
                                        <p:cTn id="12" dur="500"/>
                                        <p:tgtEl>
                                          <p:spTgt spid="737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3731"/>
                                        </p:tgtEl>
                                        <p:attrNameLst>
                                          <p:attrName>style.visibility</p:attrName>
                                        </p:attrNameLst>
                                      </p:cBhvr>
                                      <p:to>
                                        <p:strVal val="visible"/>
                                      </p:to>
                                    </p:set>
                                    <p:animEffect transition="in" filter="wipe(left)">
                                      <p:cBhvr>
                                        <p:cTn id="17" dur="500"/>
                                        <p:tgtEl>
                                          <p:spTgt spid="737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3732"/>
                                        </p:tgtEl>
                                        <p:attrNameLst>
                                          <p:attrName>style.visibility</p:attrName>
                                        </p:attrNameLst>
                                      </p:cBhvr>
                                      <p:to>
                                        <p:strVal val="visible"/>
                                      </p:to>
                                    </p:set>
                                    <p:animEffect transition="in" filter="wipe(left)">
                                      <p:cBhvr>
                                        <p:cTn id="22"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ext Box 2"/>
          <p:cNvSpPr txBox="1">
            <a:spLocks noChangeArrowheads="1"/>
          </p:cNvSpPr>
          <p:nvPr/>
        </p:nvSpPr>
        <p:spPr bwMode="auto">
          <a:xfrm>
            <a:off x="1905000" y="914400"/>
            <a:ext cx="830580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30000"/>
              </a:lnSpc>
            </a:pPr>
            <a:r>
              <a:rPr lang="zh-CN" altLang="en-US" sz="2800" b="1" dirty="0">
                <a:solidFill>
                  <a:srgbClr val="9C0808"/>
                </a:solidFill>
                <a:latin typeface="Times New Roman" panose="02020603050405020304" pitchFamily="18" charset="0"/>
                <a:cs typeface="Times New Roman" panose="02020603050405020304" pitchFamily="18" charset="0"/>
              </a:rPr>
              <a:t>例</a:t>
            </a:r>
            <a:r>
              <a:rPr lang="en-US" altLang="zh-CN" sz="2800" b="1" dirty="0">
                <a:solidFill>
                  <a:srgbClr val="9C0808"/>
                </a:solidFill>
                <a:latin typeface="Times New Roman" panose="02020603050405020304" pitchFamily="18" charset="0"/>
                <a:cs typeface="Times New Roman" panose="02020603050405020304" pitchFamily="18" charset="0"/>
              </a:rPr>
              <a:t>4</a:t>
            </a:r>
            <a:r>
              <a:rPr lang="en-US" altLang="zh-CN" sz="2800" b="1" dirty="0">
                <a:solidFill>
                  <a:srgbClr val="0033CC"/>
                </a:solidFill>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cs typeface="Times New Roman" panose="02020603050405020304" pitchFamily="18" charset="0"/>
              </a:rPr>
              <a:t>已知圆盘半径为</a:t>
            </a:r>
            <a:r>
              <a:rPr lang="en-US" altLang="zh-CN" sz="2800" b="1" i="1" dirty="0">
                <a:latin typeface="Times New Roman" panose="02020603050405020304" pitchFamily="18" charset="0"/>
                <a:cs typeface="Times New Roman" panose="02020603050405020304" pitchFamily="18" charset="0"/>
              </a:rPr>
              <a:t>R</a:t>
            </a:r>
            <a:r>
              <a:rPr lang="zh-CN" altLang="en-US" sz="2800" b="1" dirty="0">
                <a:latin typeface="Times New Roman" panose="02020603050405020304" pitchFamily="18" charset="0"/>
                <a:cs typeface="Times New Roman" panose="02020603050405020304" pitchFamily="18" charset="0"/>
              </a:rPr>
              <a:t>，质量为</a:t>
            </a:r>
            <a:r>
              <a:rPr lang="en-US" altLang="zh-CN" sz="2800" b="1" i="1" dirty="0">
                <a:latin typeface="Times New Roman" panose="02020603050405020304" pitchFamily="18" charset="0"/>
                <a:cs typeface="Times New Roman" panose="02020603050405020304" pitchFamily="18" charset="0"/>
              </a:rPr>
              <a:t>M</a:t>
            </a:r>
            <a:r>
              <a:rPr lang="zh-CN" altLang="en-US" sz="2800" b="1" dirty="0">
                <a:latin typeface="Times New Roman" panose="02020603050405020304" pitchFamily="18" charset="0"/>
                <a:cs typeface="Times New Roman" panose="02020603050405020304" pitchFamily="18" charset="0"/>
              </a:rPr>
              <a:t>，在垂直平面内可绕过中心水平轴转动，将跨在圆盘上的轻绳分别联接倔强系数为</a:t>
            </a:r>
            <a:r>
              <a:rPr lang="en-US" altLang="zh-CN" sz="2800" b="1" i="1" dirty="0">
                <a:latin typeface="Times New Roman" panose="02020603050405020304" pitchFamily="18" charset="0"/>
                <a:cs typeface="Times New Roman" panose="02020603050405020304" pitchFamily="18" charset="0"/>
              </a:rPr>
              <a:t>k</a:t>
            </a:r>
            <a:r>
              <a:rPr lang="zh-CN" altLang="en-US" sz="2800" b="1" dirty="0">
                <a:latin typeface="Times New Roman" panose="02020603050405020304" pitchFamily="18" charset="0"/>
                <a:cs typeface="Times New Roman" panose="02020603050405020304" pitchFamily="18" charset="0"/>
              </a:rPr>
              <a:t>的弹簧和质量为</a:t>
            </a:r>
            <a:r>
              <a:rPr lang="en-US" altLang="zh-CN" sz="2800" b="1" i="1" dirty="0">
                <a:latin typeface="Times New Roman" panose="02020603050405020304" pitchFamily="18" charset="0"/>
                <a:cs typeface="Times New Roman" panose="02020603050405020304" pitchFamily="18" charset="0"/>
              </a:rPr>
              <a:t>m</a:t>
            </a:r>
            <a:r>
              <a:rPr lang="zh-CN" altLang="en-US" sz="2800" b="1" dirty="0">
                <a:latin typeface="Times New Roman" panose="02020603050405020304" pitchFamily="18" charset="0"/>
                <a:cs typeface="Times New Roman" panose="02020603050405020304" pitchFamily="18" charset="0"/>
              </a:rPr>
              <a:t>的物体，设轮轴光滑，绳不伸长，绳与轮间无相对滑动，今用手托住</a:t>
            </a:r>
            <a:r>
              <a:rPr lang="en-US" altLang="zh-CN" sz="2800" b="1" i="1" dirty="0">
                <a:latin typeface="Times New Roman" panose="02020603050405020304" pitchFamily="18" charset="0"/>
                <a:cs typeface="Times New Roman" panose="02020603050405020304" pitchFamily="18" charset="0"/>
              </a:rPr>
              <a:t>m</a:t>
            </a:r>
            <a:r>
              <a:rPr lang="zh-CN" altLang="en-US" sz="2800" b="1" dirty="0">
                <a:latin typeface="Times New Roman" panose="02020603050405020304" pitchFamily="18" charset="0"/>
                <a:cs typeface="Times New Roman" panose="02020603050405020304" pitchFamily="18" charset="0"/>
              </a:rPr>
              <a:t>使弹簧保持原长，然后静止释放。</a:t>
            </a:r>
            <a:endParaRPr lang="zh-CN" altLang="en-US" sz="2800" b="1" dirty="0">
              <a:latin typeface="Times New Roman" panose="02020603050405020304" pitchFamily="18" charset="0"/>
              <a:cs typeface="Times New Roman" panose="02020603050405020304" pitchFamily="18" charset="0"/>
            </a:endParaRPr>
          </a:p>
          <a:p>
            <a:pPr>
              <a:lnSpc>
                <a:spcPct val="130000"/>
              </a:lnSpc>
            </a:pPr>
            <a:r>
              <a:rPr lang="zh-CN" altLang="en-US" sz="2800" b="1" dirty="0">
                <a:latin typeface="Times New Roman" panose="02020603050405020304" pitchFamily="18" charset="0"/>
                <a:cs typeface="Times New Roman" panose="02020603050405020304" pitchFamily="18" charset="0"/>
              </a:rPr>
              <a:t>         求</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1</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m</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下落 </a:t>
            </a:r>
            <a:r>
              <a:rPr lang="en-US" altLang="zh-CN" sz="2800" b="1" i="1" dirty="0">
                <a:latin typeface="Times New Roman" panose="02020603050405020304" pitchFamily="18" charset="0"/>
                <a:cs typeface="Times New Roman" panose="02020603050405020304" pitchFamily="18" charset="0"/>
                <a:sym typeface="Wingdings" panose="05000000000000000000" pitchFamily="2" charset="2"/>
              </a:rPr>
              <a:t>h</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 </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距离时的速度。</a:t>
            </a:r>
            <a:endParaRPr lang="zh-CN" altLang="en-US" sz="2800" b="1" dirty="0">
              <a:latin typeface="Times New Roman" panose="02020603050405020304" pitchFamily="18" charset="0"/>
              <a:cs typeface="Times New Roman" panose="02020603050405020304" pitchFamily="18" charset="0"/>
              <a:sym typeface="Wingdings" panose="05000000000000000000" pitchFamily="2" charset="2"/>
            </a:endParaRPr>
          </a:p>
          <a:p>
            <a:pPr>
              <a:lnSpc>
                <a:spcPct val="130000"/>
              </a:lnSpc>
            </a:pP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800" b="1" dirty="0">
                <a:latin typeface="Times New Roman" panose="02020603050405020304" pitchFamily="18" charset="0"/>
                <a:cs typeface="Times New Roman" panose="02020603050405020304" pitchFamily="18" charset="0"/>
                <a:sym typeface="Wingdings" panose="05000000000000000000" pitchFamily="2" charset="2"/>
              </a:rPr>
              <a:t>2</a:t>
            </a:r>
            <a:r>
              <a:rPr lang="zh-CN" altLang="en-US" sz="2800" b="1" dirty="0">
                <a:latin typeface="Times New Roman" panose="02020603050405020304" pitchFamily="18" charset="0"/>
                <a:cs typeface="Times New Roman" panose="02020603050405020304" pitchFamily="18" charset="0"/>
                <a:sym typeface="Wingdings" panose="05000000000000000000" pitchFamily="2" charset="2"/>
              </a:rPr>
              <a:t>）弹簧的最大伸长量。</a:t>
            </a:r>
            <a:endParaRPr lang="zh-CN" altLang="en-US" sz="2800" b="1" dirty="0">
              <a:latin typeface="Times New Roman" panose="02020603050405020304" pitchFamily="18" charset="0"/>
              <a:cs typeface="Times New Roman" panose="02020603050405020304" pitchFamily="18" charset="0"/>
            </a:endParaRPr>
          </a:p>
        </p:txBody>
      </p:sp>
      <p:sp>
        <p:nvSpPr>
          <p:cNvPr id="35842" name="Line 15"/>
          <p:cNvSpPr>
            <a:spLocks noChangeShapeType="1"/>
          </p:cNvSpPr>
          <p:nvPr/>
        </p:nvSpPr>
        <p:spPr bwMode="auto">
          <a:xfrm>
            <a:off x="2362200" y="6858000"/>
            <a:ext cx="533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5843" name="Group 27"/>
          <p:cNvGrpSpPr/>
          <p:nvPr/>
        </p:nvGrpSpPr>
        <p:grpSpPr bwMode="auto">
          <a:xfrm>
            <a:off x="7696200" y="3581400"/>
            <a:ext cx="2667000" cy="2667000"/>
            <a:chOff x="240" y="2448"/>
            <a:chExt cx="1680" cy="1680"/>
          </a:xfrm>
        </p:grpSpPr>
        <p:sp>
          <p:nvSpPr>
            <p:cNvPr id="35844" name="Oval 6"/>
            <p:cNvSpPr>
              <a:spLocks noChangeArrowheads="1"/>
            </p:cNvSpPr>
            <p:nvPr/>
          </p:nvSpPr>
          <p:spPr bwMode="auto">
            <a:xfrm>
              <a:off x="528" y="2664"/>
              <a:ext cx="672" cy="624"/>
            </a:xfrm>
            <a:prstGeom prst="ellipse">
              <a:avLst/>
            </a:prstGeom>
            <a:solidFill>
              <a:schemeClr val="hlink"/>
            </a:solidFill>
            <a:ln w="9525">
              <a:solidFill>
                <a:schemeClr val="tx1"/>
              </a:solidFill>
              <a:round/>
            </a:ln>
          </p:spPr>
          <p:txBody>
            <a:bodyPr wrap="none"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5845" name="Line 4"/>
            <p:cNvSpPr>
              <a:spLocks noChangeShapeType="1"/>
            </p:cNvSpPr>
            <p:nvPr/>
          </p:nvSpPr>
          <p:spPr bwMode="auto">
            <a:xfrm>
              <a:off x="240" y="2448"/>
              <a:ext cx="129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46" name="Line 5"/>
            <p:cNvSpPr>
              <a:spLocks noChangeShapeType="1"/>
            </p:cNvSpPr>
            <p:nvPr/>
          </p:nvSpPr>
          <p:spPr bwMode="auto">
            <a:xfrm>
              <a:off x="864" y="2448"/>
              <a:ext cx="0" cy="5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47" name="Line 7"/>
            <p:cNvSpPr>
              <a:spLocks noChangeShapeType="1"/>
            </p:cNvSpPr>
            <p:nvPr/>
          </p:nvSpPr>
          <p:spPr bwMode="auto">
            <a:xfrm>
              <a:off x="528" y="2976"/>
              <a:ext cx="0" cy="5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48" name="Line 9"/>
            <p:cNvSpPr>
              <a:spLocks noChangeShapeType="1"/>
            </p:cNvSpPr>
            <p:nvPr/>
          </p:nvSpPr>
          <p:spPr bwMode="auto">
            <a:xfrm>
              <a:off x="528" y="3504"/>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49" name="Line 10"/>
            <p:cNvSpPr>
              <a:spLocks noChangeShapeType="1"/>
            </p:cNvSpPr>
            <p:nvPr/>
          </p:nvSpPr>
          <p:spPr bwMode="auto">
            <a:xfrm>
              <a:off x="528" y="3504"/>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0" name="Line 11"/>
            <p:cNvSpPr>
              <a:spLocks noChangeShapeType="1"/>
            </p:cNvSpPr>
            <p:nvPr/>
          </p:nvSpPr>
          <p:spPr bwMode="auto">
            <a:xfrm flipH="1">
              <a:off x="528" y="3648"/>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1" name="Line 12"/>
            <p:cNvSpPr>
              <a:spLocks noChangeShapeType="1"/>
            </p:cNvSpPr>
            <p:nvPr/>
          </p:nvSpPr>
          <p:spPr bwMode="auto">
            <a:xfrm>
              <a:off x="528" y="3792"/>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2" name="Line 13"/>
            <p:cNvSpPr>
              <a:spLocks noChangeShapeType="1"/>
            </p:cNvSpPr>
            <p:nvPr/>
          </p:nvSpPr>
          <p:spPr bwMode="auto">
            <a:xfrm flipH="1">
              <a:off x="528" y="3936"/>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3" name="Line 14"/>
            <p:cNvSpPr>
              <a:spLocks noChangeShapeType="1"/>
            </p:cNvSpPr>
            <p:nvPr/>
          </p:nvSpPr>
          <p:spPr bwMode="auto">
            <a:xfrm rot="2462120">
              <a:off x="524" y="4087"/>
              <a:ext cx="168"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4" name="Line 16"/>
            <p:cNvSpPr>
              <a:spLocks noChangeShapeType="1"/>
            </p:cNvSpPr>
            <p:nvPr/>
          </p:nvSpPr>
          <p:spPr bwMode="auto">
            <a:xfrm>
              <a:off x="240" y="4128"/>
              <a:ext cx="81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5" name="Line 17"/>
            <p:cNvSpPr>
              <a:spLocks noChangeShapeType="1"/>
            </p:cNvSpPr>
            <p:nvPr/>
          </p:nvSpPr>
          <p:spPr bwMode="auto">
            <a:xfrm>
              <a:off x="1200" y="2976"/>
              <a:ext cx="0" cy="5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56" name="Rectangle 18"/>
            <p:cNvSpPr>
              <a:spLocks noChangeArrowheads="1"/>
            </p:cNvSpPr>
            <p:nvPr/>
          </p:nvSpPr>
          <p:spPr bwMode="auto">
            <a:xfrm>
              <a:off x="1056" y="3504"/>
              <a:ext cx="288" cy="144"/>
            </a:xfrm>
            <a:prstGeom prst="rect">
              <a:avLst/>
            </a:prstGeom>
            <a:solidFill>
              <a:schemeClr val="accent1"/>
            </a:solidFill>
            <a:ln w="9525">
              <a:solidFill>
                <a:schemeClr val="tx1"/>
              </a:solidFill>
              <a:miter lim="800000"/>
            </a:ln>
          </p:spPr>
          <p:txBody>
            <a:bodyPr wrap="none"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5857" name="AutoShape 19"/>
            <p:cNvSpPr/>
            <p:nvPr/>
          </p:nvSpPr>
          <p:spPr bwMode="auto">
            <a:xfrm>
              <a:off x="1344" y="3504"/>
              <a:ext cx="48" cy="480"/>
            </a:xfrm>
            <a:prstGeom prst="rightBrace">
              <a:avLst>
                <a:gd name="adj1" fmla="val 8328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5858" name="Text Box 20"/>
            <p:cNvSpPr txBox="1">
              <a:spLocks noChangeArrowheads="1"/>
            </p:cNvSpPr>
            <p:nvPr/>
          </p:nvSpPr>
          <p:spPr bwMode="auto">
            <a:xfrm>
              <a:off x="1392" y="3648"/>
              <a:ext cx="3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h</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5859" name="Text Box 21"/>
            <p:cNvSpPr txBox="1">
              <a:spLocks noChangeArrowheads="1"/>
            </p:cNvSpPr>
            <p:nvPr/>
          </p:nvSpPr>
          <p:spPr bwMode="auto">
            <a:xfrm>
              <a:off x="1392" y="3360"/>
              <a:ext cx="3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m</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5860" name="Text Box 22"/>
            <p:cNvSpPr txBox="1">
              <a:spLocks noChangeArrowheads="1"/>
            </p:cNvSpPr>
            <p:nvPr/>
          </p:nvSpPr>
          <p:spPr bwMode="auto">
            <a:xfrm>
              <a:off x="1200" y="2664"/>
              <a:ext cx="72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M</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5861" name="Line 23"/>
            <p:cNvSpPr>
              <a:spLocks noChangeShapeType="1"/>
            </p:cNvSpPr>
            <p:nvPr/>
          </p:nvSpPr>
          <p:spPr bwMode="auto">
            <a:xfrm flipH="1" flipV="1">
              <a:off x="528" y="2952"/>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2" name="Text Box 24"/>
            <p:cNvSpPr txBox="1">
              <a:spLocks noChangeArrowheads="1"/>
            </p:cNvSpPr>
            <p:nvPr/>
          </p:nvSpPr>
          <p:spPr bwMode="auto">
            <a:xfrm>
              <a:off x="672" y="2976"/>
              <a:ext cx="3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R</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5863" name="Text Box 25"/>
            <p:cNvSpPr txBox="1">
              <a:spLocks noChangeArrowheads="1"/>
            </p:cNvSpPr>
            <p:nvPr/>
          </p:nvSpPr>
          <p:spPr bwMode="auto">
            <a:xfrm>
              <a:off x="240" y="3648"/>
              <a:ext cx="2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k</a:t>
              </a:r>
              <a:endParaRPr lang="en-US" altLang="zh-CN" b="1" i="1">
                <a:solidFill>
                  <a:srgbClr val="0033CC"/>
                </a:solidFill>
                <a:latin typeface="Times New Roman" panose="02020603050405020304" pitchFamily="18" charset="0"/>
                <a:cs typeface="Times New Roman" panose="02020603050405020304" pitchFamily="18" charset="0"/>
              </a:endParaRPr>
            </a:p>
          </p:txBody>
        </p:sp>
      </p:grpSp>
    </p:spTree>
  </p:cSld>
  <p:clrMapOvr>
    <a:masterClrMapping/>
  </p:clrMapOvr>
  <p:transition spd="med">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3"/>
          <p:cNvSpPr txBox="1">
            <a:spLocks noChangeArrowheads="1"/>
          </p:cNvSpPr>
          <p:nvPr/>
        </p:nvSpPr>
        <p:spPr bwMode="auto">
          <a:xfrm>
            <a:off x="2057400" y="990601"/>
            <a:ext cx="83058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solidFill>
                  <a:srgbClr val="9C0808"/>
                </a:solidFill>
                <a:latin typeface="Times New Roman" panose="02020603050405020304" pitchFamily="18" charset="0"/>
                <a:cs typeface="Times New Roman" panose="02020603050405020304" pitchFamily="18" charset="0"/>
              </a:rPr>
              <a:t>解：</a:t>
            </a:r>
            <a:r>
              <a:rPr lang="zh-CN" altLang="en-US" sz="2800" b="1">
                <a:latin typeface="Times New Roman" panose="02020603050405020304" pitchFamily="18" charset="0"/>
                <a:cs typeface="Times New Roman" panose="02020603050405020304" pitchFamily="18" charset="0"/>
              </a:rPr>
              <a:t>取  </a:t>
            </a:r>
            <a:r>
              <a:rPr lang="en-US" altLang="zh-CN" sz="2800" b="1" i="1">
                <a:latin typeface="Times New Roman" panose="02020603050405020304" pitchFamily="18" charset="0"/>
                <a:cs typeface="Times New Roman" panose="02020603050405020304" pitchFamily="18" charset="0"/>
              </a:rPr>
              <a:t>m + M</a:t>
            </a:r>
            <a:r>
              <a:rPr lang="en-US" altLang="zh-CN" sz="2800" b="1">
                <a:latin typeface="Times New Roman" panose="02020603050405020304" pitchFamily="18" charset="0"/>
                <a:cs typeface="Times New Roman" panose="02020603050405020304" pitchFamily="18" charset="0"/>
              </a:rPr>
              <a:t> + </a:t>
            </a:r>
            <a:r>
              <a:rPr lang="zh-CN" altLang="en-US" sz="2800" b="1">
                <a:latin typeface="Times New Roman" panose="02020603050405020304" pitchFamily="18" charset="0"/>
                <a:cs typeface="Times New Roman" panose="02020603050405020304" pitchFamily="18" charset="0"/>
              </a:rPr>
              <a:t>绳 </a:t>
            </a:r>
            <a:r>
              <a:rPr lang="en-US" altLang="zh-CN" sz="2800" b="1">
                <a:latin typeface="Times New Roman" panose="02020603050405020304" pitchFamily="18" charset="0"/>
                <a:cs typeface="Times New Roman" panose="02020603050405020304" pitchFamily="18" charset="0"/>
              </a:rPr>
              <a:t>+ </a:t>
            </a:r>
            <a:r>
              <a:rPr lang="zh-CN" altLang="en-US" sz="2800" b="1">
                <a:latin typeface="Times New Roman" panose="02020603050405020304" pitchFamily="18" charset="0"/>
                <a:cs typeface="Times New Roman" panose="02020603050405020304" pitchFamily="18" charset="0"/>
              </a:rPr>
              <a:t>弹簧 </a:t>
            </a:r>
            <a:r>
              <a:rPr lang="en-US" altLang="zh-CN" sz="2800" b="1">
                <a:latin typeface="Times New Roman" panose="02020603050405020304" pitchFamily="18" charset="0"/>
                <a:cs typeface="Times New Roman" panose="02020603050405020304" pitchFamily="18" charset="0"/>
              </a:rPr>
              <a:t>+ </a:t>
            </a:r>
            <a:r>
              <a:rPr lang="zh-CN" altLang="en-US" sz="2800" b="1">
                <a:latin typeface="Times New Roman" panose="02020603050405020304" pitchFamily="18" charset="0"/>
                <a:cs typeface="Times New Roman" panose="02020603050405020304" pitchFamily="18" charset="0"/>
              </a:rPr>
              <a:t>地球   为一系统</a:t>
            </a:r>
            <a:endParaRPr lang="zh-CN" altLang="en-US" sz="2800" b="1">
              <a:latin typeface="Times New Roman" panose="02020603050405020304" pitchFamily="18" charset="0"/>
              <a:cs typeface="Times New Roman" panose="02020603050405020304" pitchFamily="18" charset="0"/>
            </a:endParaRPr>
          </a:p>
        </p:txBody>
      </p:sp>
      <p:sp>
        <p:nvSpPr>
          <p:cNvPr id="36866" name="Line 15"/>
          <p:cNvSpPr>
            <a:spLocks noChangeShapeType="1"/>
          </p:cNvSpPr>
          <p:nvPr/>
        </p:nvSpPr>
        <p:spPr bwMode="auto">
          <a:xfrm>
            <a:off x="2362200" y="6858000"/>
            <a:ext cx="533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6867" name="Group 27"/>
          <p:cNvGrpSpPr/>
          <p:nvPr/>
        </p:nvGrpSpPr>
        <p:grpSpPr bwMode="auto">
          <a:xfrm>
            <a:off x="7696200" y="2362200"/>
            <a:ext cx="2667000" cy="2667000"/>
            <a:chOff x="240" y="2448"/>
            <a:chExt cx="1680" cy="1680"/>
          </a:xfrm>
        </p:grpSpPr>
        <p:sp>
          <p:nvSpPr>
            <p:cNvPr id="36868" name="Oval 6"/>
            <p:cNvSpPr>
              <a:spLocks noChangeArrowheads="1"/>
            </p:cNvSpPr>
            <p:nvPr/>
          </p:nvSpPr>
          <p:spPr bwMode="auto">
            <a:xfrm>
              <a:off x="528" y="2664"/>
              <a:ext cx="672" cy="624"/>
            </a:xfrm>
            <a:prstGeom prst="ellipse">
              <a:avLst/>
            </a:prstGeom>
            <a:solidFill>
              <a:schemeClr val="hlink"/>
            </a:solidFill>
            <a:ln w="9525">
              <a:solidFill>
                <a:schemeClr val="tx1"/>
              </a:solidFill>
              <a:round/>
            </a:ln>
          </p:spPr>
          <p:txBody>
            <a:bodyPr wrap="none"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6869" name="Line 4"/>
            <p:cNvSpPr>
              <a:spLocks noChangeShapeType="1"/>
            </p:cNvSpPr>
            <p:nvPr/>
          </p:nvSpPr>
          <p:spPr bwMode="auto">
            <a:xfrm>
              <a:off x="240" y="2448"/>
              <a:ext cx="129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0" name="Line 5"/>
            <p:cNvSpPr>
              <a:spLocks noChangeShapeType="1"/>
            </p:cNvSpPr>
            <p:nvPr/>
          </p:nvSpPr>
          <p:spPr bwMode="auto">
            <a:xfrm>
              <a:off x="864" y="2448"/>
              <a:ext cx="0" cy="5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1" name="Line 7"/>
            <p:cNvSpPr>
              <a:spLocks noChangeShapeType="1"/>
            </p:cNvSpPr>
            <p:nvPr/>
          </p:nvSpPr>
          <p:spPr bwMode="auto">
            <a:xfrm>
              <a:off x="528" y="2976"/>
              <a:ext cx="0" cy="5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2" name="Line 9"/>
            <p:cNvSpPr>
              <a:spLocks noChangeShapeType="1"/>
            </p:cNvSpPr>
            <p:nvPr/>
          </p:nvSpPr>
          <p:spPr bwMode="auto">
            <a:xfrm>
              <a:off x="528" y="3504"/>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3" name="Line 10"/>
            <p:cNvSpPr>
              <a:spLocks noChangeShapeType="1"/>
            </p:cNvSpPr>
            <p:nvPr/>
          </p:nvSpPr>
          <p:spPr bwMode="auto">
            <a:xfrm>
              <a:off x="528" y="3504"/>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4" name="Line 11"/>
            <p:cNvSpPr>
              <a:spLocks noChangeShapeType="1"/>
            </p:cNvSpPr>
            <p:nvPr/>
          </p:nvSpPr>
          <p:spPr bwMode="auto">
            <a:xfrm flipH="1">
              <a:off x="528" y="3648"/>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5" name="Line 12"/>
            <p:cNvSpPr>
              <a:spLocks noChangeShapeType="1"/>
            </p:cNvSpPr>
            <p:nvPr/>
          </p:nvSpPr>
          <p:spPr bwMode="auto">
            <a:xfrm>
              <a:off x="528" y="3792"/>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6" name="Line 13"/>
            <p:cNvSpPr>
              <a:spLocks noChangeShapeType="1"/>
            </p:cNvSpPr>
            <p:nvPr/>
          </p:nvSpPr>
          <p:spPr bwMode="auto">
            <a:xfrm flipH="1">
              <a:off x="528" y="3936"/>
              <a:ext cx="144"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7" name="Line 14"/>
            <p:cNvSpPr>
              <a:spLocks noChangeShapeType="1"/>
            </p:cNvSpPr>
            <p:nvPr/>
          </p:nvSpPr>
          <p:spPr bwMode="auto">
            <a:xfrm rot="2462120">
              <a:off x="524" y="4087"/>
              <a:ext cx="168"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8" name="Line 16"/>
            <p:cNvSpPr>
              <a:spLocks noChangeShapeType="1"/>
            </p:cNvSpPr>
            <p:nvPr/>
          </p:nvSpPr>
          <p:spPr bwMode="auto">
            <a:xfrm>
              <a:off x="240" y="4128"/>
              <a:ext cx="81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9" name="Line 17"/>
            <p:cNvSpPr>
              <a:spLocks noChangeShapeType="1"/>
            </p:cNvSpPr>
            <p:nvPr/>
          </p:nvSpPr>
          <p:spPr bwMode="auto">
            <a:xfrm>
              <a:off x="1200" y="2976"/>
              <a:ext cx="0" cy="5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80" name="Rectangle 18"/>
            <p:cNvSpPr>
              <a:spLocks noChangeArrowheads="1"/>
            </p:cNvSpPr>
            <p:nvPr/>
          </p:nvSpPr>
          <p:spPr bwMode="auto">
            <a:xfrm>
              <a:off x="1056" y="3504"/>
              <a:ext cx="288" cy="144"/>
            </a:xfrm>
            <a:prstGeom prst="rect">
              <a:avLst/>
            </a:prstGeom>
            <a:solidFill>
              <a:schemeClr val="accent1"/>
            </a:solidFill>
            <a:ln w="9525">
              <a:solidFill>
                <a:schemeClr val="tx1"/>
              </a:solidFill>
              <a:miter lim="800000"/>
            </a:ln>
          </p:spPr>
          <p:txBody>
            <a:bodyPr wrap="none"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6881" name="AutoShape 19"/>
            <p:cNvSpPr/>
            <p:nvPr/>
          </p:nvSpPr>
          <p:spPr bwMode="auto">
            <a:xfrm>
              <a:off x="1344" y="3504"/>
              <a:ext cx="48" cy="480"/>
            </a:xfrm>
            <a:prstGeom prst="rightBrace">
              <a:avLst>
                <a:gd name="adj1" fmla="val 8328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zh-CN" b="1">
                <a:latin typeface="Times New Roman" panose="02020603050405020304" pitchFamily="18" charset="0"/>
                <a:cs typeface="Times New Roman" panose="02020603050405020304" pitchFamily="18" charset="0"/>
              </a:endParaRPr>
            </a:p>
          </p:txBody>
        </p:sp>
        <p:sp>
          <p:nvSpPr>
            <p:cNvPr id="36882" name="Text Box 20"/>
            <p:cNvSpPr txBox="1">
              <a:spLocks noChangeArrowheads="1"/>
            </p:cNvSpPr>
            <p:nvPr/>
          </p:nvSpPr>
          <p:spPr bwMode="auto">
            <a:xfrm>
              <a:off x="1392" y="3648"/>
              <a:ext cx="3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h</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6883" name="Text Box 21"/>
            <p:cNvSpPr txBox="1">
              <a:spLocks noChangeArrowheads="1"/>
            </p:cNvSpPr>
            <p:nvPr/>
          </p:nvSpPr>
          <p:spPr bwMode="auto">
            <a:xfrm>
              <a:off x="1392" y="3360"/>
              <a:ext cx="3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m</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6884" name="Text Box 22"/>
            <p:cNvSpPr txBox="1">
              <a:spLocks noChangeArrowheads="1"/>
            </p:cNvSpPr>
            <p:nvPr/>
          </p:nvSpPr>
          <p:spPr bwMode="auto">
            <a:xfrm>
              <a:off x="1200" y="2664"/>
              <a:ext cx="72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M</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6885" name="Line 23"/>
            <p:cNvSpPr>
              <a:spLocks noChangeShapeType="1"/>
            </p:cNvSpPr>
            <p:nvPr/>
          </p:nvSpPr>
          <p:spPr bwMode="auto">
            <a:xfrm flipH="1" flipV="1">
              <a:off x="528" y="2952"/>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86" name="Text Box 24"/>
            <p:cNvSpPr txBox="1">
              <a:spLocks noChangeArrowheads="1"/>
            </p:cNvSpPr>
            <p:nvPr/>
          </p:nvSpPr>
          <p:spPr bwMode="auto">
            <a:xfrm>
              <a:off x="672" y="2976"/>
              <a:ext cx="3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R</a:t>
              </a:r>
              <a:endParaRPr lang="en-US" altLang="zh-CN" b="1" i="1">
                <a:solidFill>
                  <a:srgbClr val="0033CC"/>
                </a:solidFill>
                <a:latin typeface="Times New Roman" panose="02020603050405020304" pitchFamily="18" charset="0"/>
                <a:cs typeface="Times New Roman" panose="02020603050405020304" pitchFamily="18" charset="0"/>
              </a:endParaRPr>
            </a:p>
          </p:txBody>
        </p:sp>
        <p:sp>
          <p:nvSpPr>
            <p:cNvPr id="36887" name="Text Box 25"/>
            <p:cNvSpPr txBox="1">
              <a:spLocks noChangeArrowheads="1"/>
            </p:cNvSpPr>
            <p:nvPr/>
          </p:nvSpPr>
          <p:spPr bwMode="auto">
            <a:xfrm>
              <a:off x="240" y="3648"/>
              <a:ext cx="28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b="1" i="1">
                  <a:solidFill>
                    <a:srgbClr val="0033CC"/>
                  </a:solidFill>
                  <a:latin typeface="Times New Roman" panose="02020603050405020304" pitchFamily="18" charset="0"/>
                  <a:cs typeface="Times New Roman" panose="02020603050405020304" pitchFamily="18" charset="0"/>
                </a:rPr>
                <a:t>k</a:t>
              </a:r>
              <a:endParaRPr lang="en-US" altLang="zh-CN" b="1" i="1">
                <a:solidFill>
                  <a:srgbClr val="0033CC"/>
                </a:solidFill>
                <a:latin typeface="Times New Roman" panose="02020603050405020304" pitchFamily="18" charset="0"/>
                <a:cs typeface="Times New Roman" panose="02020603050405020304" pitchFamily="18" charset="0"/>
              </a:endParaRPr>
            </a:p>
          </p:txBody>
        </p:sp>
      </p:grpSp>
      <p:sp>
        <p:nvSpPr>
          <p:cNvPr id="63516" name="Text Box 28"/>
          <p:cNvSpPr txBox="1">
            <a:spLocks noChangeArrowheads="1"/>
          </p:cNvSpPr>
          <p:nvPr/>
        </p:nvSpPr>
        <p:spPr bwMode="auto">
          <a:xfrm>
            <a:off x="2057400" y="1614489"/>
            <a:ext cx="7062788"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solidFill>
                  <a:srgbClr val="9C0808"/>
                </a:solidFill>
                <a:latin typeface="Times New Roman" panose="02020603050405020304" pitchFamily="18" charset="0"/>
                <a:cs typeface="Times New Roman" panose="02020603050405020304" pitchFamily="18" charset="0"/>
              </a:rPr>
              <a:t>外力：</a:t>
            </a:r>
            <a:r>
              <a:rPr lang="zh-CN" altLang="en-US" sz="2800" b="1">
                <a:latin typeface="Times New Roman" panose="02020603050405020304" pitchFamily="18" charset="0"/>
                <a:cs typeface="Times New Roman" panose="02020603050405020304" pitchFamily="18" charset="0"/>
              </a:rPr>
              <a:t>轴承支承力和地面对弹簧的支持力。</a:t>
            </a:r>
            <a:endParaRPr lang="zh-CN" altLang="en-US" sz="2800" b="1">
              <a:latin typeface="Times New Roman" panose="02020603050405020304" pitchFamily="18" charset="0"/>
              <a:cs typeface="Times New Roman" panose="02020603050405020304" pitchFamily="18" charset="0"/>
            </a:endParaRPr>
          </a:p>
        </p:txBody>
      </p:sp>
      <p:sp>
        <p:nvSpPr>
          <p:cNvPr id="63517" name="Rectangle 29"/>
          <p:cNvSpPr>
            <a:spLocks noChangeArrowheads="1"/>
          </p:cNvSpPr>
          <p:nvPr/>
        </p:nvSpPr>
        <p:spPr bwMode="auto">
          <a:xfrm>
            <a:off x="2057401" y="2209801"/>
            <a:ext cx="5407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800" b="1">
                <a:solidFill>
                  <a:srgbClr val="9C0808"/>
                </a:solidFill>
                <a:latin typeface="Times New Roman" panose="02020603050405020304" pitchFamily="18" charset="0"/>
                <a:cs typeface="Times New Roman" panose="02020603050405020304" pitchFamily="18" charset="0"/>
              </a:rPr>
              <a:t>内力：</a:t>
            </a:r>
            <a:r>
              <a:rPr lang="zh-CN" altLang="en-US" sz="2800" b="1">
                <a:latin typeface="Times New Roman" panose="02020603050405020304" pitchFamily="18" charset="0"/>
                <a:cs typeface="Times New Roman" panose="02020603050405020304" pitchFamily="18" charset="0"/>
              </a:rPr>
              <a:t>重力，弹性力为保守力</a:t>
            </a:r>
            <a:endParaRPr lang="zh-CN" altLang="en-US" sz="2800" b="1">
              <a:latin typeface="Times New Roman" panose="02020603050405020304" pitchFamily="18" charset="0"/>
              <a:cs typeface="Times New Roman" panose="02020603050405020304" pitchFamily="18" charset="0"/>
            </a:endParaRPr>
          </a:p>
          <a:p>
            <a:pPr>
              <a:lnSpc>
                <a:spcPct val="120000"/>
              </a:lnSpc>
            </a:pPr>
            <a:r>
              <a:rPr lang="zh-CN" altLang="en-US" sz="2800" b="1">
                <a:latin typeface="Times New Roman" panose="02020603050405020304" pitchFamily="18" charset="0"/>
                <a:cs typeface="Times New Roman" panose="02020603050405020304" pitchFamily="18" charset="0"/>
              </a:rPr>
              <a:t>            绳不伸长，张力功为零。</a:t>
            </a:r>
            <a:endParaRPr lang="zh-CN" altLang="en-US" sz="2800" b="1">
              <a:latin typeface="Times New Roman" panose="02020603050405020304" pitchFamily="18" charset="0"/>
              <a:cs typeface="Times New Roman" panose="02020603050405020304" pitchFamily="18" charset="0"/>
            </a:endParaRPr>
          </a:p>
          <a:p>
            <a:pPr>
              <a:lnSpc>
                <a:spcPct val="120000"/>
              </a:lnSpc>
            </a:pPr>
            <a:r>
              <a:rPr lang="zh-CN" altLang="en-US" sz="2800" b="1">
                <a:latin typeface="Times New Roman" panose="02020603050405020304" pitchFamily="18" charset="0"/>
                <a:cs typeface="Times New Roman" panose="02020603050405020304" pitchFamily="18" charset="0"/>
              </a:rPr>
              <a:t>            绳与轮间无相对滑动，</a:t>
            </a:r>
            <a:endParaRPr lang="zh-CN" altLang="en-US" sz="2800" b="1">
              <a:latin typeface="Times New Roman" panose="02020603050405020304" pitchFamily="18" charset="0"/>
              <a:cs typeface="Times New Roman" panose="02020603050405020304" pitchFamily="18" charset="0"/>
            </a:endParaRPr>
          </a:p>
          <a:p>
            <a:pPr>
              <a:lnSpc>
                <a:spcPct val="120000"/>
              </a:lnSpc>
            </a:pPr>
            <a:r>
              <a:rPr lang="zh-CN" altLang="en-US" sz="2800" b="1">
                <a:latin typeface="Times New Roman" panose="02020603050405020304" pitchFamily="18" charset="0"/>
                <a:cs typeface="Times New Roman" panose="02020603050405020304" pitchFamily="18" charset="0"/>
              </a:rPr>
              <a:t>            摩擦力功为零。</a:t>
            </a:r>
            <a:endParaRPr lang="zh-CN" altLang="en-US" sz="2800" b="1">
              <a:latin typeface="Times New Roman" panose="02020603050405020304" pitchFamily="18" charset="0"/>
              <a:cs typeface="Times New Roman" panose="02020603050405020304" pitchFamily="18" charset="0"/>
            </a:endParaRPr>
          </a:p>
        </p:txBody>
      </p:sp>
      <p:sp>
        <p:nvSpPr>
          <p:cNvPr id="35871" name="Text Box 2"/>
          <p:cNvSpPr txBox="1">
            <a:spLocks noChangeArrowheads="1"/>
          </p:cNvSpPr>
          <p:nvPr/>
        </p:nvSpPr>
        <p:spPr bwMode="auto">
          <a:xfrm>
            <a:off x="2057400" y="4586289"/>
            <a:ext cx="34290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Times New Roman" panose="02020603050405020304" pitchFamily="18" charset="0"/>
                <a:cs typeface="Times New Roman" panose="02020603050405020304" pitchFamily="18" charset="0"/>
              </a:rPr>
              <a:t>系统机械能守恒</a:t>
            </a:r>
            <a:endParaRPr lang="zh-CN" altLang="en-US" sz="2800" b="1">
              <a:latin typeface="Times New Roman" panose="02020603050405020304" pitchFamily="18" charset="0"/>
              <a:cs typeface="Times New Roman" panose="02020603050405020304" pitchFamily="18" charset="0"/>
            </a:endParaRPr>
          </a:p>
        </p:txBody>
      </p:sp>
      <p:graphicFrame>
        <p:nvGraphicFramePr>
          <p:cNvPr id="64515" name="Object 2"/>
          <p:cNvGraphicFramePr/>
          <p:nvPr/>
        </p:nvGraphicFramePr>
        <p:xfrm>
          <a:off x="1905000" y="5222876"/>
          <a:ext cx="8305800" cy="873125"/>
        </p:xfrm>
        <a:graphic>
          <a:graphicData uri="http://schemas.openxmlformats.org/presentationml/2006/ole">
            <mc:AlternateContent xmlns:mc="http://schemas.openxmlformats.org/markup-compatibility/2006">
              <mc:Choice xmlns:v="urn:schemas-microsoft-com:vml" Requires="v">
                <p:oleObj spid="_x0000_s36913" name="" r:id="rId1" imgW="4539615" imgH="473710" progId="Equation.3">
                  <p:embed/>
                </p:oleObj>
              </mc:Choice>
              <mc:Fallback>
                <p:oleObj name="" r:id="rId1" imgW="4539615" imgH="473710"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5222876"/>
                        <a:ext cx="8305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strips(downRight)">
                                      <p:cBhvr>
                                        <p:cTn id="7" dur="500"/>
                                        <p:tgtEl>
                                          <p:spTgt spid="6349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3516"/>
                                        </p:tgtEl>
                                        <p:attrNameLst>
                                          <p:attrName>style.visibility</p:attrName>
                                        </p:attrNameLst>
                                      </p:cBhvr>
                                      <p:to>
                                        <p:strVal val="visible"/>
                                      </p:to>
                                    </p:set>
                                    <p:animEffect transition="in" filter="strips(downRight)">
                                      <p:cBhvr>
                                        <p:cTn id="12" dur="500"/>
                                        <p:tgtEl>
                                          <p:spTgt spid="635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63517"/>
                                        </p:tgtEl>
                                        <p:attrNameLst>
                                          <p:attrName>style.visibility</p:attrName>
                                        </p:attrNameLst>
                                      </p:cBhvr>
                                      <p:to>
                                        <p:strVal val="visible"/>
                                      </p:to>
                                    </p:set>
                                    <p:animEffect transition="in" filter="blinds(vertical)">
                                      <p:cBhvr>
                                        <p:cTn id="17" dur="500"/>
                                        <p:tgtEl>
                                          <p:spTgt spid="635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871"/>
                                        </p:tgtEl>
                                        <p:attrNameLst>
                                          <p:attrName>style.visibility</p:attrName>
                                        </p:attrNameLst>
                                      </p:cBhvr>
                                      <p:to>
                                        <p:strVal val="visible"/>
                                      </p:to>
                                    </p:set>
                                    <p:animEffect transition="in" filter="blinds(horizontal)">
                                      <p:cBhvr>
                                        <p:cTn id="22" dur="500"/>
                                        <p:tgtEl>
                                          <p:spTgt spid="3587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64515"/>
                                        </p:tgtEl>
                                        <p:attrNameLst>
                                          <p:attrName>style.visibility</p:attrName>
                                        </p:attrNameLst>
                                      </p:cBhvr>
                                      <p:to>
                                        <p:strVal val="visible"/>
                                      </p:to>
                                    </p:set>
                                    <p:animEffect transition="in" filter="blinds(vertical)">
                                      <p:cBhvr>
                                        <p:cTn id="27" dur="500"/>
                                        <p:tgtEl>
                                          <p:spTgt spid="64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P spid="63516" grpId="0"/>
      <p:bldP spid="63517" grpId="0"/>
      <p:bldP spid="3587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5" name="Object 2"/>
          <p:cNvGraphicFramePr/>
          <p:nvPr/>
        </p:nvGraphicFramePr>
        <p:xfrm>
          <a:off x="1905000" y="914401"/>
          <a:ext cx="8305800" cy="873125"/>
        </p:xfrm>
        <a:graphic>
          <a:graphicData uri="http://schemas.openxmlformats.org/presentationml/2006/ole">
            <mc:AlternateContent xmlns:mc="http://schemas.openxmlformats.org/markup-compatibility/2006">
              <mc:Choice xmlns:v="urn:schemas-microsoft-com:vml" Requires="v">
                <p:oleObj spid="_x0000_s38001" name="" r:id="rId1" imgW="4539615" imgH="473710" progId="Equation.3">
                  <p:embed/>
                </p:oleObj>
              </mc:Choice>
              <mc:Fallback>
                <p:oleObj name="" r:id="rId1" imgW="4539615" imgH="473710"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914401"/>
                        <a:ext cx="8305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6" name="Object 3"/>
          <p:cNvGraphicFramePr/>
          <p:nvPr/>
        </p:nvGraphicFramePr>
        <p:xfrm>
          <a:off x="3657600" y="1930400"/>
          <a:ext cx="4419600" cy="889000"/>
        </p:xfrm>
        <a:graphic>
          <a:graphicData uri="http://schemas.openxmlformats.org/presentationml/2006/ole">
            <mc:AlternateContent xmlns:mc="http://schemas.openxmlformats.org/markup-compatibility/2006">
              <mc:Choice xmlns:v="urn:schemas-microsoft-com:vml" Requires="v">
                <p:oleObj spid="_x0000_s38002" name="" r:id="rId3" imgW="1983105" imgH="473710" progId="Equation.3">
                  <p:embed/>
                </p:oleObj>
              </mc:Choice>
              <mc:Fallback>
                <p:oleObj name="" r:id="rId3" imgW="1983105" imgH="473710"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1930400"/>
                        <a:ext cx="44196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7" name="Object 4"/>
          <p:cNvGraphicFramePr/>
          <p:nvPr/>
        </p:nvGraphicFramePr>
        <p:xfrm>
          <a:off x="3657600" y="3059114"/>
          <a:ext cx="2795588" cy="1055687"/>
        </p:xfrm>
        <a:graphic>
          <a:graphicData uri="http://schemas.openxmlformats.org/presentationml/2006/ole">
            <mc:AlternateContent xmlns:mc="http://schemas.openxmlformats.org/markup-compatibility/2006">
              <mc:Choice xmlns:v="urn:schemas-microsoft-com:vml" Requires="v">
                <p:oleObj spid="_x0000_s38003" name="" r:id="rId5" imgW="1609725" imgH="564515" progId="Equation.3">
                  <p:embed/>
                </p:oleObj>
              </mc:Choice>
              <mc:Fallback>
                <p:oleObj name="" r:id="rId5" imgW="1609725" imgH="564515"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059114"/>
                        <a:ext cx="2795588"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8" name="Object 5"/>
          <p:cNvGraphicFramePr/>
          <p:nvPr/>
        </p:nvGraphicFramePr>
        <p:xfrm>
          <a:off x="1905000" y="4267201"/>
          <a:ext cx="8763000" cy="887413"/>
        </p:xfrm>
        <a:graphic>
          <a:graphicData uri="http://schemas.openxmlformats.org/presentationml/2006/ole">
            <mc:AlternateContent xmlns:mc="http://schemas.openxmlformats.org/markup-compatibility/2006">
              <mc:Choice xmlns:v="urn:schemas-microsoft-com:vml" Requires="v">
                <p:oleObj spid="_x0000_s38004" name="" r:id="rId7" imgW="4784725" imgH="473710" progId="Equation.3">
                  <p:embed/>
                </p:oleObj>
              </mc:Choice>
              <mc:Fallback>
                <p:oleObj name="" r:id="rId7" imgW="4784725" imgH="473710"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4267201"/>
                        <a:ext cx="8763000"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0"/>
          <p:cNvGrpSpPr/>
          <p:nvPr/>
        </p:nvGrpSpPr>
        <p:grpSpPr bwMode="auto">
          <a:xfrm>
            <a:off x="2133600" y="5434013"/>
            <a:ext cx="8305800" cy="787400"/>
            <a:chOff x="384" y="3392"/>
            <a:chExt cx="5232" cy="496"/>
          </a:xfrm>
        </p:grpSpPr>
        <p:sp>
          <p:nvSpPr>
            <p:cNvPr id="37894" name="Text Box 7"/>
            <p:cNvSpPr txBox="1">
              <a:spLocks noChangeArrowheads="1"/>
            </p:cNvSpPr>
            <p:nvPr/>
          </p:nvSpPr>
          <p:spPr bwMode="auto">
            <a:xfrm>
              <a:off x="384" y="3500"/>
              <a:ext cx="523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solidFill>
                    <a:srgbClr val="00487E"/>
                  </a:solidFill>
                  <a:latin typeface="Times New Roman" panose="02020603050405020304" pitchFamily="18" charset="0"/>
                  <a:cs typeface="Times New Roman" panose="02020603050405020304" pitchFamily="18" charset="0"/>
                </a:rPr>
                <a:t>注意：</a:t>
              </a:r>
              <a:r>
                <a:rPr lang="en-US" altLang="zh-CN" sz="2800" b="1" i="1">
                  <a:solidFill>
                    <a:srgbClr val="00487E"/>
                  </a:solidFill>
                  <a:latin typeface="Times New Roman" panose="02020603050405020304" pitchFamily="18" charset="0"/>
                  <a:cs typeface="Times New Roman" panose="02020603050405020304" pitchFamily="18" charset="0"/>
                </a:rPr>
                <a:t>m</a:t>
              </a:r>
              <a:r>
                <a:rPr lang="en-US" altLang="zh-CN" sz="2800" b="1">
                  <a:solidFill>
                    <a:srgbClr val="00487E"/>
                  </a:solidFill>
                  <a:latin typeface="Times New Roman" panose="02020603050405020304" pitchFamily="18" charset="0"/>
                  <a:cs typeface="Times New Roman" panose="02020603050405020304" pitchFamily="18" charset="0"/>
                </a:rPr>
                <a:t> </a:t>
              </a:r>
              <a:r>
                <a:rPr lang="zh-CN" altLang="en-US" sz="2800" b="1">
                  <a:solidFill>
                    <a:srgbClr val="00487E"/>
                  </a:solidFill>
                  <a:latin typeface="Times New Roman" panose="02020603050405020304" pitchFamily="18" charset="0"/>
                  <a:cs typeface="Times New Roman" panose="02020603050405020304" pitchFamily="18" charset="0"/>
                </a:rPr>
                <a:t>的动能                   不要重复计算。</a:t>
              </a:r>
              <a:endParaRPr lang="zh-CN" altLang="en-US" sz="2800" b="1">
                <a:solidFill>
                  <a:srgbClr val="00487E"/>
                </a:solidFill>
                <a:latin typeface="Times New Roman" panose="02020603050405020304" pitchFamily="18" charset="0"/>
                <a:cs typeface="Times New Roman" panose="02020603050405020304" pitchFamily="18" charset="0"/>
              </a:endParaRPr>
            </a:p>
          </p:txBody>
        </p:sp>
        <p:graphicFrame>
          <p:nvGraphicFramePr>
            <p:cNvPr id="37895" name="Object 6"/>
            <p:cNvGraphicFramePr/>
            <p:nvPr/>
          </p:nvGraphicFramePr>
          <p:xfrm>
            <a:off x="2160" y="3392"/>
            <a:ext cx="672" cy="496"/>
          </p:xfrm>
          <a:graphic>
            <a:graphicData uri="http://schemas.openxmlformats.org/presentationml/2006/ole">
              <mc:AlternateContent xmlns:mc="http://schemas.openxmlformats.org/markup-compatibility/2006">
                <mc:Choice xmlns:v="urn:schemas-microsoft-com:vml" Requires="v">
                  <p:oleObj spid="_x0000_s38005" name="" r:id="rId9" imgW="502285" imgH="473710" progId="Equation.3">
                    <p:embed/>
                  </p:oleObj>
                </mc:Choice>
                <mc:Fallback>
                  <p:oleObj name="" r:id="rId9" imgW="502285" imgH="473710" progId="Equation.3">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0" y="3392"/>
                          <a:ext cx="672" cy="496"/>
                        </a:xfrm>
                        <a:prstGeom prst="rect">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blinds(vertical)">
                                      <p:cBhvr>
                                        <p:cTn id="7" dur="500"/>
                                        <p:tgtEl>
                                          <p:spTgt spid="645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4516"/>
                                        </p:tgtEl>
                                        <p:attrNameLst>
                                          <p:attrName>style.visibility</p:attrName>
                                        </p:attrNameLst>
                                      </p:cBhvr>
                                      <p:to>
                                        <p:strVal val="visible"/>
                                      </p:to>
                                    </p:set>
                                    <p:animEffect transition="in" filter="blinds(horizontal)">
                                      <p:cBhvr>
                                        <p:cTn id="12" dur="500"/>
                                        <p:tgtEl>
                                          <p:spTgt spid="645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64517"/>
                                        </p:tgtEl>
                                        <p:attrNameLst>
                                          <p:attrName>style.visibility</p:attrName>
                                        </p:attrNameLst>
                                      </p:cBhvr>
                                      <p:to>
                                        <p:strVal val="visible"/>
                                      </p:to>
                                    </p:set>
                                    <p:animEffect transition="in" filter="blinds(vertical)">
                                      <p:cBhvr>
                                        <p:cTn id="17" dur="500"/>
                                        <p:tgtEl>
                                          <p:spTgt spid="645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4518"/>
                                        </p:tgtEl>
                                        <p:attrNameLst>
                                          <p:attrName>style.visibility</p:attrName>
                                        </p:attrNameLst>
                                      </p:cBhvr>
                                      <p:to>
                                        <p:strVal val="visible"/>
                                      </p:to>
                                    </p:set>
                                    <p:animEffect transition="in" filter="blinds(horizontal)">
                                      <p:cBhvr>
                                        <p:cTn id="22" dur="500"/>
                                        <p:tgtEl>
                                          <p:spTgt spid="645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vertic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a:spLocks noChangeArrowheads="1"/>
          </p:cNvSpPr>
          <p:nvPr/>
        </p:nvSpPr>
        <p:spPr bwMode="auto">
          <a:xfrm>
            <a:off x="1649412" y="663575"/>
            <a:ext cx="8893175"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dirty="0"/>
              <a:t>         </a:t>
            </a:r>
            <a:r>
              <a:rPr lang="zh-CN" altLang="en-US" sz="2800" b="1" dirty="0">
                <a:solidFill>
                  <a:srgbClr val="CC0000"/>
                </a:solidFill>
              </a:rPr>
              <a:t>例</a:t>
            </a:r>
            <a:r>
              <a:rPr lang="en-US" altLang="zh-CN" sz="2800" b="1" dirty="0">
                <a:solidFill>
                  <a:srgbClr val="CC0000"/>
                </a:solidFill>
              </a:rPr>
              <a:t>5  </a:t>
            </a:r>
            <a:r>
              <a:rPr lang="zh-CN" altLang="en-US" sz="2800" b="1" dirty="0"/>
              <a:t>有一吊扇第一档转速为 </a:t>
            </a:r>
            <a:r>
              <a:rPr lang="en-US" altLang="zh-CN" sz="2800" i="1" dirty="0">
                <a:latin typeface="Times New Roman" panose="02020603050405020304" pitchFamily="18" charset="0"/>
                <a:cs typeface="Times New Roman" panose="02020603050405020304" pitchFamily="18" charset="0"/>
              </a:rPr>
              <a:t>n</a:t>
            </a:r>
            <a:r>
              <a:rPr lang="en-US" altLang="zh-CN" sz="2800" baseline="-25000" dirty="0">
                <a:latin typeface="Times New Roman" panose="02020603050405020304" pitchFamily="18" charset="0"/>
                <a:cs typeface="Times New Roman" panose="02020603050405020304" pitchFamily="18" charset="0"/>
              </a:rPr>
              <a:t>1 </a:t>
            </a:r>
            <a:r>
              <a:rPr lang="en-US" altLang="zh-CN" sz="2800" dirty="0">
                <a:latin typeface="Times New Roman" panose="02020603050405020304" pitchFamily="18" charset="0"/>
                <a:cs typeface="Times New Roman" panose="02020603050405020304" pitchFamily="18" charset="0"/>
              </a:rPr>
              <a:t>= 7r/s,  </a:t>
            </a:r>
            <a:r>
              <a:rPr lang="zh-CN" altLang="en-US" sz="2800" b="1" dirty="0"/>
              <a:t>第二档转速为 </a:t>
            </a:r>
            <a:r>
              <a:rPr lang="en-US" altLang="zh-CN" sz="2800" i="1" dirty="0">
                <a:latin typeface="Times New Roman" panose="02020603050405020304" pitchFamily="18" charset="0"/>
                <a:cs typeface="Times New Roman" panose="02020603050405020304" pitchFamily="18" charset="0"/>
              </a:rPr>
              <a:t>n</a:t>
            </a:r>
            <a:r>
              <a:rPr lang="en-US" altLang="zh-CN" sz="2800" baseline="-25000" dirty="0">
                <a:latin typeface="Times New Roman" panose="02020603050405020304" pitchFamily="18" charset="0"/>
                <a:cs typeface="Times New Roman" panose="02020603050405020304" pitchFamily="18" charset="0"/>
              </a:rPr>
              <a:t>2 </a:t>
            </a:r>
            <a:r>
              <a:rPr lang="en-US" altLang="zh-CN" sz="2800" dirty="0">
                <a:latin typeface="Times New Roman" panose="02020603050405020304" pitchFamily="18" charset="0"/>
                <a:cs typeface="Times New Roman" panose="02020603050405020304" pitchFamily="18" charset="0"/>
              </a:rPr>
              <a:t>= 10r/s.  </a:t>
            </a:r>
            <a:r>
              <a:rPr lang="zh-CN" altLang="en-US" sz="2800" b="1" dirty="0"/>
              <a:t>吊扇转动时要受到阻力矩 </a:t>
            </a:r>
            <a:r>
              <a:rPr lang="en-US" altLang="zh-CN" sz="2800" b="1" i="1" dirty="0" err="1">
                <a:latin typeface="Times New Roman" panose="02020603050405020304" pitchFamily="18" charset="0"/>
                <a:cs typeface="Times New Roman" panose="02020603050405020304" pitchFamily="18" charset="0"/>
              </a:rPr>
              <a:t>M</a:t>
            </a:r>
            <a:r>
              <a:rPr lang="en-US" altLang="zh-CN" sz="2800" b="1" baseline="-25000" dirty="0" err="1">
                <a:latin typeface="Times New Roman" panose="02020603050405020304" pitchFamily="18" charset="0"/>
                <a:cs typeface="Times New Roman" panose="02020603050405020304" pitchFamily="18" charset="0"/>
              </a:rPr>
              <a:t>f</a:t>
            </a:r>
            <a:r>
              <a:rPr lang="en-US" altLang="zh-CN" sz="2800" b="1" baseline="-25000" dirty="0">
                <a:latin typeface="Times New Roman" panose="02020603050405020304" pitchFamily="18" charset="0"/>
                <a:cs typeface="Times New Roman" panose="02020603050405020304" pitchFamily="18" charset="0"/>
              </a:rPr>
              <a:t>  </a:t>
            </a:r>
            <a:r>
              <a:rPr lang="zh-CN" altLang="en-US" sz="2800" b="1" dirty="0"/>
              <a:t>的作用</a:t>
            </a:r>
            <a:r>
              <a:rPr lang="en-US" altLang="zh-CN" sz="2800" b="1" dirty="0">
                <a:latin typeface="Times New Roman" panose="02020603050405020304" pitchFamily="18" charset="0"/>
                <a:cs typeface="Times New Roman" panose="02020603050405020304" pitchFamily="18" charset="0"/>
              </a:rPr>
              <a:t>,</a:t>
            </a:r>
            <a:r>
              <a:rPr lang="zh-CN" altLang="en-US" sz="2800" b="1" dirty="0"/>
              <a:t> 取阻力矩与角速度之间的关系</a:t>
            </a:r>
            <a:r>
              <a:rPr lang="zh-CN" altLang="en-US" sz="2800" b="1" dirty="0">
                <a:latin typeface="Times New Roman" panose="02020603050405020304" pitchFamily="18" charset="0"/>
                <a:cs typeface="Times New Roman" panose="02020603050405020304" pitchFamily="18" charset="0"/>
              </a:rPr>
              <a:t>为  </a:t>
            </a:r>
            <a:r>
              <a:rPr lang="en-US" altLang="zh-CN" sz="2800" b="1" i="1" dirty="0" err="1">
                <a:latin typeface="Times New Roman" panose="02020603050405020304" pitchFamily="18" charset="0"/>
                <a:cs typeface="Times New Roman" panose="02020603050405020304" pitchFamily="18" charset="0"/>
              </a:rPr>
              <a:t>M</a:t>
            </a:r>
            <a:r>
              <a:rPr lang="en-US" altLang="zh-CN" sz="2800" b="1" baseline="-25000" dirty="0" err="1">
                <a:latin typeface="Times New Roman" panose="02020603050405020304" pitchFamily="18" charset="0"/>
                <a:cs typeface="Times New Roman" panose="02020603050405020304" pitchFamily="18" charset="0"/>
              </a:rPr>
              <a:t>f</a:t>
            </a:r>
            <a:r>
              <a:rPr lang="en-US" altLang="zh-CN" sz="2800" b="1" baseline="-25000"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k</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 </a:t>
            </a:r>
            <a:r>
              <a:rPr lang="en-US" altLang="zh-CN" sz="2800" b="1" baseline="30000" dirty="0">
                <a:latin typeface="Times New Roman" panose="02020603050405020304" pitchFamily="18" charset="0"/>
                <a:cs typeface="Times New Roman" panose="02020603050405020304" pitchFamily="18" charset="0"/>
              </a:rPr>
              <a:t>2</a:t>
            </a:r>
            <a:r>
              <a:rPr lang="en-US" altLang="zh-CN" sz="2800" b="1" dirty="0">
                <a:latin typeface="Times New Roman" panose="02020603050405020304" pitchFamily="18" charset="0"/>
                <a:cs typeface="Times New Roman" panose="02020603050405020304" pitchFamily="18" charset="0"/>
              </a:rPr>
              <a:t>,   </a:t>
            </a:r>
            <a:r>
              <a:rPr lang="zh-CN" altLang="en-US" sz="2800" b="1" dirty="0"/>
              <a:t>其中系数</a:t>
            </a:r>
            <a:r>
              <a:rPr lang="zh-CN" altLang="en-US"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k </a:t>
            </a:r>
            <a:r>
              <a:rPr lang="en-US" altLang="zh-CN" sz="2800" dirty="0">
                <a:latin typeface="Times New Roman" panose="02020603050405020304" pitchFamily="18" charset="0"/>
                <a:cs typeface="Times New Roman" panose="02020603050405020304" pitchFamily="18" charset="0"/>
              </a:rPr>
              <a:t>= 2.74</a:t>
            </a:r>
            <a:r>
              <a:rPr lang="en-US" altLang="zh-CN" sz="2800" dirty="0">
                <a:latin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10</a:t>
            </a:r>
            <a:r>
              <a:rPr lang="en-US" altLang="zh-CN" sz="2800" baseline="30000" dirty="0">
                <a:latin typeface="Times New Roman" panose="02020603050405020304" pitchFamily="18" charset="0"/>
                <a:cs typeface="Times New Roman" panose="02020603050405020304" pitchFamily="18" charset="0"/>
              </a:rPr>
              <a:t>-4 </a:t>
            </a:r>
            <a:r>
              <a:rPr lang="en-US" altLang="zh-CN" sz="2800" dirty="0">
                <a:latin typeface="Times New Roman" panose="02020603050405020304" pitchFamily="18" charset="0"/>
                <a:cs typeface="Times New Roman" panose="02020603050405020304" pitchFamily="18" charset="0"/>
              </a:rPr>
              <a:t>N·m·rad</a:t>
            </a:r>
            <a:r>
              <a:rPr lang="en-US" altLang="zh-CN" sz="2800" baseline="30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·s</a:t>
            </a:r>
            <a:r>
              <a:rPr lang="en-US" altLang="zh-CN" sz="2800" baseline="30000" dirty="0">
                <a:latin typeface="Times New Roman" panose="02020603050405020304" pitchFamily="18" charset="0"/>
                <a:cs typeface="Times New Roman" panose="02020603050405020304" pitchFamily="18" charset="0"/>
              </a:rPr>
              <a:t>2 </a:t>
            </a:r>
            <a:r>
              <a:rPr lang="en-US" altLang="zh-CN" sz="2800" dirty="0">
                <a:latin typeface="Times New Roman" panose="02020603050405020304" pitchFamily="18" charset="0"/>
                <a:cs typeface="Times New Roman" panose="02020603050405020304" pitchFamily="18" charset="0"/>
              </a:rPr>
              <a:t>.  </a:t>
            </a:r>
            <a:r>
              <a:rPr lang="zh-CN" altLang="en-US" sz="2800" b="1" dirty="0">
                <a:solidFill>
                  <a:srgbClr val="CC0000"/>
                </a:solidFill>
              </a:rPr>
              <a:t>试求</a:t>
            </a:r>
            <a:br>
              <a:rPr lang="en-US" altLang="zh-CN" sz="2800" b="1" dirty="0">
                <a:solidFill>
                  <a:srgbClr val="CC0000"/>
                </a:solidFill>
              </a:rPr>
            </a:br>
            <a:r>
              <a:rPr lang="zh-CN" altLang="en-US" sz="2800" b="1" dirty="0">
                <a:latin typeface="Times New Roman" panose="02020603050405020304" pitchFamily="18" charset="0"/>
                <a:cs typeface="Times New Roman" panose="02020603050405020304" pitchFamily="18" charset="0"/>
              </a:rPr>
              <a:t>（</a:t>
            </a:r>
            <a:r>
              <a:rPr lang="en-US" altLang="zh-CN" sz="2800" b="1" dirty="0">
                <a:solidFill>
                  <a:srgbClr val="CC0000"/>
                </a:solidFill>
                <a:latin typeface="Times New Roman" panose="02020603050405020304" pitchFamily="18" charset="0"/>
                <a:cs typeface="Times New Roman" panose="02020603050405020304" pitchFamily="18" charset="0"/>
              </a:rPr>
              <a:t>1</a:t>
            </a:r>
            <a:r>
              <a:rPr lang="zh-CN" altLang="en-US" sz="2800" b="1" dirty="0">
                <a:latin typeface="Times New Roman" panose="02020603050405020304" pitchFamily="18" charset="0"/>
                <a:cs typeface="Times New Roman" panose="02020603050405020304" pitchFamily="18" charset="0"/>
              </a:rPr>
              <a:t>）吊扇的电机在这两种转速下所消耗的功率</a:t>
            </a:r>
            <a:r>
              <a:rPr lang="en-US" altLang="zh-CN" sz="2800" b="1" dirty="0">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cs typeface="Times New Roman" panose="02020603050405020304" pitchFamily="18" charset="0"/>
              </a:rPr>
              <a:t>（</a:t>
            </a:r>
            <a:r>
              <a:rPr lang="en-US" altLang="zh-CN" sz="2800" b="1" dirty="0">
                <a:solidFill>
                  <a:srgbClr val="CC0000"/>
                </a:solidFill>
                <a:latin typeface="Times New Roman" panose="02020603050405020304" pitchFamily="18" charset="0"/>
                <a:cs typeface="Times New Roman" panose="02020603050405020304" pitchFamily="18" charset="0"/>
              </a:rPr>
              <a:t>2</a:t>
            </a:r>
            <a:r>
              <a:rPr lang="zh-CN" altLang="en-US" sz="2800" b="1" dirty="0">
                <a:latin typeface="Times New Roman" panose="02020603050405020304" pitchFamily="18" charset="0"/>
                <a:cs typeface="Times New Roman" panose="02020603050405020304" pitchFamily="18" charset="0"/>
              </a:rPr>
              <a:t>）</a:t>
            </a:r>
            <a:r>
              <a:rPr lang="zh-CN" altLang="en-US" sz="2800" b="1" dirty="0"/>
              <a:t>吊扇由静止匀加速地达到第二档转速经历的时间为 </a:t>
            </a:r>
            <a:r>
              <a:rPr lang="en-US" altLang="zh-CN" sz="2800" b="1" dirty="0">
                <a:latin typeface="Times New Roman" panose="02020603050405020304" pitchFamily="18" charset="0"/>
                <a:cs typeface="Times New Roman" panose="02020603050405020304" pitchFamily="18" charset="0"/>
              </a:rPr>
              <a:t>5s .  </a:t>
            </a:r>
            <a:r>
              <a:rPr lang="zh-CN" altLang="en-US" sz="2800" b="1" dirty="0"/>
              <a:t>在此时间内阻力矩做了多少功 </a:t>
            </a:r>
            <a:r>
              <a:rPr lang="en-US" altLang="zh-CN" sz="2800" b="1" dirty="0">
                <a:latin typeface="Times New Roman" panose="02020603050405020304" pitchFamily="18" charset="0"/>
                <a:cs typeface="Times New Roman" panose="02020603050405020304" pitchFamily="18" charset="0"/>
              </a:rPr>
              <a:t>?</a:t>
            </a:r>
            <a:endParaRPr lang="en-US" altLang="zh-CN" sz="2800" b="1" dirty="0">
              <a:latin typeface="Times New Roman" panose="02020603050405020304" pitchFamily="18" charset="0"/>
              <a:cs typeface="Times New Roman" panose="02020603050405020304" pitchFamily="18" charset="0"/>
            </a:endParaRPr>
          </a:p>
        </p:txBody>
      </p:sp>
      <p:sp>
        <p:nvSpPr>
          <p:cNvPr id="38914" name="Text Box 9"/>
          <p:cNvSpPr txBox="1">
            <a:spLocks noChangeArrowheads="1"/>
          </p:cNvSpPr>
          <p:nvPr/>
        </p:nvSpPr>
        <p:spPr bwMode="auto">
          <a:xfrm>
            <a:off x="1703388" y="4365625"/>
            <a:ext cx="15367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solidFill>
                  <a:srgbClr val="CC0000"/>
                </a:solidFill>
                <a:latin typeface="Times New Roman" panose="02020603050405020304" pitchFamily="18" charset="0"/>
                <a:cs typeface="Times New Roman" panose="02020603050405020304" pitchFamily="18" charset="0"/>
              </a:rPr>
              <a:t>解 </a:t>
            </a:r>
            <a:r>
              <a:rPr lang="zh-CN" altLang="en-US" sz="2800" b="1">
                <a:latin typeface="Times New Roman" panose="02020603050405020304" pitchFamily="18" charset="0"/>
                <a:cs typeface="Times New Roman" panose="02020603050405020304" pitchFamily="18" charset="0"/>
              </a:rPr>
              <a:t>（</a:t>
            </a:r>
            <a:r>
              <a:rPr lang="en-US" altLang="zh-CN" sz="2800" b="1">
                <a:solidFill>
                  <a:srgbClr val="CC0000"/>
                </a:solidFill>
                <a:latin typeface="Times New Roman" panose="02020603050405020304" pitchFamily="18" charset="0"/>
                <a:cs typeface="Times New Roman" panose="02020603050405020304" pitchFamily="18" charset="0"/>
              </a:rPr>
              <a:t>1</a:t>
            </a:r>
            <a:r>
              <a:rPr lang="zh-CN" altLang="en-US" sz="2800" b="1">
                <a:latin typeface="Times New Roman" panose="02020603050405020304" pitchFamily="18" charset="0"/>
                <a:cs typeface="Times New Roman" panose="02020603050405020304" pitchFamily="18" charset="0"/>
              </a:rPr>
              <a:t>）</a:t>
            </a:r>
            <a:endParaRPr lang="zh-CN" altLang="en-US" sz="2800" b="1">
              <a:latin typeface="Times New Roman" panose="02020603050405020304" pitchFamily="18" charset="0"/>
              <a:cs typeface="Times New Roman" panose="02020603050405020304" pitchFamily="18" charset="0"/>
            </a:endParaRPr>
          </a:p>
        </p:txBody>
      </p:sp>
      <p:graphicFrame>
        <p:nvGraphicFramePr>
          <p:cNvPr id="38915" name="Object 2"/>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38981" name="" r:id="rId1" imgW="114300" imgH="215900" progId="Equation.3">
                  <p:embed/>
                </p:oleObj>
              </mc:Choice>
              <mc:Fallback>
                <p:oleObj name="" r:id="rId1" imgW="114300" imgH="215900"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2459" name="Object 3"/>
          <p:cNvGraphicFramePr/>
          <p:nvPr/>
        </p:nvGraphicFramePr>
        <p:xfrm>
          <a:off x="3071814" y="4797425"/>
          <a:ext cx="7240587" cy="749300"/>
        </p:xfrm>
        <a:graphic>
          <a:graphicData uri="http://schemas.openxmlformats.org/presentationml/2006/ole">
            <mc:AlternateContent xmlns:mc="http://schemas.openxmlformats.org/markup-compatibility/2006">
              <mc:Choice xmlns:v="urn:schemas-microsoft-com:vml" Requires="v">
                <p:oleObj spid="_x0000_s38982" name="" r:id="rId3" imgW="2335530" imgH="241300" progId="Equation.3">
                  <p:embed/>
                </p:oleObj>
              </mc:Choice>
              <mc:Fallback>
                <p:oleObj name="" r:id="rId3" imgW="2335530" imgH="241300" progId="Equation.3">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4" y="4797425"/>
                        <a:ext cx="7240587"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2460" name="Object 4"/>
          <p:cNvGraphicFramePr/>
          <p:nvPr/>
        </p:nvGraphicFramePr>
        <p:xfrm>
          <a:off x="2927350" y="5732463"/>
          <a:ext cx="7092950" cy="709612"/>
        </p:xfrm>
        <a:graphic>
          <a:graphicData uri="http://schemas.openxmlformats.org/presentationml/2006/ole">
            <mc:AlternateContent xmlns:mc="http://schemas.openxmlformats.org/markup-compatibility/2006">
              <mc:Choice xmlns:v="urn:schemas-microsoft-com:vml" Requires="v">
                <p:oleObj spid="_x0000_s38983" name="" r:id="rId5" imgW="2386330" imgH="241300" progId="Equation.3">
                  <p:embed/>
                </p:oleObj>
              </mc:Choice>
              <mc:Fallback>
                <p:oleObj name="" r:id="rId5" imgW="2386330" imgH="24130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7350" y="5732463"/>
                        <a:ext cx="709295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2459"/>
                                        </p:tgtEl>
                                        <p:attrNameLst>
                                          <p:attrName>style.visibility</p:attrName>
                                        </p:attrNameLst>
                                      </p:cBhvr>
                                      <p:to>
                                        <p:strVal val="visible"/>
                                      </p:to>
                                    </p:set>
                                    <p:animEffect transition="in" filter="blinds(horizontal)">
                                      <p:cBhvr>
                                        <p:cTn id="7" dur="500"/>
                                        <p:tgtEl>
                                          <p:spTgt spid="2324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2460"/>
                                        </p:tgtEl>
                                        <p:attrNameLst>
                                          <p:attrName>style.visibility</p:attrName>
                                        </p:attrNameLst>
                                      </p:cBhvr>
                                      <p:to>
                                        <p:strVal val="visible"/>
                                      </p:to>
                                    </p:set>
                                    <p:animEffect transition="in" filter="blinds(horizontal)">
                                      <p:cBhvr>
                                        <p:cTn id="12" dur="500"/>
                                        <p:tgtEl>
                                          <p:spTgt spid="232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80" name="Rectangle 8"/>
          <p:cNvSpPr>
            <a:spLocks noChangeArrowheads="1"/>
          </p:cNvSpPr>
          <p:nvPr/>
        </p:nvSpPr>
        <p:spPr bwMode="auto">
          <a:xfrm>
            <a:off x="2208214" y="2060576"/>
            <a:ext cx="7127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solidFill>
                  <a:srgbClr val="CC0000"/>
                </a:solidFill>
              </a:rPr>
              <a:t>解</a:t>
            </a:r>
            <a:r>
              <a:rPr lang="en-US" altLang="zh-CN" sz="2800" b="1">
                <a:solidFill>
                  <a:srgbClr val="CC0000"/>
                </a:solidFill>
              </a:rPr>
              <a:t>:</a:t>
            </a:r>
            <a:r>
              <a:rPr lang="en-US" altLang="zh-CN" sz="2800" b="1"/>
              <a:t>  </a:t>
            </a:r>
            <a:r>
              <a:rPr lang="zh-CN" altLang="en-US" sz="2800" b="1"/>
              <a:t>（</a:t>
            </a:r>
            <a:r>
              <a:rPr lang="en-US" altLang="zh-CN" sz="2800" b="1">
                <a:solidFill>
                  <a:srgbClr val="CC0000"/>
                </a:solidFill>
              </a:rPr>
              <a:t>2</a:t>
            </a:r>
            <a:r>
              <a:rPr lang="zh-CN" altLang="en-US" sz="2800" b="1"/>
              <a:t>）吊扇由静止作匀角加速度运动</a:t>
            </a:r>
            <a:endParaRPr lang="zh-CN" altLang="en-US" sz="2800" b="1"/>
          </a:p>
        </p:txBody>
      </p:sp>
      <p:graphicFrame>
        <p:nvGraphicFramePr>
          <p:cNvPr id="233514" name="Object 2"/>
          <p:cNvGraphicFramePr/>
          <p:nvPr/>
        </p:nvGraphicFramePr>
        <p:xfrm>
          <a:off x="3432176" y="2636838"/>
          <a:ext cx="2633663" cy="990600"/>
        </p:xfrm>
        <a:graphic>
          <a:graphicData uri="http://schemas.openxmlformats.org/presentationml/2006/ole">
            <mc:AlternateContent xmlns:mc="http://schemas.openxmlformats.org/markup-compatibility/2006">
              <mc:Choice xmlns:v="urn:schemas-microsoft-com:vml" Requires="v">
                <p:oleObj spid="_x0000_s40053" name="" r:id="rId1" imgW="913765" imgH="393700" progId="Equation.3">
                  <p:embed/>
                </p:oleObj>
              </mc:Choice>
              <mc:Fallback>
                <p:oleObj name="" r:id="rId1" imgW="913765" imgH="393700" progId="Equation.3">
                  <p:embed/>
                  <p:pic>
                    <p:nvPicPr>
                      <p:cNvPr id="0" name="Object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2176" y="2636838"/>
                        <a:ext cx="26336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50"/>
          <p:cNvGrpSpPr/>
          <p:nvPr/>
        </p:nvGrpSpPr>
        <p:grpSpPr bwMode="auto">
          <a:xfrm>
            <a:off x="2351089" y="3716339"/>
            <a:ext cx="6694487" cy="796925"/>
            <a:chOff x="295" y="2670"/>
            <a:chExt cx="4217" cy="502"/>
          </a:xfrm>
        </p:grpSpPr>
        <p:graphicFrame>
          <p:nvGraphicFramePr>
            <p:cNvPr id="39940" name="Object 6"/>
            <p:cNvGraphicFramePr/>
            <p:nvPr/>
          </p:nvGraphicFramePr>
          <p:xfrm>
            <a:off x="1776" y="2670"/>
            <a:ext cx="2736" cy="502"/>
          </p:xfrm>
          <a:graphic>
            <a:graphicData uri="http://schemas.openxmlformats.org/presentationml/2006/ole">
              <mc:AlternateContent xmlns:mc="http://schemas.openxmlformats.org/markup-compatibility/2006">
                <mc:Choice xmlns:v="urn:schemas-microsoft-com:vml" Requires="v">
                  <p:oleObj spid="_x0000_s40054" name="" r:id="rId3" imgW="1459865" imgH="279400" progId="Equation.3">
                    <p:embed/>
                  </p:oleObj>
                </mc:Choice>
                <mc:Fallback>
                  <p:oleObj name="" r:id="rId3" imgW="1459865" imgH="279400" progId="Equation.3">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 y="2670"/>
                          <a:ext cx="273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941" name="Rectangle 43"/>
            <p:cNvSpPr>
              <a:spLocks noChangeArrowheads="1"/>
            </p:cNvSpPr>
            <p:nvPr/>
          </p:nvSpPr>
          <p:spPr bwMode="auto">
            <a:xfrm>
              <a:off x="295" y="2736"/>
              <a:ext cx="148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t>阻力矩做功</a:t>
              </a:r>
              <a:endParaRPr lang="zh-CN" altLang="en-US" sz="2800" b="1"/>
            </a:p>
          </p:txBody>
        </p:sp>
      </p:grpSp>
      <p:graphicFrame>
        <p:nvGraphicFramePr>
          <p:cNvPr id="233516" name="Object 3"/>
          <p:cNvGraphicFramePr/>
          <p:nvPr/>
        </p:nvGraphicFramePr>
        <p:xfrm>
          <a:off x="4511675" y="4437064"/>
          <a:ext cx="4648200" cy="1165225"/>
        </p:xfrm>
        <a:graphic>
          <a:graphicData uri="http://schemas.openxmlformats.org/presentationml/2006/ole">
            <mc:AlternateContent xmlns:mc="http://schemas.openxmlformats.org/markup-compatibility/2006">
              <mc:Choice xmlns:v="urn:schemas-microsoft-com:vml" Requires="v">
                <p:oleObj spid="_x0000_s40055" name="" r:id="rId5" imgW="1523365" imgH="393700" progId="Equation.3">
                  <p:embed/>
                </p:oleObj>
              </mc:Choice>
              <mc:Fallback>
                <p:oleObj name="" r:id="rId5" imgW="1523365" imgH="393700" progId="Equation.3">
                  <p:embed/>
                  <p:pic>
                    <p:nvPicPr>
                      <p:cNvPr id="0"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1675" y="4437064"/>
                        <a:ext cx="464820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Group 48"/>
          <p:cNvGrpSpPr/>
          <p:nvPr/>
        </p:nvGrpSpPr>
        <p:grpSpPr bwMode="auto">
          <a:xfrm>
            <a:off x="2640013" y="5661025"/>
            <a:ext cx="5484812" cy="560388"/>
            <a:chOff x="294" y="3748"/>
            <a:chExt cx="3455" cy="353"/>
          </a:xfrm>
        </p:grpSpPr>
        <p:sp>
          <p:nvSpPr>
            <p:cNvPr id="39944" name="Rectangle 45"/>
            <p:cNvSpPr>
              <a:spLocks noChangeArrowheads="1"/>
            </p:cNvSpPr>
            <p:nvPr/>
          </p:nvSpPr>
          <p:spPr bwMode="auto">
            <a:xfrm>
              <a:off x="294" y="3748"/>
              <a:ext cx="20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a:t>在 </a:t>
              </a:r>
              <a:r>
                <a:rPr lang="en-US" altLang="zh-CN" sz="2800" i="1"/>
                <a:t>t </a:t>
              </a:r>
              <a:r>
                <a:rPr lang="zh-CN" altLang="en-US" sz="2800"/>
                <a:t>＝ </a:t>
              </a:r>
              <a:r>
                <a:rPr lang="en-US" altLang="zh-CN" sz="2800"/>
                <a:t>5s </a:t>
              </a:r>
              <a:r>
                <a:rPr lang="zh-CN" altLang="en-US" sz="2800"/>
                <a:t>时间内</a:t>
              </a:r>
              <a:endParaRPr lang="zh-CN" altLang="en-US" sz="2800"/>
            </a:p>
          </p:txBody>
        </p:sp>
        <p:graphicFrame>
          <p:nvGraphicFramePr>
            <p:cNvPr id="39945" name="Object 5"/>
            <p:cNvGraphicFramePr/>
            <p:nvPr/>
          </p:nvGraphicFramePr>
          <p:xfrm>
            <a:off x="2517" y="3793"/>
            <a:ext cx="1232" cy="308"/>
          </p:xfrm>
          <a:graphic>
            <a:graphicData uri="http://schemas.openxmlformats.org/presentationml/2006/ole">
              <mc:AlternateContent xmlns:mc="http://schemas.openxmlformats.org/markup-compatibility/2006">
                <mc:Choice xmlns:v="urn:schemas-microsoft-com:vml" Requires="v">
                  <p:oleObj spid="_x0000_s40056" name="" r:id="rId7" imgW="709930" imgH="177800" progId="Equation.3">
                    <p:embed/>
                  </p:oleObj>
                </mc:Choice>
                <mc:Fallback>
                  <p:oleObj name="" r:id="rId7" imgW="709930" imgH="177800"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7" y="3793"/>
                          <a:ext cx="123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39946" name="Rectangle 47"/>
          <p:cNvSpPr>
            <a:spLocks noChangeArrowheads="1"/>
          </p:cNvSpPr>
          <p:nvPr/>
        </p:nvSpPr>
        <p:spPr bwMode="auto">
          <a:xfrm>
            <a:off x="1703388" y="836614"/>
            <a:ext cx="8964612"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a:solidFill>
                  <a:srgbClr val="CC0000"/>
                </a:solidFill>
              </a:rPr>
              <a:t>         </a:t>
            </a:r>
            <a:r>
              <a:rPr lang="zh-CN" altLang="en-US" sz="2800" b="1">
                <a:solidFill>
                  <a:srgbClr val="CC0000"/>
                </a:solidFill>
                <a:latin typeface="宋体" panose="02010600030101010101" pitchFamily="2" charset="-122"/>
              </a:rPr>
              <a:t>已知</a:t>
            </a:r>
            <a:r>
              <a:rPr lang="en-US" altLang="zh-CN" sz="2400" b="1">
                <a:solidFill>
                  <a:srgbClr val="CC0000"/>
                </a:solidFill>
                <a:latin typeface="宋体" panose="02010600030101010101" pitchFamily="2" charset="-122"/>
                <a:cs typeface="Times New Roman" panose="02020603050405020304" pitchFamily="18" charset="0"/>
              </a:rPr>
              <a:t>:  </a:t>
            </a:r>
            <a:r>
              <a:rPr lang="en-US" altLang="zh-CN" sz="2400" b="1" i="1">
                <a:latin typeface="宋体" panose="02010600030101010101" pitchFamily="2" charset="-122"/>
                <a:cs typeface="Times New Roman" panose="02020603050405020304" pitchFamily="18" charset="0"/>
              </a:rPr>
              <a:t> </a:t>
            </a:r>
            <a:r>
              <a:rPr lang="en-US" altLang="zh-CN" sz="2400" i="1">
                <a:latin typeface="Times New Roman" panose="02020603050405020304" pitchFamily="18" charset="0"/>
                <a:cs typeface="Times New Roman" panose="02020603050405020304" pitchFamily="18" charset="0"/>
              </a:rPr>
              <a:t>n</a:t>
            </a:r>
            <a:r>
              <a:rPr lang="en-US" altLang="zh-CN" sz="2400" baseline="-25000">
                <a:latin typeface="Times New Roman" panose="02020603050405020304" pitchFamily="18" charset="0"/>
                <a:cs typeface="Times New Roman" panose="02020603050405020304" pitchFamily="18" charset="0"/>
              </a:rPr>
              <a:t>1</a:t>
            </a:r>
            <a:r>
              <a:rPr lang="en-US" altLang="zh-CN" sz="2400">
                <a:latin typeface="Times New Roman" panose="02020603050405020304" pitchFamily="18" charset="0"/>
                <a:cs typeface="Times New Roman" panose="02020603050405020304" pitchFamily="18" charset="0"/>
              </a:rPr>
              <a:t> = 7r/s,   </a:t>
            </a:r>
            <a:r>
              <a:rPr lang="en-US" altLang="zh-CN" sz="2400" i="1">
                <a:latin typeface="Times New Roman" panose="02020603050405020304" pitchFamily="18" charset="0"/>
                <a:cs typeface="Times New Roman" panose="02020603050405020304" pitchFamily="18" charset="0"/>
              </a:rPr>
              <a:t>n</a:t>
            </a:r>
            <a:r>
              <a:rPr lang="en-US" altLang="zh-CN" sz="2400" baseline="-25000">
                <a:latin typeface="Times New Roman" panose="02020603050405020304" pitchFamily="18" charset="0"/>
                <a:cs typeface="Times New Roman" panose="02020603050405020304" pitchFamily="18" charset="0"/>
              </a:rPr>
              <a:t>2</a:t>
            </a:r>
            <a:r>
              <a:rPr lang="en-US" altLang="zh-CN" sz="2400">
                <a:latin typeface="Times New Roman" panose="02020603050405020304" pitchFamily="18" charset="0"/>
                <a:cs typeface="Times New Roman" panose="02020603050405020304" pitchFamily="18" charset="0"/>
              </a:rPr>
              <a:t> = 10r/s;   </a:t>
            </a:r>
            <a:r>
              <a:rPr lang="en-US" altLang="zh-CN" sz="2400" i="1">
                <a:latin typeface="Times New Roman" panose="02020603050405020304" pitchFamily="18" charset="0"/>
                <a:cs typeface="Times New Roman" panose="02020603050405020304" pitchFamily="18" charset="0"/>
              </a:rPr>
              <a:t>M</a:t>
            </a:r>
            <a:r>
              <a:rPr lang="en-US" altLang="zh-CN" sz="2400" baseline="-25000">
                <a:latin typeface="Times New Roman" panose="02020603050405020304" pitchFamily="18" charset="0"/>
                <a:cs typeface="Times New Roman" panose="02020603050405020304" pitchFamily="18" charset="0"/>
              </a:rPr>
              <a:t>f</a:t>
            </a:r>
            <a:r>
              <a:rPr lang="en-US" altLang="zh-CN" sz="2400">
                <a:latin typeface="Times New Roman" panose="02020603050405020304" pitchFamily="18" charset="0"/>
                <a:cs typeface="Times New Roman" panose="02020603050405020304" pitchFamily="18" charset="0"/>
              </a:rPr>
              <a:t> = </a:t>
            </a:r>
            <a:r>
              <a:rPr lang="en-US" altLang="zh-CN" sz="2400" i="1">
                <a:latin typeface="Times New Roman" panose="02020603050405020304" pitchFamily="18" charset="0"/>
                <a:cs typeface="Times New Roman" panose="02020603050405020304" pitchFamily="18" charset="0"/>
              </a:rPr>
              <a:t>k</a:t>
            </a:r>
            <a:r>
              <a:rPr lang="en-US" altLang="zh-CN" sz="2400">
                <a:latin typeface="Times New Roman" panose="02020603050405020304" pitchFamily="18" charset="0"/>
                <a:cs typeface="Times New Roman" panose="02020603050405020304" pitchFamily="18" charset="0"/>
              </a:rPr>
              <a:t> </a:t>
            </a:r>
            <a:r>
              <a:rPr lang="en-US" altLang="zh-CN" sz="2400" i="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a:latin typeface="Times New Roman" panose="02020603050405020304" pitchFamily="18" charset="0"/>
                <a:cs typeface="Times New Roman" panose="02020603050405020304" pitchFamily="18" charset="0"/>
              </a:rPr>
              <a:t> </a:t>
            </a:r>
            <a:r>
              <a:rPr lang="en-US" altLang="zh-CN" sz="2400" baseline="30000">
                <a:latin typeface="Times New Roman" panose="02020603050405020304" pitchFamily="18" charset="0"/>
                <a:cs typeface="Times New Roman" panose="02020603050405020304" pitchFamily="18" charset="0"/>
              </a:rPr>
              <a:t>2</a:t>
            </a:r>
            <a:r>
              <a:rPr lang="en-US" altLang="zh-CN" sz="2400">
                <a:latin typeface="Times New Roman" panose="02020603050405020304" pitchFamily="18" charset="0"/>
                <a:cs typeface="Times New Roman" panose="02020603050405020304" pitchFamily="18" charset="0"/>
              </a:rPr>
              <a:t>, </a:t>
            </a:r>
            <a:r>
              <a:rPr lang="en-US" altLang="zh-CN" sz="2400" i="1">
                <a:latin typeface="Times New Roman" panose="02020603050405020304" pitchFamily="18" charset="0"/>
                <a:cs typeface="Times New Roman" panose="02020603050405020304" pitchFamily="18" charset="0"/>
              </a:rPr>
              <a:t>k </a:t>
            </a:r>
            <a:r>
              <a:rPr lang="en-US" altLang="zh-CN" sz="2400">
                <a:latin typeface="Times New Roman" panose="02020603050405020304" pitchFamily="18" charset="0"/>
                <a:cs typeface="Times New Roman" panose="02020603050405020304" pitchFamily="18" charset="0"/>
              </a:rPr>
              <a:t>= 2.74</a:t>
            </a:r>
            <a:r>
              <a:rPr lang="en-US" altLang="zh-CN" sz="2400">
                <a:latin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10</a:t>
            </a:r>
            <a:r>
              <a:rPr lang="en-US" altLang="zh-CN" sz="2400" baseline="30000">
                <a:latin typeface="Times New Roman" panose="02020603050405020304" pitchFamily="18" charset="0"/>
                <a:cs typeface="Times New Roman" panose="02020603050405020304" pitchFamily="18" charset="0"/>
              </a:rPr>
              <a:t>-4</a:t>
            </a:r>
            <a:r>
              <a:rPr lang="en-US" altLang="zh-CN" sz="2400">
                <a:latin typeface="Times New Roman" panose="02020603050405020304" pitchFamily="18" charset="0"/>
                <a:cs typeface="Times New Roman" panose="02020603050405020304" pitchFamily="18" charset="0"/>
              </a:rPr>
              <a:t> N·m·rad</a:t>
            </a:r>
            <a:r>
              <a:rPr lang="en-US" altLang="zh-CN" sz="2400" baseline="30000">
                <a:latin typeface="Times New Roman" panose="02020603050405020304" pitchFamily="18" charset="0"/>
                <a:cs typeface="Times New Roman" panose="02020603050405020304" pitchFamily="18" charset="0"/>
              </a:rPr>
              <a:t>-2</a:t>
            </a:r>
            <a:r>
              <a:rPr lang="en-US" altLang="zh-CN" sz="2400">
                <a:latin typeface="Times New Roman" panose="02020603050405020304" pitchFamily="18" charset="0"/>
                <a:cs typeface="Times New Roman" panose="02020603050405020304" pitchFamily="18" charset="0"/>
              </a:rPr>
              <a:t>·s</a:t>
            </a:r>
            <a:r>
              <a:rPr lang="en-US" altLang="zh-CN" sz="2400" baseline="30000">
                <a:latin typeface="Times New Roman" panose="02020603050405020304" pitchFamily="18" charset="0"/>
                <a:cs typeface="Times New Roman" panose="02020603050405020304" pitchFamily="18" charset="0"/>
              </a:rPr>
              <a:t>2</a:t>
            </a:r>
            <a:r>
              <a:rPr lang="en-US" altLang="zh-CN" sz="2400">
                <a:latin typeface="Times New Roman" panose="02020603050405020304" pitchFamily="18" charset="0"/>
                <a:cs typeface="Times New Roman" panose="02020603050405020304" pitchFamily="18" charset="0"/>
              </a:rPr>
              <a:t>. </a:t>
            </a:r>
            <a:endParaRPr lang="en-US" altLang="zh-CN" sz="2400"/>
          </a:p>
        </p:txBody>
      </p:sp>
      <p:graphicFrame>
        <p:nvGraphicFramePr>
          <p:cNvPr id="233521" name="Object 4"/>
          <p:cNvGraphicFramePr/>
          <p:nvPr/>
        </p:nvGraphicFramePr>
        <p:xfrm>
          <a:off x="6888163" y="2781301"/>
          <a:ext cx="1689100" cy="487363"/>
        </p:xfrm>
        <a:graphic>
          <a:graphicData uri="http://schemas.openxmlformats.org/presentationml/2006/ole">
            <mc:AlternateContent xmlns:mc="http://schemas.openxmlformats.org/markup-compatibility/2006">
              <mc:Choice xmlns:v="urn:schemas-microsoft-com:vml" Requires="v">
                <p:oleObj spid="_x0000_s40057" name="" r:id="rId9" imgW="443865" imgH="152400" progId="Equation.3">
                  <p:embed/>
                </p:oleObj>
              </mc:Choice>
              <mc:Fallback>
                <p:oleObj name="" r:id="rId9" imgW="443865" imgH="152400" progId="Equation.3">
                  <p:embed/>
                  <p:pic>
                    <p:nvPicPr>
                      <p:cNvPr id="0" name="Object 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88163" y="2781301"/>
                        <a:ext cx="16891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3480"/>
                                        </p:tgtEl>
                                        <p:attrNameLst>
                                          <p:attrName>style.visibility</p:attrName>
                                        </p:attrNameLst>
                                      </p:cBhvr>
                                      <p:to>
                                        <p:strVal val="visible"/>
                                      </p:to>
                                    </p:set>
                                    <p:animEffect transition="in" filter="blinds(horizontal)">
                                      <p:cBhvr>
                                        <p:cTn id="7" dur="500"/>
                                        <p:tgtEl>
                                          <p:spTgt spid="2334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3514"/>
                                        </p:tgtEl>
                                        <p:attrNameLst>
                                          <p:attrName>style.visibility</p:attrName>
                                        </p:attrNameLst>
                                      </p:cBhvr>
                                      <p:to>
                                        <p:strVal val="visible"/>
                                      </p:to>
                                    </p:set>
                                    <p:animEffect transition="in" filter="blinds(horizontal)">
                                      <p:cBhvr>
                                        <p:cTn id="12" dur="500"/>
                                        <p:tgtEl>
                                          <p:spTgt spid="2335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3521"/>
                                        </p:tgtEl>
                                        <p:attrNameLst>
                                          <p:attrName>style.visibility</p:attrName>
                                        </p:attrNameLst>
                                      </p:cBhvr>
                                      <p:to>
                                        <p:strVal val="visible"/>
                                      </p:to>
                                    </p:set>
                                    <p:animEffect transition="in" filter="blinds(horizontal)">
                                      <p:cBhvr>
                                        <p:cTn id="17" dur="500"/>
                                        <p:tgtEl>
                                          <p:spTgt spid="23352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33516"/>
                                        </p:tgtEl>
                                        <p:attrNameLst>
                                          <p:attrName>style.visibility</p:attrName>
                                        </p:attrNameLst>
                                      </p:cBhvr>
                                      <p:to>
                                        <p:strVal val="visible"/>
                                      </p:to>
                                    </p:set>
                                    <p:animEffect transition="in" filter="blinds(horizontal)">
                                      <p:cBhvr>
                                        <p:cTn id="27" dur="500"/>
                                        <p:tgtEl>
                                          <p:spTgt spid="2335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8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2"/>
          <p:cNvSpPr txBox="1">
            <a:spLocks noChangeArrowheads="1"/>
          </p:cNvSpPr>
          <p:nvPr/>
        </p:nvSpPr>
        <p:spPr bwMode="auto">
          <a:xfrm>
            <a:off x="1847851" y="836614"/>
            <a:ext cx="5472113"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sz="3200" b="1" dirty="0">
                <a:solidFill>
                  <a:srgbClr val="CC0000"/>
                </a:solidFill>
                <a:latin typeface="Times New Roman" panose="02020603050405020304" pitchFamily="18" charset="0"/>
              </a:rPr>
              <a:t>       </a:t>
            </a:r>
            <a:r>
              <a:rPr lang="zh-CN" altLang="en-US" sz="2800" b="1" dirty="0">
                <a:solidFill>
                  <a:srgbClr val="CC0000"/>
                </a:solidFill>
                <a:latin typeface="Times New Roman" panose="02020603050405020304" pitchFamily="18" charset="0"/>
              </a:rPr>
              <a:t>例</a:t>
            </a:r>
            <a:r>
              <a:rPr lang="en-US" altLang="zh-CN" sz="2800" b="1" dirty="0">
                <a:solidFill>
                  <a:srgbClr val="CC0000"/>
                </a:solidFill>
                <a:latin typeface="Times New Roman" panose="02020603050405020304" pitchFamily="18" charset="0"/>
              </a:rPr>
              <a:t>6</a:t>
            </a:r>
            <a:r>
              <a:rPr lang="en-US" altLang="zh-CN" sz="2800" b="1" dirty="0">
                <a:solidFill>
                  <a:srgbClr val="1C1C1C"/>
                </a:solidFill>
                <a:latin typeface="Times New Roman" panose="02020603050405020304" pitchFamily="18" charset="0"/>
              </a:rPr>
              <a:t>   </a:t>
            </a:r>
            <a:r>
              <a:rPr lang="zh-CN" altLang="en-US" sz="2800" b="1" dirty="0">
                <a:solidFill>
                  <a:srgbClr val="1C1C1C"/>
                </a:solidFill>
                <a:latin typeface="Times New Roman" panose="02020603050405020304" pitchFamily="18" charset="0"/>
              </a:rPr>
              <a:t>留声机的转盘绕通过盘心垂直盘面的轴以角速率</a:t>
            </a:r>
            <a:r>
              <a:rPr lang="zh-CN" altLang="en-US" sz="2800" b="1" i="1" dirty="0">
                <a:solidFill>
                  <a:srgbClr val="1C1C1C"/>
                </a:solidFill>
                <a:latin typeface="Times New Roman" panose="02020603050405020304" pitchFamily="18" charset="0"/>
              </a:rPr>
              <a:t>    </a:t>
            </a:r>
            <a:r>
              <a:rPr lang="zh-CN" altLang="en-US" sz="2800" b="1" dirty="0">
                <a:solidFill>
                  <a:srgbClr val="1C1C1C"/>
                </a:solidFill>
                <a:latin typeface="Times New Roman" panose="02020603050405020304" pitchFamily="18" charset="0"/>
              </a:rPr>
              <a:t>作匀速转动．放上唱片后，唱片将在摩擦力作用下随转盘一起转动．设唱片的半径为</a:t>
            </a:r>
            <a:r>
              <a:rPr lang="en-US" altLang="zh-CN" sz="2800" i="1" dirty="0">
                <a:solidFill>
                  <a:srgbClr val="1C1C1C"/>
                </a:solidFill>
                <a:latin typeface="Times New Roman" panose="02020603050405020304" pitchFamily="18" charset="0"/>
              </a:rPr>
              <a:t>R</a:t>
            </a:r>
            <a:r>
              <a:rPr lang="zh-CN" altLang="en-US" sz="2800" b="1" dirty="0">
                <a:solidFill>
                  <a:srgbClr val="1C1C1C"/>
                </a:solidFill>
                <a:latin typeface="Times New Roman" panose="02020603050405020304" pitchFamily="18" charset="0"/>
              </a:rPr>
              <a:t>，质量为</a:t>
            </a:r>
            <a:r>
              <a:rPr lang="en-US" altLang="zh-CN" sz="2800" i="1" dirty="0">
                <a:solidFill>
                  <a:srgbClr val="1C1C1C"/>
                </a:solidFill>
                <a:latin typeface="Times New Roman" panose="02020603050405020304" pitchFamily="18" charset="0"/>
              </a:rPr>
              <a:t>m</a:t>
            </a:r>
            <a:r>
              <a:rPr lang="zh-CN" altLang="en-US" sz="2800" b="1" dirty="0">
                <a:solidFill>
                  <a:srgbClr val="1C1C1C"/>
                </a:solidFill>
                <a:latin typeface="Times New Roman" panose="02020603050405020304" pitchFamily="18" charset="0"/>
              </a:rPr>
              <a:t>，它与转盘间的摩擦系数为</a:t>
            </a:r>
            <a:endParaRPr lang="zh-CN" altLang="en-US" sz="2800" b="1" dirty="0">
              <a:latin typeface="Arial" panose="020B0604020202020204" pitchFamily="34" charset="0"/>
            </a:endParaRPr>
          </a:p>
        </p:txBody>
      </p:sp>
      <p:graphicFrame>
        <p:nvGraphicFramePr>
          <p:cNvPr id="20482" name="Object 3"/>
          <p:cNvGraphicFramePr>
            <a:graphicFrameLocks noGrp="1"/>
          </p:cNvGraphicFramePr>
          <p:nvPr>
            <p:ph sz="half" idx="1"/>
          </p:nvPr>
        </p:nvGraphicFramePr>
        <p:xfrm>
          <a:off x="3071813" y="5300663"/>
          <a:ext cx="431800" cy="395287"/>
        </p:xfrm>
        <a:graphic>
          <a:graphicData uri="http://schemas.openxmlformats.org/presentationml/2006/ole">
            <mc:AlternateContent xmlns:mc="http://schemas.openxmlformats.org/markup-compatibility/2006">
              <mc:Choice xmlns:v="urn:schemas-microsoft-com:vml" Requires="v">
                <p:oleObj spid="_x0000_s54313" name="" r:id="rId1" imgW="152400" imgH="139700" progId="Equation.3">
                  <p:embed/>
                </p:oleObj>
              </mc:Choice>
              <mc:Fallback>
                <p:oleObj name="" r:id="rId1" imgW="152400" imgH="139700" progId="Equation.3">
                  <p:embed/>
                  <p:pic>
                    <p:nvPicPr>
                      <p:cNvPr id="0" name="Object 3"/>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13" y="5300663"/>
                        <a:ext cx="4318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3" name="Object 4"/>
          <p:cNvGraphicFramePr>
            <a:graphicFrameLocks noGrp="1"/>
          </p:cNvGraphicFramePr>
          <p:nvPr>
            <p:ph sz="quarter" idx="2"/>
          </p:nvPr>
        </p:nvGraphicFramePr>
        <p:xfrm>
          <a:off x="5951538" y="3573463"/>
          <a:ext cx="393700" cy="427037"/>
        </p:xfrm>
        <a:graphic>
          <a:graphicData uri="http://schemas.openxmlformats.org/presentationml/2006/ole">
            <mc:AlternateContent xmlns:mc="http://schemas.openxmlformats.org/markup-compatibility/2006">
              <mc:Choice xmlns:v="urn:schemas-microsoft-com:vml" Requires="v">
                <p:oleObj spid="_x0000_s54314" name="" r:id="rId3" imgW="152400" imgH="165100" progId="Equation.3">
                  <p:embed/>
                </p:oleObj>
              </mc:Choice>
              <mc:Fallback>
                <p:oleObj name="" r:id="rId3" imgW="152400" imgH="165100" progId="Equation.3">
                  <p:embed/>
                  <p:pic>
                    <p:nvPicPr>
                      <p:cNvPr id="0" name="Object 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1538" y="3573463"/>
                        <a:ext cx="3937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4" name="Object 5"/>
          <p:cNvGraphicFramePr>
            <a:graphicFrameLocks noGrp="1"/>
          </p:cNvGraphicFramePr>
          <p:nvPr>
            <p:ph sz="quarter" idx="3"/>
          </p:nvPr>
        </p:nvGraphicFramePr>
        <p:xfrm>
          <a:off x="5880100" y="1557338"/>
          <a:ext cx="433388" cy="396875"/>
        </p:xfrm>
        <a:graphic>
          <a:graphicData uri="http://schemas.openxmlformats.org/presentationml/2006/ole">
            <mc:AlternateContent xmlns:mc="http://schemas.openxmlformats.org/markup-compatibility/2006">
              <mc:Choice xmlns:v="urn:schemas-microsoft-com:vml" Requires="v">
                <p:oleObj spid="_x0000_s54315" name="" r:id="rId5" imgW="152400" imgH="139700" progId="Equation.3">
                  <p:embed/>
                </p:oleObj>
              </mc:Choice>
              <mc:Fallback>
                <p:oleObj name="" r:id="rId5" imgW="152400" imgH="139700" progId="Equation.3">
                  <p:embed/>
                  <p:pic>
                    <p:nvPicPr>
                      <p:cNvPr id="0" name="Object 5"/>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0100" y="1557338"/>
                        <a:ext cx="433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0485" name="Picture 9" descr="20083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34695" y="1412776"/>
            <a:ext cx="3348037"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10"/>
          <p:cNvSpPr txBox="1">
            <a:spLocks noChangeArrowheads="1"/>
          </p:cNvSpPr>
          <p:nvPr/>
        </p:nvSpPr>
        <p:spPr bwMode="auto">
          <a:xfrm>
            <a:off x="1992313" y="4652963"/>
            <a:ext cx="7993062"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800" b="1">
                <a:solidFill>
                  <a:srgbClr val="1C1C1C"/>
                </a:solidFill>
                <a:latin typeface="Times New Roman" panose="02020603050405020304" pitchFamily="18" charset="0"/>
              </a:rPr>
              <a:t>求：</a:t>
            </a:r>
            <a:r>
              <a:rPr lang="en-US" altLang="zh-CN" sz="2800" b="1">
                <a:solidFill>
                  <a:srgbClr val="CC0000"/>
                </a:solidFill>
                <a:latin typeface="宋体" panose="02010600030101010101" pitchFamily="2" charset="-122"/>
              </a:rPr>
              <a:t>(</a:t>
            </a:r>
            <a:r>
              <a:rPr lang="en-US" altLang="zh-CN" sz="2800" b="1">
                <a:solidFill>
                  <a:srgbClr val="CC0000"/>
                </a:solidFill>
                <a:latin typeface="Times New Roman" panose="02020603050405020304" pitchFamily="18" charset="0"/>
              </a:rPr>
              <a:t>1</a:t>
            </a:r>
            <a:r>
              <a:rPr lang="en-US" altLang="zh-CN" sz="2800" b="1">
                <a:solidFill>
                  <a:srgbClr val="CC0000"/>
                </a:solidFill>
                <a:latin typeface="宋体" panose="02010600030101010101" pitchFamily="2" charset="-122"/>
              </a:rPr>
              <a:t>)</a:t>
            </a:r>
            <a:r>
              <a:rPr lang="zh-CN" altLang="en-US" sz="2800" b="1">
                <a:solidFill>
                  <a:srgbClr val="1C1C1C"/>
                </a:solidFill>
                <a:latin typeface="Times New Roman" panose="02020603050405020304" pitchFamily="18" charset="0"/>
              </a:rPr>
              <a:t>唱片与转盘间的摩擦力矩； </a:t>
            </a:r>
            <a:r>
              <a:rPr lang="en-US" altLang="zh-CN" sz="2800" b="1">
                <a:solidFill>
                  <a:srgbClr val="CC0000"/>
                </a:solidFill>
                <a:latin typeface="宋体" panose="02010600030101010101" pitchFamily="2" charset="-122"/>
              </a:rPr>
              <a:t>(</a:t>
            </a:r>
            <a:r>
              <a:rPr lang="en-US" altLang="zh-CN" sz="2800" b="1">
                <a:solidFill>
                  <a:srgbClr val="CC0000"/>
                </a:solidFill>
                <a:latin typeface="Times New Roman" panose="02020603050405020304" pitchFamily="18" charset="0"/>
              </a:rPr>
              <a:t>2</a:t>
            </a:r>
            <a:r>
              <a:rPr lang="en-US" altLang="zh-CN" sz="2800" b="1">
                <a:solidFill>
                  <a:srgbClr val="CC0000"/>
                </a:solidFill>
                <a:latin typeface="宋体" panose="02010600030101010101" pitchFamily="2" charset="-122"/>
              </a:rPr>
              <a:t>)</a:t>
            </a:r>
            <a:r>
              <a:rPr lang="zh-CN" altLang="en-US" sz="2800" b="1">
                <a:solidFill>
                  <a:srgbClr val="1C1C1C"/>
                </a:solidFill>
                <a:latin typeface="Times New Roman" panose="02020603050405020304" pitchFamily="18" charset="0"/>
              </a:rPr>
              <a:t>唱片达到角速度</a:t>
            </a:r>
            <a:r>
              <a:rPr lang="zh-CN" altLang="en-US" sz="2800" b="1" i="1">
                <a:solidFill>
                  <a:srgbClr val="1C1C1C"/>
                </a:solidFill>
                <a:latin typeface="Times New Roman" panose="02020603050405020304" pitchFamily="18" charset="0"/>
              </a:rPr>
              <a:t>   </a:t>
            </a:r>
            <a:r>
              <a:rPr lang="zh-CN" altLang="en-US" sz="2800" b="1">
                <a:solidFill>
                  <a:srgbClr val="1C1C1C"/>
                </a:solidFill>
                <a:latin typeface="Times New Roman" panose="02020603050405020304" pitchFamily="18" charset="0"/>
              </a:rPr>
              <a:t>时需要多长时间；</a:t>
            </a:r>
            <a:r>
              <a:rPr lang="en-US" altLang="zh-CN" sz="2800" b="1">
                <a:solidFill>
                  <a:srgbClr val="CC0000"/>
                </a:solidFill>
                <a:latin typeface="宋体" panose="02010600030101010101" pitchFamily="2" charset="-122"/>
              </a:rPr>
              <a:t>(</a:t>
            </a:r>
            <a:r>
              <a:rPr lang="en-US" altLang="zh-CN" sz="2800" b="1">
                <a:solidFill>
                  <a:srgbClr val="CC0000"/>
                </a:solidFill>
                <a:latin typeface="Times New Roman" panose="02020603050405020304" pitchFamily="18" charset="0"/>
              </a:rPr>
              <a:t>3</a:t>
            </a:r>
            <a:r>
              <a:rPr lang="en-US" altLang="zh-CN" sz="2800" b="1">
                <a:solidFill>
                  <a:srgbClr val="CC0000"/>
                </a:solidFill>
                <a:latin typeface="宋体" panose="02010600030101010101" pitchFamily="2" charset="-122"/>
              </a:rPr>
              <a:t>)</a:t>
            </a:r>
            <a:r>
              <a:rPr lang="zh-CN" altLang="en-US" sz="2800" b="1">
                <a:solidFill>
                  <a:srgbClr val="1C1C1C"/>
                </a:solidFill>
                <a:latin typeface="Times New Roman" panose="02020603050405020304" pitchFamily="18" charset="0"/>
              </a:rPr>
              <a:t>在这段时间内，转盘的驱动力矩做了多少功？</a:t>
            </a:r>
            <a:endParaRPr lang="zh-CN" altLang="en-US" sz="2800" b="1">
              <a:latin typeface="Arial" panose="020B0604020202020204" pitchFamily="34" charset="0"/>
            </a:endParaRPr>
          </a:p>
        </p:txBody>
      </p:sp>
    </p:spTree>
  </p:cSld>
  <p:clrMapOvr>
    <a:masterClrMapping/>
  </p:clrMapOvr>
  <p:transition spd="med">
    <p:pull dir="ru"/>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2301" name="Object 13"/>
          <p:cNvGraphicFramePr>
            <a:graphicFrameLocks noGrp="1"/>
          </p:cNvGraphicFramePr>
          <p:nvPr>
            <p:ph sz="half" idx="1"/>
          </p:nvPr>
        </p:nvGraphicFramePr>
        <p:xfrm>
          <a:off x="2981325" y="2060575"/>
          <a:ext cx="2557463" cy="1071563"/>
        </p:xfrm>
        <a:graphic>
          <a:graphicData uri="http://schemas.openxmlformats.org/presentationml/2006/ole">
            <mc:AlternateContent xmlns:mc="http://schemas.openxmlformats.org/markup-compatibility/2006">
              <mc:Choice xmlns:v="urn:schemas-microsoft-com:vml" Requires="v">
                <p:oleObj spid="_x0000_s55350" name="" r:id="rId1" imgW="939165" imgH="393700" progId="Equation.3">
                  <p:embed/>
                </p:oleObj>
              </mc:Choice>
              <mc:Fallback>
                <p:oleObj name="" r:id="rId1" imgW="939165" imgH="393700" progId="Equation.3">
                  <p:embed/>
                  <p:pic>
                    <p:nvPicPr>
                      <p:cNvPr id="0" name="Object 13"/>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1325" y="2060575"/>
                        <a:ext cx="2557463"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506" name="Object 62"/>
          <p:cNvGraphicFramePr>
            <a:graphicFrameLocks noGrp="1"/>
          </p:cNvGraphicFramePr>
          <p:nvPr>
            <p:ph sz="quarter" idx="2"/>
          </p:nvPr>
        </p:nvGraphicFramePr>
        <p:xfrm>
          <a:off x="5595938" y="1571625"/>
          <a:ext cx="428625" cy="482600"/>
        </p:xfrm>
        <a:graphic>
          <a:graphicData uri="http://schemas.openxmlformats.org/presentationml/2006/ole">
            <mc:AlternateContent xmlns:mc="http://schemas.openxmlformats.org/markup-compatibility/2006">
              <mc:Choice xmlns:v="urn:schemas-microsoft-com:vml" Requires="v">
                <p:oleObj spid="_x0000_s55351" name="" r:id="rId3" imgW="203200" imgH="228600" progId="Equation.3">
                  <p:embed/>
                </p:oleObj>
              </mc:Choice>
              <mc:Fallback>
                <p:oleObj name="" r:id="rId3" imgW="203200" imgH="228600" progId="Equation.3">
                  <p:embed/>
                  <p:pic>
                    <p:nvPicPr>
                      <p:cNvPr id="0" name="Object 62"/>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5938" y="1571625"/>
                        <a:ext cx="4286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307" name="Object 19"/>
          <p:cNvGraphicFramePr>
            <a:graphicFrameLocks noGrp="1"/>
          </p:cNvGraphicFramePr>
          <p:nvPr>
            <p:ph sz="quarter" idx="3"/>
          </p:nvPr>
        </p:nvGraphicFramePr>
        <p:xfrm>
          <a:off x="2566988" y="3716338"/>
          <a:ext cx="3238500" cy="1195387"/>
        </p:xfrm>
        <a:graphic>
          <a:graphicData uri="http://schemas.openxmlformats.org/presentationml/2006/ole">
            <mc:AlternateContent xmlns:mc="http://schemas.openxmlformats.org/markup-compatibility/2006">
              <mc:Choice xmlns:v="urn:schemas-microsoft-com:vml" Requires="v">
                <p:oleObj spid="_x0000_s55352" name="" r:id="rId5" imgW="1066165" imgH="393700" progId="Equation.3">
                  <p:embed/>
                </p:oleObj>
              </mc:Choice>
              <mc:Fallback>
                <p:oleObj name="" r:id="rId5" imgW="1066165" imgH="393700" progId="Equation.3">
                  <p:embed/>
                  <p:pic>
                    <p:nvPicPr>
                      <p:cNvPr id="0" name="Object 19"/>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6988" y="3716338"/>
                        <a:ext cx="3238500"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08" name="Text Box 17"/>
          <p:cNvSpPr txBox="1">
            <a:spLocks noChangeArrowheads="1"/>
          </p:cNvSpPr>
          <p:nvPr/>
        </p:nvSpPr>
        <p:spPr bwMode="auto">
          <a:xfrm>
            <a:off x="1881189" y="928688"/>
            <a:ext cx="500062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zh-CN" altLang="en-US" sz="2800" b="1" dirty="0">
                <a:solidFill>
                  <a:srgbClr val="CC0000"/>
                </a:solidFill>
                <a:latin typeface="宋体" panose="02010600030101010101" pitchFamily="2" charset="-122"/>
              </a:rPr>
              <a:t>解 </a:t>
            </a:r>
            <a:r>
              <a:rPr lang="en-US" altLang="zh-CN" sz="2800" b="1" dirty="0">
                <a:solidFill>
                  <a:srgbClr val="CC0000"/>
                </a:solidFill>
                <a:latin typeface="宋体" panose="02010600030101010101" pitchFamily="2" charset="-122"/>
              </a:rPr>
              <a:t>(</a:t>
            </a:r>
            <a:r>
              <a:rPr lang="en-US" altLang="zh-CN" sz="2800" b="1" dirty="0">
                <a:solidFill>
                  <a:srgbClr val="CC0000"/>
                </a:solidFill>
                <a:latin typeface="Times New Roman" panose="02020603050405020304" pitchFamily="18" charset="0"/>
              </a:rPr>
              <a:t>1</a:t>
            </a:r>
            <a:r>
              <a:rPr lang="en-US" altLang="zh-CN" sz="2800" b="1" dirty="0">
                <a:solidFill>
                  <a:srgbClr val="CC0000"/>
                </a:solidFill>
                <a:latin typeface="宋体" panose="02010600030101010101" pitchFamily="2" charset="-122"/>
              </a:rPr>
              <a:t>)</a:t>
            </a:r>
            <a:r>
              <a:rPr lang="en-US" altLang="zh-CN" sz="2800" b="1" dirty="0">
                <a:solidFill>
                  <a:srgbClr val="1C1C1C"/>
                </a:solidFill>
                <a:latin typeface="宋体" panose="02010600030101010101" pitchFamily="2" charset="-122"/>
              </a:rPr>
              <a:t> </a:t>
            </a:r>
            <a:r>
              <a:rPr lang="zh-CN" altLang="en-US" sz="2800" b="1" dirty="0">
                <a:solidFill>
                  <a:srgbClr val="1C1C1C"/>
                </a:solidFill>
                <a:latin typeface="宋体" panose="02010600030101010101" pitchFamily="2" charset="-122"/>
              </a:rPr>
              <a:t>如图取面积元</a:t>
            </a:r>
            <a:r>
              <a:rPr lang="en-US" altLang="zh-CN" sz="2800" dirty="0">
                <a:solidFill>
                  <a:srgbClr val="1C1C1C"/>
                </a:solidFill>
                <a:latin typeface="Times New Roman" panose="02020603050405020304" pitchFamily="18" charset="0"/>
              </a:rPr>
              <a:t>d</a:t>
            </a:r>
            <a:r>
              <a:rPr lang="en-US" altLang="zh-CN" sz="2800" i="1" dirty="0">
                <a:solidFill>
                  <a:srgbClr val="1C1C1C"/>
                </a:solidFill>
                <a:latin typeface="Times New Roman" panose="02020603050405020304" pitchFamily="18" charset="0"/>
              </a:rPr>
              <a:t>s </a:t>
            </a:r>
            <a:r>
              <a:rPr lang="en-US" altLang="zh-CN" sz="2800" b="1" dirty="0">
                <a:solidFill>
                  <a:srgbClr val="1C1C1C"/>
                </a:solidFill>
                <a:latin typeface="Times New Roman" panose="02020603050405020304" pitchFamily="18" charset="0"/>
                <a:ea typeface="楷体_GB2312" pitchFamily="49" charset="-122"/>
              </a:rPr>
              <a:t>=</a:t>
            </a:r>
            <a:r>
              <a:rPr lang="en-US" altLang="zh-CN" sz="2800" dirty="0">
                <a:solidFill>
                  <a:srgbClr val="1C1C1C"/>
                </a:solidFill>
                <a:latin typeface="Times New Roman" panose="02020603050405020304" pitchFamily="18" charset="0"/>
                <a:ea typeface="楷体_GB2312" pitchFamily="49" charset="-122"/>
              </a:rPr>
              <a:t> </a:t>
            </a:r>
            <a:r>
              <a:rPr lang="en-US" altLang="zh-CN" sz="2800" dirty="0" err="1">
                <a:solidFill>
                  <a:srgbClr val="1C1C1C"/>
                </a:solidFill>
                <a:latin typeface="Times New Roman" panose="02020603050405020304" pitchFamily="18" charset="0"/>
              </a:rPr>
              <a:t>d</a:t>
            </a:r>
            <a:r>
              <a:rPr lang="en-US" altLang="zh-CN" sz="2800" i="1" dirty="0" err="1">
                <a:solidFill>
                  <a:srgbClr val="1C1C1C"/>
                </a:solidFill>
                <a:latin typeface="Times New Roman" panose="02020603050405020304" pitchFamily="18" charset="0"/>
              </a:rPr>
              <a:t>r</a:t>
            </a:r>
            <a:r>
              <a:rPr lang="en-US" altLang="zh-CN" sz="2800" dirty="0" err="1">
                <a:solidFill>
                  <a:srgbClr val="1C1C1C"/>
                </a:solidFill>
                <a:latin typeface="Times New Roman" panose="02020603050405020304" pitchFamily="18" charset="0"/>
              </a:rPr>
              <a:t>d</a:t>
            </a:r>
            <a:r>
              <a:rPr lang="en-US" altLang="zh-CN" sz="2800" i="1" dirty="0" err="1">
                <a:solidFill>
                  <a:srgbClr val="1C1C1C"/>
                </a:solidFill>
                <a:latin typeface="Times New Roman" panose="02020603050405020304" pitchFamily="18" charset="0"/>
              </a:rPr>
              <a:t>l</a:t>
            </a:r>
            <a:r>
              <a:rPr lang="zh-CN" altLang="en-US" sz="2800" b="1" dirty="0">
                <a:solidFill>
                  <a:srgbClr val="1C1C1C"/>
                </a:solidFill>
                <a:latin typeface="Times New Roman" panose="02020603050405020304" pitchFamily="18" charset="0"/>
              </a:rPr>
              <a:t>，该面元所受的摩擦力为</a:t>
            </a:r>
            <a:endParaRPr lang="zh-CN" altLang="en-US" sz="2800" b="1" i="1" dirty="0">
              <a:solidFill>
                <a:srgbClr val="1C1C1C"/>
              </a:solidFill>
              <a:latin typeface="Times New Roman" panose="02020603050405020304" pitchFamily="18" charset="0"/>
            </a:endParaRPr>
          </a:p>
        </p:txBody>
      </p:sp>
      <p:sp>
        <p:nvSpPr>
          <p:cNvPr id="12306" name="Text Box 18"/>
          <p:cNvSpPr txBox="1">
            <a:spLocks noChangeArrowheads="1"/>
          </p:cNvSpPr>
          <p:nvPr/>
        </p:nvSpPr>
        <p:spPr bwMode="auto">
          <a:xfrm>
            <a:off x="2135188" y="3213101"/>
            <a:ext cx="3960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Arial" panose="020B0604020202020204" pitchFamily="34" charset="0"/>
              </a:rPr>
              <a:t>此力对点</a:t>
            </a:r>
            <a:r>
              <a:rPr lang="en-US" altLang="zh-CN" sz="2800" i="1">
                <a:latin typeface="Times New Roman" panose="02020603050405020304" pitchFamily="18" charset="0"/>
              </a:rPr>
              <a:t>o</a:t>
            </a:r>
            <a:r>
              <a:rPr lang="zh-CN" altLang="en-US" sz="2800" b="1">
                <a:latin typeface="Arial" panose="020B0604020202020204" pitchFamily="34" charset="0"/>
              </a:rPr>
              <a:t>的力矩为</a:t>
            </a:r>
            <a:endParaRPr lang="zh-CN" altLang="en-US" sz="2800" b="1">
              <a:latin typeface="Arial" panose="020B0604020202020204" pitchFamily="34" charset="0"/>
            </a:endParaRPr>
          </a:p>
        </p:txBody>
      </p:sp>
      <p:grpSp>
        <p:nvGrpSpPr>
          <p:cNvPr id="21510" name="Group 21"/>
          <p:cNvGrpSpPr/>
          <p:nvPr/>
        </p:nvGrpSpPr>
        <p:grpSpPr bwMode="auto">
          <a:xfrm>
            <a:off x="6238876" y="4143375"/>
            <a:ext cx="4194175" cy="2889250"/>
            <a:chOff x="3058" y="2107"/>
            <a:chExt cx="2642" cy="1820"/>
          </a:xfrm>
        </p:grpSpPr>
        <p:grpSp>
          <p:nvGrpSpPr>
            <p:cNvPr id="21511" name="Group 22"/>
            <p:cNvGrpSpPr/>
            <p:nvPr/>
          </p:nvGrpSpPr>
          <p:grpSpPr bwMode="auto">
            <a:xfrm>
              <a:off x="3058" y="2107"/>
              <a:ext cx="2642" cy="1820"/>
              <a:chOff x="3058" y="2107"/>
              <a:chExt cx="2642" cy="1820"/>
            </a:xfrm>
          </p:grpSpPr>
          <p:grpSp>
            <p:nvGrpSpPr>
              <p:cNvPr id="21512" name="Group 23"/>
              <p:cNvGrpSpPr/>
              <p:nvPr/>
            </p:nvGrpSpPr>
            <p:grpSpPr bwMode="auto">
              <a:xfrm>
                <a:off x="3058" y="2107"/>
                <a:ext cx="2642" cy="1820"/>
                <a:chOff x="3058" y="2107"/>
                <a:chExt cx="2642" cy="1820"/>
              </a:xfrm>
            </p:grpSpPr>
            <p:sp>
              <p:nvSpPr>
                <p:cNvPr id="21513" name="AutoShape 24"/>
                <p:cNvSpPr>
                  <a:spLocks noChangeArrowheads="1"/>
                </p:cNvSpPr>
                <p:nvPr/>
              </p:nvSpPr>
              <p:spPr bwMode="auto">
                <a:xfrm>
                  <a:off x="3058" y="2466"/>
                  <a:ext cx="2642" cy="1077"/>
                </a:xfrm>
                <a:prstGeom prst="parallelogram">
                  <a:avLst>
                    <a:gd name="adj" fmla="val 61328"/>
                  </a:avLst>
                </a:prstGeom>
                <a:solidFill>
                  <a:srgbClr val="CCECFF"/>
                </a:solidFill>
                <a:ln w="9525">
                  <a:solidFill>
                    <a:schemeClr val="tx1"/>
                  </a:solidFill>
                  <a:miter lim="800000"/>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pSp>
              <p:nvGrpSpPr>
                <p:cNvPr id="21514" name="Group 25"/>
                <p:cNvGrpSpPr/>
                <p:nvPr/>
              </p:nvGrpSpPr>
              <p:grpSpPr bwMode="auto">
                <a:xfrm>
                  <a:off x="3079" y="2107"/>
                  <a:ext cx="2037" cy="1820"/>
                  <a:chOff x="3079" y="2107"/>
                  <a:chExt cx="2037" cy="1820"/>
                </a:xfrm>
              </p:grpSpPr>
              <p:grpSp>
                <p:nvGrpSpPr>
                  <p:cNvPr id="21515" name="Group 26"/>
                  <p:cNvGrpSpPr/>
                  <p:nvPr/>
                </p:nvGrpSpPr>
                <p:grpSpPr bwMode="auto">
                  <a:xfrm>
                    <a:off x="3666" y="2594"/>
                    <a:ext cx="1450" cy="736"/>
                    <a:chOff x="3969" y="3211"/>
                    <a:chExt cx="1450" cy="736"/>
                  </a:xfrm>
                </p:grpSpPr>
                <p:grpSp>
                  <p:nvGrpSpPr>
                    <p:cNvPr id="21516" name="Group 27"/>
                    <p:cNvGrpSpPr/>
                    <p:nvPr/>
                  </p:nvGrpSpPr>
                  <p:grpSpPr bwMode="auto">
                    <a:xfrm>
                      <a:off x="3969" y="3211"/>
                      <a:ext cx="1450" cy="736"/>
                      <a:chOff x="3969" y="3211"/>
                      <a:chExt cx="1450" cy="736"/>
                    </a:xfrm>
                  </p:grpSpPr>
                  <p:sp>
                    <p:nvSpPr>
                      <p:cNvPr id="21517" name="Oval 28"/>
                      <p:cNvSpPr>
                        <a:spLocks noChangeArrowheads="1"/>
                      </p:cNvSpPr>
                      <p:nvPr/>
                    </p:nvSpPr>
                    <p:spPr bwMode="auto">
                      <a:xfrm>
                        <a:off x="3969" y="3211"/>
                        <a:ext cx="1450" cy="736"/>
                      </a:xfrm>
                      <a:prstGeom prst="ellipse">
                        <a:avLst/>
                      </a:prstGeom>
                      <a:solidFill>
                        <a:schemeClr val="bg1"/>
                      </a:solidFill>
                      <a:ln w="38100">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18" name="Oval 29"/>
                      <p:cNvSpPr>
                        <a:spLocks noChangeArrowheads="1"/>
                      </p:cNvSpPr>
                      <p:nvPr/>
                    </p:nvSpPr>
                    <p:spPr bwMode="auto">
                      <a:xfrm>
                        <a:off x="3969" y="3211"/>
                        <a:ext cx="1439" cy="640"/>
                      </a:xfrm>
                      <a:prstGeom prst="ellipse">
                        <a:avLst/>
                      </a:prstGeom>
                      <a:solidFill>
                        <a:schemeClr val="accent1"/>
                      </a:solidFill>
                      <a:ln w="38100">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pSp>
                <p:sp>
                  <p:nvSpPr>
                    <p:cNvPr id="21519" name="Line 30"/>
                    <p:cNvSpPr>
                      <a:spLocks noChangeShapeType="1"/>
                    </p:cNvSpPr>
                    <p:nvPr/>
                  </p:nvSpPr>
                  <p:spPr bwMode="auto">
                    <a:xfrm>
                      <a:off x="4747" y="3851"/>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0" name="Line 31"/>
                    <p:cNvSpPr>
                      <a:spLocks noChangeShapeType="1"/>
                    </p:cNvSpPr>
                    <p:nvPr/>
                  </p:nvSpPr>
                  <p:spPr bwMode="auto">
                    <a:xfrm>
                      <a:off x="4909" y="3837"/>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1" name="Line 32"/>
                    <p:cNvSpPr>
                      <a:spLocks noChangeShapeType="1"/>
                    </p:cNvSpPr>
                    <p:nvPr/>
                  </p:nvSpPr>
                  <p:spPr bwMode="auto">
                    <a:xfrm>
                      <a:off x="4612" y="3848"/>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2" name="Line 33"/>
                    <p:cNvSpPr>
                      <a:spLocks noChangeShapeType="1"/>
                    </p:cNvSpPr>
                    <p:nvPr/>
                  </p:nvSpPr>
                  <p:spPr bwMode="auto">
                    <a:xfrm>
                      <a:off x="4447" y="3826"/>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3" name="Line 34"/>
                    <p:cNvSpPr>
                      <a:spLocks noChangeShapeType="1"/>
                    </p:cNvSpPr>
                    <p:nvPr/>
                  </p:nvSpPr>
                  <p:spPr bwMode="auto">
                    <a:xfrm>
                      <a:off x="5052" y="3793"/>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4" name="Line 35"/>
                    <p:cNvSpPr>
                      <a:spLocks noChangeShapeType="1"/>
                    </p:cNvSpPr>
                    <p:nvPr/>
                  </p:nvSpPr>
                  <p:spPr bwMode="auto">
                    <a:xfrm>
                      <a:off x="4282" y="3793"/>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5" name="Line 36"/>
                    <p:cNvSpPr>
                      <a:spLocks noChangeShapeType="1"/>
                    </p:cNvSpPr>
                    <p:nvPr/>
                  </p:nvSpPr>
                  <p:spPr bwMode="auto">
                    <a:xfrm>
                      <a:off x="5206" y="3749"/>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1526" name="Line 37"/>
                  <p:cNvSpPr>
                    <a:spLocks noChangeShapeType="1"/>
                  </p:cNvSpPr>
                  <p:nvPr/>
                </p:nvSpPr>
                <p:spPr bwMode="auto">
                  <a:xfrm flipH="1" flipV="1">
                    <a:off x="4392" y="2214"/>
                    <a:ext cx="0" cy="665"/>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7" name="Text Box 38"/>
                  <p:cNvSpPr txBox="1">
                    <a:spLocks noChangeArrowheads="1"/>
                  </p:cNvSpPr>
                  <p:nvPr/>
                </p:nvSpPr>
                <p:spPr bwMode="auto">
                  <a:xfrm>
                    <a:off x="4380" y="2107"/>
                    <a:ext cx="4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800" i="1">
                        <a:latin typeface="Times New Roman" panose="02020603050405020304" pitchFamily="18" charset="0"/>
                        <a:sym typeface="Symbol" panose="05050102010706020507" pitchFamily="18" charset="2"/>
                      </a:rPr>
                      <a:t></a:t>
                    </a:r>
                    <a:r>
                      <a:rPr lang="en-US" altLang="zh-CN" sz="2800" baseline="-25000">
                        <a:latin typeface="Times New Roman" panose="02020603050405020304" pitchFamily="18" charset="0"/>
                        <a:sym typeface="Symbol" panose="05050102010706020507" pitchFamily="18" charset="2"/>
                      </a:rPr>
                      <a:t>o</a:t>
                    </a:r>
                    <a:endParaRPr lang="en-US" altLang="zh-CN" sz="2800">
                      <a:latin typeface="Times New Roman" panose="02020603050405020304" pitchFamily="18" charset="0"/>
                    </a:endParaRPr>
                  </a:p>
                </p:txBody>
              </p:sp>
              <p:sp>
                <p:nvSpPr>
                  <p:cNvPr id="21528" name="Text Box 39"/>
                  <p:cNvSpPr txBox="1">
                    <a:spLocks noChangeArrowheads="1"/>
                  </p:cNvSpPr>
                  <p:nvPr/>
                </p:nvSpPr>
                <p:spPr bwMode="auto">
                  <a:xfrm>
                    <a:off x="3873" y="3639"/>
                    <a:ext cx="6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endParaRPr lang="zh-CN" altLang="zh-CN" sz="2400">
                      <a:solidFill>
                        <a:schemeClr val="bg1"/>
                      </a:solidFill>
                      <a:latin typeface="Times New Roman" panose="02020603050405020304" pitchFamily="18" charset="0"/>
                    </a:endParaRPr>
                  </a:p>
                </p:txBody>
              </p:sp>
              <p:sp>
                <p:nvSpPr>
                  <p:cNvPr id="21529" name="Text Box 40"/>
                  <p:cNvSpPr txBox="1">
                    <a:spLocks noChangeArrowheads="1"/>
                  </p:cNvSpPr>
                  <p:nvPr/>
                </p:nvSpPr>
                <p:spPr bwMode="auto">
                  <a:xfrm>
                    <a:off x="3079" y="3292"/>
                    <a:ext cx="9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400" b="1" i="1">
                        <a:latin typeface="Times New Roman" panose="02020603050405020304" pitchFamily="18" charset="0"/>
                      </a:rPr>
                      <a:t>水平面</a:t>
                    </a:r>
                    <a:endParaRPr lang="zh-CN" altLang="en-US" sz="2400" i="1">
                      <a:solidFill>
                        <a:schemeClr val="bg1"/>
                      </a:solidFill>
                      <a:latin typeface="Times New Roman" panose="02020603050405020304" pitchFamily="18" charset="0"/>
                    </a:endParaRPr>
                  </a:p>
                </p:txBody>
              </p:sp>
            </p:grpSp>
          </p:grpSp>
          <p:sp>
            <p:nvSpPr>
              <p:cNvPr id="21530" name="Freeform 41"/>
              <p:cNvSpPr>
                <a:spLocks noChangeArrowheads="1"/>
              </p:cNvSpPr>
              <p:nvPr/>
            </p:nvSpPr>
            <p:spPr bwMode="auto">
              <a:xfrm>
                <a:off x="4567" y="2545"/>
                <a:ext cx="578" cy="299"/>
              </a:xfrm>
              <a:custGeom>
                <a:avLst/>
                <a:gdLst>
                  <a:gd name="T0" fmla="*/ 0 w 589"/>
                  <a:gd name="T1" fmla="*/ 0 h 311"/>
                  <a:gd name="T2" fmla="*/ 200 w 589"/>
                  <a:gd name="T3" fmla="*/ 34 h 311"/>
                  <a:gd name="T4" fmla="*/ 356 w 589"/>
                  <a:gd name="T5" fmla="*/ 89 h 311"/>
                  <a:gd name="T6" fmla="*/ 489 w 589"/>
                  <a:gd name="T7" fmla="*/ 167 h 311"/>
                  <a:gd name="T8" fmla="*/ 589 w 589"/>
                  <a:gd name="T9" fmla="*/ 311 h 311"/>
                </a:gdLst>
                <a:ahLst/>
                <a:cxnLst>
                  <a:cxn ang="0">
                    <a:pos x="T0" y="T1"/>
                  </a:cxn>
                  <a:cxn ang="0">
                    <a:pos x="T2" y="T3"/>
                  </a:cxn>
                  <a:cxn ang="0">
                    <a:pos x="T4" y="T5"/>
                  </a:cxn>
                  <a:cxn ang="0">
                    <a:pos x="T6" y="T7"/>
                  </a:cxn>
                  <a:cxn ang="0">
                    <a:pos x="T8" y="T9"/>
                  </a:cxn>
                </a:cxnLst>
                <a:rect l="0" t="0" r="r" b="b"/>
                <a:pathLst>
                  <a:path w="589" h="311">
                    <a:moveTo>
                      <a:pt x="0" y="0"/>
                    </a:moveTo>
                    <a:cubicBezTo>
                      <a:pt x="70" y="9"/>
                      <a:pt x="141" y="19"/>
                      <a:pt x="200" y="34"/>
                    </a:cubicBezTo>
                    <a:cubicBezTo>
                      <a:pt x="259" y="49"/>
                      <a:pt x="308" y="67"/>
                      <a:pt x="356" y="89"/>
                    </a:cubicBezTo>
                    <a:cubicBezTo>
                      <a:pt x="404" y="111"/>
                      <a:pt x="450" y="130"/>
                      <a:pt x="489" y="167"/>
                    </a:cubicBezTo>
                    <a:cubicBezTo>
                      <a:pt x="528" y="204"/>
                      <a:pt x="558" y="257"/>
                      <a:pt x="589" y="311"/>
                    </a:cubicBezTo>
                  </a:path>
                </a:pathLst>
              </a:custGeom>
              <a:noFill/>
              <a:ln w="28575">
                <a:solidFill>
                  <a:srgbClr val="3366FF"/>
                </a:solidFill>
                <a:round/>
                <a:headEnd type="triangle" w="sm" len="me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pSp>
        <p:grpSp>
          <p:nvGrpSpPr>
            <p:cNvPr id="21531" name="Group 42"/>
            <p:cNvGrpSpPr/>
            <p:nvPr/>
          </p:nvGrpSpPr>
          <p:grpSpPr bwMode="auto">
            <a:xfrm>
              <a:off x="3847" y="2390"/>
              <a:ext cx="1227" cy="747"/>
              <a:chOff x="3847" y="2390"/>
              <a:chExt cx="1227" cy="747"/>
            </a:xfrm>
          </p:grpSpPr>
          <p:grpSp>
            <p:nvGrpSpPr>
              <p:cNvPr id="21532" name="Group 43"/>
              <p:cNvGrpSpPr/>
              <p:nvPr/>
            </p:nvGrpSpPr>
            <p:grpSpPr bwMode="auto">
              <a:xfrm>
                <a:off x="3847" y="2390"/>
                <a:ext cx="1227" cy="747"/>
                <a:chOff x="3847" y="2390"/>
                <a:chExt cx="1227" cy="747"/>
              </a:xfrm>
            </p:grpSpPr>
            <p:sp>
              <p:nvSpPr>
                <p:cNvPr id="21533" name="Oval 44"/>
                <p:cNvSpPr>
                  <a:spLocks noChangeArrowheads="1"/>
                </p:cNvSpPr>
                <p:nvPr/>
              </p:nvSpPr>
              <p:spPr bwMode="auto">
                <a:xfrm>
                  <a:off x="3847" y="2701"/>
                  <a:ext cx="1076" cy="426"/>
                </a:xfrm>
                <a:prstGeom prst="ellipse">
                  <a:avLst/>
                </a:prstGeom>
                <a:solidFill>
                  <a:srgbClr val="FFCC99"/>
                </a:solidFill>
                <a:ln w="9525">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34" name="Oval 45"/>
                <p:cNvSpPr>
                  <a:spLocks noChangeArrowheads="1"/>
                </p:cNvSpPr>
                <p:nvPr/>
              </p:nvSpPr>
              <p:spPr bwMode="auto">
                <a:xfrm>
                  <a:off x="3942" y="2754"/>
                  <a:ext cx="896" cy="321"/>
                </a:xfrm>
                <a:prstGeom prst="ellipse">
                  <a:avLst/>
                </a:prstGeom>
                <a:gradFill rotWithShape="1">
                  <a:gsLst>
                    <a:gs pos="0">
                      <a:srgbClr val="CCECFF"/>
                    </a:gs>
                    <a:gs pos="100000">
                      <a:srgbClr val="FFFFFF"/>
                    </a:gs>
                  </a:gsLst>
                  <a:path path="shape">
                    <a:fillToRect l="50000" t="50000" r="50000" b="50000"/>
                  </a:path>
                </a:gradFill>
                <a:ln w="9525">
                  <a:solidFill>
                    <a:schemeClr val="tx1"/>
                  </a:solidFill>
                  <a:rou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35" name="Line 46"/>
                <p:cNvSpPr>
                  <a:spLocks noChangeShapeType="1"/>
                </p:cNvSpPr>
                <p:nvPr/>
              </p:nvSpPr>
              <p:spPr bwMode="auto">
                <a:xfrm>
                  <a:off x="4391" y="2390"/>
                  <a:ext cx="0" cy="5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6" name="Line 47"/>
                <p:cNvSpPr>
                  <a:spLocks noChangeShapeType="1"/>
                </p:cNvSpPr>
                <p:nvPr/>
              </p:nvSpPr>
              <p:spPr bwMode="auto">
                <a:xfrm flipV="1">
                  <a:off x="4380" y="2924"/>
                  <a:ext cx="459"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7" name="Text Box 48"/>
                <p:cNvSpPr txBox="1">
                  <a:spLocks noChangeArrowheads="1"/>
                </p:cNvSpPr>
                <p:nvPr/>
              </p:nvSpPr>
              <p:spPr bwMode="auto">
                <a:xfrm>
                  <a:off x="4511" y="2810"/>
                  <a:ext cx="3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800" b="1" i="1">
                      <a:latin typeface="Times New Roman" panose="02020603050405020304" pitchFamily="18" charset="0"/>
                    </a:rPr>
                    <a:t>r</a:t>
                  </a:r>
                  <a:endParaRPr lang="en-US" altLang="zh-CN" sz="2800" i="1">
                    <a:latin typeface="Times New Roman" panose="02020603050405020304" pitchFamily="18" charset="0"/>
                  </a:endParaRPr>
                </a:p>
              </p:txBody>
            </p:sp>
            <p:sp>
              <p:nvSpPr>
                <p:cNvPr id="21538" name="Text Box 49"/>
                <p:cNvSpPr txBox="1">
                  <a:spLocks noChangeArrowheads="1"/>
                </p:cNvSpPr>
                <p:nvPr/>
              </p:nvSpPr>
              <p:spPr bwMode="auto">
                <a:xfrm>
                  <a:off x="4721" y="2621"/>
                  <a:ext cx="3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800" b="1" i="1">
                      <a:latin typeface="Times New Roman" panose="02020603050405020304" pitchFamily="18" charset="0"/>
                    </a:rPr>
                    <a:t>dr</a:t>
                  </a:r>
                  <a:endParaRPr lang="en-US" altLang="zh-CN" sz="2800" i="1">
                    <a:latin typeface="Times New Roman" panose="02020603050405020304" pitchFamily="18" charset="0"/>
                  </a:endParaRPr>
                </a:p>
              </p:txBody>
            </p:sp>
          </p:grpSp>
          <p:sp>
            <p:nvSpPr>
              <p:cNvPr id="21539" name="Line 50"/>
              <p:cNvSpPr>
                <a:spLocks noChangeShapeType="1"/>
              </p:cNvSpPr>
              <p:nvPr/>
            </p:nvSpPr>
            <p:spPr bwMode="auto">
              <a:xfrm flipV="1">
                <a:off x="4838" y="2911"/>
                <a:ext cx="97" cy="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21540" name="Oval 6"/>
          <p:cNvSpPr>
            <a:spLocks noChangeArrowheads="1"/>
          </p:cNvSpPr>
          <p:nvPr/>
        </p:nvSpPr>
        <p:spPr bwMode="auto">
          <a:xfrm flipH="1">
            <a:off x="8379328" y="2579896"/>
            <a:ext cx="132346" cy="142201"/>
          </a:xfrm>
          <a:prstGeom prst="ellipse">
            <a:avLst/>
          </a:prstGeom>
          <a:gradFill rotWithShape="1">
            <a:gsLst>
              <a:gs pos="0">
                <a:schemeClr val="bg1"/>
              </a:gs>
              <a:gs pos="100000">
                <a:schemeClr val="accent1"/>
              </a:gs>
            </a:gsLst>
            <a:path path="shape">
              <a:fillToRect l="50000" t="50000" r="50000" b="50000"/>
            </a:path>
          </a:gradFill>
          <a:ln w="19050">
            <a:solidFill>
              <a:srgbClr val="003366"/>
            </a:solidFill>
            <a:round/>
          </a:ln>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41" name="AutoShape 7"/>
          <p:cNvSpPr>
            <a:spLocks noChangeArrowheads="1"/>
          </p:cNvSpPr>
          <p:nvPr/>
        </p:nvSpPr>
        <p:spPr bwMode="auto">
          <a:xfrm>
            <a:off x="7527926" y="1749426"/>
            <a:ext cx="1795463" cy="1795463"/>
          </a:xfrm>
          <a:custGeom>
            <a:avLst/>
            <a:gdLst>
              <a:gd name="T0" fmla="*/ 0 w 21600"/>
              <a:gd name="T1" fmla="*/ 10800 h 21600"/>
              <a:gd name="T2" fmla="*/ 10800 w 21600"/>
              <a:gd name="T3" fmla="*/ 0 h 21600"/>
              <a:gd name="T4" fmla="*/ 21600 w 21600"/>
              <a:gd name="T5" fmla="*/ 10800 h 21600"/>
              <a:gd name="T6" fmla="*/ 10800 w 21600"/>
              <a:gd name="T7" fmla="*/ 21600 h 21600"/>
              <a:gd name="T8" fmla="*/ 0 w 21600"/>
              <a:gd name="T9" fmla="*/ 10800 h 21600"/>
              <a:gd name="T10" fmla="*/ 1941 w 21600"/>
              <a:gd name="T11" fmla="*/ 10800 h 21600"/>
              <a:gd name="T12" fmla="*/ 10800 w 21600"/>
              <a:gd name="T13" fmla="*/ 19659 h 21600"/>
              <a:gd name="T14" fmla="*/ 19659 w 21600"/>
              <a:gd name="T15" fmla="*/ 10800 h 21600"/>
              <a:gd name="T16" fmla="*/ 10800 w 21600"/>
              <a:gd name="T17" fmla="*/ 1941 h 21600"/>
              <a:gd name="T18" fmla="*/ 1941 w 21600"/>
              <a:gd name="T19" fmla="*/ 108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41" y="10800"/>
                </a:moveTo>
                <a:cubicBezTo>
                  <a:pt x="1941" y="15693"/>
                  <a:pt x="5907" y="19659"/>
                  <a:pt x="10800" y="19659"/>
                </a:cubicBezTo>
                <a:cubicBezTo>
                  <a:pt x="15693" y="19659"/>
                  <a:pt x="19659" y="15693"/>
                  <a:pt x="19659" y="10800"/>
                </a:cubicBezTo>
                <a:cubicBezTo>
                  <a:pt x="19659" y="5907"/>
                  <a:pt x="15693" y="1941"/>
                  <a:pt x="10800" y="1941"/>
                </a:cubicBezTo>
                <a:cubicBezTo>
                  <a:pt x="5907" y="1941"/>
                  <a:pt x="1941" y="5907"/>
                  <a:pt x="1941" y="10800"/>
                </a:cubicBezTo>
                <a:close/>
              </a:path>
            </a:pathLst>
          </a:custGeom>
          <a:solidFill>
            <a:srgbClr val="FFCC99"/>
          </a:solidFill>
          <a:ln w="9525">
            <a:solidFill>
              <a:schemeClr val="tx1"/>
            </a:solidFill>
            <a:round/>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42" name="Line 8"/>
          <p:cNvSpPr>
            <a:spLocks noChangeShapeType="1"/>
          </p:cNvSpPr>
          <p:nvPr/>
        </p:nvSpPr>
        <p:spPr bwMode="auto">
          <a:xfrm flipV="1">
            <a:off x="8435975" y="1982789"/>
            <a:ext cx="615950" cy="676275"/>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1543" name="Line 9"/>
          <p:cNvSpPr>
            <a:spLocks noChangeShapeType="1"/>
          </p:cNvSpPr>
          <p:nvPr/>
        </p:nvSpPr>
        <p:spPr bwMode="auto">
          <a:xfrm flipV="1">
            <a:off x="8435975" y="2228851"/>
            <a:ext cx="800100" cy="43021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1544" name="Freeform 10"/>
          <p:cNvSpPr>
            <a:spLocks noChangeArrowheads="1"/>
          </p:cNvSpPr>
          <p:nvPr/>
        </p:nvSpPr>
        <p:spPr bwMode="auto">
          <a:xfrm>
            <a:off x="8932864" y="1992313"/>
            <a:ext cx="293687" cy="322262"/>
          </a:xfrm>
          <a:custGeom>
            <a:avLst/>
            <a:gdLst>
              <a:gd name="T0" fmla="*/ 81 w 216"/>
              <a:gd name="T1" fmla="*/ 0 h 237"/>
              <a:gd name="T2" fmla="*/ 216 w 216"/>
              <a:gd name="T3" fmla="*/ 180 h 237"/>
              <a:gd name="T4" fmla="*/ 108 w 216"/>
              <a:gd name="T5" fmla="*/ 237 h 237"/>
              <a:gd name="T6" fmla="*/ 0 w 216"/>
              <a:gd name="T7" fmla="*/ 87 h 237"/>
              <a:gd name="T8" fmla="*/ 81 w 216"/>
              <a:gd name="T9" fmla="*/ 0 h 237"/>
            </a:gdLst>
            <a:ahLst/>
            <a:cxnLst>
              <a:cxn ang="0">
                <a:pos x="T0" y="T1"/>
              </a:cxn>
              <a:cxn ang="0">
                <a:pos x="T2" y="T3"/>
              </a:cxn>
              <a:cxn ang="0">
                <a:pos x="T4" y="T5"/>
              </a:cxn>
              <a:cxn ang="0">
                <a:pos x="T6" y="T7"/>
              </a:cxn>
              <a:cxn ang="0">
                <a:pos x="T8" y="T9"/>
              </a:cxn>
            </a:cxnLst>
            <a:rect l="0" t="0" r="r" b="b"/>
            <a:pathLst>
              <a:path w="216" h="237">
                <a:moveTo>
                  <a:pt x="81" y="0"/>
                </a:moveTo>
                <a:lnTo>
                  <a:pt x="216" y="180"/>
                </a:lnTo>
                <a:lnTo>
                  <a:pt x="108" y="237"/>
                </a:lnTo>
                <a:lnTo>
                  <a:pt x="0" y="87"/>
                </a:lnTo>
                <a:lnTo>
                  <a:pt x="81" y="0"/>
                </a:lnTo>
                <a:close/>
              </a:path>
            </a:pathLst>
          </a:custGeom>
          <a:solidFill>
            <a:srgbClr val="663300"/>
          </a:solidFill>
          <a:ln w="9525">
            <a:solidFill>
              <a:schemeClr val="tx1"/>
            </a:solidFill>
            <a:round/>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45" name="Freeform 11"/>
          <p:cNvSpPr>
            <a:spLocks noChangeArrowheads="1"/>
          </p:cNvSpPr>
          <p:nvPr/>
        </p:nvSpPr>
        <p:spPr bwMode="auto">
          <a:xfrm>
            <a:off x="7754939" y="2644775"/>
            <a:ext cx="681037" cy="1327150"/>
          </a:xfrm>
          <a:custGeom>
            <a:avLst/>
            <a:gdLst>
              <a:gd name="T0" fmla="*/ 503 w 503"/>
              <a:gd name="T1" fmla="*/ 0 h 978"/>
              <a:gd name="T2" fmla="*/ 0 w 503"/>
              <a:gd name="T3" fmla="*/ 978 h 978"/>
            </a:gdLst>
            <a:ahLst/>
            <a:cxnLst>
              <a:cxn ang="0">
                <a:pos x="T0" y="T1"/>
              </a:cxn>
              <a:cxn ang="0">
                <a:pos x="T2" y="T3"/>
              </a:cxn>
            </a:cxnLst>
            <a:rect l="0" t="0" r="r" b="b"/>
            <a:pathLst>
              <a:path w="503" h="978">
                <a:moveTo>
                  <a:pt x="503" y="0"/>
                </a:moveTo>
                <a:lnTo>
                  <a:pt x="0" y="978"/>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46" name="Text Box 12"/>
          <p:cNvSpPr txBox="1">
            <a:spLocks noChangeArrowheads="1"/>
          </p:cNvSpPr>
          <p:nvPr/>
        </p:nvSpPr>
        <p:spPr bwMode="auto">
          <a:xfrm>
            <a:off x="7539038" y="3390900"/>
            <a:ext cx="43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i="1">
                <a:latin typeface="Times New Roman" panose="02020603050405020304" pitchFamily="18" charset="0"/>
              </a:rPr>
              <a:t>R</a:t>
            </a:r>
            <a:endParaRPr lang="en-US" altLang="zh-CN" sz="2400" i="1">
              <a:latin typeface="Times New Roman" panose="02020603050405020304" pitchFamily="18" charset="0"/>
            </a:endParaRPr>
          </a:p>
        </p:txBody>
      </p:sp>
      <p:sp>
        <p:nvSpPr>
          <p:cNvPr id="21547" name="Text Box 13"/>
          <p:cNvSpPr txBox="1">
            <a:spLocks noChangeArrowheads="1"/>
          </p:cNvSpPr>
          <p:nvPr/>
        </p:nvSpPr>
        <p:spPr bwMode="auto">
          <a:xfrm>
            <a:off x="8745539" y="2290763"/>
            <a:ext cx="42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i="1">
                <a:latin typeface="Times New Roman" panose="02020603050405020304" pitchFamily="18" charset="0"/>
              </a:rPr>
              <a:t>r</a:t>
            </a:r>
            <a:endParaRPr lang="en-US" altLang="zh-CN" sz="2400" i="1">
              <a:latin typeface="Times New Roman" panose="02020603050405020304" pitchFamily="18" charset="0"/>
            </a:endParaRPr>
          </a:p>
        </p:txBody>
      </p:sp>
      <p:sp>
        <p:nvSpPr>
          <p:cNvPr id="21548" name="Text Box 14"/>
          <p:cNvSpPr txBox="1">
            <a:spLocks noChangeArrowheads="1"/>
          </p:cNvSpPr>
          <p:nvPr/>
        </p:nvSpPr>
        <p:spPr bwMode="auto">
          <a:xfrm>
            <a:off x="9234488" y="2084388"/>
            <a:ext cx="55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a:latin typeface="Times New Roman" panose="02020603050405020304" pitchFamily="18" charset="0"/>
              </a:rPr>
              <a:t>d</a:t>
            </a:r>
            <a:r>
              <a:rPr lang="en-US" altLang="zh-CN" sz="2400" i="1">
                <a:latin typeface="Times New Roman" panose="02020603050405020304" pitchFamily="18" charset="0"/>
              </a:rPr>
              <a:t>r</a:t>
            </a:r>
            <a:endParaRPr lang="en-US" altLang="zh-CN" sz="2400" i="1">
              <a:latin typeface="Times New Roman" panose="02020603050405020304" pitchFamily="18" charset="0"/>
            </a:endParaRPr>
          </a:p>
        </p:txBody>
      </p:sp>
      <p:sp>
        <p:nvSpPr>
          <p:cNvPr id="21549" name="Text Box 15"/>
          <p:cNvSpPr txBox="1">
            <a:spLocks noChangeArrowheads="1"/>
          </p:cNvSpPr>
          <p:nvPr/>
        </p:nvSpPr>
        <p:spPr bwMode="auto">
          <a:xfrm>
            <a:off x="9075739" y="1812925"/>
            <a:ext cx="554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a:latin typeface="Times New Roman" panose="02020603050405020304" pitchFamily="18" charset="0"/>
              </a:rPr>
              <a:t>d</a:t>
            </a:r>
            <a:r>
              <a:rPr lang="en-US" altLang="zh-CN" sz="2400" i="1">
                <a:latin typeface="Times New Roman" panose="02020603050405020304" pitchFamily="18" charset="0"/>
              </a:rPr>
              <a:t>l</a:t>
            </a:r>
            <a:endParaRPr lang="en-US" altLang="zh-CN" sz="2400" i="1">
              <a:latin typeface="Times New Roman" panose="02020603050405020304" pitchFamily="18" charset="0"/>
            </a:endParaRPr>
          </a:p>
        </p:txBody>
      </p:sp>
      <p:sp>
        <p:nvSpPr>
          <p:cNvPr id="21550" name="Freeform 16"/>
          <p:cNvSpPr>
            <a:spLocks noChangeArrowheads="1"/>
          </p:cNvSpPr>
          <p:nvPr/>
        </p:nvSpPr>
        <p:spPr bwMode="auto">
          <a:xfrm>
            <a:off x="8570913" y="1676400"/>
            <a:ext cx="419100" cy="368300"/>
          </a:xfrm>
          <a:custGeom>
            <a:avLst/>
            <a:gdLst>
              <a:gd name="T0" fmla="*/ 309 w 309"/>
              <a:gd name="T1" fmla="*/ 272 h 272"/>
              <a:gd name="T2" fmla="*/ 0 w 309"/>
              <a:gd name="T3" fmla="*/ 0 h 272"/>
            </a:gdLst>
            <a:ahLst/>
            <a:cxnLst>
              <a:cxn ang="0">
                <a:pos x="T0" y="T1"/>
              </a:cxn>
              <a:cxn ang="0">
                <a:pos x="T2" y="T3"/>
              </a:cxn>
            </a:cxnLst>
            <a:rect l="0" t="0" r="r" b="b"/>
            <a:pathLst>
              <a:path w="309" h="272">
                <a:moveTo>
                  <a:pt x="309" y="272"/>
                </a:moveTo>
                <a:lnTo>
                  <a:pt x="0" y="0"/>
                </a:lnTo>
              </a:path>
            </a:pathLst>
          </a:custGeom>
          <a:noFill/>
          <a:ln w="28575">
            <a:solidFill>
              <a:srgbClr val="CC0000"/>
            </a:solidFill>
            <a:round/>
            <a:tailEnd type="triangl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1551" name="Object 17"/>
          <p:cNvGraphicFramePr/>
          <p:nvPr/>
        </p:nvGraphicFramePr>
        <p:xfrm>
          <a:off x="8688388" y="1327151"/>
          <a:ext cx="512762" cy="576263"/>
        </p:xfrm>
        <a:graphic>
          <a:graphicData uri="http://schemas.openxmlformats.org/presentationml/2006/ole">
            <mc:AlternateContent xmlns:mc="http://schemas.openxmlformats.org/markup-compatibility/2006">
              <mc:Choice xmlns:v="urn:schemas-microsoft-com:vml" Requires="v">
                <p:oleObj spid="_x0000_s55353" name="" r:id="rId7" imgW="203200" imgH="228600" progId="Equation.3">
                  <p:embed/>
                </p:oleObj>
              </mc:Choice>
              <mc:Fallback>
                <p:oleObj name="" r:id="rId7" imgW="203200" imgH="228600" progId="Equation.3">
                  <p:embed/>
                  <p:pic>
                    <p:nvPicPr>
                      <p:cNvPr id="0" name="Object 1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8388" y="1327151"/>
                        <a:ext cx="5127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52" name="Rectangle 18"/>
          <p:cNvSpPr>
            <a:spLocks noChangeArrowheads="1"/>
          </p:cNvSpPr>
          <p:nvPr/>
        </p:nvSpPr>
        <p:spPr bwMode="auto">
          <a:xfrm>
            <a:off x="5808662" y="1327151"/>
            <a:ext cx="5615929" cy="5464074"/>
          </a:xfrm>
          <a:prstGeom prst="rect">
            <a:avLst/>
          </a:prstGeom>
          <a:noFill/>
          <a:ln w="12700">
            <a:solidFill>
              <a:srgbClr val="003366"/>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1553" name="Text Box 19"/>
          <p:cNvSpPr txBox="1">
            <a:spLocks noChangeArrowheads="1"/>
          </p:cNvSpPr>
          <p:nvPr/>
        </p:nvSpPr>
        <p:spPr bwMode="auto">
          <a:xfrm>
            <a:off x="8040689" y="2298700"/>
            <a:ext cx="5032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3200" i="1">
                <a:latin typeface="Times New Roman" panose="02020603050405020304" pitchFamily="18" charset="0"/>
              </a:rPr>
              <a:t>o</a:t>
            </a:r>
            <a:endParaRPr lang="en-US" altLang="zh-CN" sz="3200" i="1">
              <a:latin typeface="Times New Roman" panose="02020603050405020304" pitchFamily="18" charset="0"/>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301"/>
                                        </p:tgtEl>
                                        <p:attrNameLst>
                                          <p:attrName>style.visibility</p:attrName>
                                        </p:attrNameLst>
                                      </p:cBhvr>
                                      <p:to>
                                        <p:strVal val="visible"/>
                                      </p:to>
                                    </p:set>
                                    <p:animEffect transition="in" filter="blinds(horizontal)">
                                      <p:cBhvr>
                                        <p:cTn id="7" dur="500"/>
                                        <p:tgtEl>
                                          <p:spTgt spid="1230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2306"/>
                                        </p:tgtEl>
                                        <p:attrNameLst>
                                          <p:attrName>style.visibility</p:attrName>
                                        </p:attrNameLst>
                                      </p:cBhvr>
                                      <p:to>
                                        <p:strVal val="visible"/>
                                      </p:to>
                                    </p:set>
                                  </p:childTnLst>
                                </p:cTn>
                              </p:par>
                            </p:childTnLst>
                          </p:cTn>
                        </p:par>
                        <p:par>
                          <p:cTn id="12" fill="hold">
                            <p:stCondLst>
                              <p:cond delay="500"/>
                            </p:stCondLst>
                            <p:childTnLst>
                              <p:par>
                                <p:cTn id="13" presetID="3" presetClass="entr" presetSubtype="10" fill="hold" nodeType="afterEffect">
                                  <p:stCondLst>
                                    <p:cond delay="0"/>
                                  </p:stCondLst>
                                  <p:childTnLst>
                                    <p:set>
                                      <p:cBhvr>
                                        <p:cTn id="14" dur="1" fill="hold">
                                          <p:stCondLst>
                                            <p:cond delay="0"/>
                                          </p:stCondLst>
                                        </p:cTn>
                                        <p:tgtEl>
                                          <p:spTgt spid="12307"/>
                                        </p:tgtEl>
                                        <p:attrNameLst>
                                          <p:attrName>style.visibility</p:attrName>
                                        </p:attrNameLst>
                                      </p:cBhvr>
                                      <p:to>
                                        <p:strVal val="visible"/>
                                      </p:to>
                                    </p:set>
                                    <p:animEffect transition="in" filter="blinds(horizontal)">
                                      <p:cBhvr>
                                        <p:cTn id="15" dur="500"/>
                                        <p:tgtEl>
                                          <p:spTgt spid="12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6"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9" name="Text Box 2"/>
          <p:cNvSpPr txBox="1">
            <a:spLocks noChangeArrowheads="1"/>
          </p:cNvSpPr>
          <p:nvPr/>
        </p:nvSpPr>
        <p:spPr bwMode="auto">
          <a:xfrm>
            <a:off x="2135189" y="981075"/>
            <a:ext cx="4465637"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sz="3200" b="1">
                <a:latin typeface="Arial" panose="020B0604020202020204" pitchFamily="34" charset="0"/>
              </a:rPr>
              <a:t>  </a:t>
            </a:r>
            <a:r>
              <a:rPr lang="zh-CN" altLang="en-US" sz="2800" b="1">
                <a:latin typeface="Arial" panose="020B0604020202020204" pitchFamily="34" charset="0"/>
              </a:rPr>
              <a:t>于是，在宽为</a:t>
            </a:r>
            <a:r>
              <a:rPr lang="en-US" altLang="zh-CN" sz="2800">
                <a:latin typeface="Times New Roman" panose="02020603050405020304" pitchFamily="18" charset="0"/>
              </a:rPr>
              <a:t>d</a:t>
            </a:r>
            <a:r>
              <a:rPr lang="en-US" altLang="zh-CN" sz="2800" i="1">
                <a:latin typeface="Times New Roman" panose="02020603050405020304" pitchFamily="18" charset="0"/>
              </a:rPr>
              <a:t>r</a:t>
            </a:r>
            <a:r>
              <a:rPr lang="zh-CN" altLang="en-US" sz="2800" b="1">
                <a:latin typeface="Arial" panose="020B0604020202020204" pitchFamily="34" charset="0"/>
              </a:rPr>
              <a:t>的圆环上，唱片所受的摩擦力矩为</a:t>
            </a:r>
            <a:endParaRPr lang="zh-CN" altLang="en-US" sz="2800" b="1">
              <a:latin typeface="Arial" panose="020B0604020202020204" pitchFamily="34" charset="0"/>
            </a:endParaRPr>
          </a:p>
        </p:txBody>
      </p:sp>
      <p:graphicFrame>
        <p:nvGraphicFramePr>
          <p:cNvPr id="13315" name="Object 3"/>
          <p:cNvGraphicFramePr>
            <a:graphicFrameLocks noGrp="1"/>
          </p:cNvGraphicFramePr>
          <p:nvPr>
            <p:ph sz="half" idx="1"/>
          </p:nvPr>
        </p:nvGraphicFramePr>
        <p:xfrm>
          <a:off x="2640013" y="2276475"/>
          <a:ext cx="3622675" cy="1101725"/>
        </p:xfrm>
        <a:graphic>
          <a:graphicData uri="http://schemas.openxmlformats.org/presentationml/2006/ole">
            <mc:AlternateContent xmlns:mc="http://schemas.openxmlformats.org/markup-compatibility/2006">
              <mc:Choice xmlns:v="urn:schemas-microsoft-com:vml" Requires="v">
                <p:oleObj spid="_x0000_s56374" name="" r:id="rId1" imgW="1294765" imgH="393700" progId="Equation.3">
                  <p:embed/>
                </p:oleObj>
              </mc:Choice>
              <mc:Fallback>
                <p:oleObj name="" r:id="rId1" imgW="1294765" imgH="393700" progId="Equation.3">
                  <p:embed/>
                  <p:pic>
                    <p:nvPicPr>
                      <p:cNvPr id="0" name="Object 3"/>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013" y="2276475"/>
                        <a:ext cx="3622675"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6" name="Object 4"/>
          <p:cNvGraphicFramePr>
            <a:graphicFrameLocks noGrp="1"/>
          </p:cNvGraphicFramePr>
          <p:nvPr>
            <p:ph sz="half" idx="2"/>
          </p:nvPr>
        </p:nvGraphicFramePr>
        <p:xfrm>
          <a:off x="4097338" y="5143500"/>
          <a:ext cx="5186362" cy="1109663"/>
        </p:xfrm>
        <a:graphic>
          <a:graphicData uri="http://schemas.openxmlformats.org/presentationml/2006/ole">
            <mc:AlternateContent xmlns:mc="http://schemas.openxmlformats.org/markup-compatibility/2006">
              <mc:Choice xmlns:v="urn:schemas-microsoft-com:vml" Requires="v">
                <p:oleObj spid="_x0000_s56375" name="" r:id="rId3" imgW="1840865" imgH="393700" progId="Equation.3">
                  <p:embed/>
                </p:oleObj>
              </mc:Choice>
              <mc:Fallback>
                <p:oleObj name="" r:id="rId3" imgW="1840865" imgH="393700" progId="Equation.3">
                  <p:embed/>
                  <p:pic>
                    <p:nvPicPr>
                      <p:cNvPr id="0" name="Object 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7338" y="5143500"/>
                        <a:ext cx="5186362"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7" name="Object 5"/>
          <p:cNvGraphicFramePr/>
          <p:nvPr/>
        </p:nvGraphicFramePr>
        <p:xfrm>
          <a:off x="3287713" y="3429001"/>
          <a:ext cx="2874962" cy="1160463"/>
        </p:xfrm>
        <a:graphic>
          <a:graphicData uri="http://schemas.openxmlformats.org/presentationml/2006/ole">
            <mc:AlternateContent xmlns:mc="http://schemas.openxmlformats.org/markup-compatibility/2006">
              <mc:Choice xmlns:v="urn:schemas-microsoft-com:vml" Requires="v">
                <p:oleObj spid="_x0000_s56376" name="" r:id="rId5" imgW="850265" imgH="393700" progId="Equation.3">
                  <p:embed/>
                </p:oleObj>
              </mc:Choice>
              <mc:Fallback>
                <p:oleObj name="" r:id="rId5" imgW="850265" imgH="393700" progId="Equation.3">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7713" y="3429001"/>
                        <a:ext cx="2874962"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3" name="Oval 6"/>
          <p:cNvSpPr>
            <a:spLocks noChangeArrowheads="1"/>
          </p:cNvSpPr>
          <p:nvPr/>
        </p:nvSpPr>
        <p:spPr bwMode="auto">
          <a:xfrm>
            <a:off x="6889751" y="2615287"/>
            <a:ext cx="259766" cy="519351"/>
          </a:xfrm>
          <a:prstGeom prst="ellipse">
            <a:avLst/>
          </a:prstGeom>
          <a:gradFill rotWithShape="1">
            <a:gsLst>
              <a:gs pos="0">
                <a:schemeClr val="bg1"/>
              </a:gs>
              <a:gs pos="100000">
                <a:schemeClr val="accent1"/>
              </a:gs>
            </a:gsLst>
            <a:path path="shape">
              <a:fillToRect l="50000" t="50000" r="50000" b="50000"/>
            </a:path>
          </a:gradFill>
          <a:ln w="19050">
            <a:solidFill>
              <a:srgbClr val="003366"/>
            </a:solidFill>
            <a:round/>
          </a:ln>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2534" name="AutoShape 7"/>
          <p:cNvSpPr>
            <a:spLocks noChangeArrowheads="1"/>
          </p:cNvSpPr>
          <p:nvPr/>
        </p:nvSpPr>
        <p:spPr bwMode="auto">
          <a:xfrm>
            <a:off x="7456488" y="1965326"/>
            <a:ext cx="1795462" cy="1795463"/>
          </a:xfrm>
          <a:custGeom>
            <a:avLst/>
            <a:gdLst>
              <a:gd name="T0" fmla="*/ 0 w 21600"/>
              <a:gd name="T1" fmla="*/ 10800 h 21600"/>
              <a:gd name="T2" fmla="*/ 10800 w 21600"/>
              <a:gd name="T3" fmla="*/ 0 h 21600"/>
              <a:gd name="T4" fmla="*/ 21600 w 21600"/>
              <a:gd name="T5" fmla="*/ 10800 h 21600"/>
              <a:gd name="T6" fmla="*/ 10800 w 21600"/>
              <a:gd name="T7" fmla="*/ 21600 h 21600"/>
              <a:gd name="T8" fmla="*/ 0 w 21600"/>
              <a:gd name="T9" fmla="*/ 10800 h 21600"/>
              <a:gd name="T10" fmla="*/ 1941 w 21600"/>
              <a:gd name="T11" fmla="*/ 10800 h 21600"/>
              <a:gd name="T12" fmla="*/ 10800 w 21600"/>
              <a:gd name="T13" fmla="*/ 19659 h 21600"/>
              <a:gd name="T14" fmla="*/ 19659 w 21600"/>
              <a:gd name="T15" fmla="*/ 10800 h 21600"/>
              <a:gd name="T16" fmla="*/ 10800 w 21600"/>
              <a:gd name="T17" fmla="*/ 1941 h 21600"/>
              <a:gd name="T18" fmla="*/ 1941 w 21600"/>
              <a:gd name="T19" fmla="*/ 108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41" y="10800"/>
                </a:moveTo>
                <a:cubicBezTo>
                  <a:pt x="1941" y="15693"/>
                  <a:pt x="5907" y="19659"/>
                  <a:pt x="10800" y="19659"/>
                </a:cubicBezTo>
                <a:cubicBezTo>
                  <a:pt x="15693" y="19659"/>
                  <a:pt x="19659" y="15693"/>
                  <a:pt x="19659" y="10800"/>
                </a:cubicBezTo>
                <a:cubicBezTo>
                  <a:pt x="19659" y="5907"/>
                  <a:pt x="15693" y="1941"/>
                  <a:pt x="10800" y="1941"/>
                </a:cubicBezTo>
                <a:cubicBezTo>
                  <a:pt x="5907" y="1941"/>
                  <a:pt x="1941" y="5907"/>
                  <a:pt x="1941" y="10800"/>
                </a:cubicBezTo>
                <a:close/>
              </a:path>
            </a:pathLst>
          </a:custGeom>
          <a:solidFill>
            <a:srgbClr val="FFCC99"/>
          </a:solidFill>
          <a:ln w="9525">
            <a:solidFill>
              <a:schemeClr val="tx1"/>
            </a:solidFill>
            <a:round/>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2535" name="Line 8"/>
          <p:cNvSpPr>
            <a:spLocks noChangeShapeType="1"/>
          </p:cNvSpPr>
          <p:nvPr/>
        </p:nvSpPr>
        <p:spPr bwMode="auto">
          <a:xfrm flipV="1">
            <a:off x="8364538" y="2198689"/>
            <a:ext cx="615950" cy="676275"/>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2536" name="Line 9"/>
          <p:cNvSpPr>
            <a:spLocks noChangeShapeType="1"/>
          </p:cNvSpPr>
          <p:nvPr/>
        </p:nvSpPr>
        <p:spPr bwMode="auto">
          <a:xfrm flipV="1">
            <a:off x="8364538" y="2444751"/>
            <a:ext cx="800100" cy="43021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2537" name="Freeform 10"/>
          <p:cNvSpPr>
            <a:spLocks noChangeArrowheads="1"/>
          </p:cNvSpPr>
          <p:nvPr/>
        </p:nvSpPr>
        <p:spPr bwMode="auto">
          <a:xfrm>
            <a:off x="8861425" y="2208213"/>
            <a:ext cx="293688" cy="322262"/>
          </a:xfrm>
          <a:custGeom>
            <a:avLst/>
            <a:gdLst>
              <a:gd name="T0" fmla="*/ 81 w 216"/>
              <a:gd name="T1" fmla="*/ 0 h 237"/>
              <a:gd name="T2" fmla="*/ 216 w 216"/>
              <a:gd name="T3" fmla="*/ 180 h 237"/>
              <a:gd name="T4" fmla="*/ 108 w 216"/>
              <a:gd name="T5" fmla="*/ 237 h 237"/>
              <a:gd name="T6" fmla="*/ 0 w 216"/>
              <a:gd name="T7" fmla="*/ 87 h 237"/>
              <a:gd name="T8" fmla="*/ 81 w 216"/>
              <a:gd name="T9" fmla="*/ 0 h 237"/>
            </a:gdLst>
            <a:ahLst/>
            <a:cxnLst>
              <a:cxn ang="0">
                <a:pos x="T0" y="T1"/>
              </a:cxn>
              <a:cxn ang="0">
                <a:pos x="T2" y="T3"/>
              </a:cxn>
              <a:cxn ang="0">
                <a:pos x="T4" y="T5"/>
              </a:cxn>
              <a:cxn ang="0">
                <a:pos x="T6" y="T7"/>
              </a:cxn>
              <a:cxn ang="0">
                <a:pos x="T8" y="T9"/>
              </a:cxn>
            </a:cxnLst>
            <a:rect l="0" t="0" r="r" b="b"/>
            <a:pathLst>
              <a:path w="216" h="237">
                <a:moveTo>
                  <a:pt x="81" y="0"/>
                </a:moveTo>
                <a:lnTo>
                  <a:pt x="216" y="180"/>
                </a:lnTo>
                <a:lnTo>
                  <a:pt x="108" y="237"/>
                </a:lnTo>
                <a:lnTo>
                  <a:pt x="0" y="87"/>
                </a:lnTo>
                <a:lnTo>
                  <a:pt x="81" y="0"/>
                </a:lnTo>
                <a:close/>
              </a:path>
            </a:pathLst>
          </a:custGeom>
          <a:solidFill>
            <a:srgbClr val="663300"/>
          </a:solidFill>
          <a:ln w="9525">
            <a:solidFill>
              <a:schemeClr val="tx1"/>
            </a:solidFill>
            <a:round/>
          </a:ln>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2538" name="Freeform 11"/>
          <p:cNvSpPr>
            <a:spLocks noChangeArrowheads="1"/>
          </p:cNvSpPr>
          <p:nvPr/>
        </p:nvSpPr>
        <p:spPr bwMode="auto">
          <a:xfrm>
            <a:off x="7683500" y="2860675"/>
            <a:ext cx="681038" cy="1327150"/>
          </a:xfrm>
          <a:custGeom>
            <a:avLst/>
            <a:gdLst>
              <a:gd name="T0" fmla="*/ 503 w 503"/>
              <a:gd name="T1" fmla="*/ 0 h 978"/>
              <a:gd name="T2" fmla="*/ 0 w 503"/>
              <a:gd name="T3" fmla="*/ 978 h 978"/>
            </a:gdLst>
            <a:ahLst/>
            <a:cxnLst>
              <a:cxn ang="0">
                <a:pos x="T0" y="T1"/>
              </a:cxn>
              <a:cxn ang="0">
                <a:pos x="T2" y="T3"/>
              </a:cxn>
            </a:cxnLst>
            <a:rect l="0" t="0" r="r" b="b"/>
            <a:pathLst>
              <a:path w="503" h="978">
                <a:moveTo>
                  <a:pt x="503" y="0"/>
                </a:moveTo>
                <a:lnTo>
                  <a:pt x="0" y="978"/>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2539" name="Text Box 12"/>
          <p:cNvSpPr txBox="1">
            <a:spLocks noChangeArrowheads="1"/>
          </p:cNvSpPr>
          <p:nvPr/>
        </p:nvSpPr>
        <p:spPr bwMode="auto">
          <a:xfrm>
            <a:off x="7467601" y="3606800"/>
            <a:ext cx="43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i="1">
                <a:latin typeface="Times New Roman" panose="02020603050405020304" pitchFamily="18" charset="0"/>
              </a:rPr>
              <a:t>R</a:t>
            </a:r>
            <a:endParaRPr lang="en-US" altLang="zh-CN" sz="2400" i="1">
              <a:latin typeface="Times New Roman" panose="02020603050405020304" pitchFamily="18" charset="0"/>
            </a:endParaRPr>
          </a:p>
        </p:txBody>
      </p:sp>
      <p:sp>
        <p:nvSpPr>
          <p:cNvPr id="22540" name="Text Box 13"/>
          <p:cNvSpPr txBox="1">
            <a:spLocks noChangeArrowheads="1"/>
          </p:cNvSpPr>
          <p:nvPr/>
        </p:nvSpPr>
        <p:spPr bwMode="auto">
          <a:xfrm>
            <a:off x="8674101" y="2506663"/>
            <a:ext cx="42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i="1">
                <a:latin typeface="Times New Roman" panose="02020603050405020304" pitchFamily="18" charset="0"/>
              </a:rPr>
              <a:t>r</a:t>
            </a:r>
            <a:endParaRPr lang="en-US" altLang="zh-CN" sz="2400" i="1">
              <a:latin typeface="Times New Roman" panose="02020603050405020304" pitchFamily="18" charset="0"/>
            </a:endParaRPr>
          </a:p>
        </p:txBody>
      </p:sp>
      <p:sp>
        <p:nvSpPr>
          <p:cNvPr id="22541" name="Text Box 14"/>
          <p:cNvSpPr txBox="1">
            <a:spLocks noChangeArrowheads="1"/>
          </p:cNvSpPr>
          <p:nvPr/>
        </p:nvSpPr>
        <p:spPr bwMode="auto">
          <a:xfrm>
            <a:off x="9163050" y="2300288"/>
            <a:ext cx="55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a:latin typeface="Times New Roman" panose="02020603050405020304" pitchFamily="18" charset="0"/>
              </a:rPr>
              <a:t>d</a:t>
            </a:r>
            <a:r>
              <a:rPr lang="en-US" altLang="zh-CN" sz="2400" i="1">
                <a:latin typeface="Times New Roman" panose="02020603050405020304" pitchFamily="18" charset="0"/>
              </a:rPr>
              <a:t>r</a:t>
            </a:r>
            <a:endParaRPr lang="en-US" altLang="zh-CN" sz="2400" i="1">
              <a:latin typeface="Times New Roman" panose="02020603050405020304" pitchFamily="18" charset="0"/>
            </a:endParaRPr>
          </a:p>
        </p:txBody>
      </p:sp>
      <p:sp>
        <p:nvSpPr>
          <p:cNvPr id="22542" name="Text Box 15"/>
          <p:cNvSpPr txBox="1">
            <a:spLocks noChangeArrowheads="1"/>
          </p:cNvSpPr>
          <p:nvPr/>
        </p:nvSpPr>
        <p:spPr bwMode="auto">
          <a:xfrm>
            <a:off x="9004300" y="2028825"/>
            <a:ext cx="554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400">
                <a:latin typeface="Times New Roman" panose="02020603050405020304" pitchFamily="18" charset="0"/>
              </a:rPr>
              <a:t>d</a:t>
            </a:r>
            <a:r>
              <a:rPr lang="en-US" altLang="zh-CN" sz="2400" i="1">
                <a:latin typeface="Times New Roman" panose="02020603050405020304" pitchFamily="18" charset="0"/>
              </a:rPr>
              <a:t>l</a:t>
            </a:r>
            <a:endParaRPr lang="en-US" altLang="zh-CN" sz="2400" i="1">
              <a:latin typeface="Times New Roman" panose="02020603050405020304" pitchFamily="18" charset="0"/>
            </a:endParaRPr>
          </a:p>
        </p:txBody>
      </p:sp>
      <p:sp>
        <p:nvSpPr>
          <p:cNvPr id="22543" name="Freeform 16"/>
          <p:cNvSpPr>
            <a:spLocks noChangeArrowheads="1"/>
          </p:cNvSpPr>
          <p:nvPr/>
        </p:nvSpPr>
        <p:spPr bwMode="auto">
          <a:xfrm>
            <a:off x="8499475" y="1892300"/>
            <a:ext cx="419100" cy="368300"/>
          </a:xfrm>
          <a:custGeom>
            <a:avLst/>
            <a:gdLst>
              <a:gd name="T0" fmla="*/ 309 w 309"/>
              <a:gd name="T1" fmla="*/ 272 h 272"/>
              <a:gd name="T2" fmla="*/ 0 w 309"/>
              <a:gd name="T3" fmla="*/ 0 h 272"/>
            </a:gdLst>
            <a:ahLst/>
            <a:cxnLst>
              <a:cxn ang="0">
                <a:pos x="T0" y="T1"/>
              </a:cxn>
              <a:cxn ang="0">
                <a:pos x="T2" y="T3"/>
              </a:cxn>
            </a:cxnLst>
            <a:rect l="0" t="0" r="r" b="b"/>
            <a:pathLst>
              <a:path w="309" h="272">
                <a:moveTo>
                  <a:pt x="309" y="272"/>
                </a:moveTo>
                <a:lnTo>
                  <a:pt x="0" y="0"/>
                </a:lnTo>
              </a:path>
            </a:pathLst>
          </a:custGeom>
          <a:noFill/>
          <a:ln w="28575">
            <a:solidFill>
              <a:srgbClr val="CC0000"/>
            </a:solidFill>
            <a:round/>
            <a:tailEnd type="triangle" w="sm" len="lg"/>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22544" name="Object 17"/>
          <p:cNvGraphicFramePr/>
          <p:nvPr/>
        </p:nvGraphicFramePr>
        <p:xfrm>
          <a:off x="8616951" y="1543051"/>
          <a:ext cx="512763" cy="576263"/>
        </p:xfrm>
        <a:graphic>
          <a:graphicData uri="http://schemas.openxmlformats.org/presentationml/2006/ole">
            <mc:AlternateContent xmlns:mc="http://schemas.openxmlformats.org/markup-compatibility/2006">
              <mc:Choice xmlns:v="urn:schemas-microsoft-com:vml" Requires="v">
                <p:oleObj spid="_x0000_s56377" name="" r:id="rId7" imgW="203200" imgH="228600" progId="Equation.3">
                  <p:embed/>
                </p:oleObj>
              </mc:Choice>
              <mc:Fallback>
                <p:oleObj name="" r:id="rId7" imgW="203200" imgH="228600" progId="Equation.3">
                  <p:embed/>
                  <p:pic>
                    <p:nvPicPr>
                      <p:cNvPr id="0" name="Object 1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16951" y="1543051"/>
                        <a:ext cx="5127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45" name="Rectangle 18"/>
          <p:cNvSpPr>
            <a:spLocks noChangeArrowheads="1"/>
          </p:cNvSpPr>
          <p:nvPr/>
        </p:nvSpPr>
        <p:spPr bwMode="auto">
          <a:xfrm>
            <a:off x="6575425" y="1448673"/>
            <a:ext cx="3794125" cy="2852578"/>
          </a:xfrm>
          <a:prstGeom prst="rect">
            <a:avLst/>
          </a:prstGeom>
          <a:noFill/>
          <a:ln w="12700">
            <a:solidFill>
              <a:srgbClr val="003366"/>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22546" name="Text Box 19"/>
          <p:cNvSpPr txBox="1">
            <a:spLocks noChangeArrowheads="1"/>
          </p:cNvSpPr>
          <p:nvPr/>
        </p:nvSpPr>
        <p:spPr bwMode="auto">
          <a:xfrm>
            <a:off x="7969250" y="2514600"/>
            <a:ext cx="5032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3200" i="1">
                <a:latin typeface="Times New Roman" panose="02020603050405020304" pitchFamily="18" charset="0"/>
              </a:rPr>
              <a:t>o</a:t>
            </a:r>
            <a:endParaRPr lang="en-US" altLang="zh-CN" sz="3200" i="1">
              <a:latin typeface="Times New Roman" panose="02020603050405020304" pitchFamily="18" charset="0"/>
            </a:endParaRPr>
          </a:p>
        </p:txBody>
      </p:sp>
      <p:sp>
        <p:nvSpPr>
          <p:cNvPr id="20" name="Text Box 9"/>
          <p:cNvSpPr txBox="1">
            <a:spLocks noChangeArrowheads="1"/>
          </p:cNvSpPr>
          <p:nvPr/>
        </p:nvSpPr>
        <p:spPr bwMode="auto">
          <a:xfrm>
            <a:off x="2024064" y="4572001"/>
            <a:ext cx="5292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r>
              <a:rPr lang="zh-CN" altLang="en-US" sz="2800" b="1">
                <a:solidFill>
                  <a:srgbClr val="1C1C1C"/>
                </a:solidFill>
                <a:latin typeface="Times New Roman" panose="02020603050405020304" pitchFamily="18" charset="0"/>
              </a:rPr>
              <a:t>唱片所受摩擦力矩</a:t>
            </a:r>
            <a:endParaRPr lang="zh-CN" altLang="en-US" sz="2800" b="1">
              <a:solidFill>
                <a:srgbClr val="1C1C1C"/>
              </a:solidFill>
              <a:latin typeface="Times New Roman" panose="02020603050405020304" pitchFamily="18" charset="0"/>
            </a:endParaRPr>
          </a:p>
        </p:txBody>
      </p:sp>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3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2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3316"/>
                                        </p:tgtEl>
                                        <p:attrNameLst>
                                          <p:attrName>style.visibility</p:attrName>
                                        </p:attrNameLst>
                                      </p:cBhvr>
                                      <p:to>
                                        <p:strVal val="visible"/>
                                      </p:to>
                                    </p:set>
                                    <p:animEffect transition="in" filter="blinds(horizontal)">
                                      <p:cBhvr>
                                        <p:cTn id="20" dur="500"/>
                                        <p:tgtEl>
                                          <p:spTgt spid="13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2063751" y="3536950"/>
            <a:ext cx="79216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sz="3200" b="1">
                <a:solidFill>
                  <a:srgbClr val="CC0000"/>
                </a:solidFill>
                <a:latin typeface="宋体" panose="02010600030101010101" pitchFamily="2" charset="-122"/>
              </a:rPr>
              <a:t>    </a:t>
            </a:r>
            <a:r>
              <a:rPr lang="en-US" altLang="zh-CN" sz="2800" b="1">
                <a:solidFill>
                  <a:srgbClr val="CC0000"/>
                </a:solidFill>
                <a:latin typeface="宋体" panose="02010600030101010101" pitchFamily="2" charset="-122"/>
              </a:rPr>
              <a:t>(</a:t>
            </a:r>
            <a:r>
              <a:rPr lang="en-US" altLang="zh-CN" sz="2800" b="1">
                <a:solidFill>
                  <a:srgbClr val="CC0000"/>
                </a:solidFill>
                <a:latin typeface="Times New Roman" panose="02020603050405020304" pitchFamily="18" charset="0"/>
              </a:rPr>
              <a:t>3</a:t>
            </a:r>
            <a:r>
              <a:rPr lang="en-US" altLang="zh-CN" sz="2800" b="1">
                <a:solidFill>
                  <a:srgbClr val="CC0000"/>
                </a:solidFill>
                <a:latin typeface="宋体" panose="02010600030101010101" pitchFamily="2" charset="-122"/>
              </a:rPr>
              <a:t>)</a:t>
            </a:r>
            <a:r>
              <a:rPr lang="en-US" altLang="zh-CN" sz="2800" b="1">
                <a:solidFill>
                  <a:srgbClr val="1C1C1C"/>
                </a:solidFill>
                <a:latin typeface="宋体" panose="02010600030101010101" pitchFamily="2" charset="-122"/>
              </a:rPr>
              <a:t> </a:t>
            </a:r>
            <a:r>
              <a:rPr lang="zh-CN" altLang="en-US" sz="2800" b="1">
                <a:solidFill>
                  <a:srgbClr val="1C1C1C"/>
                </a:solidFill>
                <a:latin typeface="宋体" panose="02010600030101010101" pitchFamily="2" charset="-122"/>
              </a:rPr>
              <a:t>由</a:t>
            </a:r>
            <a:r>
              <a:rPr lang="zh-CN" altLang="en-US" sz="2800" b="1" i="1">
                <a:latin typeface="Times New Roman" panose="02020603050405020304" pitchFamily="18" charset="0"/>
              </a:rPr>
              <a:t>                             </a:t>
            </a:r>
            <a:r>
              <a:rPr lang="zh-CN" altLang="en-US" sz="2800" b="1">
                <a:latin typeface="Times New Roman" panose="02020603050405020304" pitchFamily="18" charset="0"/>
              </a:rPr>
              <a:t>可得在 </a:t>
            </a:r>
            <a:r>
              <a:rPr lang="en-US" altLang="zh-CN" sz="2800">
                <a:latin typeface="Times New Roman" panose="02020603050405020304" pitchFamily="18" charset="0"/>
              </a:rPr>
              <a:t>0</a:t>
            </a:r>
            <a:r>
              <a:rPr lang="en-US" altLang="zh-CN" sz="2800" b="1" i="1">
                <a:latin typeface="Times New Roman" panose="02020603050405020304" pitchFamily="18" charset="0"/>
              </a:rPr>
              <a:t> </a:t>
            </a:r>
            <a:r>
              <a:rPr lang="zh-CN" altLang="en-US" sz="2800" b="1">
                <a:latin typeface="Times New Roman" panose="02020603050405020304" pitchFamily="18" charset="0"/>
              </a:rPr>
              <a:t>到 </a:t>
            </a:r>
            <a:r>
              <a:rPr lang="en-US" altLang="zh-CN" sz="2800" i="1">
                <a:latin typeface="Times New Roman" panose="02020603050405020304" pitchFamily="18" charset="0"/>
              </a:rPr>
              <a:t>t </a:t>
            </a:r>
            <a:r>
              <a:rPr lang="zh-CN" altLang="en-US" sz="2800" b="1">
                <a:latin typeface="Times New Roman" panose="02020603050405020304" pitchFamily="18" charset="0"/>
              </a:rPr>
              <a:t>的时间内，转过的角度为</a:t>
            </a:r>
            <a:endParaRPr lang="zh-CN" altLang="en-US" sz="2800" b="1">
              <a:latin typeface="Times New Roman" panose="02020603050405020304" pitchFamily="18" charset="0"/>
            </a:endParaRPr>
          </a:p>
        </p:txBody>
      </p:sp>
      <p:sp>
        <p:nvSpPr>
          <p:cNvPr id="23554" name="Text Box 3"/>
          <p:cNvSpPr txBox="1">
            <a:spLocks noChangeArrowheads="1"/>
          </p:cNvSpPr>
          <p:nvPr/>
        </p:nvSpPr>
        <p:spPr bwMode="auto">
          <a:xfrm>
            <a:off x="2135189" y="836613"/>
            <a:ext cx="7921625" cy="617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nSpc>
                <a:spcPct val="120000"/>
              </a:lnSpc>
            </a:pPr>
            <a:r>
              <a:rPr lang="en-US" altLang="zh-CN" sz="3200" b="1">
                <a:solidFill>
                  <a:srgbClr val="CC0000"/>
                </a:solidFill>
                <a:latin typeface="宋体" panose="02010600030101010101" pitchFamily="2" charset="-122"/>
              </a:rPr>
              <a:t> </a:t>
            </a:r>
            <a:r>
              <a:rPr lang="en-US" altLang="zh-CN" sz="2800" b="1">
                <a:solidFill>
                  <a:srgbClr val="CC0000"/>
                </a:solidFill>
                <a:latin typeface="宋体" panose="02010600030101010101" pitchFamily="2" charset="-122"/>
              </a:rPr>
              <a:t>(</a:t>
            </a:r>
            <a:r>
              <a:rPr lang="en-US" altLang="zh-CN" sz="2800" b="1">
                <a:solidFill>
                  <a:srgbClr val="CC0000"/>
                </a:solidFill>
                <a:latin typeface="Times New Roman" panose="02020603050405020304" pitchFamily="18" charset="0"/>
              </a:rPr>
              <a:t>2</a:t>
            </a:r>
            <a:r>
              <a:rPr lang="en-US" altLang="zh-CN" sz="2800" b="1">
                <a:solidFill>
                  <a:srgbClr val="CC0000"/>
                </a:solidFill>
                <a:latin typeface="宋体" panose="02010600030101010101" pitchFamily="2" charset="-122"/>
              </a:rPr>
              <a:t>)</a:t>
            </a:r>
            <a:r>
              <a:rPr lang="en-US" altLang="zh-CN" sz="2800" b="1">
                <a:solidFill>
                  <a:srgbClr val="1C1C1C"/>
                </a:solidFill>
                <a:latin typeface="宋体" panose="02010600030101010101" pitchFamily="2" charset="-122"/>
              </a:rPr>
              <a:t> </a:t>
            </a:r>
            <a:r>
              <a:rPr lang="zh-CN" altLang="en-US" sz="2800" b="1">
                <a:solidFill>
                  <a:srgbClr val="1C1C1C"/>
                </a:solidFill>
                <a:latin typeface="宋体" panose="02010600030101010101" pitchFamily="2" charset="-122"/>
              </a:rPr>
              <a:t>由转动定律求</a:t>
            </a:r>
            <a:r>
              <a:rPr lang="zh-CN" altLang="en-US" sz="2800" b="1" i="1">
                <a:solidFill>
                  <a:srgbClr val="1C1C1C"/>
                </a:solidFill>
                <a:latin typeface="Times New Roman" panose="02020603050405020304" pitchFamily="18" charset="0"/>
              </a:rPr>
              <a:t>    </a:t>
            </a:r>
            <a:r>
              <a:rPr lang="zh-CN" altLang="en-US" sz="2800" b="1">
                <a:solidFill>
                  <a:srgbClr val="1C1C1C"/>
                </a:solidFill>
                <a:latin typeface="Times New Roman" panose="02020603050405020304" pitchFamily="18" charset="0"/>
              </a:rPr>
              <a:t>，</a:t>
            </a:r>
            <a:r>
              <a:rPr lang="en-US" altLang="zh-CN" sz="2800" b="1">
                <a:solidFill>
                  <a:srgbClr val="1C1C1C"/>
                </a:solidFill>
                <a:latin typeface="宋体" panose="02010600030101010101" pitchFamily="2" charset="-122"/>
              </a:rPr>
              <a:t>(</a:t>
            </a:r>
            <a:r>
              <a:rPr lang="zh-CN" altLang="en-US" sz="2800" b="1">
                <a:solidFill>
                  <a:srgbClr val="1C1C1C"/>
                </a:solidFill>
                <a:latin typeface="Times New Roman" panose="02020603050405020304" pitchFamily="18" charset="0"/>
              </a:rPr>
              <a:t>唱片</a:t>
            </a:r>
            <a:r>
              <a:rPr lang="en-US" altLang="zh-CN" sz="2800" i="1">
                <a:solidFill>
                  <a:srgbClr val="1C1C1C"/>
                </a:solidFill>
                <a:latin typeface="Times New Roman" panose="02020603050405020304" pitchFamily="18" charset="0"/>
              </a:rPr>
              <a:t>J</a:t>
            </a:r>
            <a:r>
              <a:rPr lang="en-US" altLang="zh-CN" sz="2800" b="1" i="1">
                <a:solidFill>
                  <a:srgbClr val="1C1C1C"/>
                </a:solidFill>
                <a:latin typeface="Times New Roman" panose="02020603050405020304" pitchFamily="18" charset="0"/>
              </a:rPr>
              <a:t>=</a:t>
            </a:r>
            <a:r>
              <a:rPr lang="en-US" altLang="zh-CN" sz="2800" i="1">
                <a:solidFill>
                  <a:srgbClr val="1C1C1C"/>
                </a:solidFill>
                <a:latin typeface="Times New Roman" panose="02020603050405020304" pitchFamily="18" charset="0"/>
              </a:rPr>
              <a:t>mR</a:t>
            </a:r>
            <a:r>
              <a:rPr lang="en-US" altLang="zh-CN" sz="2800" i="1" baseline="30000">
                <a:solidFill>
                  <a:srgbClr val="1C1C1C"/>
                </a:solidFill>
                <a:latin typeface="Times New Roman" panose="02020603050405020304" pitchFamily="18" charset="0"/>
              </a:rPr>
              <a:t>2</a:t>
            </a:r>
            <a:r>
              <a:rPr lang="en-US" altLang="zh-CN" sz="2800" i="1">
                <a:solidFill>
                  <a:srgbClr val="1C1C1C"/>
                </a:solidFill>
                <a:latin typeface="Times New Roman" panose="02020603050405020304" pitchFamily="18" charset="0"/>
              </a:rPr>
              <a:t>/2</a:t>
            </a:r>
            <a:r>
              <a:rPr lang="en-US" altLang="zh-CN" sz="2800">
                <a:solidFill>
                  <a:srgbClr val="1C1C1C"/>
                </a:solidFill>
                <a:latin typeface="宋体" panose="02010600030101010101" pitchFamily="2" charset="-122"/>
              </a:rPr>
              <a:t>)</a:t>
            </a:r>
            <a:endParaRPr lang="en-US" altLang="zh-CN" sz="2800">
              <a:solidFill>
                <a:srgbClr val="1C1C1C"/>
              </a:solidFill>
              <a:latin typeface="宋体" panose="02010600030101010101" pitchFamily="2" charset="-122"/>
            </a:endParaRPr>
          </a:p>
        </p:txBody>
      </p:sp>
      <p:graphicFrame>
        <p:nvGraphicFramePr>
          <p:cNvPr id="14340" name="Object 4"/>
          <p:cNvGraphicFramePr>
            <a:graphicFrameLocks noGrp="1"/>
          </p:cNvGraphicFramePr>
          <p:nvPr>
            <p:ph sz="quarter" idx="1"/>
          </p:nvPr>
        </p:nvGraphicFramePr>
        <p:xfrm>
          <a:off x="3287713" y="1412875"/>
          <a:ext cx="2787650" cy="1200150"/>
        </p:xfrm>
        <a:graphic>
          <a:graphicData uri="http://schemas.openxmlformats.org/presentationml/2006/ole">
            <mc:AlternateContent xmlns:mc="http://schemas.openxmlformats.org/markup-compatibility/2006">
              <mc:Choice xmlns:v="urn:schemas-microsoft-com:vml" Requires="v">
                <p:oleObj spid="_x0000_s57437" name="" r:id="rId1" imgW="913765" imgH="393700" progId="Equation.3">
                  <p:embed/>
                </p:oleObj>
              </mc:Choice>
              <mc:Fallback>
                <p:oleObj name="" r:id="rId1" imgW="913765" imgH="393700" progId="Equation.3">
                  <p:embed/>
                  <p:pic>
                    <p:nvPicPr>
                      <p:cNvPr id="0" name="Object 4"/>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713" y="1412875"/>
                        <a:ext cx="27876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41" name="Object 5"/>
          <p:cNvGraphicFramePr>
            <a:graphicFrameLocks noGrp="1"/>
          </p:cNvGraphicFramePr>
          <p:nvPr>
            <p:ph sz="quarter" idx="2"/>
          </p:nvPr>
        </p:nvGraphicFramePr>
        <p:xfrm>
          <a:off x="6096000" y="2406650"/>
          <a:ext cx="1612900" cy="1266825"/>
        </p:xfrm>
        <a:graphic>
          <a:graphicData uri="http://schemas.openxmlformats.org/presentationml/2006/ole">
            <mc:AlternateContent xmlns:mc="http://schemas.openxmlformats.org/markup-compatibility/2006">
              <mc:Choice xmlns:v="urn:schemas-microsoft-com:vml" Requires="v">
                <p:oleObj spid="_x0000_s57438" name="" r:id="rId3" imgW="533400" imgH="419100" progId="Equation.3">
                  <p:embed/>
                </p:oleObj>
              </mc:Choice>
              <mc:Fallback>
                <p:oleObj name="" r:id="rId3" imgW="533400" imgH="419100" progId="Equation.3">
                  <p:embed/>
                  <p:pic>
                    <p:nvPicPr>
                      <p:cNvPr id="0" name="Object 5"/>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406650"/>
                        <a:ext cx="1612900"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42" name="Object 6"/>
          <p:cNvGraphicFramePr>
            <a:graphicFrameLocks noGrp="1"/>
          </p:cNvGraphicFramePr>
          <p:nvPr>
            <p:ph sz="quarter" idx="3"/>
          </p:nvPr>
        </p:nvGraphicFramePr>
        <p:xfrm>
          <a:off x="5016500" y="4149725"/>
          <a:ext cx="1655763" cy="1136650"/>
        </p:xfrm>
        <a:graphic>
          <a:graphicData uri="http://schemas.openxmlformats.org/presentationml/2006/ole">
            <mc:AlternateContent xmlns:mc="http://schemas.openxmlformats.org/markup-compatibility/2006">
              <mc:Choice xmlns:v="urn:schemas-microsoft-com:vml" Requires="v">
                <p:oleObj spid="_x0000_s57439" name="" r:id="rId5" imgW="647700" imgH="444500" progId="Equation.3">
                  <p:embed/>
                </p:oleObj>
              </mc:Choice>
              <mc:Fallback>
                <p:oleObj name="" r:id="rId5" imgW="647700" imgH="444500" progId="Equation.3">
                  <p:embed/>
                  <p:pic>
                    <p:nvPicPr>
                      <p:cNvPr id="0" name="Object 6"/>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6500" y="4149725"/>
                        <a:ext cx="1655763"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44" name="Object 8"/>
          <p:cNvGraphicFramePr>
            <a:graphicFrameLocks noGrp="1"/>
          </p:cNvGraphicFramePr>
          <p:nvPr>
            <p:ph sz="quarter" idx="4"/>
          </p:nvPr>
        </p:nvGraphicFramePr>
        <p:xfrm>
          <a:off x="4008438" y="3575050"/>
          <a:ext cx="2497137" cy="641350"/>
        </p:xfrm>
        <a:graphic>
          <a:graphicData uri="http://schemas.openxmlformats.org/presentationml/2006/ole">
            <mc:AlternateContent xmlns:mc="http://schemas.openxmlformats.org/markup-compatibility/2006">
              <mc:Choice xmlns:v="urn:schemas-microsoft-com:vml" Requires="v">
                <p:oleObj spid="_x0000_s57440" name="" r:id="rId7" imgW="939165" imgH="241300" progId="Equation.3">
                  <p:embed/>
                </p:oleObj>
              </mc:Choice>
              <mc:Fallback>
                <p:oleObj name="" r:id="rId7" imgW="939165" imgH="241300" progId="Equation.3">
                  <p:embed/>
                  <p:pic>
                    <p:nvPicPr>
                      <p:cNvPr id="0" name="Object 8"/>
                      <p:cNvPicPr>
                        <a:picLocks noGrp="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8438" y="3575050"/>
                        <a:ext cx="24971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43" name="Text Box 7"/>
          <p:cNvSpPr txBox="1">
            <a:spLocks noChangeArrowheads="1"/>
          </p:cNvSpPr>
          <p:nvPr/>
        </p:nvSpPr>
        <p:spPr bwMode="auto">
          <a:xfrm>
            <a:off x="6096000" y="1700213"/>
            <a:ext cx="34559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Arial" panose="020B0604020202020204" pitchFamily="34" charset="0"/>
              </a:rPr>
              <a:t>（作匀加速转动）</a:t>
            </a:r>
            <a:endParaRPr lang="zh-CN" altLang="en-US" sz="2800" b="1">
              <a:latin typeface="Arial" panose="020B0604020202020204" pitchFamily="34" charset="0"/>
            </a:endParaRPr>
          </a:p>
        </p:txBody>
      </p:sp>
      <p:grpSp>
        <p:nvGrpSpPr>
          <p:cNvPr id="2" name="Group 9"/>
          <p:cNvGrpSpPr/>
          <p:nvPr/>
        </p:nvGrpSpPr>
        <p:grpSpPr bwMode="auto">
          <a:xfrm>
            <a:off x="2063751" y="5172076"/>
            <a:ext cx="7324725" cy="1209675"/>
            <a:chOff x="340" y="3332"/>
            <a:chExt cx="4614" cy="762"/>
          </a:xfrm>
        </p:grpSpPr>
        <p:sp>
          <p:nvSpPr>
            <p:cNvPr id="23561" name="Text Box 10"/>
            <p:cNvSpPr txBox="1">
              <a:spLocks noChangeArrowheads="1"/>
            </p:cNvSpPr>
            <p:nvPr/>
          </p:nvSpPr>
          <p:spPr bwMode="auto">
            <a:xfrm>
              <a:off x="340" y="3491"/>
              <a:ext cx="26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2800" b="1">
                  <a:latin typeface="Arial" panose="020B0604020202020204" pitchFamily="34" charset="0"/>
                </a:rPr>
                <a:t>驱动力矩做的功为</a:t>
              </a:r>
              <a:endParaRPr lang="zh-CN" altLang="en-US" sz="2800" b="1" i="1" baseline="30000">
                <a:latin typeface="Times New Roman" panose="02020603050405020304" pitchFamily="18" charset="0"/>
              </a:endParaRPr>
            </a:p>
          </p:txBody>
        </p:sp>
        <p:graphicFrame>
          <p:nvGraphicFramePr>
            <p:cNvPr id="23562" name="Object 11"/>
            <p:cNvGraphicFramePr/>
            <p:nvPr/>
          </p:nvGraphicFramePr>
          <p:xfrm>
            <a:off x="2529" y="3332"/>
            <a:ext cx="2425" cy="762"/>
          </p:xfrm>
          <a:graphic>
            <a:graphicData uri="http://schemas.openxmlformats.org/presentationml/2006/ole">
              <mc:AlternateContent xmlns:mc="http://schemas.openxmlformats.org/markup-compatibility/2006">
                <mc:Choice xmlns:v="urn:schemas-microsoft-com:vml" Requires="v">
                  <p:oleObj spid="_x0000_s57441" name="" r:id="rId9" imgW="1256665" imgH="393700" progId="Equation.3">
                    <p:embed/>
                  </p:oleObj>
                </mc:Choice>
                <mc:Fallback>
                  <p:oleObj name="" r:id="rId9" imgW="1256665" imgH="393700" progId="Equation.3">
                    <p:embed/>
                    <p:pic>
                      <p:nvPicPr>
                        <p:cNvPr id="0"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9" y="3332"/>
                          <a:ext cx="2425"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4" name="Group 12"/>
          <p:cNvGrpSpPr/>
          <p:nvPr/>
        </p:nvGrpSpPr>
        <p:grpSpPr bwMode="auto">
          <a:xfrm>
            <a:off x="2063751" y="2667001"/>
            <a:ext cx="4176713" cy="690563"/>
            <a:chOff x="340" y="1631"/>
            <a:chExt cx="2631" cy="435"/>
          </a:xfrm>
        </p:grpSpPr>
        <p:sp>
          <p:nvSpPr>
            <p:cNvPr id="23564" name="Text Box 13"/>
            <p:cNvSpPr txBox="1">
              <a:spLocks noChangeArrowheads="1"/>
            </p:cNvSpPr>
            <p:nvPr/>
          </p:nvSpPr>
          <p:spPr bwMode="auto">
            <a:xfrm>
              <a:off x="340" y="1658"/>
              <a:ext cx="263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spcBef>
                  <a:spcPct val="50000"/>
                </a:spcBef>
              </a:pPr>
              <a:r>
                <a:rPr lang="zh-CN" altLang="en-US" sz="3200" b="1">
                  <a:latin typeface="Arial" panose="020B0604020202020204" pitchFamily="34" charset="0"/>
                </a:rPr>
                <a:t>由</a:t>
              </a:r>
              <a:r>
                <a:rPr lang="zh-CN" altLang="en-US" sz="3200" b="1" i="1">
                  <a:latin typeface="Times New Roman" panose="02020603050405020304" pitchFamily="18" charset="0"/>
                </a:rPr>
                <a:t>                      </a:t>
              </a:r>
              <a:r>
                <a:rPr lang="zh-CN" altLang="en-US" sz="3200" b="1">
                  <a:latin typeface="Times New Roman" panose="02020603050405020304" pitchFamily="18" charset="0"/>
                </a:rPr>
                <a:t>可求得</a:t>
              </a:r>
              <a:endParaRPr lang="zh-CN" altLang="en-US" sz="3200" b="1" i="1">
                <a:latin typeface="Times New Roman" panose="02020603050405020304" pitchFamily="18" charset="0"/>
              </a:endParaRPr>
            </a:p>
          </p:txBody>
        </p:sp>
        <p:graphicFrame>
          <p:nvGraphicFramePr>
            <p:cNvPr id="23565" name="Object 14"/>
            <p:cNvGraphicFramePr/>
            <p:nvPr/>
          </p:nvGraphicFramePr>
          <p:xfrm>
            <a:off x="657" y="1631"/>
            <a:ext cx="1396" cy="435"/>
          </p:xfrm>
          <a:graphic>
            <a:graphicData uri="http://schemas.openxmlformats.org/presentationml/2006/ole">
              <mc:AlternateContent xmlns:mc="http://schemas.openxmlformats.org/markup-compatibility/2006">
                <mc:Choice xmlns:v="urn:schemas-microsoft-com:vml" Requires="v">
                  <p:oleObj spid="_x0000_s57442" name="" r:id="rId11" imgW="736600" imgH="228600" progId="Equation.3">
                    <p:embed/>
                  </p:oleObj>
                </mc:Choice>
                <mc:Fallback>
                  <p:oleObj name="" r:id="rId11" imgW="736600" imgH="228600" progId="Equation.3">
                    <p:embed/>
                    <p:pic>
                      <p:nvPicPr>
                        <p:cNvPr id="0" name="Object 1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7" y="1631"/>
                          <a:ext cx="1396"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3566" name="Object 15"/>
          <p:cNvGraphicFramePr/>
          <p:nvPr/>
        </p:nvGraphicFramePr>
        <p:xfrm>
          <a:off x="5303838" y="1052514"/>
          <a:ext cx="431800" cy="396875"/>
        </p:xfrm>
        <a:graphic>
          <a:graphicData uri="http://schemas.openxmlformats.org/presentationml/2006/ole">
            <mc:AlternateContent xmlns:mc="http://schemas.openxmlformats.org/markup-compatibility/2006">
              <mc:Choice xmlns:v="urn:schemas-microsoft-com:vml" Requires="v">
                <p:oleObj spid="_x0000_s57443" name="" r:id="rId13" imgW="152400" imgH="139700" progId="Equation.3">
                  <p:embed/>
                </p:oleObj>
              </mc:Choice>
              <mc:Fallback>
                <p:oleObj name="" r:id="rId13" imgW="152400" imgH="139700" progId="Equation.3">
                  <p:embed/>
                  <p:pic>
                    <p:nvPicPr>
                      <p:cNvPr id="0" name="Object 1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03838" y="1052514"/>
                        <a:ext cx="43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34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34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14341"/>
                                        </p:tgtEl>
                                        <p:attrNameLst>
                                          <p:attrName>style.visibility</p:attrName>
                                        </p:attrNameLst>
                                      </p:cBhvr>
                                      <p:to>
                                        <p:strVal val="visible"/>
                                      </p:to>
                                    </p:set>
                                    <p:animEffect transition="in" filter="blinds(horizontal)">
                                      <p:cBhvr>
                                        <p:cTn id="17" dur="500"/>
                                        <p:tgtEl>
                                          <p:spTgt spid="1434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434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433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43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43" grpId="0"/>
    </p:bldLst>
  </p:timing>
</p:sld>
</file>

<file path=ppt/tags/tag1.xml><?xml version="1.0" encoding="utf-8"?>
<p:tagLst xmlns:p="http://schemas.openxmlformats.org/presentationml/2006/main">
  <p:tag name="TIMING" val="|1.7"/>
</p:tagLst>
</file>

<file path=ppt/tags/tag2.xml><?xml version="1.0" encoding="utf-8"?>
<p:tagLst xmlns:p="http://schemas.openxmlformats.org/presentationml/2006/main">
  <p:tag name="TIMING" val="|0.2"/>
</p:tagLst>
</file>

<file path=ppt/tags/tag3.xml><?xml version="1.0" encoding="utf-8"?>
<p:tagLst xmlns:p="http://schemas.openxmlformats.org/presentationml/2006/main">
  <p:tag name="TIMING" val="|2.9|1|30|12.9|4.1|4.6|7.2|12.2|25.4|36.3|1.3"/>
</p:tagLst>
</file>

<file path=ppt/tags/tag4.xml><?xml version="1.0" encoding="utf-8"?>
<p:tagLst xmlns:p="http://schemas.openxmlformats.org/presentationml/2006/main">
  <p:tag name="TIMING" val="|5.1|13.8|33.5|17.9|8.6|14.2|30.3"/>
</p:tagLst>
</file>

<file path=ppt/tags/tag5.xml><?xml version="1.0" encoding="utf-8"?>
<p:tagLst xmlns:p="http://schemas.openxmlformats.org/presentationml/2006/main">
  <p:tag name="TIMING" val="|10.7|4.8|15.6|6.8|12.9"/>
</p:tagLst>
</file>

<file path=ppt/tags/tag6.xml><?xml version="1.0" encoding="utf-8"?>
<p:tagLst xmlns:p="http://schemas.openxmlformats.org/presentationml/2006/main">
  <p:tag name="TIMING" val="|7.6|7.2|5.5|1.4"/>
</p:tagLst>
</file>

<file path=ppt/tags/tag7.xml><?xml version="1.0" encoding="utf-8"?>
<p:tagLst xmlns:p="http://schemas.openxmlformats.org/presentationml/2006/main">
  <p:tag name="TIMING" val="|26.1|11.4|8.1|0.7|0.8|66.3|44.7|67.9"/>
</p:tagLst>
</file>

<file path=ppt/tags/tag8.xml><?xml version="1.0" encoding="utf-8"?>
<p:tagLst xmlns:p="http://schemas.openxmlformats.org/presentationml/2006/main">
  <p:tag name="TIMING" val="|10.1|0.7|0.7|60.9|22.8|19.6"/>
</p:tagLst>
</file>

<file path=ppt/tags/tag9.xml><?xml version="1.0" encoding="utf-8"?>
<p:tagLst xmlns:p="http://schemas.openxmlformats.org/presentationml/2006/main">
  <p:tag name="TIMING" val="|13.5|0.7|1|18.3|27.3|36.6"/>
</p:tagLst>
</file>

<file path=ppt/theme/theme1.xml><?xml version="1.0" encoding="utf-8"?>
<a:theme xmlns:a="http://schemas.openxmlformats.org/drawingml/2006/main" name="主题1">
  <a:themeElements>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005届大物下">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2005届大物下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005届大物下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005届大物下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005届大物下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005届大物下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005届大物下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005届大物下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005届大物下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005届大物下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005届大物下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005届大物下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005届大物下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005届大物下 13">
        <a:dk1>
          <a:srgbClr val="000000"/>
        </a:dk1>
        <a:lt1>
          <a:srgbClr val="FFFFFF"/>
        </a:lt1>
        <a:dk2>
          <a:srgbClr val="000000"/>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2580</Words>
  <Application>WPS 演示</Application>
  <PresentationFormat>宽屏</PresentationFormat>
  <Paragraphs>503</Paragraphs>
  <Slides>34</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173</vt:i4>
      </vt:variant>
      <vt:variant>
        <vt:lpstr>幻灯片标题</vt:lpstr>
      </vt:variant>
      <vt:variant>
        <vt:i4>34</vt:i4>
      </vt:variant>
    </vt:vector>
  </HeadingPairs>
  <TitlesOfParts>
    <vt:vector size="221" baseType="lpstr">
      <vt:lpstr>Arial</vt:lpstr>
      <vt:lpstr>宋体</vt:lpstr>
      <vt:lpstr>Wingdings</vt:lpstr>
      <vt:lpstr>Times New Roman</vt:lpstr>
      <vt:lpstr>楷体_GB2312</vt:lpstr>
      <vt:lpstr>黑体</vt:lpstr>
      <vt:lpstr>Verdana</vt:lpstr>
      <vt:lpstr>Symbol</vt:lpstr>
      <vt:lpstr>Century Schoolbook</vt:lpstr>
      <vt:lpstr>微软雅黑</vt:lpstr>
      <vt:lpstr>Arial Unicode MS</vt:lpstr>
      <vt:lpstr>新宋体</vt:lpstr>
      <vt:lpstr>Book Antiqua</vt:lpstr>
      <vt:lpstr>主题1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4-4  力矩的功  刚体绕定轴转动的动能定理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MC SYSTEM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4-4  力矩的功  刚体绕定轴转动的动能定理</dc:title>
  <dc:creator>MC SYSTEM</dc:creator>
  <cp:lastModifiedBy>szu</cp:lastModifiedBy>
  <cp:revision>100</cp:revision>
  <dcterms:created xsi:type="dcterms:W3CDTF">2014-03-06T07:09:00Z</dcterms:created>
  <dcterms:modified xsi:type="dcterms:W3CDTF">2021-04-14T03:48:02Z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