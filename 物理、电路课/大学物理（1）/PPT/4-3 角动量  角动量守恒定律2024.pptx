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activeX/activeX2.bin" ContentType="application/vnd.ms-office.activeX"/>
  <Override PartName="/ppt/activeX/activeX2.xml" ContentType="application/vnd.ms-office.activeX+xml"/>
  <Override PartName="/ppt/activeX/activeX3.bin" ContentType="application/vnd.ms-office.activeX"/>
  <Override PartName="/ppt/activeX/activeX3.xml" ContentType="application/vnd.ms-office.activeX+xml"/>
  <Override PartName="/ppt/activeX/activeX4.bin" ContentType="application/vnd.ms-office.activeX"/>
  <Override PartName="/ppt/activeX/activeX4.xml" ContentType="application/vnd.ms-office.activeX+xml"/>
  <Override PartName="/ppt/activeX/activeX5.bin" ContentType="application/vnd.ms-office.activeX"/>
  <Override PartName="/ppt/activeX/activeX5.xml" ContentType="application/vnd.ms-office.activeX+xml"/>
  <Override PartName="/ppt/activeX/activeX6.bin" ContentType="application/vnd.ms-office.activeX"/>
  <Override PartName="/ppt/activeX/activeX6.xml" ContentType="application/vnd.ms-office.activeX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8" r:id="rId4"/>
    <p:sldId id="259" r:id="rId5"/>
    <p:sldId id="339" r:id="rId6"/>
    <p:sldId id="340" r:id="rId7"/>
    <p:sldId id="260" r:id="rId8"/>
    <p:sldId id="323" r:id="rId10"/>
    <p:sldId id="294" r:id="rId11"/>
    <p:sldId id="298" r:id="rId12"/>
    <p:sldId id="261" r:id="rId13"/>
    <p:sldId id="291" r:id="rId14"/>
    <p:sldId id="263" r:id="rId15"/>
    <p:sldId id="296" r:id="rId16"/>
    <p:sldId id="411" r:id="rId17"/>
    <p:sldId id="301" r:id="rId18"/>
    <p:sldId id="264" r:id="rId19"/>
    <p:sldId id="265" r:id="rId20"/>
    <p:sldId id="266" r:id="rId21"/>
    <p:sldId id="315" r:id="rId22"/>
    <p:sldId id="267" r:id="rId23"/>
    <p:sldId id="268" r:id="rId24"/>
    <p:sldId id="269" r:id="rId25"/>
    <p:sldId id="270" r:id="rId26"/>
    <p:sldId id="271" r:id="rId27"/>
    <p:sldId id="272" r:id="rId28"/>
    <p:sldId id="337" r:id="rId29"/>
    <p:sldId id="338" r:id="rId30"/>
    <p:sldId id="273" r:id="rId31"/>
    <p:sldId id="389" r:id="rId32"/>
    <p:sldId id="390" r:id="rId33"/>
    <p:sldId id="300" r:id="rId34"/>
    <p:sldId id="277" r:id="rId35"/>
    <p:sldId id="392" r:id="rId36"/>
    <p:sldId id="302" r:id="rId37"/>
    <p:sldId id="314" r:id="rId38"/>
    <p:sldId id="308" r:id="rId39"/>
    <p:sldId id="279" r:id="rId40"/>
    <p:sldId id="280" r:id="rId41"/>
    <p:sldId id="281" r:id="rId42"/>
    <p:sldId id="282" r:id="rId43"/>
    <p:sldId id="283" r:id="rId44"/>
    <p:sldId id="284" r:id="rId45"/>
    <p:sldId id="393" r:id="rId46"/>
    <p:sldId id="285" r:id="rId47"/>
    <p:sldId id="286" r:id="rId48"/>
    <p:sldId id="327" r:id="rId49"/>
    <p:sldId id="395" r:id="rId50"/>
    <p:sldId id="396" r:id="rId51"/>
    <p:sldId id="336" r:id="rId52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 jh" initials="L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00FF"/>
    <a:srgbClr val="0066FF"/>
    <a:srgbClr val="FFFF99"/>
    <a:srgbClr val="FF330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-346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1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6" Type="http://schemas.openxmlformats.org/officeDocument/2006/relationships/image" Target="../media/image24.wmf"/><Relationship Id="rId15" Type="http://schemas.openxmlformats.org/officeDocument/2006/relationships/image" Target="../media/image23.wmf"/><Relationship Id="rId14" Type="http://schemas.openxmlformats.org/officeDocument/2006/relationships/image" Target="../media/image22.wmf"/><Relationship Id="rId13" Type="http://schemas.openxmlformats.org/officeDocument/2006/relationships/image" Target="../media/image21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4" Type="http://schemas.openxmlformats.org/officeDocument/2006/relationships/image" Target="../media/image41.wmf"/><Relationship Id="rId13" Type="http://schemas.openxmlformats.org/officeDocument/2006/relationships/image" Target="../media/image40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7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.emf"/><Relationship Id="rId8" Type="http://schemas.openxmlformats.org/officeDocument/2006/relationships/image" Target="../media/image49.emf"/><Relationship Id="rId7" Type="http://schemas.openxmlformats.org/officeDocument/2006/relationships/image" Target="../media/image48.e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3" Type="http://schemas.openxmlformats.org/officeDocument/2006/relationships/image" Target="../media/image44.e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30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31.wmf"/><Relationship Id="rId10" Type="http://schemas.openxmlformats.org/officeDocument/2006/relationships/image" Target="../media/image57.wmf"/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75.emf"/><Relationship Id="rId5" Type="http://schemas.openxmlformats.org/officeDocument/2006/relationships/image" Target="../media/image74.wmf"/><Relationship Id="rId4" Type="http://schemas.openxmlformats.org/officeDocument/2006/relationships/image" Target="../media/image65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86.emf"/><Relationship Id="rId8" Type="http://schemas.openxmlformats.org/officeDocument/2006/relationships/image" Target="../media/image85.emf"/><Relationship Id="rId7" Type="http://schemas.openxmlformats.org/officeDocument/2006/relationships/image" Target="../media/image84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wmf"/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3" Type="http://schemas.openxmlformats.org/officeDocument/2006/relationships/image" Target="../media/image90.wmf"/><Relationship Id="rId12" Type="http://schemas.openxmlformats.org/officeDocument/2006/relationships/image" Target="../media/image89.wmf"/><Relationship Id="rId11" Type="http://schemas.openxmlformats.org/officeDocument/2006/relationships/image" Target="../media/image88.wmf"/><Relationship Id="rId10" Type="http://schemas.openxmlformats.org/officeDocument/2006/relationships/image" Target="../media/image87.wmf"/><Relationship Id="rId1" Type="http://schemas.openxmlformats.org/officeDocument/2006/relationships/image" Target="../media/image7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98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98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wmf"/><Relationship Id="rId8" Type="http://schemas.openxmlformats.org/officeDocument/2006/relationships/image" Target="../media/image113.wmf"/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0" Type="http://schemas.openxmlformats.org/officeDocument/2006/relationships/image" Target="../media/image115.wmf"/><Relationship Id="rId1" Type="http://schemas.openxmlformats.org/officeDocument/2006/relationships/image" Target="../media/image10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wmf"/><Relationship Id="rId8" Type="http://schemas.openxmlformats.org/officeDocument/2006/relationships/image" Target="../media/image125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0" Type="http://schemas.openxmlformats.org/officeDocument/2006/relationships/image" Target="../media/image127.wmf"/><Relationship Id="rId1" Type="http://schemas.openxmlformats.org/officeDocument/2006/relationships/image" Target="../media/image118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image" Target="../media/image130.wmf"/><Relationship Id="rId7" Type="http://schemas.openxmlformats.org/officeDocument/2006/relationships/image" Target="../media/image127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wmf"/><Relationship Id="rId8" Type="http://schemas.openxmlformats.org/officeDocument/2006/relationships/image" Target="../media/image134.wmf"/><Relationship Id="rId7" Type="http://schemas.openxmlformats.org/officeDocument/2006/relationships/image" Target="../media/image127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33.wmf"/><Relationship Id="rId10" Type="http://schemas.openxmlformats.org/officeDocument/2006/relationships/image" Target="../media/image136.wmf"/><Relationship Id="rId1" Type="http://schemas.openxmlformats.org/officeDocument/2006/relationships/image" Target="../media/image132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e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2.wmf"/><Relationship Id="rId4" Type="http://schemas.openxmlformats.org/officeDocument/2006/relationships/image" Target="../media/image151.emf"/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image" Target="../media/image148.e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wmf"/><Relationship Id="rId8" Type="http://schemas.openxmlformats.org/officeDocument/2006/relationships/image" Target="../media/image159.wmf"/><Relationship Id="rId7" Type="http://schemas.openxmlformats.org/officeDocument/2006/relationships/image" Target="../media/image158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1" Type="http://schemas.openxmlformats.org/officeDocument/2006/relationships/image" Target="../media/image162.wmf"/><Relationship Id="rId10" Type="http://schemas.openxmlformats.org/officeDocument/2006/relationships/image" Target="../media/image161.wmf"/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wmf"/><Relationship Id="rId8" Type="http://schemas.openxmlformats.org/officeDocument/2006/relationships/image" Target="../media/image158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54.wmf"/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4" Type="http://schemas.openxmlformats.org/officeDocument/2006/relationships/image" Target="../media/image171.wmf"/><Relationship Id="rId13" Type="http://schemas.openxmlformats.org/officeDocument/2006/relationships/image" Target="../media/image170.wmf"/><Relationship Id="rId12" Type="http://schemas.openxmlformats.org/officeDocument/2006/relationships/image" Target="../media/image169.wmf"/><Relationship Id="rId11" Type="http://schemas.openxmlformats.org/officeDocument/2006/relationships/image" Target="../media/image168.wmf"/><Relationship Id="rId10" Type="http://schemas.openxmlformats.org/officeDocument/2006/relationships/image" Target="../media/image167.wmf"/><Relationship Id="rId1" Type="http://schemas.openxmlformats.org/officeDocument/2006/relationships/image" Target="../media/image163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6.wmf"/><Relationship Id="rId4" Type="http://schemas.openxmlformats.org/officeDocument/2006/relationships/image" Target="../media/image175.wmf"/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7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7" Type="http://schemas.openxmlformats.org/officeDocument/2006/relationships/image" Target="../media/image184.wmf"/><Relationship Id="rId6" Type="http://schemas.openxmlformats.org/officeDocument/2006/relationships/image" Target="../media/image183.wmf"/><Relationship Id="rId5" Type="http://schemas.openxmlformats.org/officeDocument/2006/relationships/image" Target="../media/image54.wmf"/><Relationship Id="rId4" Type="http://schemas.openxmlformats.org/officeDocument/2006/relationships/image" Target="../media/image182.wmf"/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e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4.wmf"/><Relationship Id="rId4" Type="http://schemas.openxmlformats.org/officeDocument/2006/relationships/image" Target="../media/image194.emf"/><Relationship Id="rId3" Type="http://schemas.openxmlformats.org/officeDocument/2006/relationships/image" Target="../media/image193.emf"/><Relationship Id="rId2" Type="http://schemas.openxmlformats.org/officeDocument/2006/relationships/image" Target="../media/image192.emf"/><Relationship Id="rId1" Type="http://schemas.openxmlformats.org/officeDocument/2006/relationships/image" Target="../media/image19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drawings/_rels/vmlDrawing3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5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/Relationships>
</file>

<file path=ppt/drawings/_rels/vmlDrawing4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/Relationships>
</file>

<file path=ppt/drawings/_rels/vmlDrawing4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7.wmf"/><Relationship Id="rId4" Type="http://schemas.openxmlformats.org/officeDocument/2006/relationships/image" Target="../media/image226.wmf"/><Relationship Id="rId3" Type="http://schemas.openxmlformats.org/officeDocument/2006/relationships/image" Target="../media/image225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31.wmf"/><Relationship Id="rId6" Type="http://schemas.openxmlformats.org/officeDocument/2006/relationships/image" Target="../media/image230.wmf"/><Relationship Id="rId5" Type="http://schemas.openxmlformats.org/officeDocument/2006/relationships/image" Target="../media/image227.wmf"/><Relationship Id="rId4" Type="http://schemas.openxmlformats.org/officeDocument/2006/relationships/image" Target="../media/image229.wmf"/><Relationship Id="rId3" Type="http://schemas.openxmlformats.org/officeDocument/2006/relationships/image" Target="../media/image228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4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0.emf"/><Relationship Id="rId8" Type="http://schemas.openxmlformats.org/officeDocument/2006/relationships/image" Target="../media/image239.emf"/><Relationship Id="rId7" Type="http://schemas.openxmlformats.org/officeDocument/2006/relationships/image" Target="../media/image238.emf"/><Relationship Id="rId6" Type="http://schemas.openxmlformats.org/officeDocument/2006/relationships/image" Target="../media/image237.emf"/><Relationship Id="rId5" Type="http://schemas.openxmlformats.org/officeDocument/2006/relationships/image" Target="../media/image236.wmf"/><Relationship Id="rId4" Type="http://schemas.openxmlformats.org/officeDocument/2006/relationships/image" Target="../media/image235.wmf"/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0" Type="http://schemas.openxmlformats.org/officeDocument/2006/relationships/image" Target="../media/image241.emf"/><Relationship Id="rId1" Type="http://schemas.openxmlformats.org/officeDocument/2006/relationships/image" Target="../media/image2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 dirty="0"/>
          </a:p>
        </p:txBody>
      </p:sp>
    </p:spTree>
  </p:cSld>
  <p:clrMapOvr>
    <a:masterClrMapping/>
  </p:clrMapOvr>
  <p:transition spd="med">
    <p:pull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41433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  <p:transition spd="med">
    <p:pull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41433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  <p:transition spd="med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"/>
          <p:cNvSpPr>
            <a:spLocks noChangeArrowheads="1"/>
          </p:cNvSpPr>
          <p:nvPr/>
        </p:nvSpPr>
        <p:spPr bwMode="auto">
          <a:xfrm>
            <a:off x="1116013" y="725488"/>
            <a:ext cx="7524750" cy="39688"/>
          </a:xfrm>
          <a:prstGeom prst="rect">
            <a:avLst/>
          </a:prstGeom>
          <a:gradFill rotWithShape="1">
            <a:gsLst>
              <a:gs pos="0">
                <a:srgbClr val="825600"/>
              </a:gs>
              <a:gs pos="13000">
                <a:srgbClr val="FFA800"/>
              </a:gs>
              <a:gs pos="28000">
                <a:srgbClr val="825600"/>
              </a:gs>
              <a:gs pos="42999">
                <a:srgbClr val="FFA800"/>
              </a:gs>
              <a:gs pos="58000">
                <a:srgbClr val="825600"/>
              </a:gs>
              <a:gs pos="72000">
                <a:srgbClr val="FFA800"/>
              </a:gs>
              <a:gs pos="87000">
                <a:srgbClr val="825600"/>
              </a:gs>
              <a:gs pos="100000">
                <a:srgbClr val="FFA800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6669088"/>
            <a:ext cx="9144000" cy="215900"/>
          </a:xfrm>
          <a:prstGeom prst="rect">
            <a:avLst/>
          </a:prstGeom>
          <a:gradFill rotWithShape="1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Oval 9"/>
          <p:cNvSpPr>
            <a:spLocks noChangeArrowheads="1"/>
          </p:cNvSpPr>
          <p:nvPr/>
        </p:nvSpPr>
        <p:spPr bwMode="auto">
          <a:xfrm>
            <a:off x="5530850" y="5783263"/>
            <a:ext cx="361950" cy="287338"/>
          </a:xfrm>
          <a:prstGeom prst="ellipse">
            <a:avLst/>
          </a:prstGeom>
          <a:solidFill>
            <a:schemeClr val="bg1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9" name="Picture 2" descr="http://www.szu.edu.cn/images/szulogo.gif"/>
          <p:cNvPicPr>
            <a:picLocks noChangeAspect="1"/>
          </p:cNvPicPr>
          <p:nvPr/>
        </p:nvPicPr>
        <p:blipFill>
          <a:blip r:embed="rId15"/>
          <a:srcRect l="4614" r="63078"/>
          <a:stretch>
            <a:fillRect/>
          </a:stretch>
        </p:blipFill>
        <p:spPr>
          <a:xfrm>
            <a:off x="142875" y="142875"/>
            <a:ext cx="1000125" cy="928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0" name="Freeform 8"/>
          <p:cNvSpPr/>
          <p:nvPr/>
        </p:nvSpPr>
        <p:spPr bwMode="auto">
          <a:xfrm>
            <a:off x="214313" y="6391275"/>
            <a:ext cx="7954963" cy="323850"/>
          </a:xfrm>
          <a:custGeom>
            <a:avLst/>
            <a:gdLst>
              <a:gd name="T0" fmla="*/ 0 w 4992"/>
              <a:gd name="T1" fmla="*/ 320789 h 529"/>
              <a:gd name="T2" fmla="*/ 972061 w 4992"/>
              <a:gd name="T3" fmla="*/ 315891 h 529"/>
              <a:gd name="T4" fmla="*/ 1093170 w 4992"/>
              <a:gd name="T5" fmla="*/ 284670 h 529"/>
              <a:gd name="T6" fmla="*/ 1416659 w 4992"/>
              <a:gd name="T7" fmla="*/ 279772 h 529"/>
              <a:gd name="T8" fmla="*/ 1741741 w 4992"/>
              <a:gd name="T9" fmla="*/ 274262 h 529"/>
              <a:gd name="T10" fmla="*/ 1848509 w 4992"/>
              <a:gd name="T11" fmla="*/ 269365 h 529"/>
              <a:gd name="T12" fmla="*/ 1929779 w 4992"/>
              <a:gd name="T13" fmla="*/ 258958 h 529"/>
              <a:gd name="T14" fmla="*/ 2011050 w 4992"/>
              <a:gd name="T15" fmla="*/ 238143 h 529"/>
              <a:gd name="T16" fmla="*/ 2050889 w 4992"/>
              <a:gd name="T17" fmla="*/ 232633 h 529"/>
              <a:gd name="T18" fmla="*/ 2173591 w 4992"/>
              <a:gd name="T19" fmla="*/ 202024 h 529"/>
              <a:gd name="T20" fmla="*/ 2294701 w 4992"/>
              <a:gd name="T21" fmla="*/ 186107 h 529"/>
              <a:gd name="T22" fmla="*/ 2375971 w 4992"/>
              <a:gd name="T23" fmla="*/ 170802 h 529"/>
              <a:gd name="T24" fmla="*/ 2591099 w 4992"/>
              <a:gd name="T25" fmla="*/ 175699 h 529"/>
              <a:gd name="T26" fmla="*/ 2712209 w 4992"/>
              <a:gd name="T27" fmla="*/ 202024 h 529"/>
              <a:gd name="T28" fmla="*/ 2889092 w 4992"/>
              <a:gd name="T29" fmla="*/ 217328 h 529"/>
              <a:gd name="T30" fmla="*/ 2968769 w 4992"/>
              <a:gd name="T31" fmla="*/ 243041 h 529"/>
              <a:gd name="T32" fmla="*/ 2995859 w 4992"/>
              <a:gd name="T33" fmla="*/ 299974 h 529"/>
              <a:gd name="T34" fmla="*/ 3266761 w 4992"/>
              <a:gd name="T35" fmla="*/ 243041 h 529"/>
              <a:gd name="T36" fmla="*/ 3387870 w 4992"/>
              <a:gd name="T37" fmla="*/ 217328 h 529"/>
              <a:gd name="T38" fmla="*/ 3508980 w 4992"/>
              <a:gd name="T39" fmla="*/ 191616 h 529"/>
              <a:gd name="T40" fmla="*/ 3846811 w 4992"/>
              <a:gd name="T41" fmla="*/ 186107 h 529"/>
              <a:gd name="T42" fmla="*/ 3859559 w 4992"/>
              <a:gd name="T43" fmla="*/ 258958 h 529"/>
              <a:gd name="T44" fmla="*/ 4036442 w 4992"/>
              <a:gd name="T45" fmla="*/ 238143 h 529"/>
              <a:gd name="T46" fmla="*/ 4238822 w 4992"/>
              <a:gd name="T47" fmla="*/ 196514 h 529"/>
              <a:gd name="T48" fmla="*/ 4602149 w 4992"/>
              <a:gd name="T49" fmla="*/ 222226 h 529"/>
              <a:gd name="T50" fmla="*/ 4616491 w 4992"/>
              <a:gd name="T51" fmla="*/ 279772 h 529"/>
              <a:gd name="T52" fmla="*/ 4697762 w 4992"/>
              <a:gd name="T53" fmla="*/ 263855 h 529"/>
              <a:gd name="T54" fmla="*/ 5169450 w 4992"/>
              <a:gd name="T55" fmla="*/ 258958 h 529"/>
              <a:gd name="T56" fmla="*/ 5263469 w 4992"/>
              <a:gd name="T57" fmla="*/ 253448 h 529"/>
              <a:gd name="T58" fmla="*/ 5426011 w 4992"/>
              <a:gd name="T59" fmla="*/ 217328 h 529"/>
              <a:gd name="T60" fmla="*/ 5507281 w 4992"/>
              <a:gd name="T61" fmla="*/ 196514 h 529"/>
              <a:gd name="T62" fmla="*/ 5561462 w 4992"/>
              <a:gd name="T63" fmla="*/ 165292 h 529"/>
              <a:gd name="T64" fmla="*/ 5655481 w 4992"/>
              <a:gd name="T65" fmla="*/ 56322 h 529"/>
              <a:gd name="T66" fmla="*/ 5669823 w 4992"/>
              <a:gd name="T67" fmla="*/ 9795 h 529"/>
              <a:gd name="T68" fmla="*/ 5803680 w 4992"/>
              <a:gd name="T69" fmla="*/ 15305 h 529"/>
              <a:gd name="T70" fmla="*/ 5790932 w 4992"/>
              <a:gd name="T71" fmla="*/ 61831 h 529"/>
              <a:gd name="T72" fmla="*/ 5642732 w 4992"/>
              <a:gd name="T73" fmla="*/ 93053 h 529"/>
              <a:gd name="T74" fmla="*/ 5884951 w 4992"/>
              <a:gd name="T75" fmla="*/ 123663 h 529"/>
              <a:gd name="T76" fmla="*/ 5939131 w 4992"/>
              <a:gd name="T77" fmla="*/ 211819 h 529"/>
              <a:gd name="T78" fmla="*/ 6074582 w 4992"/>
              <a:gd name="T79" fmla="*/ 263855 h 529"/>
              <a:gd name="T80" fmla="*/ 6141511 w 4992"/>
              <a:gd name="T81" fmla="*/ 299974 h 529"/>
              <a:gd name="T82" fmla="*/ 6249872 w 4992"/>
              <a:gd name="T83" fmla="*/ 269365 h 529"/>
              <a:gd name="T84" fmla="*/ 6358233 w 4992"/>
              <a:gd name="T85" fmla="*/ 202024 h 529"/>
              <a:gd name="T86" fmla="*/ 6437910 w 4992"/>
              <a:gd name="T87" fmla="*/ 139580 h 529"/>
              <a:gd name="T88" fmla="*/ 6519181 w 4992"/>
              <a:gd name="T89" fmla="*/ 118765 h 529"/>
              <a:gd name="T90" fmla="*/ 6560613 w 4992"/>
              <a:gd name="T91" fmla="*/ 108358 h 529"/>
              <a:gd name="T92" fmla="*/ 6640290 w 4992"/>
              <a:gd name="T93" fmla="*/ 113868 h 529"/>
              <a:gd name="T94" fmla="*/ 6694470 w 4992"/>
              <a:gd name="T95" fmla="*/ 144478 h 529"/>
              <a:gd name="T96" fmla="*/ 6842670 w 4992"/>
              <a:gd name="T97" fmla="*/ 211819 h 529"/>
              <a:gd name="T98" fmla="*/ 7856162 w 4992"/>
              <a:gd name="T99" fmla="*/ 227736 h 529"/>
              <a:gd name="T100" fmla="*/ 7910343 w 4992"/>
              <a:gd name="T101" fmla="*/ 258958 h 529"/>
              <a:gd name="T102" fmla="*/ 7937433 w 4992"/>
              <a:gd name="T103" fmla="*/ 320789 h 529"/>
              <a:gd name="T104" fmla="*/ 0 w 4992"/>
              <a:gd name="T105" fmla="*/ 320789 h 52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4992" h="529">
                <a:moveTo>
                  <a:pt x="0" y="524"/>
                </a:moveTo>
                <a:cubicBezTo>
                  <a:pt x="203" y="521"/>
                  <a:pt x="407" y="529"/>
                  <a:pt x="610" y="516"/>
                </a:cubicBezTo>
                <a:cubicBezTo>
                  <a:pt x="611" y="516"/>
                  <a:pt x="673" y="474"/>
                  <a:pt x="686" y="465"/>
                </a:cubicBezTo>
                <a:cubicBezTo>
                  <a:pt x="742" y="427"/>
                  <a:pt x="821" y="460"/>
                  <a:pt x="889" y="457"/>
                </a:cubicBezTo>
                <a:cubicBezTo>
                  <a:pt x="957" y="454"/>
                  <a:pt x="1025" y="451"/>
                  <a:pt x="1093" y="448"/>
                </a:cubicBezTo>
                <a:cubicBezTo>
                  <a:pt x="1115" y="445"/>
                  <a:pt x="1138" y="445"/>
                  <a:pt x="1160" y="440"/>
                </a:cubicBezTo>
                <a:cubicBezTo>
                  <a:pt x="1178" y="436"/>
                  <a:pt x="1211" y="423"/>
                  <a:pt x="1211" y="423"/>
                </a:cubicBezTo>
                <a:cubicBezTo>
                  <a:pt x="1228" y="412"/>
                  <a:pt x="1243" y="396"/>
                  <a:pt x="1262" y="389"/>
                </a:cubicBezTo>
                <a:cubicBezTo>
                  <a:pt x="1270" y="386"/>
                  <a:pt x="1279" y="384"/>
                  <a:pt x="1287" y="380"/>
                </a:cubicBezTo>
                <a:cubicBezTo>
                  <a:pt x="1314" y="365"/>
                  <a:pt x="1335" y="340"/>
                  <a:pt x="1364" y="330"/>
                </a:cubicBezTo>
                <a:cubicBezTo>
                  <a:pt x="1389" y="321"/>
                  <a:pt x="1418" y="319"/>
                  <a:pt x="1440" y="304"/>
                </a:cubicBezTo>
                <a:cubicBezTo>
                  <a:pt x="1472" y="282"/>
                  <a:pt x="1455" y="290"/>
                  <a:pt x="1491" y="279"/>
                </a:cubicBezTo>
                <a:cubicBezTo>
                  <a:pt x="1536" y="282"/>
                  <a:pt x="1581" y="282"/>
                  <a:pt x="1626" y="287"/>
                </a:cubicBezTo>
                <a:cubicBezTo>
                  <a:pt x="1652" y="290"/>
                  <a:pt x="1686" y="319"/>
                  <a:pt x="1702" y="330"/>
                </a:cubicBezTo>
                <a:cubicBezTo>
                  <a:pt x="1724" y="345"/>
                  <a:pt x="1791" y="352"/>
                  <a:pt x="1813" y="355"/>
                </a:cubicBezTo>
                <a:cubicBezTo>
                  <a:pt x="1824" y="363"/>
                  <a:pt x="1858" y="383"/>
                  <a:pt x="1863" y="397"/>
                </a:cubicBezTo>
                <a:cubicBezTo>
                  <a:pt x="1874" y="427"/>
                  <a:pt x="1880" y="490"/>
                  <a:pt x="1880" y="490"/>
                </a:cubicBezTo>
                <a:cubicBezTo>
                  <a:pt x="1935" y="456"/>
                  <a:pt x="1995" y="430"/>
                  <a:pt x="2050" y="397"/>
                </a:cubicBezTo>
                <a:cubicBezTo>
                  <a:pt x="2122" y="354"/>
                  <a:pt x="2076" y="371"/>
                  <a:pt x="2126" y="355"/>
                </a:cubicBezTo>
                <a:cubicBezTo>
                  <a:pt x="2184" y="316"/>
                  <a:pt x="2158" y="327"/>
                  <a:pt x="2202" y="313"/>
                </a:cubicBezTo>
                <a:cubicBezTo>
                  <a:pt x="2265" y="272"/>
                  <a:pt x="2309" y="236"/>
                  <a:pt x="2414" y="304"/>
                </a:cubicBezTo>
                <a:cubicBezTo>
                  <a:pt x="2447" y="326"/>
                  <a:pt x="2419" y="383"/>
                  <a:pt x="2422" y="423"/>
                </a:cubicBezTo>
                <a:cubicBezTo>
                  <a:pt x="2490" y="413"/>
                  <a:pt x="2479" y="406"/>
                  <a:pt x="2533" y="389"/>
                </a:cubicBezTo>
                <a:cubicBezTo>
                  <a:pt x="2574" y="361"/>
                  <a:pt x="2613" y="337"/>
                  <a:pt x="2660" y="321"/>
                </a:cubicBezTo>
                <a:cubicBezTo>
                  <a:pt x="2699" y="323"/>
                  <a:pt x="2864" y="287"/>
                  <a:pt x="2888" y="363"/>
                </a:cubicBezTo>
                <a:cubicBezTo>
                  <a:pt x="2891" y="394"/>
                  <a:pt x="2884" y="428"/>
                  <a:pt x="2897" y="457"/>
                </a:cubicBezTo>
                <a:cubicBezTo>
                  <a:pt x="2898" y="460"/>
                  <a:pt x="2923" y="432"/>
                  <a:pt x="2948" y="431"/>
                </a:cubicBezTo>
                <a:cubicBezTo>
                  <a:pt x="3047" y="426"/>
                  <a:pt x="3145" y="426"/>
                  <a:pt x="3244" y="423"/>
                </a:cubicBezTo>
                <a:cubicBezTo>
                  <a:pt x="3264" y="420"/>
                  <a:pt x="3284" y="421"/>
                  <a:pt x="3303" y="414"/>
                </a:cubicBezTo>
                <a:cubicBezTo>
                  <a:pt x="3342" y="399"/>
                  <a:pt x="3365" y="368"/>
                  <a:pt x="3405" y="355"/>
                </a:cubicBezTo>
                <a:cubicBezTo>
                  <a:pt x="3422" y="344"/>
                  <a:pt x="3445" y="338"/>
                  <a:pt x="3456" y="321"/>
                </a:cubicBezTo>
                <a:cubicBezTo>
                  <a:pt x="3467" y="304"/>
                  <a:pt x="3490" y="270"/>
                  <a:pt x="3490" y="270"/>
                </a:cubicBezTo>
                <a:cubicBezTo>
                  <a:pt x="3510" y="211"/>
                  <a:pt x="3531" y="152"/>
                  <a:pt x="3549" y="92"/>
                </a:cubicBezTo>
                <a:cubicBezTo>
                  <a:pt x="3552" y="67"/>
                  <a:pt x="3537" y="31"/>
                  <a:pt x="3558" y="16"/>
                </a:cubicBezTo>
                <a:cubicBezTo>
                  <a:pt x="3581" y="0"/>
                  <a:pt x="3623" y="4"/>
                  <a:pt x="3642" y="25"/>
                </a:cubicBezTo>
                <a:cubicBezTo>
                  <a:pt x="3659" y="44"/>
                  <a:pt x="3638" y="76"/>
                  <a:pt x="3634" y="101"/>
                </a:cubicBezTo>
                <a:cubicBezTo>
                  <a:pt x="3627" y="141"/>
                  <a:pt x="3574" y="143"/>
                  <a:pt x="3541" y="152"/>
                </a:cubicBezTo>
                <a:cubicBezTo>
                  <a:pt x="3609" y="157"/>
                  <a:pt x="3671" y="134"/>
                  <a:pt x="3693" y="202"/>
                </a:cubicBezTo>
                <a:cubicBezTo>
                  <a:pt x="3700" y="271"/>
                  <a:pt x="3693" y="296"/>
                  <a:pt x="3727" y="346"/>
                </a:cubicBezTo>
                <a:cubicBezTo>
                  <a:pt x="3740" y="387"/>
                  <a:pt x="3782" y="402"/>
                  <a:pt x="3812" y="431"/>
                </a:cubicBezTo>
                <a:cubicBezTo>
                  <a:pt x="3823" y="468"/>
                  <a:pt x="3815" y="478"/>
                  <a:pt x="3854" y="490"/>
                </a:cubicBezTo>
                <a:cubicBezTo>
                  <a:pt x="3887" y="479"/>
                  <a:pt x="3902" y="469"/>
                  <a:pt x="3922" y="440"/>
                </a:cubicBezTo>
                <a:cubicBezTo>
                  <a:pt x="3934" y="390"/>
                  <a:pt x="3962" y="371"/>
                  <a:pt x="3990" y="330"/>
                </a:cubicBezTo>
                <a:cubicBezTo>
                  <a:pt x="3997" y="308"/>
                  <a:pt x="4023" y="243"/>
                  <a:pt x="4040" y="228"/>
                </a:cubicBezTo>
                <a:cubicBezTo>
                  <a:pt x="4055" y="215"/>
                  <a:pt x="4074" y="205"/>
                  <a:pt x="4091" y="194"/>
                </a:cubicBezTo>
                <a:cubicBezTo>
                  <a:pt x="4100" y="188"/>
                  <a:pt x="4117" y="177"/>
                  <a:pt x="4117" y="177"/>
                </a:cubicBezTo>
                <a:cubicBezTo>
                  <a:pt x="4134" y="180"/>
                  <a:pt x="4152" y="179"/>
                  <a:pt x="4167" y="186"/>
                </a:cubicBezTo>
                <a:cubicBezTo>
                  <a:pt x="4200" y="201"/>
                  <a:pt x="4189" y="211"/>
                  <a:pt x="4201" y="236"/>
                </a:cubicBezTo>
                <a:cubicBezTo>
                  <a:pt x="4223" y="281"/>
                  <a:pt x="4243" y="330"/>
                  <a:pt x="4294" y="346"/>
                </a:cubicBezTo>
                <a:cubicBezTo>
                  <a:pt x="4495" y="477"/>
                  <a:pt x="4223" y="306"/>
                  <a:pt x="4930" y="372"/>
                </a:cubicBezTo>
                <a:cubicBezTo>
                  <a:pt x="4950" y="374"/>
                  <a:pt x="4964" y="423"/>
                  <a:pt x="4964" y="423"/>
                </a:cubicBezTo>
                <a:cubicBezTo>
                  <a:pt x="4974" y="473"/>
                  <a:pt x="4992" y="476"/>
                  <a:pt x="4981" y="524"/>
                </a:cubicBezTo>
                <a:cubicBezTo>
                  <a:pt x="1276" y="514"/>
                  <a:pt x="2936" y="512"/>
                  <a:pt x="0" y="524"/>
                </a:cubicBezTo>
                <a:close/>
              </a:path>
            </a:pathLst>
          </a:cu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1.wmf"/><Relationship Id="rId57" Type="http://schemas.openxmlformats.org/officeDocument/2006/relationships/vmlDrawing" Target="../drawings/vmlDrawing2.vml"/><Relationship Id="rId56" Type="http://schemas.openxmlformats.org/officeDocument/2006/relationships/slideLayout" Target="../slideLayouts/slideLayout7.xml"/><Relationship Id="rId55" Type="http://schemas.openxmlformats.org/officeDocument/2006/relationships/oleObject" Target="../embeddings/oleObject46.bin"/><Relationship Id="rId54" Type="http://schemas.openxmlformats.org/officeDocument/2006/relationships/oleObject" Target="../embeddings/oleObject45.bin"/><Relationship Id="rId53" Type="http://schemas.openxmlformats.org/officeDocument/2006/relationships/oleObject" Target="../embeddings/oleObject44.bin"/><Relationship Id="rId52" Type="http://schemas.openxmlformats.org/officeDocument/2006/relationships/oleObject" Target="../embeddings/oleObject43.bin"/><Relationship Id="rId51" Type="http://schemas.openxmlformats.org/officeDocument/2006/relationships/oleObject" Target="../embeddings/oleObject42.bin"/><Relationship Id="rId50" Type="http://schemas.openxmlformats.org/officeDocument/2006/relationships/oleObject" Target="../embeddings/oleObject41.bin"/><Relationship Id="rId5" Type="http://schemas.openxmlformats.org/officeDocument/2006/relationships/oleObject" Target="../embeddings/oleObject10.bin"/><Relationship Id="rId49" Type="http://schemas.openxmlformats.org/officeDocument/2006/relationships/image" Target="../media/image24.wmf"/><Relationship Id="rId48" Type="http://schemas.openxmlformats.org/officeDocument/2006/relationships/oleObject" Target="../embeddings/oleObject40.bin"/><Relationship Id="rId47" Type="http://schemas.openxmlformats.org/officeDocument/2006/relationships/oleObject" Target="../embeddings/oleObject39.bin"/><Relationship Id="rId46" Type="http://schemas.openxmlformats.org/officeDocument/2006/relationships/oleObject" Target="../embeddings/oleObject38.bin"/><Relationship Id="rId45" Type="http://schemas.openxmlformats.org/officeDocument/2006/relationships/oleObject" Target="../embeddings/oleObject37.bin"/><Relationship Id="rId44" Type="http://schemas.openxmlformats.org/officeDocument/2006/relationships/oleObject" Target="../embeddings/oleObject36.bin"/><Relationship Id="rId43" Type="http://schemas.openxmlformats.org/officeDocument/2006/relationships/oleObject" Target="../embeddings/oleObject35.bin"/><Relationship Id="rId42" Type="http://schemas.openxmlformats.org/officeDocument/2006/relationships/oleObject" Target="../embeddings/oleObject34.bin"/><Relationship Id="rId41" Type="http://schemas.openxmlformats.org/officeDocument/2006/relationships/oleObject" Target="../embeddings/oleObject33.bin"/><Relationship Id="rId40" Type="http://schemas.openxmlformats.org/officeDocument/2006/relationships/oleObject" Target="../embeddings/oleObject32.bin"/><Relationship Id="rId4" Type="http://schemas.openxmlformats.org/officeDocument/2006/relationships/image" Target="../media/image10.wmf"/><Relationship Id="rId39" Type="http://schemas.openxmlformats.org/officeDocument/2006/relationships/oleObject" Target="../embeddings/oleObject31.bin"/><Relationship Id="rId38" Type="http://schemas.openxmlformats.org/officeDocument/2006/relationships/image" Target="../media/image23.wmf"/><Relationship Id="rId37" Type="http://schemas.openxmlformats.org/officeDocument/2006/relationships/oleObject" Target="../embeddings/oleObject30.bin"/><Relationship Id="rId36" Type="http://schemas.openxmlformats.org/officeDocument/2006/relationships/oleObject" Target="../embeddings/oleObject29.bin"/><Relationship Id="rId35" Type="http://schemas.openxmlformats.org/officeDocument/2006/relationships/oleObject" Target="../embeddings/oleObject28.bin"/><Relationship Id="rId34" Type="http://schemas.openxmlformats.org/officeDocument/2006/relationships/oleObject" Target="../embeddings/oleObject27.bin"/><Relationship Id="rId33" Type="http://schemas.openxmlformats.org/officeDocument/2006/relationships/oleObject" Target="../embeddings/oleObject26.bin"/><Relationship Id="rId32" Type="http://schemas.openxmlformats.org/officeDocument/2006/relationships/image" Target="../media/image22.wmf"/><Relationship Id="rId31" Type="http://schemas.openxmlformats.org/officeDocument/2006/relationships/oleObject" Target="../embeddings/oleObject25.bin"/><Relationship Id="rId30" Type="http://schemas.openxmlformats.org/officeDocument/2006/relationships/image" Target="../media/image21.wmf"/><Relationship Id="rId3" Type="http://schemas.openxmlformats.org/officeDocument/2006/relationships/oleObject" Target="../embeddings/oleObject9.bin"/><Relationship Id="rId29" Type="http://schemas.openxmlformats.org/officeDocument/2006/relationships/oleObject" Target="../embeddings/oleObject24.bin"/><Relationship Id="rId28" Type="http://schemas.openxmlformats.org/officeDocument/2006/relationships/image" Target="../media/image20.wmf"/><Relationship Id="rId27" Type="http://schemas.openxmlformats.org/officeDocument/2006/relationships/oleObject" Target="../embeddings/oleObject23.bin"/><Relationship Id="rId26" Type="http://schemas.openxmlformats.org/officeDocument/2006/relationships/image" Target="../media/image19.wmf"/><Relationship Id="rId25" Type="http://schemas.openxmlformats.org/officeDocument/2006/relationships/oleObject" Target="../embeddings/oleObject22.bin"/><Relationship Id="rId24" Type="http://schemas.openxmlformats.org/officeDocument/2006/relationships/image" Target="../media/image18.wmf"/><Relationship Id="rId23" Type="http://schemas.openxmlformats.org/officeDocument/2006/relationships/oleObject" Target="../embeddings/oleObject21.bin"/><Relationship Id="rId22" Type="http://schemas.openxmlformats.org/officeDocument/2006/relationships/oleObject" Target="../embeddings/oleObject20.bin"/><Relationship Id="rId21" Type="http://schemas.openxmlformats.org/officeDocument/2006/relationships/oleObject" Target="../embeddings/oleObject19.bin"/><Relationship Id="rId20" Type="http://schemas.openxmlformats.org/officeDocument/2006/relationships/oleObject" Target="../embeddings/oleObject18.bin"/><Relationship Id="rId2" Type="http://schemas.openxmlformats.org/officeDocument/2006/relationships/image" Target="../media/image9.wmf"/><Relationship Id="rId19" Type="http://schemas.openxmlformats.org/officeDocument/2006/relationships/image" Target="../media/image17.wmf"/><Relationship Id="rId18" Type="http://schemas.openxmlformats.org/officeDocument/2006/relationships/oleObject" Target="../embeddings/oleObject17.bin"/><Relationship Id="rId17" Type="http://schemas.openxmlformats.org/officeDocument/2006/relationships/image" Target="../media/image16.wmf"/><Relationship Id="rId16" Type="http://schemas.openxmlformats.org/officeDocument/2006/relationships/oleObject" Target="../embeddings/oleObject16.bin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6" Type="http://schemas.microsoft.com/office/2007/relationships/media" Target="file:///F:\&#22823;&#29289;&#30005;~1.0&#29256;\1&#65289;&#21147;&#23398;\GLOBE.AVI" TargetMode="External"/><Relationship Id="rId5" Type="http://schemas.openxmlformats.org/officeDocument/2006/relationships/video" Target="file:///F:\&#22823;&#29289;&#30005;~1.0&#29256;\1&#65289;&#21147;&#23398;\GLOBE.AVI" TargetMode="Externa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4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oleObject" Target="../embeddings/oleObject53.bin"/><Relationship Id="rId7" Type="http://schemas.openxmlformats.org/officeDocument/2006/relationships/oleObject" Target="../embeddings/oleObject52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29.wmf"/><Relationship Id="rId38" Type="http://schemas.openxmlformats.org/officeDocument/2006/relationships/notesSlide" Target="../notesSlides/notesSlide1.xml"/><Relationship Id="rId37" Type="http://schemas.openxmlformats.org/officeDocument/2006/relationships/vmlDrawing" Target="../drawings/vmlDrawing4.vml"/><Relationship Id="rId36" Type="http://schemas.openxmlformats.org/officeDocument/2006/relationships/slideLayout" Target="../slideLayouts/slideLayout7.xml"/><Relationship Id="rId35" Type="http://schemas.openxmlformats.org/officeDocument/2006/relationships/oleObject" Target="../embeddings/oleObject69.bin"/><Relationship Id="rId34" Type="http://schemas.openxmlformats.org/officeDocument/2006/relationships/oleObject" Target="../embeddings/oleObject68.bin"/><Relationship Id="rId33" Type="http://schemas.openxmlformats.org/officeDocument/2006/relationships/image" Target="../media/image41.wmf"/><Relationship Id="rId32" Type="http://schemas.openxmlformats.org/officeDocument/2006/relationships/oleObject" Target="../embeddings/oleObject67.bin"/><Relationship Id="rId31" Type="http://schemas.openxmlformats.org/officeDocument/2006/relationships/image" Target="../media/image40.wmf"/><Relationship Id="rId30" Type="http://schemas.openxmlformats.org/officeDocument/2006/relationships/oleObject" Target="../embeddings/oleObject66.bin"/><Relationship Id="rId3" Type="http://schemas.openxmlformats.org/officeDocument/2006/relationships/oleObject" Target="../embeddings/oleObject50.bin"/><Relationship Id="rId29" Type="http://schemas.openxmlformats.org/officeDocument/2006/relationships/oleObject" Target="../embeddings/oleObject65.bin"/><Relationship Id="rId28" Type="http://schemas.openxmlformats.org/officeDocument/2006/relationships/image" Target="../media/image39.wmf"/><Relationship Id="rId27" Type="http://schemas.openxmlformats.org/officeDocument/2006/relationships/oleObject" Target="../embeddings/oleObject64.bin"/><Relationship Id="rId26" Type="http://schemas.openxmlformats.org/officeDocument/2006/relationships/image" Target="../media/image38.wmf"/><Relationship Id="rId25" Type="http://schemas.openxmlformats.org/officeDocument/2006/relationships/oleObject" Target="../embeddings/oleObject63.bin"/><Relationship Id="rId24" Type="http://schemas.openxmlformats.org/officeDocument/2006/relationships/image" Target="../media/image37.wmf"/><Relationship Id="rId23" Type="http://schemas.openxmlformats.org/officeDocument/2006/relationships/oleObject" Target="../embeddings/oleObject62.bin"/><Relationship Id="rId22" Type="http://schemas.openxmlformats.org/officeDocument/2006/relationships/image" Target="../media/image36.wmf"/><Relationship Id="rId21" Type="http://schemas.openxmlformats.org/officeDocument/2006/relationships/oleObject" Target="../embeddings/oleObject61.bin"/><Relationship Id="rId20" Type="http://schemas.openxmlformats.org/officeDocument/2006/relationships/image" Target="../media/image35.wmf"/><Relationship Id="rId2" Type="http://schemas.openxmlformats.org/officeDocument/2006/relationships/image" Target="../media/image28.wmf"/><Relationship Id="rId19" Type="http://schemas.openxmlformats.org/officeDocument/2006/relationships/oleObject" Target="../embeddings/oleObject60.bin"/><Relationship Id="rId18" Type="http://schemas.openxmlformats.org/officeDocument/2006/relationships/image" Target="../media/image34.wmf"/><Relationship Id="rId17" Type="http://schemas.openxmlformats.org/officeDocument/2006/relationships/oleObject" Target="../embeddings/oleObject59.bin"/><Relationship Id="rId16" Type="http://schemas.openxmlformats.org/officeDocument/2006/relationships/image" Target="../media/image33.wmf"/><Relationship Id="rId15" Type="http://schemas.openxmlformats.org/officeDocument/2006/relationships/oleObject" Target="../embeddings/oleObject58.bin"/><Relationship Id="rId14" Type="http://schemas.openxmlformats.org/officeDocument/2006/relationships/oleObject" Target="../embeddings/oleObject57.bin"/><Relationship Id="rId13" Type="http://schemas.openxmlformats.org/officeDocument/2006/relationships/oleObject" Target="../embeddings/oleObject56.bin"/><Relationship Id="rId12" Type="http://schemas.openxmlformats.org/officeDocument/2006/relationships/oleObject" Target="../embeddings/oleObject55.bin"/><Relationship Id="rId11" Type="http://schemas.openxmlformats.org/officeDocument/2006/relationships/image" Target="../media/image32.wmf"/><Relationship Id="rId10" Type="http://schemas.openxmlformats.org/officeDocument/2006/relationships/oleObject" Target="../embeddings/oleObject54.bin"/><Relationship Id="rId1" Type="http://schemas.openxmlformats.org/officeDocument/2006/relationships/oleObject" Target="../embeddings/oleObject4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45.e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44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71.bin"/><Relationship Id="rId20" Type="http://schemas.openxmlformats.org/officeDocument/2006/relationships/vmlDrawing" Target="../drawings/vmlDrawing5.vml"/><Relationship Id="rId2" Type="http://schemas.openxmlformats.org/officeDocument/2006/relationships/image" Target="../media/image42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0.emf"/><Relationship Id="rId17" Type="http://schemas.openxmlformats.org/officeDocument/2006/relationships/oleObject" Target="../embeddings/oleObject78.bin"/><Relationship Id="rId16" Type="http://schemas.openxmlformats.org/officeDocument/2006/relationships/image" Target="../media/image49.emf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48.e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47.e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46.emf"/><Relationship Id="rId1" Type="http://schemas.openxmlformats.org/officeDocument/2006/relationships/oleObject" Target="../embeddings/oleObject7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80.bin"/><Relationship Id="rId22" Type="http://schemas.openxmlformats.org/officeDocument/2006/relationships/vmlDrawing" Target="../drawings/vmlDrawing6.vml"/><Relationship Id="rId21" Type="http://schemas.openxmlformats.org/officeDocument/2006/relationships/slideLayout" Target="../slideLayouts/slideLayout13.xml"/><Relationship Id="rId20" Type="http://schemas.openxmlformats.org/officeDocument/2006/relationships/image" Target="../media/image57.wmf"/><Relationship Id="rId2" Type="http://schemas.openxmlformats.org/officeDocument/2006/relationships/image" Target="../media/image32.wmf"/><Relationship Id="rId19" Type="http://schemas.openxmlformats.org/officeDocument/2006/relationships/oleObject" Target="../embeddings/oleObject88.bin"/><Relationship Id="rId18" Type="http://schemas.openxmlformats.org/officeDocument/2006/relationships/image" Target="../media/image56.wmf"/><Relationship Id="rId17" Type="http://schemas.openxmlformats.org/officeDocument/2006/relationships/oleObject" Target="../embeddings/oleObject87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86.bin"/><Relationship Id="rId14" Type="http://schemas.openxmlformats.org/officeDocument/2006/relationships/image" Target="../media/image55.wmf"/><Relationship Id="rId13" Type="http://schemas.openxmlformats.org/officeDocument/2006/relationships/oleObject" Target="../embeddings/oleObject85.bin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84.bin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79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59.e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8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8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65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9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9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71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5.e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102.bin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7.png"/><Relationship Id="rId2" Type="http://schemas.openxmlformats.org/officeDocument/2006/relationships/image" Target="../media/image76.wmf"/><Relationship Id="rId1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80.e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79.emf"/><Relationship Id="rId3" Type="http://schemas.openxmlformats.org/officeDocument/2006/relationships/oleObject" Target="../embeddings/oleObject110.bin"/><Relationship Id="rId28" Type="http://schemas.openxmlformats.org/officeDocument/2006/relationships/vmlDrawing" Target="../drawings/vmlDrawing12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90.wmf"/><Relationship Id="rId25" Type="http://schemas.openxmlformats.org/officeDocument/2006/relationships/oleObject" Target="../embeddings/oleObject121.bin"/><Relationship Id="rId24" Type="http://schemas.openxmlformats.org/officeDocument/2006/relationships/image" Target="../media/image89.wmf"/><Relationship Id="rId23" Type="http://schemas.openxmlformats.org/officeDocument/2006/relationships/oleObject" Target="../embeddings/oleObject120.bin"/><Relationship Id="rId22" Type="http://schemas.openxmlformats.org/officeDocument/2006/relationships/image" Target="../media/image88.wmf"/><Relationship Id="rId21" Type="http://schemas.openxmlformats.org/officeDocument/2006/relationships/oleObject" Target="../embeddings/oleObject119.bin"/><Relationship Id="rId20" Type="http://schemas.openxmlformats.org/officeDocument/2006/relationships/image" Target="../media/image87.wmf"/><Relationship Id="rId2" Type="http://schemas.openxmlformats.org/officeDocument/2006/relationships/image" Target="../media/image78.emf"/><Relationship Id="rId19" Type="http://schemas.openxmlformats.org/officeDocument/2006/relationships/oleObject" Target="../embeddings/oleObject118.bin"/><Relationship Id="rId18" Type="http://schemas.openxmlformats.org/officeDocument/2006/relationships/image" Target="../media/image86.emf"/><Relationship Id="rId17" Type="http://schemas.openxmlformats.org/officeDocument/2006/relationships/oleObject" Target="../embeddings/oleObject117.bin"/><Relationship Id="rId16" Type="http://schemas.openxmlformats.org/officeDocument/2006/relationships/image" Target="../media/image85.emf"/><Relationship Id="rId15" Type="http://schemas.openxmlformats.org/officeDocument/2006/relationships/oleObject" Target="../embeddings/oleObject116.bin"/><Relationship Id="rId14" Type="http://schemas.openxmlformats.org/officeDocument/2006/relationships/image" Target="../media/image84.emf"/><Relationship Id="rId13" Type="http://schemas.openxmlformats.org/officeDocument/2006/relationships/oleObject" Target="../embeddings/oleObject115.bin"/><Relationship Id="rId12" Type="http://schemas.openxmlformats.org/officeDocument/2006/relationships/image" Target="../media/image83.emf"/><Relationship Id="rId11" Type="http://schemas.openxmlformats.org/officeDocument/2006/relationships/oleObject" Target="../embeddings/oleObject114.bin"/><Relationship Id="rId10" Type="http://schemas.openxmlformats.org/officeDocument/2006/relationships/image" Target="../media/image82.emf"/><Relationship Id="rId1" Type="http://schemas.openxmlformats.org/officeDocument/2006/relationships/oleObject" Target="../embeddings/oleObject109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1.wmf"/><Relationship Id="rId1" Type="http://schemas.openxmlformats.org/officeDocument/2006/relationships/control" Target="../activeX/activeX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92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14.xml"/><Relationship Id="rId14" Type="http://schemas.openxmlformats.org/officeDocument/2006/relationships/image" Target="../media/image98.wmf"/><Relationship Id="rId13" Type="http://schemas.openxmlformats.org/officeDocument/2006/relationships/control" Target="../activeX/activeX2.xml"/><Relationship Id="rId12" Type="http://schemas.openxmlformats.org/officeDocument/2006/relationships/image" Target="../media/image97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12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99.w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8.wmf"/><Relationship Id="rId13" Type="http://schemas.openxmlformats.org/officeDocument/2006/relationships/control" Target="../activeX/activeX3.xml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12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oleObject" Target="../embeddings/oleObject137.bin"/><Relationship Id="rId7" Type="http://schemas.openxmlformats.org/officeDocument/2006/relationships/image" Target="../media/image108.wmf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35.bin"/><Relationship Id="rId3" Type="http://schemas.openxmlformats.org/officeDocument/2006/relationships/image" Target="../media/image106.wmf"/><Relationship Id="rId23" Type="http://schemas.openxmlformats.org/officeDocument/2006/relationships/vmlDrawing" Target="../drawings/vmlDrawing16.vml"/><Relationship Id="rId22" Type="http://schemas.openxmlformats.org/officeDocument/2006/relationships/slideLayout" Target="../slideLayouts/slideLayout14.xml"/><Relationship Id="rId21" Type="http://schemas.openxmlformats.org/officeDocument/2006/relationships/image" Target="../media/image115.wmf"/><Relationship Id="rId20" Type="http://schemas.openxmlformats.org/officeDocument/2006/relationships/oleObject" Target="../embeddings/oleObject143.bin"/><Relationship Id="rId2" Type="http://schemas.openxmlformats.org/officeDocument/2006/relationships/oleObject" Target="../embeddings/oleObject134.bin"/><Relationship Id="rId19" Type="http://schemas.openxmlformats.org/officeDocument/2006/relationships/image" Target="../media/image114.wmf"/><Relationship Id="rId18" Type="http://schemas.openxmlformats.org/officeDocument/2006/relationships/oleObject" Target="../embeddings/oleObject142.bin"/><Relationship Id="rId17" Type="http://schemas.openxmlformats.org/officeDocument/2006/relationships/image" Target="../media/image113.wmf"/><Relationship Id="rId16" Type="http://schemas.openxmlformats.org/officeDocument/2006/relationships/oleObject" Target="../embeddings/oleObject141.bin"/><Relationship Id="rId15" Type="http://schemas.openxmlformats.org/officeDocument/2006/relationships/image" Target="../media/image112.wmf"/><Relationship Id="rId14" Type="http://schemas.openxmlformats.org/officeDocument/2006/relationships/oleObject" Target="../embeddings/oleObject140.bin"/><Relationship Id="rId13" Type="http://schemas.openxmlformats.org/officeDocument/2006/relationships/image" Target="../media/image111.wmf"/><Relationship Id="rId12" Type="http://schemas.openxmlformats.org/officeDocument/2006/relationships/oleObject" Target="../embeddings/oleObject139.bin"/><Relationship Id="rId11" Type="http://schemas.openxmlformats.org/officeDocument/2006/relationships/image" Target="../media/image110.wmf"/><Relationship Id="rId10" Type="http://schemas.openxmlformats.org/officeDocument/2006/relationships/oleObject" Target="../embeddings/oleObject138.bin"/><Relationship Id="rId1" Type="http://schemas.openxmlformats.org/officeDocument/2006/relationships/image" Target="../media/image105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4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47.bin"/><Relationship Id="rId22" Type="http://schemas.openxmlformats.org/officeDocument/2006/relationships/vmlDrawing" Target="../drawings/vmlDrawing1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27.wmf"/><Relationship Id="rId2" Type="http://schemas.openxmlformats.org/officeDocument/2006/relationships/image" Target="../media/image118.wmf"/><Relationship Id="rId19" Type="http://schemas.openxmlformats.org/officeDocument/2006/relationships/oleObject" Target="../embeddings/oleObject155.bin"/><Relationship Id="rId18" Type="http://schemas.openxmlformats.org/officeDocument/2006/relationships/image" Target="../media/image126.wmf"/><Relationship Id="rId17" Type="http://schemas.openxmlformats.org/officeDocument/2006/relationships/oleObject" Target="../embeddings/oleObject154.bin"/><Relationship Id="rId16" Type="http://schemas.openxmlformats.org/officeDocument/2006/relationships/image" Target="../media/image125.wmf"/><Relationship Id="rId15" Type="http://schemas.openxmlformats.org/officeDocument/2006/relationships/oleObject" Target="../embeddings/oleObject153.bin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52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51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4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0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59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157.bin"/><Relationship Id="rId20" Type="http://schemas.openxmlformats.org/officeDocument/2006/relationships/vmlDrawing" Target="../drawings/vmlDrawing19.vml"/><Relationship Id="rId2" Type="http://schemas.openxmlformats.org/officeDocument/2006/relationships/image" Target="../media/image128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31.wmf"/><Relationship Id="rId17" Type="http://schemas.openxmlformats.org/officeDocument/2006/relationships/oleObject" Target="../embeddings/oleObject164.bin"/><Relationship Id="rId16" Type="http://schemas.openxmlformats.org/officeDocument/2006/relationships/image" Target="../media/image130.wmf"/><Relationship Id="rId15" Type="http://schemas.openxmlformats.org/officeDocument/2006/relationships/oleObject" Target="../embeddings/oleObject163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62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61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56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66.bin"/><Relationship Id="rId23" Type="http://schemas.openxmlformats.org/officeDocument/2006/relationships/vmlDrawing" Target="../drawings/vmlDrawing20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36.wmf"/><Relationship Id="rId20" Type="http://schemas.openxmlformats.org/officeDocument/2006/relationships/oleObject" Target="../embeddings/oleObject175.bin"/><Relationship Id="rId2" Type="http://schemas.openxmlformats.org/officeDocument/2006/relationships/image" Target="../media/image132.wmf"/><Relationship Id="rId19" Type="http://schemas.openxmlformats.org/officeDocument/2006/relationships/image" Target="../media/image135.wmf"/><Relationship Id="rId18" Type="http://schemas.openxmlformats.org/officeDocument/2006/relationships/oleObject" Target="../embeddings/oleObject174.bin"/><Relationship Id="rId17" Type="http://schemas.openxmlformats.org/officeDocument/2006/relationships/image" Target="../media/image134.wmf"/><Relationship Id="rId16" Type="http://schemas.openxmlformats.org/officeDocument/2006/relationships/oleObject" Target="../embeddings/oleObject173.bin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65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79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77.bin"/><Relationship Id="rId2" Type="http://schemas.openxmlformats.org/officeDocument/2006/relationships/image" Target="../media/image137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176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4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181.bin"/><Relationship Id="rId2" Type="http://schemas.openxmlformats.org/officeDocument/2006/relationships/image" Target="../media/image141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46.wmf"/><Relationship Id="rId11" Type="http://schemas.openxmlformats.org/officeDocument/2006/relationships/oleObject" Target="../embeddings/oleObject185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180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7.emf"/><Relationship Id="rId1" Type="http://schemas.openxmlformats.org/officeDocument/2006/relationships/oleObject" Target="../embeddings/oleObject18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control" Target="../activeX/activeX4.xml"/><Relationship Id="rId8" Type="http://schemas.openxmlformats.org/officeDocument/2006/relationships/image" Target="../media/image151.emf"/><Relationship Id="rId7" Type="http://schemas.openxmlformats.org/officeDocument/2006/relationships/oleObject" Target="../embeddings/oleObject190.bin"/><Relationship Id="rId6" Type="http://schemas.openxmlformats.org/officeDocument/2006/relationships/image" Target="../media/image150.e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49.emf"/><Relationship Id="rId3" Type="http://schemas.openxmlformats.org/officeDocument/2006/relationships/oleObject" Target="../embeddings/oleObject188.bin"/><Relationship Id="rId2" Type="http://schemas.openxmlformats.org/officeDocument/2006/relationships/image" Target="../media/image148.e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87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5.bin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94.bin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153.wmf"/><Relationship Id="rId3" Type="http://schemas.openxmlformats.org/officeDocument/2006/relationships/oleObject" Target="../embeddings/oleObject192.bin"/><Relationship Id="rId24" Type="http://schemas.openxmlformats.org/officeDocument/2006/relationships/vmlDrawing" Target="../drawings/vmlDrawing25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62.wmf"/><Relationship Id="rId21" Type="http://schemas.openxmlformats.org/officeDocument/2006/relationships/oleObject" Target="../embeddings/oleObject201.bin"/><Relationship Id="rId20" Type="http://schemas.openxmlformats.org/officeDocument/2006/relationships/image" Target="../media/image161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200.bin"/><Relationship Id="rId18" Type="http://schemas.openxmlformats.org/officeDocument/2006/relationships/image" Target="../media/image160.wmf"/><Relationship Id="rId17" Type="http://schemas.openxmlformats.org/officeDocument/2006/relationships/oleObject" Target="../embeddings/oleObject199.bin"/><Relationship Id="rId16" Type="http://schemas.openxmlformats.org/officeDocument/2006/relationships/image" Target="../media/image159.wmf"/><Relationship Id="rId15" Type="http://schemas.openxmlformats.org/officeDocument/2006/relationships/oleObject" Target="../embeddings/oleObject198.bin"/><Relationship Id="rId14" Type="http://schemas.openxmlformats.org/officeDocument/2006/relationships/image" Target="../media/image158.wmf"/><Relationship Id="rId13" Type="http://schemas.openxmlformats.org/officeDocument/2006/relationships/oleObject" Target="../embeddings/oleObject197.bin"/><Relationship Id="rId12" Type="http://schemas.openxmlformats.org/officeDocument/2006/relationships/image" Target="../media/image157.wmf"/><Relationship Id="rId11" Type="http://schemas.openxmlformats.org/officeDocument/2006/relationships/oleObject" Target="../embeddings/oleObject196.bin"/><Relationship Id="rId10" Type="http://schemas.openxmlformats.org/officeDocument/2006/relationships/image" Target="../media/image156.wmf"/><Relationship Id="rId1" Type="http://schemas.openxmlformats.org/officeDocument/2006/relationships/oleObject" Target="../embeddings/oleObject19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6.bin"/><Relationship Id="rId8" Type="http://schemas.openxmlformats.org/officeDocument/2006/relationships/image" Target="../media/image54.wmf"/><Relationship Id="rId7" Type="http://schemas.openxmlformats.org/officeDocument/2006/relationships/oleObject" Target="../embeddings/oleObject205.bin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164.wmf"/><Relationship Id="rId30" Type="http://schemas.openxmlformats.org/officeDocument/2006/relationships/vmlDrawing" Target="../drawings/vmlDrawing26.vml"/><Relationship Id="rId3" Type="http://schemas.openxmlformats.org/officeDocument/2006/relationships/oleObject" Target="../embeddings/oleObject203.bin"/><Relationship Id="rId29" Type="http://schemas.openxmlformats.org/officeDocument/2006/relationships/slideLayout" Target="../slideLayouts/slideLayout14.xml"/><Relationship Id="rId28" Type="http://schemas.openxmlformats.org/officeDocument/2006/relationships/image" Target="../media/image171.wmf"/><Relationship Id="rId27" Type="http://schemas.openxmlformats.org/officeDocument/2006/relationships/oleObject" Target="../embeddings/oleObject215.bin"/><Relationship Id="rId26" Type="http://schemas.openxmlformats.org/officeDocument/2006/relationships/image" Target="../media/image170.wmf"/><Relationship Id="rId25" Type="http://schemas.openxmlformats.org/officeDocument/2006/relationships/oleObject" Target="../embeddings/oleObject214.bin"/><Relationship Id="rId24" Type="http://schemas.openxmlformats.org/officeDocument/2006/relationships/image" Target="../media/image169.wmf"/><Relationship Id="rId23" Type="http://schemas.openxmlformats.org/officeDocument/2006/relationships/oleObject" Target="../embeddings/oleObject213.bin"/><Relationship Id="rId22" Type="http://schemas.openxmlformats.org/officeDocument/2006/relationships/image" Target="../media/image168.wmf"/><Relationship Id="rId21" Type="http://schemas.openxmlformats.org/officeDocument/2006/relationships/oleObject" Target="../embeddings/oleObject212.bin"/><Relationship Id="rId20" Type="http://schemas.openxmlformats.org/officeDocument/2006/relationships/image" Target="../media/image167.wmf"/><Relationship Id="rId2" Type="http://schemas.openxmlformats.org/officeDocument/2006/relationships/image" Target="../media/image163.wmf"/><Relationship Id="rId19" Type="http://schemas.openxmlformats.org/officeDocument/2006/relationships/oleObject" Target="../embeddings/oleObject211.bin"/><Relationship Id="rId18" Type="http://schemas.openxmlformats.org/officeDocument/2006/relationships/image" Target="../media/image166.wmf"/><Relationship Id="rId17" Type="http://schemas.openxmlformats.org/officeDocument/2006/relationships/oleObject" Target="../embeddings/oleObject210.bin"/><Relationship Id="rId16" Type="http://schemas.openxmlformats.org/officeDocument/2006/relationships/image" Target="../media/image158.wmf"/><Relationship Id="rId15" Type="http://schemas.openxmlformats.org/officeDocument/2006/relationships/oleObject" Target="../embeddings/oleObject209.bin"/><Relationship Id="rId14" Type="http://schemas.openxmlformats.org/officeDocument/2006/relationships/image" Target="../media/image156.wmf"/><Relationship Id="rId13" Type="http://schemas.openxmlformats.org/officeDocument/2006/relationships/oleObject" Target="../embeddings/oleObject208.bin"/><Relationship Id="rId12" Type="http://schemas.openxmlformats.org/officeDocument/2006/relationships/image" Target="../media/image155.wmf"/><Relationship Id="rId11" Type="http://schemas.openxmlformats.org/officeDocument/2006/relationships/oleObject" Target="../embeddings/oleObject207.bin"/><Relationship Id="rId10" Type="http://schemas.openxmlformats.org/officeDocument/2006/relationships/image" Target="../media/image154.wmf"/><Relationship Id="rId1" Type="http://schemas.openxmlformats.org/officeDocument/2006/relationships/oleObject" Target="../embeddings/oleObject20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0.bin"/><Relationship Id="rId8" Type="http://schemas.openxmlformats.org/officeDocument/2006/relationships/image" Target="../media/image175.wmf"/><Relationship Id="rId7" Type="http://schemas.openxmlformats.org/officeDocument/2006/relationships/oleObject" Target="../embeddings/oleObject219.bin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217.bin"/><Relationship Id="rId2" Type="http://schemas.openxmlformats.org/officeDocument/2006/relationships/image" Target="../media/image172.w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14.xml"/><Relationship Id="rId10" Type="http://schemas.openxmlformats.org/officeDocument/2006/relationships/image" Target="../media/image176.wmf"/><Relationship Id="rId1" Type="http://schemas.openxmlformats.org/officeDocument/2006/relationships/oleObject" Target="../embeddings/oleObject21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8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177.wmf"/><Relationship Id="rId3" Type="http://schemas.openxmlformats.org/officeDocument/2006/relationships/oleObject" Target="../embeddings/oleObject222.bin"/><Relationship Id="rId2" Type="http://schemas.openxmlformats.org/officeDocument/2006/relationships/image" Target="../media/image74.wmf"/><Relationship Id="rId1" Type="http://schemas.openxmlformats.org/officeDocument/2006/relationships/oleObject" Target="../embeddings/oleObject221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8.bin"/><Relationship Id="rId8" Type="http://schemas.openxmlformats.org/officeDocument/2006/relationships/image" Target="../media/image182.wmf"/><Relationship Id="rId7" Type="http://schemas.openxmlformats.org/officeDocument/2006/relationships/oleObject" Target="../embeddings/oleObject227.bin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226.bin"/><Relationship Id="rId4" Type="http://schemas.openxmlformats.org/officeDocument/2006/relationships/image" Target="../media/image180.wmf"/><Relationship Id="rId3" Type="http://schemas.openxmlformats.org/officeDocument/2006/relationships/oleObject" Target="../embeddings/oleObject225.bin"/><Relationship Id="rId20" Type="http://schemas.openxmlformats.org/officeDocument/2006/relationships/vmlDrawing" Target="../drawings/vmlDrawing29.vml"/><Relationship Id="rId2" Type="http://schemas.openxmlformats.org/officeDocument/2006/relationships/image" Target="../media/image179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78.wmf"/><Relationship Id="rId17" Type="http://schemas.openxmlformats.org/officeDocument/2006/relationships/oleObject" Target="../embeddings/oleObject233.bin"/><Relationship Id="rId16" Type="http://schemas.openxmlformats.org/officeDocument/2006/relationships/image" Target="../media/image184.wmf"/><Relationship Id="rId15" Type="http://schemas.openxmlformats.org/officeDocument/2006/relationships/oleObject" Target="../embeddings/oleObject232.bin"/><Relationship Id="rId14" Type="http://schemas.openxmlformats.org/officeDocument/2006/relationships/oleObject" Target="../embeddings/oleObject231.bin"/><Relationship Id="rId13" Type="http://schemas.openxmlformats.org/officeDocument/2006/relationships/image" Target="../media/image183.wmf"/><Relationship Id="rId12" Type="http://schemas.openxmlformats.org/officeDocument/2006/relationships/oleObject" Target="../embeddings/oleObject230.bin"/><Relationship Id="rId11" Type="http://schemas.openxmlformats.org/officeDocument/2006/relationships/oleObject" Target="../embeddings/oleObject229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224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6.wmf"/><Relationship Id="rId3" Type="http://schemas.openxmlformats.org/officeDocument/2006/relationships/oleObject" Target="../embeddings/oleObject234.bin"/><Relationship Id="rId2" Type="http://schemas.openxmlformats.org/officeDocument/2006/relationships/image" Target="../media/image185.png"/><Relationship Id="rId1" Type="http://schemas.openxmlformats.org/officeDocument/2006/relationships/hyperlink" Target="FLASH/W11.AVI" TargetMode="Externa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0.emf"/><Relationship Id="rId6" Type="http://schemas.openxmlformats.org/officeDocument/2006/relationships/oleObject" Target="../embeddings/oleObject237.bin"/><Relationship Id="rId5" Type="http://schemas.openxmlformats.org/officeDocument/2006/relationships/image" Target="../media/image189.wmf"/><Relationship Id="rId4" Type="http://schemas.openxmlformats.org/officeDocument/2006/relationships/oleObject" Target="../embeddings/oleObject236.bin"/><Relationship Id="rId3" Type="http://schemas.openxmlformats.org/officeDocument/2006/relationships/image" Target="../media/image188.wmf"/><Relationship Id="rId2" Type="http://schemas.openxmlformats.org/officeDocument/2006/relationships/oleObject" Target="../embeddings/oleObject235.bin"/><Relationship Id="rId1" Type="http://schemas.openxmlformats.org/officeDocument/2006/relationships/image" Target="../media/image187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5.jpeg"/><Relationship Id="rId8" Type="http://schemas.openxmlformats.org/officeDocument/2006/relationships/image" Target="../media/image194.emf"/><Relationship Id="rId7" Type="http://schemas.openxmlformats.org/officeDocument/2006/relationships/oleObject" Target="../embeddings/oleObject241.bin"/><Relationship Id="rId6" Type="http://schemas.openxmlformats.org/officeDocument/2006/relationships/image" Target="../media/image193.emf"/><Relationship Id="rId5" Type="http://schemas.openxmlformats.org/officeDocument/2006/relationships/oleObject" Target="../embeddings/oleObject240.bin"/><Relationship Id="rId4" Type="http://schemas.openxmlformats.org/officeDocument/2006/relationships/image" Target="../media/image192.emf"/><Relationship Id="rId3" Type="http://schemas.openxmlformats.org/officeDocument/2006/relationships/oleObject" Target="../embeddings/oleObject239.bin"/><Relationship Id="rId2" Type="http://schemas.openxmlformats.org/officeDocument/2006/relationships/image" Target="../media/image191.emf"/><Relationship Id="rId14" Type="http://schemas.openxmlformats.org/officeDocument/2006/relationships/vmlDrawing" Target="../drawings/vmlDrawing3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84.wmf"/><Relationship Id="rId11" Type="http://schemas.openxmlformats.org/officeDocument/2006/relationships/oleObject" Target="../embeddings/oleObject242.bin"/><Relationship Id="rId10" Type="http://schemas.openxmlformats.org/officeDocument/2006/relationships/image" Target="../media/image196.jpeg"/><Relationship Id="rId1" Type="http://schemas.openxmlformats.org/officeDocument/2006/relationships/oleObject" Target="../embeddings/oleObject238.bin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243.bin"/><Relationship Id="rId3" Type="http://schemas.openxmlformats.org/officeDocument/2006/relationships/image" Target="../media/image198.jpeg"/><Relationship Id="rId2" Type="http://schemas.openxmlformats.org/officeDocument/2006/relationships/image" Target="../media/image197.jpeg"/><Relationship Id="rId1" Type="http://schemas.openxmlformats.org/officeDocument/2006/relationships/hyperlink" Target="&#36339;&#27700;.AVI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0.png"/><Relationship Id="rId2" Type="http://schemas.openxmlformats.org/officeDocument/2006/relationships/image" Target="../media/image199.wmf"/><Relationship Id="rId1" Type="http://schemas.openxmlformats.org/officeDocument/2006/relationships/oleObject" Target="../embeddings/oleObject24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3.wmf"/><Relationship Id="rId5" Type="http://schemas.openxmlformats.org/officeDocument/2006/relationships/control" Target="../activeX/activeX5.xml"/><Relationship Id="rId4" Type="http://schemas.openxmlformats.org/officeDocument/2006/relationships/image" Target="../media/image202.wmf"/><Relationship Id="rId3" Type="http://schemas.openxmlformats.org/officeDocument/2006/relationships/oleObject" Target="../embeddings/oleObject246.bin"/><Relationship Id="rId2" Type="http://schemas.openxmlformats.org/officeDocument/2006/relationships/image" Target="../media/image201.wmf"/><Relationship Id="rId1" Type="http://schemas.openxmlformats.org/officeDocument/2006/relationships/oleObject" Target="../embeddings/oleObject245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1.bin"/><Relationship Id="rId8" Type="http://schemas.openxmlformats.org/officeDocument/2006/relationships/image" Target="../media/image206.wmf"/><Relationship Id="rId7" Type="http://schemas.openxmlformats.org/officeDocument/2006/relationships/oleObject" Target="../embeddings/oleObject250.bin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49.bin"/><Relationship Id="rId4" Type="http://schemas.openxmlformats.org/officeDocument/2006/relationships/image" Target="../media/image204.wmf"/><Relationship Id="rId3" Type="http://schemas.openxmlformats.org/officeDocument/2006/relationships/oleObject" Target="../embeddings/oleObject248.bin"/><Relationship Id="rId2" Type="http://schemas.openxmlformats.org/officeDocument/2006/relationships/image" Target="../media/image202.wmf"/><Relationship Id="rId14" Type="http://schemas.openxmlformats.org/officeDocument/2006/relationships/vmlDrawing" Target="../drawings/vmlDrawing3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8.wmf"/><Relationship Id="rId11" Type="http://schemas.openxmlformats.org/officeDocument/2006/relationships/control" Target="../activeX/activeX6.xml"/><Relationship Id="rId10" Type="http://schemas.openxmlformats.org/officeDocument/2006/relationships/image" Target="../media/image207.wmf"/><Relationship Id="rId1" Type="http://schemas.openxmlformats.org/officeDocument/2006/relationships/oleObject" Target="../embeddings/oleObject247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9.jpe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7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12.wmf"/><Relationship Id="rId6" Type="http://schemas.openxmlformats.org/officeDocument/2006/relationships/oleObject" Target="../embeddings/oleObject254.bin"/><Relationship Id="rId5" Type="http://schemas.openxmlformats.org/officeDocument/2006/relationships/image" Target="../media/image211.wmf"/><Relationship Id="rId4" Type="http://schemas.openxmlformats.org/officeDocument/2006/relationships/oleObject" Target="../embeddings/oleObject253.bin"/><Relationship Id="rId3" Type="http://schemas.openxmlformats.org/officeDocument/2006/relationships/image" Target="../media/image209.jpeg"/><Relationship Id="rId2" Type="http://schemas.openxmlformats.org/officeDocument/2006/relationships/image" Target="../media/image210.wmf"/><Relationship Id="rId1" Type="http://schemas.openxmlformats.org/officeDocument/2006/relationships/oleObject" Target="../embeddings/oleObject25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8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14.wmf"/><Relationship Id="rId6" Type="http://schemas.openxmlformats.org/officeDocument/2006/relationships/oleObject" Target="../embeddings/oleObject257.bin"/><Relationship Id="rId5" Type="http://schemas.openxmlformats.org/officeDocument/2006/relationships/image" Target="../media/image213.wmf"/><Relationship Id="rId4" Type="http://schemas.openxmlformats.org/officeDocument/2006/relationships/oleObject" Target="../embeddings/oleObject256.bin"/><Relationship Id="rId3" Type="http://schemas.openxmlformats.org/officeDocument/2006/relationships/image" Target="../media/image209.jpeg"/><Relationship Id="rId2" Type="http://schemas.openxmlformats.org/officeDocument/2006/relationships/image" Target="../media/image212.wmf"/><Relationship Id="rId1" Type="http://schemas.openxmlformats.org/officeDocument/2006/relationships/oleObject" Target="../embeddings/oleObject255.bin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9.jpeg"/><Relationship Id="rId2" Type="http://schemas.openxmlformats.org/officeDocument/2006/relationships/image" Target="../media/image215.wmf"/><Relationship Id="rId1" Type="http://schemas.openxmlformats.org/officeDocument/2006/relationships/oleObject" Target="../embeddings/oleObject25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0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61.bin"/><Relationship Id="rId4" Type="http://schemas.openxmlformats.org/officeDocument/2006/relationships/image" Target="../media/image217.wmf"/><Relationship Id="rId3" Type="http://schemas.openxmlformats.org/officeDocument/2006/relationships/oleObject" Target="../embeddings/oleObject260.bin"/><Relationship Id="rId2" Type="http://schemas.openxmlformats.org/officeDocument/2006/relationships/image" Target="../media/image216.wmf"/><Relationship Id="rId1" Type="http://schemas.openxmlformats.org/officeDocument/2006/relationships/oleObject" Target="../embeddings/oleObject259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1.wmf"/><Relationship Id="rId8" Type="http://schemas.openxmlformats.org/officeDocument/2006/relationships/oleObject" Target="../embeddings/oleObject265.bin"/><Relationship Id="rId7" Type="http://schemas.openxmlformats.org/officeDocument/2006/relationships/image" Target="../media/image220.wmf"/><Relationship Id="rId6" Type="http://schemas.openxmlformats.org/officeDocument/2006/relationships/oleObject" Target="../embeddings/oleObject264.bin"/><Relationship Id="rId5" Type="http://schemas.openxmlformats.org/officeDocument/2006/relationships/image" Target="../media/image219.wmf"/><Relationship Id="rId4" Type="http://schemas.openxmlformats.org/officeDocument/2006/relationships/oleObject" Target="../embeddings/oleObject263.bin"/><Relationship Id="rId3" Type="http://schemas.openxmlformats.org/officeDocument/2006/relationships/image" Target="../media/image218.wmf"/><Relationship Id="rId2" Type="http://schemas.openxmlformats.org/officeDocument/2006/relationships/oleObject" Target="../embeddings/oleObject262.bin"/><Relationship Id="rId13" Type="http://schemas.openxmlformats.org/officeDocument/2006/relationships/vmlDrawing" Target="../drawings/vmlDrawing41.v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22.wmf"/><Relationship Id="rId10" Type="http://schemas.openxmlformats.org/officeDocument/2006/relationships/oleObject" Target="../embeddings/oleObject266.bin"/><Relationship Id="rId1" Type="http://schemas.openxmlformats.org/officeDocument/2006/relationships/slide" Target="slide24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1.bin"/><Relationship Id="rId8" Type="http://schemas.openxmlformats.org/officeDocument/2006/relationships/image" Target="../media/image226.wmf"/><Relationship Id="rId7" Type="http://schemas.openxmlformats.org/officeDocument/2006/relationships/oleObject" Target="../embeddings/oleObject270.bin"/><Relationship Id="rId6" Type="http://schemas.openxmlformats.org/officeDocument/2006/relationships/image" Target="../media/image225.wmf"/><Relationship Id="rId5" Type="http://schemas.openxmlformats.org/officeDocument/2006/relationships/oleObject" Target="../embeddings/oleObject269.bin"/><Relationship Id="rId4" Type="http://schemas.openxmlformats.org/officeDocument/2006/relationships/image" Target="../media/image224.wmf"/><Relationship Id="rId3" Type="http://schemas.openxmlformats.org/officeDocument/2006/relationships/oleObject" Target="../embeddings/oleObject268.bin"/><Relationship Id="rId2" Type="http://schemas.openxmlformats.org/officeDocument/2006/relationships/image" Target="../media/image223.wmf"/><Relationship Id="rId12" Type="http://schemas.openxmlformats.org/officeDocument/2006/relationships/vmlDrawing" Target="../drawings/vmlDrawing4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7.wmf"/><Relationship Id="rId1" Type="http://schemas.openxmlformats.org/officeDocument/2006/relationships/oleObject" Target="../embeddings/oleObject267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6.bin"/><Relationship Id="rId8" Type="http://schemas.openxmlformats.org/officeDocument/2006/relationships/image" Target="../media/image229.wmf"/><Relationship Id="rId7" Type="http://schemas.openxmlformats.org/officeDocument/2006/relationships/oleObject" Target="../embeddings/oleObject275.bin"/><Relationship Id="rId6" Type="http://schemas.openxmlformats.org/officeDocument/2006/relationships/image" Target="../media/image228.wmf"/><Relationship Id="rId5" Type="http://schemas.openxmlformats.org/officeDocument/2006/relationships/oleObject" Target="../embeddings/oleObject274.bin"/><Relationship Id="rId4" Type="http://schemas.openxmlformats.org/officeDocument/2006/relationships/image" Target="../media/image224.wmf"/><Relationship Id="rId3" Type="http://schemas.openxmlformats.org/officeDocument/2006/relationships/oleObject" Target="../embeddings/oleObject273.bin"/><Relationship Id="rId2" Type="http://schemas.openxmlformats.org/officeDocument/2006/relationships/image" Target="../media/image223.wmf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31.wmf"/><Relationship Id="rId13" Type="http://schemas.openxmlformats.org/officeDocument/2006/relationships/oleObject" Target="../embeddings/oleObject278.bin"/><Relationship Id="rId12" Type="http://schemas.openxmlformats.org/officeDocument/2006/relationships/image" Target="../media/image230.wmf"/><Relationship Id="rId11" Type="http://schemas.openxmlformats.org/officeDocument/2006/relationships/oleObject" Target="../embeddings/oleObject277.bin"/><Relationship Id="rId10" Type="http://schemas.openxmlformats.org/officeDocument/2006/relationships/image" Target="../media/image227.wmf"/><Relationship Id="rId1" Type="http://schemas.openxmlformats.org/officeDocument/2006/relationships/oleObject" Target="../embeddings/oleObject272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235.w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234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33.wmf"/><Relationship Id="rId3" Type="http://schemas.openxmlformats.org/officeDocument/2006/relationships/oleObject" Target="../embeddings/oleObject280.bin"/><Relationship Id="rId22" Type="http://schemas.openxmlformats.org/officeDocument/2006/relationships/vmlDrawing" Target="../drawings/vmlDrawing44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41.emf"/><Relationship Id="rId2" Type="http://schemas.openxmlformats.org/officeDocument/2006/relationships/image" Target="../media/image232.wmf"/><Relationship Id="rId19" Type="http://schemas.openxmlformats.org/officeDocument/2006/relationships/oleObject" Target="../embeddings/oleObject288.bin"/><Relationship Id="rId18" Type="http://schemas.openxmlformats.org/officeDocument/2006/relationships/image" Target="../media/image240.emf"/><Relationship Id="rId17" Type="http://schemas.openxmlformats.org/officeDocument/2006/relationships/oleObject" Target="../embeddings/oleObject287.bin"/><Relationship Id="rId16" Type="http://schemas.openxmlformats.org/officeDocument/2006/relationships/image" Target="../media/image239.emf"/><Relationship Id="rId15" Type="http://schemas.openxmlformats.org/officeDocument/2006/relationships/oleObject" Target="../embeddings/oleObject286.bin"/><Relationship Id="rId14" Type="http://schemas.openxmlformats.org/officeDocument/2006/relationships/image" Target="../media/image238.emf"/><Relationship Id="rId13" Type="http://schemas.openxmlformats.org/officeDocument/2006/relationships/oleObject" Target="../embeddings/oleObject285.bin"/><Relationship Id="rId12" Type="http://schemas.openxmlformats.org/officeDocument/2006/relationships/image" Target="../media/image237.emf"/><Relationship Id="rId11" Type="http://schemas.openxmlformats.org/officeDocument/2006/relationships/oleObject" Target="../embeddings/oleObject284.bin"/><Relationship Id="rId10" Type="http://schemas.openxmlformats.org/officeDocument/2006/relationships/image" Target="../media/image236.wmf"/><Relationship Id="rId1" Type="http://schemas.openxmlformats.org/officeDocument/2006/relationships/oleObject" Target="../embeddings/oleObject27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anchor="t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4-3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角动量  角动量守恒定律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45" name="Group 2"/>
          <p:cNvGrpSpPr/>
          <p:nvPr/>
        </p:nvGrpSpPr>
        <p:grpSpPr>
          <a:xfrm>
            <a:off x="896938" y="1508125"/>
            <a:ext cx="7543800" cy="1311275"/>
            <a:chOff x="592" y="815"/>
            <a:chExt cx="4752" cy="826"/>
          </a:xfrm>
        </p:grpSpPr>
        <p:sp>
          <p:nvSpPr>
            <p:cNvPr id="6146" name="Text Box 3"/>
            <p:cNvSpPr txBox="1"/>
            <p:nvPr/>
          </p:nvSpPr>
          <p:spPr>
            <a:xfrm>
              <a:off x="592" y="815"/>
              <a:ext cx="4752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力</a:t>
              </a:r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的时间累积效应：</a:t>
              </a:r>
              <a:endPara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冲量、动量、动量定理．</a:t>
              </a:r>
              <a:endPara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" name="AutoShape 4"/>
            <p:cNvSpPr>
              <a:spLocks noChangeArrowheads="1"/>
            </p:cNvSpPr>
            <p:nvPr/>
          </p:nvSpPr>
          <p:spPr bwMode="auto">
            <a:xfrm>
              <a:off x="1340" y="1404"/>
              <a:ext cx="481" cy="85"/>
            </a:xfrm>
            <a:prstGeom prst="rightArrow">
              <a:avLst>
                <a:gd name="adj1" fmla="val 48907"/>
                <a:gd name="adj2" fmla="val 201307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solidFill>
                <a:srgbClr val="0033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439738" y="3243263"/>
            <a:ext cx="8413750" cy="1311275"/>
            <a:chOff x="304" y="1908"/>
            <a:chExt cx="5300" cy="826"/>
          </a:xfrm>
        </p:grpSpPr>
        <p:sp>
          <p:nvSpPr>
            <p:cNvPr id="6149" name="Text Box 6"/>
            <p:cNvSpPr txBox="1"/>
            <p:nvPr/>
          </p:nvSpPr>
          <p:spPr>
            <a:xfrm>
              <a:off x="304" y="1908"/>
              <a:ext cx="5300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zh-CN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力矩</a:t>
              </a:r>
              <a:r>
                <a:rPr lang="zh-CN" altLang="en-US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的时间累积效应：</a:t>
              </a:r>
              <a:endPara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冲量矩、角动量、角动量定理．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3" name="AutoShape 7"/>
            <p:cNvSpPr>
              <a:spLocks noChangeArrowheads="1"/>
            </p:cNvSpPr>
            <p:nvPr/>
          </p:nvSpPr>
          <p:spPr bwMode="auto">
            <a:xfrm>
              <a:off x="1319" y="2508"/>
              <a:ext cx="481" cy="85"/>
            </a:xfrm>
            <a:prstGeom prst="rightArrow">
              <a:avLst>
                <a:gd name="adj1" fmla="val 48907"/>
                <a:gd name="adj2" fmla="val 201307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solidFill>
                <a:srgbClr val="0033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643438" y="2852738"/>
            <a:ext cx="3200400" cy="2362200"/>
            <a:chOff x="3176" y="2199"/>
            <a:chExt cx="2016" cy="1488"/>
          </a:xfrm>
        </p:grpSpPr>
        <p:sp>
          <p:nvSpPr>
            <p:cNvPr id="7170" name="Rectangle 3"/>
            <p:cNvSpPr/>
            <p:nvPr/>
          </p:nvSpPr>
          <p:spPr>
            <a:xfrm>
              <a:off x="3176" y="2199"/>
              <a:ext cx="2016" cy="14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1" name="Line 4"/>
            <p:cNvSpPr/>
            <p:nvPr/>
          </p:nvSpPr>
          <p:spPr>
            <a:xfrm>
              <a:off x="4239" y="3255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5" name="Oval 5"/>
            <p:cNvSpPr>
              <a:spLocks noChangeArrowheads="1"/>
            </p:cNvSpPr>
            <p:nvPr/>
          </p:nvSpPr>
          <p:spPr bwMode="auto">
            <a:xfrm>
              <a:off x="3583" y="2871"/>
              <a:ext cx="1312" cy="624"/>
            </a:xfrm>
            <a:prstGeom prst="ellipse">
              <a:avLst/>
            </a:prstGeom>
            <a:gradFill rotWithShape="0">
              <a:gsLst>
                <a:gs pos="0">
                  <a:srgbClr val="98D696"/>
                </a:gs>
                <a:gs pos="50000">
                  <a:schemeClr val="accent1"/>
                </a:gs>
                <a:gs pos="100000">
                  <a:srgbClr val="98D696"/>
                </a:gs>
              </a:gsLst>
              <a:lin ang="0" scaled="1"/>
            </a:gradFill>
            <a:ln w="190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3" name="Oval 6"/>
            <p:cNvSpPr/>
            <p:nvPr/>
          </p:nvSpPr>
          <p:spPr>
            <a:xfrm>
              <a:off x="3583" y="2775"/>
              <a:ext cx="1312" cy="624"/>
            </a:xfrm>
            <a:prstGeom prst="ellipse">
              <a:avLst/>
            </a:prstGeom>
            <a:gradFill rotWithShape="0">
              <a:gsLst>
                <a:gs pos="0">
                  <a:srgbClr val="C0E0A6"/>
                </a:gs>
                <a:gs pos="100000">
                  <a:srgbClr val="F3FDED"/>
                </a:gs>
              </a:gsLst>
              <a:path path="rect">
                <a:fillToRect t="100000" r="100000"/>
              </a:path>
              <a:tileRect/>
            </a:gradFill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" name="Line 7"/>
            <p:cNvSpPr/>
            <p:nvPr/>
          </p:nvSpPr>
          <p:spPr>
            <a:xfrm flipV="1">
              <a:off x="4239" y="2583"/>
              <a:ext cx="0" cy="5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5" name="Line 8"/>
            <p:cNvSpPr/>
            <p:nvPr/>
          </p:nvSpPr>
          <p:spPr>
            <a:xfrm flipV="1">
              <a:off x="4239" y="2649"/>
              <a:ext cx="0" cy="46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7176" name="AutoShape 9"/>
            <p:cNvSpPr/>
            <p:nvPr/>
          </p:nvSpPr>
          <p:spPr>
            <a:xfrm>
              <a:off x="3341" y="2871"/>
              <a:ext cx="242" cy="576"/>
            </a:xfrm>
            <a:prstGeom prst="curvedRightArrow">
              <a:avLst>
                <a:gd name="adj1" fmla="val 35947"/>
                <a:gd name="adj2" fmla="val 83879"/>
                <a:gd name="adj3" fmla="val 64458"/>
              </a:avLst>
            </a:prstGeom>
            <a:solidFill>
              <a:srgbClr val="EB95F9"/>
            </a:solidFill>
            <a:ln w="12700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177" name="Object 10"/>
            <p:cNvGraphicFramePr>
              <a:graphicFrameLocks noChangeAspect="1"/>
            </p:cNvGraphicFramePr>
            <p:nvPr/>
          </p:nvGraphicFramePr>
          <p:xfrm>
            <a:off x="4262" y="2549"/>
            <a:ext cx="233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254000" imgH="254000" progId="Equation.3">
                    <p:embed/>
                  </p:oleObj>
                </mc:Choice>
                <mc:Fallback>
                  <p:oleObj name="" r:id="rId1" imgW="254000" imgH="2540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62" y="2549"/>
                          <a:ext cx="233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8" name="Rectangle 11"/>
            <p:cNvSpPr/>
            <p:nvPr/>
          </p:nvSpPr>
          <p:spPr>
            <a:xfrm>
              <a:off x="3848" y="3033"/>
              <a:ext cx="96" cy="96"/>
            </a:xfrm>
            <a:prstGeom prst="rect">
              <a:avLst/>
            </a:prstGeom>
            <a:solidFill>
              <a:srgbClr val="996600"/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Freeform 12"/>
            <p:cNvSpPr/>
            <p:nvPr/>
          </p:nvSpPr>
          <p:spPr>
            <a:xfrm>
              <a:off x="3896" y="3063"/>
              <a:ext cx="109" cy="2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9" y="219"/>
                </a:cxn>
              </a:cxnLst>
              <a:pathLst>
                <a:path w="109" h="219">
                  <a:moveTo>
                    <a:pt x="0" y="0"/>
                  </a:moveTo>
                  <a:lnTo>
                    <a:pt x="109" y="219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7180" name="Object 13"/>
            <p:cNvGraphicFramePr>
              <a:graphicFrameLocks noChangeAspect="1"/>
            </p:cNvGraphicFramePr>
            <p:nvPr/>
          </p:nvGraphicFramePr>
          <p:xfrm>
            <a:off x="3621" y="2927"/>
            <a:ext cx="21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3" imgW="304800" imgH="381000" progId="Equation.3">
                    <p:embed/>
                  </p:oleObj>
                </mc:Choice>
                <mc:Fallback>
                  <p:oleObj name="" r:id="rId3" imgW="304800" imgH="3810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21" y="2927"/>
                          <a:ext cx="212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1" name="Rectangle 14"/>
            <p:cNvSpPr/>
            <p:nvPr/>
          </p:nvSpPr>
          <p:spPr>
            <a:xfrm>
              <a:off x="4472" y="3015"/>
              <a:ext cx="96" cy="96"/>
            </a:xfrm>
            <a:prstGeom prst="rect">
              <a:avLst/>
            </a:prstGeom>
            <a:solidFill>
              <a:srgbClr val="996600"/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2" name="Freeform 15"/>
            <p:cNvSpPr/>
            <p:nvPr/>
          </p:nvSpPr>
          <p:spPr>
            <a:xfrm>
              <a:off x="4425" y="2853"/>
              <a:ext cx="94" cy="210"/>
            </a:xfrm>
            <a:custGeom>
              <a:avLst/>
              <a:gdLst/>
              <a:ahLst/>
              <a:cxnLst>
                <a:cxn ang="0">
                  <a:pos x="94" y="210"/>
                </a:cxn>
                <a:cxn ang="0">
                  <a:pos x="0" y="0"/>
                </a:cxn>
              </a:cxnLst>
              <a:pathLst>
                <a:path w="94" h="210">
                  <a:moveTo>
                    <a:pt x="94" y="21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7183" name="Object 16"/>
            <p:cNvGraphicFramePr>
              <a:graphicFrameLocks noChangeAspect="1"/>
            </p:cNvGraphicFramePr>
            <p:nvPr/>
          </p:nvGraphicFramePr>
          <p:xfrm>
            <a:off x="4604" y="2921"/>
            <a:ext cx="201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355600" imgH="419100" progId="Equation.3">
                    <p:embed/>
                  </p:oleObj>
                </mc:Choice>
                <mc:Fallback>
                  <p:oleObj name="" r:id="rId5" imgW="355600" imgH="4191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04" y="2921"/>
                          <a:ext cx="201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Object 17"/>
            <p:cNvGraphicFramePr>
              <a:graphicFrameLocks noChangeAspect="1"/>
            </p:cNvGraphicFramePr>
            <p:nvPr/>
          </p:nvGraphicFramePr>
          <p:xfrm>
            <a:off x="3493" y="2207"/>
            <a:ext cx="137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1497965" imgH="342900" progId="Equation.3">
                    <p:embed/>
                  </p:oleObj>
                </mc:Choice>
                <mc:Fallback>
                  <p:oleObj name="" r:id="rId7" imgW="1497965" imgH="3429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93" y="2207"/>
                          <a:ext cx="1372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/>
          <p:nvPr/>
        </p:nvGrpSpPr>
        <p:grpSpPr>
          <a:xfrm>
            <a:off x="755650" y="981075"/>
            <a:ext cx="7607300" cy="695325"/>
            <a:chOff x="703" y="913"/>
            <a:chExt cx="4792" cy="438"/>
          </a:xfrm>
        </p:grpSpPr>
        <p:graphicFrame>
          <p:nvGraphicFramePr>
            <p:cNvPr id="7186" name="Object 20"/>
            <p:cNvGraphicFramePr>
              <a:graphicFrameLocks noChangeAspect="1"/>
            </p:cNvGraphicFramePr>
            <p:nvPr/>
          </p:nvGraphicFramePr>
          <p:xfrm>
            <a:off x="2776" y="913"/>
            <a:ext cx="2719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9" imgW="1346200" imgH="228600" progId="Equation.3">
                    <p:embed/>
                  </p:oleObj>
                </mc:Choice>
                <mc:Fallback>
                  <p:oleObj name="" r:id="rId9" imgW="1346200" imgH="228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76" y="913"/>
                          <a:ext cx="2719" cy="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7" name="Rectangle 21"/>
            <p:cNvSpPr/>
            <p:nvPr/>
          </p:nvSpPr>
          <p:spPr>
            <a:xfrm>
              <a:off x="703" y="982"/>
              <a:ext cx="25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质点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运动描述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684213" y="1773238"/>
            <a:ext cx="7586662" cy="701675"/>
            <a:chOff x="710" y="1466"/>
            <a:chExt cx="4779" cy="442"/>
          </a:xfrm>
        </p:grpSpPr>
        <p:graphicFrame>
          <p:nvGraphicFramePr>
            <p:cNvPr id="7189" name="Object 23"/>
            <p:cNvGraphicFramePr>
              <a:graphicFrameLocks noChangeAspect="1"/>
            </p:cNvGraphicFramePr>
            <p:nvPr/>
          </p:nvGraphicFramePr>
          <p:xfrm>
            <a:off x="2888" y="1466"/>
            <a:ext cx="2601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1" imgW="1333500" imgH="228600" progId="Equation.3">
                    <p:embed/>
                  </p:oleObj>
                </mc:Choice>
                <mc:Fallback>
                  <p:oleObj name="" r:id="rId11" imgW="1333500" imgH="2286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888" y="1466"/>
                          <a:ext cx="2601" cy="4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Text Box 24"/>
            <p:cNvSpPr txBox="1"/>
            <p:nvPr/>
          </p:nvSpPr>
          <p:spPr>
            <a:xfrm>
              <a:off x="710" y="1487"/>
              <a:ext cx="24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刚体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定轴转动描述</a:t>
              </a: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900113" y="2852738"/>
            <a:ext cx="3200400" cy="2362200"/>
            <a:chOff x="624" y="2287"/>
            <a:chExt cx="2016" cy="1488"/>
          </a:xfrm>
        </p:grpSpPr>
        <p:sp>
          <p:nvSpPr>
            <p:cNvPr id="7192" name="Rectangle 26"/>
            <p:cNvSpPr/>
            <p:nvPr/>
          </p:nvSpPr>
          <p:spPr>
            <a:xfrm>
              <a:off x="624" y="2287"/>
              <a:ext cx="2016" cy="14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193" name="Object 27"/>
            <p:cNvGraphicFramePr>
              <a:graphicFrameLocks noChangeAspect="1"/>
            </p:cNvGraphicFramePr>
            <p:nvPr/>
          </p:nvGraphicFramePr>
          <p:xfrm>
            <a:off x="956" y="2287"/>
            <a:ext cx="1396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3" imgW="774065" imgH="203200" progId="Equation.3">
                    <p:embed/>
                  </p:oleObj>
                </mc:Choice>
                <mc:Fallback>
                  <p:oleObj name="" r:id="rId13" imgW="774065" imgH="2032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56" y="2287"/>
                          <a:ext cx="1396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94" name="Group 28"/>
            <p:cNvGrpSpPr/>
            <p:nvPr/>
          </p:nvGrpSpPr>
          <p:grpSpPr>
            <a:xfrm>
              <a:off x="960" y="2629"/>
              <a:ext cx="1344" cy="1094"/>
              <a:chOff x="960" y="2629"/>
              <a:chExt cx="1344" cy="1094"/>
            </a:xfrm>
          </p:grpSpPr>
          <p:sp>
            <p:nvSpPr>
              <p:cNvPr id="7195" name="Line 29"/>
              <p:cNvSpPr/>
              <p:nvPr/>
            </p:nvSpPr>
            <p:spPr>
              <a:xfrm>
                <a:off x="1632" y="3352"/>
                <a:ext cx="0" cy="37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196" name="Group 30"/>
              <p:cNvGrpSpPr/>
              <p:nvPr/>
            </p:nvGrpSpPr>
            <p:grpSpPr>
              <a:xfrm>
                <a:off x="960" y="2861"/>
                <a:ext cx="1344" cy="696"/>
                <a:chOff x="960" y="2861"/>
                <a:chExt cx="1344" cy="696"/>
              </a:xfrm>
            </p:grpSpPr>
            <p:sp>
              <p:nvSpPr>
                <p:cNvPr id="5151" name="Oval 31"/>
                <p:cNvSpPr>
                  <a:spLocks noChangeArrowheads="1"/>
                </p:cNvSpPr>
                <p:nvPr/>
              </p:nvSpPr>
              <p:spPr bwMode="auto">
                <a:xfrm>
                  <a:off x="960" y="2954"/>
                  <a:ext cx="1344" cy="60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BC382"/>
                    </a:gs>
                    <a:gs pos="50000">
                      <a:schemeClr val="accent1"/>
                    </a:gs>
                    <a:gs pos="100000">
                      <a:srgbClr val="6BC382"/>
                    </a:gs>
                  </a:gsLst>
                  <a:lin ang="0" scaled="1"/>
                </a:gradFill>
                <a:ln w="19050">
                  <a:solidFill>
                    <a:schemeClr val="tx2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98" name="Oval 32"/>
                <p:cNvSpPr/>
                <p:nvPr/>
              </p:nvSpPr>
              <p:spPr>
                <a:xfrm>
                  <a:off x="960" y="2861"/>
                  <a:ext cx="1344" cy="60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B9DEA8"/>
                    </a:gs>
                    <a:gs pos="100000">
                      <a:srgbClr val="F6FDE9"/>
                    </a:gs>
                  </a:gsLst>
                  <a:path path="rect">
                    <a:fillToRect t="100000" r="100000"/>
                  </a:path>
                  <a:tileRect/>
                </a:gradFill>
                <a:ln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199" name="Line 33"/>
              <p:cNvSpPr/>
              <p:nvPr/>
            </p:nvSpPr>
            <p:spPr>
              <a:xfrm flipV="1">
                <a:off x="1632" y="2629"/>
                <a:ext cx="0" cy="5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151" name="Text Box 255"/>
          <p:cNvSpPr txBox="1"/>
          <p:nvPr/>
        </p:nvSpPr>
        <p:spPr>
          <a:xfrm>
            <a:off x="254000" y="1158875"/>
            <a:ext cx="4756150" cy="895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在质点的匀速圆周运动中，动量不守恒，但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09152" name="Object 2"/>
          <p:cNvGraphicFramePr/>
          <p:nvPr/>
        </p:nvGraphicFramePr>
        <p:xfrm>
          <a:off x="1736725" y="1989138"/>
          <a:ext cx="22050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888365" imgH="203200" progId="Equation.3">
                  <p:embed/>
                </p:oleObj>
              </mc:Choice>
              <mc:Fallback>
                <p:oleObj name="" r:id="rId1" imgW="888365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6725" y="1989138"/>
                        <a:ext cx="2205038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153" name="Text Box 257"/>
          <p:cNvSpPr txBox="1"/>
          <p:nvPr/>
        </p:nvSpPr>
        <p:spPr>
          <a:xfrm>
            <a:off x="1042988" y="260350"/>
            <a:ext cx="3360737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 2" panose="05020102010507070707" pitchFamily="18" charset="2"/>
              </a:rPr>
              <a:t></a:t>
            </a:r>
            <a:r>
              <a:rPr lang="zh-CN" altLang="en-US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角动量的引入：</a:t>
            </a:r>
            <a:endParaRPr lang="zh-CN" altLang="en-US" sz="32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9280" name="Rectangle 384"/>
          <p:cNvSpPr/>
          <p:nvPr/>
        </p:nvSpPr>
        <p:spPr>
          <a:xfrm>
            <a:off x="201613" y="2663825"/>
            <a:ext cx="4191000" cy="2743200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85"/>
          <p:cNvGrpSpPr/>
          <p:nvPr/>
        </p:nvGrpSpPr>
        <p:grpSpPr>
          <a:xfrm>
            <a:off x="1801813" y="3730625"/>
            <a:ext cx="1981200" cy="533400"/>
            <a:chOff x="3312" y="3168"/>
            <a:chExt cx="1248" cy="336"/>
          </a:xfrm>
        </p:grpSpPr>
        <p:grpSp>
          <p:nvGrpSpPr>
            <p:cNvPr id="8198" name="Group 386"/>
            <p:cNvGrpSpPr/>
            <p:nvPr/>
          </p:nvGrpSpPr>
          <p:grpSpPr>
            <a:xfrm>
              <a:off x="3312" y="3168"/>
              <a:ext cx="1248" cy="336"/>
              <a:chOff x="1248" y="2544"/>
              <a:chExt cx="1248" cy="336"/>
            </a:xfrm>
          </p:grpSpPr>
          <p:sp>
            <p:nvSpPr>
              <p:cNvPr id="8199" name="Line 387"/>
              <p:cNvSpPr/>
              <p:nvPr/>
            </p:nvSpPr>
            <p:spPr>
              <a:xfrm flipV="1">
                <a:off x="1248" y="2688"/>
                <a:ext cx="1248" cy="192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" name="Line 388"/>
              <p:cNvSpPr/>
              <p:nvPr/>
            </p:nvSpPr>
            <p:spPr>
              <a:xfrm flipV="1">
                <a:off x="1248" y="2544"/>
                <a:ext cx="720" cy="336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201" name="Line 389"/>
            <p:cNvSpPr/>
            <p:nvPr/>
          </p:nvSpPr>
          <p:spPr>
            <a:xfrm flipV="1">
              <a:off x="3456" y="3408"/>
              <a:ext cx="96" cy="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2" name="Line 390"/>
            <p:cNvSpPr/>
            <p:nvPr/>
          </p:nvSpPr>
          <p:spPr>
            <a:xfrm flipV="1">
              <a:off x="3600" y="3264"/>
              <a:ext cx="240" cy="192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3" name="Line 391"/>
            <p:cNvSpPr/>
            <p:nvPr/>
          </p:nvSpPr>
          <p:spPr>
            <a:xfrm flipV="1">
              <a:off x="3840" y="3168"/>
              <a:ext cx="288" cy="24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4" name="Line 392"/>
            <p:cNvSpPr/>
            <p:nvPr/>
          </p:nvSpPr>
          <p:spPr>
            <a:xfrm flipV="1">
              <a:off x="4080" y="3216"/>
              <a:ext cx="192" cy="144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" name="Line 393"/>
            <p:cNvSpPr/>
            <p:nvPr/>
          </p:nvSpPr>
          <p:spPr>
            <a:xfrm flipV="1">
              <a:off x="4272" y="3264"/>
              <a:ext cx="96" cy="96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Group 394"/>
          <p:cNvGrpSpPr/>
          <p:nvPr/>
        </p:nvGrpSpPr>
        <p:grpSpPr>
          <a:xfrm>
            <a:off x="811213" y="3730625"/>
            <a:ext cx="3200400" cy="914400"/>
            <a:chOff x="576" y="2400"/>
            <a:chExt cx="2016" cy="576"/>
          </a:xfrm>
        </p:grpSpPr>
        <p:sp>
          <p:nvSpPr>
            <p:cNvPr id="8207" name="Arc 395"/>
            <p:cNvSpPr/>
            <p:nvPr/>
          </p:nvSpPr>
          <p:spPr>
            <a:xfrm flipV="1">
              <a:off x="1584" y="2694"/>
              <a:ext cx="1008" cy="2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282"/>
                </a:cxn>
                <a:cxn ang="0">
                  <a:pos x="0" y="282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8" name="Arc 396"/>
            <p:cNvSpPr/>
            <p:nvPr/>
          </p:nvSpPr>
          <p:spPr>
            <a:xfrm flipH="1">
              <a:off x="576" y="2400"/>
              <a:ext cx="1008" cy="2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282"/>
                </a:cxn>
                <a:cxn ang="0">
                  <a:pos x="0" y="282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09" name="Arc 397"/>
            <p:cNvSpPr/>
            <p:nvPr/>
          </p:nvSpPr>
          <p:spPr>
            <a:xfrm>
              <a:off x="1584" y="2400"/>
              <a:ext cx="1008" cy="2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282"/>
                </a:cxn>
                <a:cxn ang="0">
                  <a:pos x="0" y="282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10" name="Arc 398"/>
            <p:cNvSpPr/>
            <p:nvPr/>
          </p:nvSpPr>
          <p:spPr>
            <a:xfrm flipH="1" flipV="1">
              <a:off x="576" y="2694"/>
              <a:ext cx="1008" cy="2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282"/>
                </a:cxn>
                <a:cxn ang="0">
                  <a:pos x="0" y="282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" name="Group 399"/>
          <p:cNvGrpSpPr/>
          <p:nvPr/>
        </p:nvGrpSpPr>
        <p:grpSpPr>
          <a:xfrm>
            <a:off x="1420813" y="3819525"/>
            <a:ext cx="838200" cy="819150"/>
            <a:chOff x="3312" y="3364"/>
            <a:chExt cx="585" cy="572"/>
          </a:xfrm>
        </p:grpSpPr>
        <p:sp>
          <p:nvSpPr>
            <p:cNvPr id="8212" name="Line 400"/>
            <p:cNvSpPr/>
            <p:nvPr/>
          </p:nvSpPr>
          <p:spPr>
            <a:xfrm flipV="1">
              <a:off x="3312" y="3648"/>
              <a:ext cx="576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3" name="Line 401"/>
            <p:cNvSpPr/>
            <p:nvPr/>
          </p:nvSpPr>
          <p:spPr>
            <a:xfrm rot="5400000">
              <a:off x="3327" y="3663"/>
              <a:ext cx="539" cy="4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4" name="Line 402"/>
            <p:cNvSpPr/>
            <p:nvPr/>
          </p:nvSpPr>
          <p:spPr>
            <a:xfrm rot="-2708776" flipH="1">
              <a:off x="3317" y="3644"/>
              <a:ext cx="572" cy="9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5" name="Line 403"/>
            <p:cNvSpPr/>
            <p:nvPr/>
          </p:nvSpPr>
          <p:spPr>
            <a:xfrm rot="2691224" flipV="1">
              <a:off x="3321" y="3631"/>
              <a:ext cx="576" cy="6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16" name="Oval 404"/>
            <p:cNvSpPr/>
            <p:nvPr/>
          </p:nvSpPr>
          <p:spPr>
            <a:xfrm>
              <a:off x="3456" y="3504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A9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9301" name="Oval 405"/>
          <p:cNvSpPr/>
          <p:nvPr/>
        </p:nvSpPr>
        <p:spPr>
          <a:xfrm>
            <a:off x="3859213" y="39592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2" name="Oval 406"/>
          <p:cNvSpPr/>
          <p:nvPr/>
        </p:nvSpPr>
        <p:spPr>
          <a:xfrm>
            <a:off x="2335213" y="35782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3" name="Oval 407"/>
          <p:cNvSpPr/>
          <p:nvPr/>
        </p:nvSpPr>
        <p:spPr>
          <a:xfrm>
            <a:off x="658813" y="39592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4" name="Oval 408"/>
          <p:cNvSpPr/>
          <p:nvPr/>
        </p:nvSpPr>
        <p:spPr>
          <a:xfrm>
            <a:off x="2182813" y="44926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5" name="Oval 409"/>
          <p:cNvSpPr/>
          <p:nvPr/>
        </p:nvSpPr>
        <p:spPr>
          <a:xfrm>
            <a:off x="3859213" y="39592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6" name="Oval 410"/>
          <p:cNvSpPr/>
          <p:nvPr/>
        </p:nvSpPr>
        <p:spPr>
          <a:xfrm>
            <a:off x="3554413" y="38068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7" name="Oval 411"/>
          <p:cNvSpPr/>
          <p:nvPr/>
        </p:nvSpPr>
        <p:spPr>
          <a:xfrm>
            <a:off x="3325813" y="37306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8" name="Oval 412"/>
          <p:cNvSpPr/>
          <p:nvPr/>
        </p:nvSpPr>
        <p:spPr>
          <a:xfrm>
            <a:off x="2716213" y="35782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309" name="Oval 413"/>
          <p:cNvSpPr/>
          <p:nvPr/>
        </p:nvSpPr>
        <p:spPr>
          <a:xfrm>
            <a:off x="3021013" y="3654425"/>
            <a:ext cx="304800" cy="304800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110000"/>
              </a:lnSpc>
            </a:pPr>
            <a:endParaRPr lang="zh-CN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414"/>
          <p:cNvGrpSpPr/>
          <p:nvPr/>
        </p:nvGrpSpPr>
        <p:grpSpPr>
          <a:xfrm>
            <a:off x="201613" y="2663825"/>
            <a:ext cx="4191000" cy="2743200"/>
            <a:chOff x="1632" y="144"/>
            <a:chExt cx="2640" cy="1728"/>
          </a:xfrm>
        </p:grpSpPr>
        <p:sp>
          <p:nvSpPr>
            <p:cNvPr id="8227" name="Rectangle 415"/>
            <p:cNvSpPr/>
            <p:nvPr/>
          </p:nvSpPr>
          <p:spPr>
            <a:xfrm>
              <a:off x="1632" y="144"/>
              <a:ext cx="2640" cy="1728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228" name="Group 416"/>
            <p:cNvGrpSpPr/>
            <p:nvPr/>
          </p:nvGrpSpPr>
          <p:grpSpPr>
            <a:xfrm>
              <a:off x="1920" y="528"/>
              <a:ext cx="2208" cy="816"/>
              <a:chOff x="1920" y="528"/>
              <a:chExt cx="2208" cy="816"/>
            </a:xfrm>
          </p:grpSpPr>
          <p:sp>
            <p:nvSpPr>
              <p:cNvPr id="8229" name="Line 417"/>
              <p:cNvSpPr/>
              <p:nvPr/>
            </p:nvSpPr>
            <p:spPr>
              <a:xfrm flipH="1" flipV="1">
                <a:off x="3168" y="696"/>
                <a:ext cx="528" cy="144"/>
              </a:xfrm>
              <a:prstGeom prst="line">
                <a:avLst/>
              </a:prstGeom>
              <a:ln w="28575" cap="flat" cmpd="sng">
                <a:solidFill>
                  <a:srgbClr val="FF996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8230" name="Group 418"/>
              <p:cNvGrpSpPr/>
              <p:nvPr/>
            </p:nvGrpSpPr>
            <p:grpSpPr>
              <a:xfrm>
                <a:off x="1920" y="528"/>
                <a:ext cx="2208" cy="816"/>
                <a:chOff x="1920" y="480"/>
                <a:chExt cx="2208" cy="816"/>
              </a:xfrm>
            </p:grpSpPr>
            <p:grpSp>
              <p:nvGrpSpPr>
                <p:cNvPr id="8231" name="Group 419"/>
                <p:cNvGrpSpPr/>
                <p:nvPr/>
              </p:nvGrpSpPr>
              <p:grpSpPr>
                <a:xfrm>
                  <a:off x="1920" y="720"/>
                  <a:ext cx="2016" cy="576"/>
                  <a:chOff x="576" y="2400"/>
                  <a:chExt cx="2016" cy="576"/>
                </a:xfrm>
              </p:grpSpPr>
              <p:sp>
                <p:nvSpPr>
                  <p:cNvPr id="8232" name="Arc 420"/>
                  <p:cNvSpPr/>
                  <p:nvPr/>
                </p:nvSpPr>
                <p:spPr>
                  <a:xfrm flipV="1">
                    <a:off x="1584" y="2694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33" name="Arc 421"/>
                  <p:cNvSpPr/>
                  <p:nvPr/>
                </p:nvSpPr>
                <p:spPr>
                  <a:xfrm flipH="1">
                    <a:off x="576" y="2400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34" name="Arc 422"/>
                  <p:cNvSpPr/>
                  <p:nvPr/>
                </p:nvSpPr>
                <p:spPr>
                  <a:xfrm>
                    <a:off x="1584" y="2400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35" name="Arc 423"/>
                  <p:cNvSpPr/>
                  <p:nvPr/>
                </p:nvSpPr>
                <p:spPr>
                  <a:xfrm flipH="1" flipV="1">
                    <a:off x="576" y="2694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8236" name="Group 424"/>
                <p:cNvGrpSpPr/>
                <p:nvPr/>
              </p:nvGrpSpPr>
              <p:grpSpPr>
                <a:xfrm>
                  <a:off x="2192" y="756"/>
                  <a:ext cx="528" cy="516"/>
                  <a:chOff x="3312" y="3364"/>
                  <a:chExt cx="585" cy="572"/>
                </a:xfrm>
              </p:grpSpPr>
              <p:sp>
                <p:nvSpPr>
                  <p:cNvPr id="8237" name="Line 425"/>
                  <p:cNvSpPr/>
                  <p:nvPr/>
                </p:nvSpPr>
                <p:spPr>
                  <a:xfrm flipV="1">
                    <a:off x="3312" y="3648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38" name="Line 426"/>
                  <p:cNvSpPr/>
                  <p:nvPr/>
                </p:nvSpPr>
                <p:spPr>
                  <a:xfrm rot="5400000">
                    <a:off x="3327" y="3663"/>
                    <a:ext cx="539" cy="4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39" name="Line 427"/>
                  <p:cNvSpPr/>
                  <p:nvPr/>
                </p:nvSpPr>
                <p:spPr>
                  <a:xfrm rot="-2708776" flipH="1">
                    <a:off x="3317" y="3644"/>
                    <a:ext cx="572" cy="9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40" name="Line 428"/>
                  <p:cNvSpPr/>
                  <p:nvPr/>
                </p:nvSpPr>
                <p:spPr>
                  <a:xfrm rot="2691224" flipV="1">
                    <a:off x="3321" y="3631"/>
                    <a:ext cx="576" cy="6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41" name="Oval 429"/>
                  <p:cNvSpPr/>
                  <p:nvPr/>
                </p:nvSpPr>
                <p:spPr>
                  <a:xfrm>
                    <a:off x="3456" y="3504"/>
                    <a:ext cx="288" cy="288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0000"/>
                      </a:gs>
                      <a:gs pos="100000">
                        <a:srgbClr val="A900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242" name="Group 430"/>
                <p:cNvGrpSpPr/>
                <p:nvPr/>
              </p:nvGrpSpPr>
              <p:grpSpPr>
                <a:xfrm>
                  <a:off x="2488" y="720"/>
                  <a:ext cx="1160" cy="296"/>
                  <a:chOff x="3312" y="3168"/>
                  <a:chExt cx="1248" cy="336"/>
                </a:xfrm>
              </p:grpSpPr>
              <p:grpSp>
                <p:nvGrpSpPr>
                  <p:cNvPr id="8243" name="Group 431"/>
                  <p:cNvGrpSpPr/>
                  <p:nvPr/>
                </p:nvGrpSpPr>
                <p:grpSpPr>
                  <a:xfrm>
                    <a:off x="3312" y="3168"/>
                    <a:ext cx="1248" cy="336"/>
                    <a:chOff x="1248" y="2544"/>
                    <a:chExt cx="1248" cy="336"/>
                  </a:xfrm>
                </p:grpSpPr>
                <p:sp>
                  <p:nvSpPr>
                    <p:cNvPr id="8244" name="Line 432"/>
                    <p:cNvSpPr/>
                    <p:nvPr/>
                  </p:nvSpPr>
                  <p:spPr>
                    <a:xfrm flipV="1">
                      <a:off x="1248" y="2688"/>
                      <a:ext cx="1248" cy="192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8245" name="Line 433"/>
                    <p:cNvSpPr/>
                    <p:nvPr/>
                  </p:nvSpPr>
                  <p:spPr>
                    <a:xfrm flipV="1">
                      <a:off x="1248" y="2544"/>
                      <a:ext cx="720" cy="33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8246" name="Line 434"/>
                  <p:cNvSpPr/>
                  <p:nvPr/>
                </p:nvSpPr>
                <p:spPr>
                  <a:xfrm flipV="1">
                    <a:off x="3456" y="3408"/>
                    <a:ext cx="96" cy="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47" name="Line 435"/>
                  <p:cNvSpPr/>
                  <p:nvPr/>
                </p:nvSpPr>
                <p:spPr>
                  <a:xfrm flipV="1">
                    <a:off x="3600" y="3264"/>
                    <a:ext cx="240" cy="192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48" name="Line 436"/>
                  <p:cNvSpPr/>
                  <p:nvPr/>
                </p:nvSpPr>
                <p:spPr>
                  <a:xfrm flipV="1">
                    <a:off x="3840" y="3168"/>
                    <a:ext cx="288" cy="240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49" name="Line 437"/>
                  <p:cNvSpPr/>
                  <p:nvPr/>
                </p:nvSpPr>
                <p:spPr>
                  <a:xfrm flipV="1">
                    <a:off x="4080" y="3216"/>
                    <a:ext cx="192" cy="144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50" name="Line 438"/>
                  <p:cNvSpPr/>
                  <p:nvPr/>
                </p:nvSpPr>
                <p:spPr>
                  <a:xfrm flipV="1">
                    <a:off x="4272" y="3264"/>
                    <a:ext cx="96" cy="96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8251" name="Line 439"/>
                <p:cNvSpPr/>
                <p:nvPr/>
              </p:nvSpPr>
              <p:spPr>
                <a:xfrm>
                  <a:off x="3216" y="729"/>
                  <a:ext cx="480" cy="87"/>
                </a:xfrm>
                <a:prstGeom prst="line">
                  <a:avLst/>
                </a:prstGeom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aphicFrame>
              <p:nvGraphicFramePr>
                <p:cNvPr id="8252" name="Object 36"/>
                <p:cNvGraphicFramePr/>
                <p:nvPr/>
              </p:nvGraphicFramePr>
              <p:xfrm>
                <a:off x="3665" y="864"/>
                <a:ext cx="175" cy="2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6" name="" r:id="rId3" imgW="177800" imgH="215265" progId="Equation.3">
                        <p:embed/>
                      </p:oleObj>
                    </mc:Choice>
                    <mc:Fallback>
                      <p:oleObj name="" r:id="rId3" imgW="177800" imgH="215265" progId="Equation.3">
                        <p:embed/>
                        <p:pic>
                          <p:nvPicPr>
                            <p:cNvPr id="0" name="图片 3085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5" y="864"/>
                              <a:ext cx="175" cy="212"/>
                            </a:xfrm>
                            <a:prstGeom prst="rect">
                              <a:avLst/>
                            </a:prstGeom>
                            <a:solidFill>
                              <a:srgbClr val="FFFFCC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53" name="Object 37"/>
                <p:cNvGraphicFramePr/>
                <p:nvPr/>
              </p:nvGraphicFramePr>
              <p:xfrm>
                <a:off x="2922" y="528"/>
                <a:ext cx="188" cy="2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4" name="" r:id="rId5" imgW="190500" imgH="215900" progId="Equation.3">
                        <p:embed/>
                      </p:oleObj>
                    </mc:Choice>
                    <mc:Fallback>
                      <p:oleObj name="" r:id="rId5" imgW="190500" imgH="215900" progId="Equation.3">
                        <p:embed/>
                        <p:pic>
                          <p:nvPicPr>
                            <p:cNvPr id="0" name="图片 3083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922" y="528"/>
                              <a:ext cx="188" cy="212"/>
                            </a:xfrm>
                            <a:prstGeom prst="rect">
                              <a:avLst/>
                            </a:prstGeom>
                            <a:solidFill>
                              <a:srgbClr val="FFFFCC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54" name="Object 38"/>
                <p:cNvGraphicFramePr/>
                <p:nvPr/>
              </p:nvGraphicFramePr>
              <p:xfrm>
                <a:off x="3216" y="480"/>
                <a:ext cx="109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5" name="" r:id="rId7" imgW="127000" imgH="177165" progId="Equation.3">
                        <p:embed/>
                      </p:oleObj>
                    </mc:Choice>
                    <mc:Fallback>
                      <p:oleObj name="" r:id="rId7" imgW="127000" imgH="177165" progId="Equation.3">
                        <p:embed/>
                        <p:pic>
                          <p:nvPicPr>
                            <p:cNvPr id="0" name="图片 3084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16" y="480"/>
                              <a:ext cx="109" cy="152"/>
                            </a:xfrm>
                            <a:prstGeom prst="rect">
                              <a:avLst/>
                            </a:prstGeom>
                            <a:solidFill>
                              <a:srgbClr val="FF9966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55" name="Line 443"/>
                <p:cNvSpPr/>
                <p:nvPr/>
              </p:nvSpPr>
              <p:spPr>
                <a:xfrm flipV="1">
                  <a:off x="3648" y="768"/>
                  <a:ext cx="480" cy="8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8256" name="Oval 444"/>
                <p:cNvSpPr/>
                <p:nvPr/>
              </p:nvSpPr>
              <p:spPr>
                <a:xfrm>
                  <a:off x="3696" y="768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FF66"/>
                    </a:gs>
                    <a:gs pos="100000">
                      <a:srgbClr val="568F39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57" name="Oval 445"/>
                <p:cNvSpPr/>
                <p:nvPr/>
              </p:nvSpPr>
              <p:spPr>
                <a:xfrm>
                  <a:off x="3120" y="672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FF66"/>
                    </a:gs>
                    <a:gs pos="100000">
                      <a:srgbClr val="568F39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58" name="Freeform 446"/>
                <p:cNvSpPr/>
                <p:nvPr/>
              </p:nvSpPr>
              <p:spPr>
                <a:xfrm>
                  <a:off x="3498" y="728"/>
                  <a:ext cx="424" cy="68"/>
                </a:xfrm>
                <a:custGeom>
                  <a:avLst/>
                  <a:gdLst/>
                  <a:ahLst/>
                  <a:cxnLst>
                    <a:cxn ang="0">
                      <a:pos x="424" y="68"/>
                    </a:cxn>
                    <a:cxn ang="0">
                      <a:pos x="398" y="51"/>
                    </a:cxn>
                    <a:cxn ang="0">
                      <a:pos x="382" y="26"/>
                    </a:cxn>
                    <a:cxn ang="0">
                      <a:pos x="280" y="0"/>
                    </a:cxn>
                    <a:cxn ang="0">
                      <a:pos x="26" y="26"/>
                    </a:cxn>
                    <a:cxn ang="0">
                      <a:pos x="0" y="51"/>
                    </a:cxn>
                  </a:cxnLst>
                  <a:pathLst>
                    <a:path w="424" h="68">
                      <a:moveTo>
                        <a:pt x="424" y="68"/>
                      </a:moveTo>
                      <a:cubicBezTo>
                        <a:pt x="415" y="62"/>
                        <a:pt x="405" y="58"/>
                        <a:pt x="398" y="51"/>
                      </a:cubicBezTo>
                      <a:cubicBezTo>
                        <a:pt x="391" y="44"/>
                        <a:pt x="390" y="32"/>
                        <a:pt x="382" y="26"/>
                      </a:cubicBezTo>
                      <a:cubicBezTo>
                        <a:pt x="359" y="10"/>
                        <a:pt x="307" y="7"/>
                        <a:pt x="280" y="0"/>
                      </a:cubicBezTo>
                      <a:cubicBezTo>
                        <a:pt x="165" y="6"/>
                        <a:pt x="118" y="2"/>
                        <a:pt x="26" y="26"/>
                      </a:cubicBezTo>
                      <a:cubicBezTo>
                        <a:pt x="17" y="34"/>
                        <a:pt x="0" y="51"/>
                        <a:pt x="0" y="51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aphicFrame>
              <p:nvGraphicFramePr>
                <p:cNvPr id="8259" name="Object 39"/>
                <p:cNvGraphicFramePr/>
                <p:nvPr/>
              </p:nvGraphicFramePr>
              <p:xfrm>
                <a:off x="3696" y="576"/>
                <a:ext cx="80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06" name="" r:id="rId9" imgW="127000" imgH="177165" progId="Equation.3">
                        <p:embed/>
                      </p:oleObj>
                    </mc:Choice>
                    <mc:Fallback>
                      <p:oleObj name="" r:id="rId9" imgW="127000" imgH="177165" progId="Equation.3">
                        <p:embed/>
                        <p:pic>
                          <p:nvPicPr>
                            <p:cNvPr id="0" name="图片 3105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96" y="576"/>
                              <a:ext cx="80" cy="112"/>
                            </a:xfrm>
                            <a:prstGeom prst="rect">
                              <a:avLst/>
                            </a:prstGeom>
                            <a:solidFill>
                              <a:srgbClr val="FFFF00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60" name="Object 40"/>
                <p:cNvGraphicFramePr/>
                <p:nvPr/>
              </p:nvGraphicFramePr>
              <p:xfrm>
                <a:off x="3120" y="960"/>
                <a:ext cx="122" cy="1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05" name="" r:id="rId11" imgW="114300" imgH="127000" progId="Equation.3">
                        <p:embed/>
                      </p:oleObj>
                    </mc:Choice>
                    <mc:Fallback>
                      <p:oleObj name="" r:id="rId11" imgW="114300" imgH="127000" progId="Equation.3">
                        <p:embed/>
                        <p:pic>
                          <p:nvPicPr>
                            <p:cNvPr id="0" name="图片 3104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20" y="960"/>
                              <a:ext cx="122" cy="136"/>
                            </a:xfrm>
                            <a:prstGeom prst="rect">
                              <a:avLst/>
                            </a:prstGeom>
                            <a:solidFill>
                              <a:srgbClr val="FFFFCC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13" name="Group 449"/>
          <p:cNvGrpSpPr/>
          <p:nvPr/>
        </p:nvGrpSpPr>
        <p:grpSpPr>
          <a:xfrm>
            <a:off x="201613" y="2676525"/>
            <a:ext cx="4191000" cy="2743200"/>
            <a:chOff x="2016" y="2352"/>
            <a:chExt cx="2640" cy="1728"/>
          </a:xfrm>
        </p:grpSpPr>
        <p:grpSp>
          <p:nvGrpSpPr>
            <p:cNvPr id="8262" name="Group 450"/>
            <p:cNvGrpSpPr/>
            <p:nvPr/>
          </p:nvGrpSpPr>
          <p:grpSpPr>
            <a:xfrm>
              <a:off x="2016" y="2352"/>
              <a:ext cx="2640" cy="1728"/>
              <a:chOff x="144" y="1968"/>
              <a:chExt cx="2640" cy="1728"/>
            </a:xfrm>
          </p:grpSpPr>
          <p:sp>
            <p:nvSpPr>
              <p:cNvPr id="8263" name="Rectangle 451"/>
              <p:cNvSpPr/>
              <p:nvPr/>
            </p:nvSpPr>
            <p:spPr>
              <a:xfrm>
                <a:off x="144" y="1968"/>
                <a:ext cx="2640" cy="1728"/>
              </a:xfrm>
              <a:prstGeom prst="rect">
                <a:avLst/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eaLnBrk="0" hangingPunct="0"/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264" name="Group 452"/>
              <p:cNvGrpSpPr/>
              <p:nvPr/>
            </p:nvGrpSpPr>
            <p:grpSpPr>
              <a:xfrm>
                <a:off x="384" y="2568"/>
                <a:ext cx="2016" cy="576"/>
                <a:chOff x="384" y="2568"/>
                <a:chExt cx="2016" cy="576"/>
              </a:xfrm>
            </p:grpSpPr>
            <p:grpSp>
              <p:nvGrpSpPr>
                <p:cNvPr id="8265" name="Group 453"/>
                <p:cNvGrpSpPr/>
                <p:nvPr/>
              </p:nvGrpSpPr>
              <p:grpSpPr>
                <a:xfrm>
                  <a:off x="384" y="2568"/>
                  <a:ext cx="2016" cy="576"/>
                  <a:chOff x="576" y="2400"/>
                  <a:chExt cx="2016" cy="576"/>
                </a:xfrm>
              </p:grpSpPr>
              <p:sp>
                <p:nvSpPr>
                  <p:cNvPr id="8266" name="Arc 454"/>
                  <p:cNvSpPr/>
                  <p:nvPr/>
                </p:nvSpPr>
                <p:spPr>
                  <a:xfrm flipV="1">
                    <a:off x="1584" y="2694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67" name="Arc 455"/>
                  <p:cNvSpPr/>
                  <p:nvPr/>
                </p:nvSpPr>
                <p:spPr>
                  <a:xfrm flipH="1">
                    <a:off x="576" y="2400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68" name="Arc 456"/>
                  <p:cNvSpPr/>
                  <p:nvPr/>
                </p:nvSpPr>
                <p:spPr>
                  <a:xfrm>
                    <a:off x="1584" y="2400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69" name="Arc 457"/>
                  <p:cNvSpPr/>
                  <p:nvPr/>
                </p:nvSpPr>
                <p:spPr>
                  <a:xfrm flipH="1" flipV="1">
                    <a:off x="576" y="2694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8270" name="Group 458"/>
                <p:cNvGrpSpPr/>
                <p:nvPr/>
              </p:nvGrpSpPr>
              <p:grpSpPr>
                <a:xfrm>
                  <a:off x="656" y="2604"/>
                  <a:ext cx="528" cy="516"/>
                  <a:chOff x="3312" y="3364"/>
                  <a:chExt cx="585" cy="572"/>
                </a:xfrm>
              </p:grpSpPr>
              <p:sp>
                <p:nvSpPr>
                  <p:cNvPr id="8271" name="Line 459"/>
                  <p:cNvSpPr/>
                  <p:nvPr/>
                </p:nvSpPr>
                <p:spPr>
                  <a:xfrm flipV="1">
                    <a:off x="3312" y="3648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72" name="Line 460"/>
                  <p:cNvSpPr/>
                  <p:nvPr/>
                </p:nvSpPr>
                <p:spPr>
                  <a:xfrm rot="5400000">
                    <a:off x="3327" y="3663"/>
                    <a:ext cx="539" cy="4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73" name="Line 461"/>
                  <p:cNvSpPr/>
                  <p:nvPr/>
                </p:nvSpPr>
                <p:spPr>
                  <a:xfrm rot="-2708776" flipH="1">
                    <a:off x="3317" y="3644"/>
                    <a:ext cx="572" cy="9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74" name="Line 462"/>
                  <p:cNvSpPr/>
                  <p:nvPr/>
                </p:nvSpPr>
                <p:spPr>
                  <a:xfrm rot="2691224" flipV="1">
                    <a:off x="3321" y="3631"/>
                    <a:ext cx="576" cy="6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75" name="Oval 463"/>
                  <p:cNvSpPr/>
                  <p:nvPr/>
                </p:nvSpPr>
                <p:spPr>
                  <a:xfrm>
                    <a:off x="3456" y="3504"/>
                    <a:ext cx="288" cy="288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0000"/>
                      </a:gs>
                      <a:gs pos="100000">
                        <a:srgbClr val="A900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8276" name="Line 464"/>
            <p:cNvSpPr/>
            <p:nvPr/>
          </p:nvSpPr>
          <p:spPr>
            <a:xfrm flipV="1">
              <a:off x="2824" y="3079"/>
              <a:ext cx="1160" cy="169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8277" name="Object 32"/>
            <p:cNvGraphicFramePr/>
            <p:nvPr/>
          </p:nvGraphicFramePr>
          <p:xfrm>
            <a:off x="3729" y="2736"/>
            <a:ext cx="207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3" imgW="240665" imgH="177800" progId="Equation.3">
                    <p:embed/>
                  </p:oleObj>
                </mc:Choice>
                <mc:Fallback>
                  <p:oleObj name="" r:id="rId13" imgW="240665" imgH="1778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29" y="2736"/>
                          <a:ext cx="207" cy="152"/>
                        </a:xfrm>
                        <a:prstGeom prst="rect">
                          <a:avLst/>
                        </a:prstGeom>
                        <a:solidFill>
                          <a:srgbClr val="FF996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78" name="Line 466"/>
            <p:cNvSpPr/>
            <p:nvPr/>
          </p:nvSpPr>
          <p:spPr>
            <a:xfrm flipV="1">
              <a:off x="3984" y="3000"/>
              <a:ext cx="480" cy="8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79" name="Oval 467"/>
            <p:cNvSpPr/>
            <p:nvPr/>
          </p:nvSpPr>
          <p:spPr>
            <a:xfrm>
              <a:off x="4032" y="300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80" name="Freeform 468"/>
            <p:cNvSpPr/>
            <p:nvPr/>
          </p:nvSpPr>
          <p:spPr>
            <a:xfrm>
              <a:off x="3834" y="2960"/>
              <a:ext cx="424" cy="68"/>
            </a:xfrm>
            <a:custGeom>
              <a:avLst/>
              <a:gdLst/>
              <a:ahLst/>
              <a:cxnLst>
                <a:cxn ang="0">
                  <a:pos x="424" y="68"/>
                </a:cxn>
                <a:cxn ang="0">
                  <a:pos x="398" y="51"/>
                </a:cxn>
                <a:cxn ang="0">
                  <a:pos x="382" y="26"/>
                </a:cxn>
                <a:cxn ang="0">
                  <a:pos x="280" y="0"/>
                </a:cxn>
                <a:cxn ang="0">
                  <a:pos x="26" y="26"/>
                </a:cxn>
                <a:cxn ang="0">
                  <a:pos x="0" y="51"/>
                </a:cxn>
              </a:cxnLst>
              <a:pathLst>
                <a:path w="424" h="68">
                  <a:moveTo>
                    <a:pt x="424" y="68"/>
                  </a:moveTo>
                  <a:cubicBezTo>
                    <a:pt x="415" y="62"/>
                    <a:pt x="405" y="58"/>
                    <a:pt x="398" y="51"/>
                  </a:cubicBezTo>
                  <a:cubicBezTo>
                    <a:pt x="391" y="44"/>
                    <a:pt x="390" y="32"/>
                    <a:pt x="382" y="26"/>
                  </a:cubicBezTo>
                  <a:cubicBezTo>
                    <a:pt x="359" y="10"/>
                    <a:pt x="307" y="7"/>
                    <a:pt x="280" y="0"/>
                  </a:cubicBezTo>
                  <a:cubicBezTo>
                    <a:pt x="165" y="6"/>
                    <a:pt x="118" y="2"/>
                    <a:pt x="26" y="26"/>
                  </a:cubicBezTo>
                  <a:cubicBezTo>
                    <a:pt x="17" y="34"/>
                    <a:pt x="0" y="51"/>
                    <a:pt x="0" y="51"/>
                  </a:cubicBezTo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8281" name="Object 33"/>
            <p:cNvGraphicFramePr/>
            <p:nvPr/>
          </p:nvGraphicFramePr>
          <p:xfrm>
            <a:off x="4032" y="2808"/>
            <a:ext cx="80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15" imgW="127000" imgH="177165" progId="Equation.3">
                    <p:embed/>
                  </p:oleObj>
                </mc:Choice>
                <mc:Fallback>
                  <p:oleObj name="" r:id="rId15" imgW="127000" imgH="17716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32" y="2808"/>
                          <a:ext cx="80" cy="11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82" name="Object 34"/>
            <p:cNvGraphicFramePr/>
            <p:nvPr/>
          </p:nvGraphicFramePr>
          <p:xfrm>
            <a:off x="3449" y="3172"/>
            <a:ext cx="13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16" imgW="127000" imgH="164465" progId="Equation.3">
                    <p:embed/>
                  </p:oleObj>
                </mc:Choice>
                <mc:Fallback>
                  <p:oleObj name="" r:id="rId16" imgW="127000" imgH="16446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49" y="3172"/>
                          <a:ext cx="136" cy="177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83" name="Group 471"/>
            <p:cNvGrpSpPr/>
            <p:nvPr/>
          </p:nvGrpSpPr>
          <p:grpSpPr>
            <a:xfrm>
              <a:off x="2544" y="2480"/>
              <a:ext cx="280" cy="768"/>
              <a:chOff x="672" y="2096"/>
              <a:chExt cx="280" cy="768"/>
            </a:xfrm>
          </p:grpSpPr>
          <p:sp>
            <p:nvSpPr>
              <p:cNvPr id="8284" name="Line 472"/>
              <p:cNvSpPr/>
              <p:nvPr/>
            </p:nvSpPr>
            <p:spPr>
              <a:xfrm flipV="1">
                <a:off x="952" y="2096"/>
                <a:ext cx="0" cy="76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285" name="Object 35"/>
              <p:cNvGraphicFramePr/>
              <p:nvPr/>
            </p:nvGraphicFramePr>
            <p:xfrm>
              <a:off x="672" y="2208"/>
              <a:ext cx="14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18" imgW="139700" imgH="203200" progId="Equation.3">
                      <p:embed/>
                    </p:oleObj>
                  </mc:Choice>
                  <mc:Fallback>
                    <p:oleObj name="" r:id="rId18" imgW="139700" imgH="2032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672" y="2208"/>
                            <a:ext cx="143" cy="208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86" name="Line 474"/>
            <p:cNvSpPr/>
            <p:nvPr/>
          </p:nvSpPr>
          <p:spPr>
            <a:xfrm flipH="1" flipV="1">
              <a:off x="3600" y="2880"/>
              <a:ext cx="480" cy="192"/>
            </a:xfrm>
            <a:prstGeom prst="line">
              <a:avLst/>
            </a:prstGeom>
            <a:ln w="28575" cap="flat" cmpd="sng">
              <a:solidFill>
                <a:srgbClr val="FF99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9" name="Group 475"/>
          <p:cNvGrpSpPr/>
          <p:nvPr/>
        </p:nvGrpSpPr>
        <p:grpSpPr>
          <a:xfrm>
            <a:off x="176213" y="2663825"/>
            <a:ext cx="4191000" cy="2743200"/>
            <a:chOff x="288" y="144"/>
            <a:chExt cx="2640" cy="1728"/>
          </a:xfrm>
        </p:grpSpPr>
        <p:grpSp>
          <p:nvGrpSpPr>
            <p:cNvPr id="8288" name="Group 476"/>
            <p:cNvGrpSpPr/>
            <p:nvPr/>
          </p:nvGrpSpPr>
          <p:grpSpPr>
            <a:xfrm>
              <a:off x="288" y="144"/>
              <a:ext cx="2640" cy="1728"/>
              <a:chOff x="144" y="1968"/>
              <a:chExt cx="2640" cy="1728"/>
            </a:xfrm>
          </p:grpSpPr>
          <p:sp>
            <p:nvSpPr>
              <p:cNvPr id="8289" name="Rectangle 477"/>
              <p:cNvSpPr/>
              <p:nvPr/>
            </p:nvSpPr>
            <p:spPr>
              <a:xfrm>
                <a:off x="144" y="1968"/>
                <a:ext cx="2640" cy="1728"/>
              </a:xfrm>
              <a:prstGeom prst="rect">
                <a:avLst/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eaLnBrk="0" hangingPunct="0"/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290" name="Group 478"/>
              <p:cNvGrpSpPr/>
              <p:nvPr/>
            </p:nvGrpSpPr>
            <p:grpSpPr>
              <a:xfrm>
                <a:off x="384" y="2568"/>
                <a:ext cx="2016" cy="576"/>
                <a:chOff x="384" y="2568"/>
                <a:chExt cx="2016" cy="576"/>
              </a:xfrm>
            </p:grpSpPr>
            <p:grpSp>
              <p:nvGrpSpPr>
                <p:cNvPr id="8291" name="Group 479"/>
                <p:cNvGrpSpPr/>
                <p:nvPr/>
              </p:nvGrpSpPr>
              <p:grpSpPr>
                <a:xfrm>
                  <a:off x="384" y="2568"/>
                  <a:ext cx="2016" cy="576"/>
                  <a:chOff x="576" y="2400"/>
                  <a:chExt cx="2016" cy="576"/>
                </a:xfrm>
              </p:grpSpPr>
              <p:sp>
                <p:nvSpPr>
                  <p:cNvPr id="8292" name="Arc 480"/>
                  <p:cNvSpPr/>
                  <p:nvPr/>
                </p:nvSpPr>
                <p:spPr>
                  <a:xfrm flipV="1">
                    <a:off x="1584" y="2694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93" name="Arc 481"/>
                  <p:cNvSpPr/>
                  <p:nvPr/>
                </p:nvSpPr>
                <p:spPr>
                  <a:xfrm flipH="1">
                    <a:off x="576" y="2400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94" name="Arc 482"/>
                  <p:cNvSpPr/>
                  <p:nvPr/>
                </p:nvSpPr>
                <p:spPr>
                  <a:xfrm>
                    <a:off x="1584" y="2400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295" name="Arc 483"/>
                  <p:cNvSpPr/>
                  <p:nvPr/>
                </p:nvSpPr>
                <p:spPr>
                  <a:xfrm flipH="1" flipV="1">
                    <a:off x="576" y="2694"/>
                    <a:ext cx="1008" cy="28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008" y="282"/>
                      </a:cxn>
                      <a:cxn ang="0">
                        <a:pos x="0" y="282"/>
                      </a:cxn>
                    </a:cxnLst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8296" name="Group 484"/>
                <p:cNvGrpSpPr/>
                <p:nvPr/>
              </p:nvGrpSpPr>
              <p:grpSpPr>
                <a:xfrm>
                  <a:off x="656" y="2604"/>
                  <a:ext cx="528" cy="516"/>
                  <a:chOff x="3312" y="3364"/>
                  <a:chExt cx="585" cy="572"/>
                </a:xfrm>
              </p:grpSpPr>
              <p:sp>
                <p:nvSpPr>
                  <p:cNvPr id="8297" name="Line 485"/>
                  <p:cNvSpPr/>
                  <p:nvPr/>
                </p:nvSpPr>
                <p:spPr>
                  <a:xfrm flipV="1">
                    <a:off x="3312" y="3648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98" name="Line 486"/>
                  <p:cNvSpPr/>
                  <p:nvPr/>
                </p:nvSpPr>
                <p:spPr>
                  <a:xfrm rot="5400000">
                    <a:off x="3327" y="3663"/>
                    <a:ext cx="539" cy="4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299" name="Line 487"/>
                  <p:cNvSpPr/>
                  <p:nvPr/>
                </p:nvSpPr>
                <p:spPr>
                  <a:xfrm rot="-2708776" flipH="1">
                    <a:off x="3317" y="3644"/>
                    <a:ext cx="572" cy="9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300" name="Line 488"/>
                  <p:cNvSpPr/>
                  <p:nvPr/>
                </p:nvSpPr>
                <p:spPr>
                  <a:xfrm rot="2691224" flipV="1">
                    <a:off x="3321" y="3631"/>
                    <a:ext cx="576" cy="6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301" name="Oval 489"/>
                  <p:cNvSpPr/>
                  <p:nvPr/>
                </p:nvSpPr>
                <p:spPr>
                  <a:xfrm>
                    <a:off x="3456" y="3504"/>
                    <a:ext cx="288" cy="288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0000"/>
                      </a:gs>
                      <a:gs pos="100000">
                        <a:srgbClr val="A90000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8302" name="Group 490"/>
            <p:cNvGrpSpPr/>
            <p:nvPr/>
          </p:nvGrpSpPr>
          <p:grpSpPr>
            <a:xfrm>
              <a:off x="776" y="296"/>
              <a:ext cx="280" cy="768"/>
              <a:chOff x="672" y="2096"/>
              <a:chExt cx="280" cy="768"/>
            </a:xfrm>
          </p:grpSpPr>
          <p:sp>
            <p:nvSpPr>
              <p:cNvPr id="8303" name="Line 491"/>
              <p:cNvSpPr/>
              <p:nvPr/>
            </p:nvSpPr>
            <p:spPr>
              <a:xfrm flipV="1">
                <a:off x="952" y="2096"/>
                <a:ext cx="0" cy="76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304" name="Object 31"/>
              <p:cNvGraphicFramePr/>
              <p:nvPr/>
            </p:nvGraphicFramePr>
            <p:xfrm>
              <a:off x="672" y="2208"/>
              <a:ext cx="14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" name="" r:id="rId20" imgW="139700" imgH="203200" progId="Equation.3">
                      <p:embed/>
                    </p:oleObj>
                  </mc:Choice>
                  <mc:Fallback>
                    <p:oleObj name="" r:id="rId20" imgW="139700" imgH="203200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672" y="2208"/>
                            <a:ext cx="143" cy="208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305" name="Object 29"/>
            <p:cNvGraphicFramePr/>
            <p:nvPr/>
          </p:nvGraphicFramePr>
          <p:xfrm>
            <a:off x="1344" y="528"/>
            <a:ext cx="207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21" imgW="240665" imgH="177800" progId="Equation.3">
                    <p:embed/>
                  </p:oleObj>
                </mc:Choice>
                <mc:Fallback>
                  <p:oleObj name="" r:id="rId21" imgW="240665" imgH="1778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344" y="528"/>
                          <a:ext cx="207" cy="152"/>
                        </a:xfrm>
                        <a:prstGeom prst="rect">
                          <a:avLst/>
                        </a:prstGeom>
                        <a:solidFill>
                          <a:srgbClr val="FF996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06" name="Object 30"/>
            <p:cNvGraphicFramePr/>
            <p:nvPr/>
          </p:nvGraphicFramePr>
          <p:xfrm>
            <a:off x="1440" y="912"/>
            <a:ext cx="13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22" imgW="127000" imgH="164465" progId="Equation.3">
                    <p:embed/>
                  </p:oleObj>
                </mc:Choice>
                <mc:Fallback>
                  <p:oleObj name="" r:id="rId22" imgW="127000" imgH="16446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440" y="912"/>
                          <a:ext cx="136" cy="177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07" name="Line 495"/>
            <p:cNvSpPr/>
            <p:nvPr/>
          </p:nvSpPr>
          <p:spPr>
            <a:xfrm flipH="1" flipV="1">
              <a:off x="1152" y="672"/>
              <a:ext cx="584" cy="8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308" name="Oval 496"/>
            <p:cNvSpPr/>
            <p:nvPr/>
          </p:nvSpPr>
          <p:spPr>
            <a:xfrm>
              <a:off x="1680" y="720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09" name="Line 497"/>
            <p:cNvSpPr/>
            <p:nvPr/>
          </p:nvSpPr>
          <p:spPr>
            <a:xfrm flipV="1">
              <a:off x="1080" y="752"/>
              <a:ext cx="669" cy="296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09394" name="Text Box 498"/>
          <p:cNvSpPr txBox="1"/>
          <p:nvPr/>
        </p:nvSpPr>
        <p:spPr>
          <a:xfrm>
            <a:off x="4419600" y="2882900"/>
            <a:ext cx="4679950" cy="4937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开普勒行星运动定律的面积定律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09395" name="Object 3"/>
          <p:cNvGraphicFramePr/>
          <p:nvPr/>
        </p:nvGraphicFramePr>
        <p:xfrm>
          <a:off x="4800600" y="3406775"/>
          <a:ext cx="38862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3" imgW="1751965" imgH="393700" progId="Equation.3">
                  <p:embed/>
                </p:oleObj>
              </mc:Choice>
              <mc:Fallback>
                <p:oleObj name="" r:id="rId23" imgW="1751965" imgH="3937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00600" y="3406775"/>
                        <a:ext cx="3886200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396" name="Object 4"/>
          <p:cNvGraphicFramePr/>
          <p:nvPr/>
        </p:nvGraphicFramePr>
        <p:xfrm>
          <a:off x="4953000" y="4379913"/>
          <a:ext cx="342900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25" imgW="1522730" imgH="405765" progId="Equation.3">
                  <p:embed/>
                </p:oleObj>
              </mc:Choice>
              <mc:Fallback>
                <p:oleObj name="" r:id="rId25" imgW="1522730" imgH="40576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53000" y="4379913"/>
                        <a:ext cx="3429000" cy="89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397" name="Object 5"/>
          <p:cNvGraphicFramePr/>
          <p:nvPr/>
        </p:nvGraphicFramePr>
        <p:xfrm>
          <a:off x="5283200" y="5430838"/>
          <a:ext cx="2209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27" imgW="888365" imgH="203200" progId="Equation.3">
                  <p:embed/>
                </p:oleObj>
              </mc:Choice>
              <mc:Fallback>
                <p:oleObj name="" r:id="rId27" imgW="888365" imgH="2032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283200" y="5430838"/>
                        <a:ext cx="22098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502"/>
          <p:cNvGrpSpPr/>
          <p:nvPr/>
        </p:nvGrpSpPr>
        <p:grpSpPr>
          <a:xfrm>
            <a:off x="641350" y="5970588"/>
            <a:ext cx="7856538" cy="519112"/>
            <a:chOff x="96" y="3033"/>
            <a:chExt cx="4949" cy="327"/>
          </a:xfrm>
        </p:grpSpPr>
        <p:sp>
          <p:nvSpPr>
            <p:cNvPr id="8315" name="Rectangle 503"/>
            <p:cNvSpPr/>
            <p:nvPr/>
          </p:nvSpPr>
          <p:spPr>
            <a:xfrm>
              <a:off x="96" y="3033"/>
              <a:ext cx="494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 dirty="0">
                  <a:solidFill>
                    <a:srgbClr val="33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33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许多实例都说明                 是一个独立的物理量，</a:t>
              </a:r>
              <a:endParaRPr lang="zh-CN" altLang="en-US" sz="2800" dirty="0">
                <a:solidFill>
                  <a:srgbClr val="33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316" name="Object 28"/>
            <p:cNvGraphicFramePr/>
            <p:nvPr/>
          </p:nvGraphicFramePr>
          <p:xfrm>
            <a:off x="1824" y="3062"/>
            <a:ext cx="86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29" imgW="431165" imgH="165100" progId="Equation.3">
                    <p:embed/>
                  </p:oleObj>
                </mc:Choice>
                <mc:Fallback>
                  <p:oleObj name="" r:id="rId29" imgW="431165" imgH="1651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824" y="3062"/>
                          <a:ext cx="864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9401" name="Text Box 505"/>
          <p:cNvSpPr txBox="1"/>
          <p:nvPr/>
        </p:nvSpPr>
        <p:spPr>
          <a:xfrm>
            <a:off x="476250" y="5500688"/>
            <a:ext cx="4953000" cy="465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再考虑到行星的质量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为恒量，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6" name="Group 506"/>
          <p:cNvGrpSpPr/>
          <p:nvPr/>
        </p:nvGrpSpPr>
        <p:grpSpPr>
          <a:xfrm>
            <a:off x="5041900" y="228600"/>
            <a:ext cx="3810000" cy="2514600"/>
            <a:chOff x="3360" y="720"/>
            <a:chExt cx="2400" cy="1584"/>
          </a:xfrm>
        </p:grpSpPr>
        <p:grpSp>
          <p:nvGrpSpPr>
            <p:cNvPr id="8319" name="Group 507"/>
            <p:cNvGrpSpPr/>
            <p:nvPr/>
          </p:nvGrpSpPr>
          <p:grpSpPr>
            <a:xfrm>
              <a:off x="3360" y="720"/>
              <a:ext cx="2400" cy="1584"/>
              <a:chOff x="3312" y="144"/>
              <a:chExt cx="2400" cy="1584"/>
            </a:xfrm>
          </p:grpSpPr>
          <p:grpSp>
            <p:nvGrpSpPr>
              <p:cNvPr id="8320" name="Group 508"/>
              <p:cNvGrpSpPr/>
              <p:nvPr/>
            </p:nvGrpSpPr>
            <p:grpSpPr>
              <a:xfrm>
                <a:off x="3312" y="144"/>
                <a:ext cx="2400" cy="1584"/>
                <a:chOff x="3360" y="1632"/>
                <a:chExt cx="2400" cy="1584"/>
              </a:xfrm>
            </p:grpSpPr>
            <p:grpSp>
              <p:nvGrpSpPr>
                <p:cNvPr id="8321" name="Group 509"/>
                <p:cNvGrpSpPr/>
                <p:nvPr/>
              </p:nvGrpSpPr>
              <p:grpSpPr>
                <a:xfrm>
                  <a:off x="3360" y="1632"/>
                  <a:ext cx="2400" cy="1584"/>
                  <a:chOff x="1056" y="1872"/>
                  <a:chExt cx="2400" cy="1584"/>
                </a:xfrm>
              </p:grpSpPr>
              <p:sp>
                <p:nvSpPr>
                  <p:cNvPr id="8322" name="Rectangle 510"/>
                  <p:cNvSpPr/>
                  <p:nvPr/>
                </p:nvSpPr>
                <p:spPr>
                  <a:xfrm>
                    <a:off x="1056" y="1872"/>
                    <a:ext cx="2400" cy="158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FF99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 eaLnBrk="0" hangingPunct="0"/>
                    <a:endParaRPr lang="zh-CN" altLang="zh-CN" sz="28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23" name="Oval 511"/>
                  <p:cNvSpPr/>
                  <p:nvPr/>
                </p:nvSpPr>
                <p:spPr>
                  <a:xfrm>
                    <a:off x="1392" y="2232"/>
                    <a:ext cx="1728" cy="912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rgbClr val="FFFF9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24" name="Rectangle 512"/>
                  <p:cNvSpPr/>
                  <p:nvPr/>
                </p:nvSpPr>
                <p:spPr>
                  <a:xfrm>
                    <a:off x="2240" y="2016"/>
                    <a:ext cx="48" cy="67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64718"/>
                      </a:gs>
                      <a:gs pos="50000">
                        <a:srgbClr val="FF9933"/>
                      </a:gs>
                      <a:gs pos="100000">
                        <a:srgbClr val="764718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9409" name="Oval 513"/>
                <p:cNvSpPr>
                  <a:spLocks noChangeArrowheads="1"/>
                </p:cNvSpPr>
                <p:nvPr/>
              </p:nvSpPr>
              <p:spPr bwMode="auto">
                <a:xfrm>
                  <a:off x="4992" y="2032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>
                        <a:gamma/>
                        <a:tint val="0"/>
                        <a:invGamma/>
                      </a:schemeClr>
                    </a:gs>
                    <a:gs pos="100000">
                      <a:schemeClr val="accent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8326" name="Object 27"/>
              <p:cNvGraphicFramePr/>
              <p:nvPr/>
            </p:nvGraphicFramePr>
            <p:xfrm>
              <a:off x="4752" y="288"/>
              <a:ext cx="26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2" name="" r:id="rId31" imgW="240665" imgH="177800" progId="Equation.3">
                      <p:embed/>
                    </p:oleObj>
                  </mc:Choice>
                  <mc:Fallback>
                    <p:oleObj name="" r:id="rId31" imgW="240665" imgH="177800" progId="Equation.3">
                      <p:embed/>
                      <p:pic>
                        <p:nvPicPr>
                          <p:cNvPr id="0" name="图片 3111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4752" y="288"/>
                            <a:ext cx="268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327" name="Line 515"/>
            <p:cNvSpPr/>
            <p:nvPr/>
          </p:nvSpPr>
          <p:spPr>
            <a:xfrm flipH="1" flipV="1">
              <a:off x="4752" y="1017"/>
              <a:ext cx="288" cy="135"/>
            </a:xfrm>
            <a:prstGeom prst="line">
              <a:avLst/>
            </a:prstGeom>
            <a:ln w="9525" cap="flat" cmpd="sng">
              <a:solidFill>
                <a:srgbClr val="8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0" name="Group 516"/>
          <p:cNvGrpSpPr/>
          <p:nvPr/>
        </p:nvGrpSpPr>
        <p:grpSpPr>
          <a:xfrm>
            <a:off x="5041900" y="228600"/>
            <a:ext cx="3810000" cy="2514600"/>
            <a:chOff x="2016" y="624"/>
            <a:chExt cx="2400" cy="1584"/>
          </a:xfrm>
        </p:grpSpPr>
        <p:grpSp>
          <p:nvGrpSpPr>
            <p:cNvPr id="8329" name="Group 517"/>
            <p:cNvGrpSpPr/>
            <p:nvPr/>
          </p:nvGrpSpPr>
          <p:grpSpPr>
            <a:xfrm>
              <a:off x="2016" y="624"/>
              <a:ext cx="2400" cy="1584"/>
              <a:chOff x="3360" y="2112"/>
              <a:chExt cx="2400" cy="1584"/>
            </a:xfrm>
          </p:grpSpPr>
          <p:grpSp>
            <p:nvGrpSpPr>
              <p:cNvPr id="8330" name="Group 518"/>
              <p:cNvGrpSpPr/>
              <p:nvPr/>
            </p:nvGrpSpPr>
            <p:grpSpPr>
              <a:xfrm>
                <a:off x="3360" y="2112"/>
                <a:ext cx="2400" cy="1584"/>
                <a:chOff x="1056" y="1872"/>
                <a:chExt cx="2400" cy="1584"/>
              </a:xfrm>
            </p:grpSpPr>
            <p:sp>
              <p:nvSpPr>
                <p:cNvPr id="8331" name="Rectangle 519"/>
                <p:cNvSpPr/>
                <p:nvPr/>
              </p:nvSpPr>
              <p:spPr>
                <a:xfrm>
                  <a:off x="1056" y="1872"/>
                  <a:ext cx="2400" cy="158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FF99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32" name="Oval 520"/>
                <p:cNvSpPr/>
                <p:nvPr/>
              </p:nvSpPr>
              <p:spPr>
                <a:xfrm>
                  <a:off x="1392" y="2232"/>
                  <a:ext cx="1728" cy="912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FFFF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33" name="Rectangle 521"/>
                <p:cNvSpPr/>
                <p:nvPr/>
              </p:nvSpPr>
              <p:spPr>
                <a:xfrm>
                  <a:off x="2240" y="2016"/>
                  <a:ext cx="48" cy="67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4718"/>
                    </a:gs>
                    <a:gs pos="50000">
                      <a:srgbClr val="FF9933"/>
                    </a:gs>
                    <a:gs pos="100000">
                      <a:srgbClr val="764718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9418" name="Oval 522"/>
              <p:cNvSpPr>
                <a:spLocks noChangeArrowheads="1"/>
              </p:cNvSpPr>
              <p:nvPr/>
            </p:nvSpPr>
            <p:spPr bwMode="auto">
              <a:xfrm>
                <a:off x="3936" y="2544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8335" name="Object 26"/>
            <p:cNvGraphicFramePr/>
            <p:nvPr/>
          </p:nvGraphicFramePr>
          <p:xfrm>
            <a:off x="2208" y="960"/>
            <a:ext cx="26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33" imgW="240665" imgH="177800" progId="Equation.3">
                    <p:embed/>
                  </p:oleObj>
                </mc:Choice>
                <mc:Fallback>
                  <p:oleObj name="" r:id="rId33" imgW="240665" imgH="1778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208" y="960"/>
                          <a:ext cx="268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36" name="Line 524"/>
            <p:cNvSpPr/>
            <p:nvPr/>
          </p:nvSpPr>
          <p:spPr>
            <a:xfrm flipH="1">
              <a:off x="2352" y="110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09121" name="Group 525"/>
          <p:cNvGrpSpPr/>
          <p:nvPr/>
        </p:nvGrpSpPr>
        <p:grpSpPr>
          <a:xfrm>
            <a:off x="5041900" y="228600"/>
            <a:ext cx="3810000" cy="2514600"/>
            <a:chOff x="576" y="1920"/>
            <a:chExt cx="2400" cy="1584"/>
          </a:xfrm>
        </p:grpSpPr>
        <p:grpSp>
          <p:nvGrpSpPr>
            <p:cNvPr id="8338" name="Group 526"/>
            <p:cNvGrpSpPr/>
            <p:nvPr/>
          </p:nvGrpSpPr>
          <p:grpSpPr>
            <a:xfrm>
              <a:off x="576" y="1920"/>
              <a:ext cx="2400" cy="1584"/>
              <a:chOff x="3552" y="2448"/>
              <a:chExt cx="2400" cy="1584"/>
            </a:xfrm>
          </p:grpSpPr>
          <p:grpSp>
            <p:nvGrpSpPr>
              <p:cNvPr id="8339" name="Group 527"/>
              <p:cNvGrpSpPr/>
              <p:nvPr/>
            </p:nvGrpSpPr>
            <p:grpSpPr>
              <a:xfrm>
                <a:off x="3552" y="2448"/>
                <a:ext cx="2400" cy="1584"/>
                <a:chOff x="1056" y="1872"/>
                <a:chExt cx="2400" cy="1584"/>
              </a:xfrm>
            </p:grpSpPr>
            <p:sp>
              <p:nvSpPr>
                <p:cNvPr id="8340" name="Rectangle 528"/>
                <p:cNvSpPr/>
                <p:nvPr/>
              </p:nvSpPr>
              <p:spPr>
                <a:xfrm>
                  <a:off x="1056" y="1872"/>
                  <a:ext cx="2400" cy="158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FF99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41" name="Oval 529"/>
                <p:cNvSpPr/>
                <p:nvPr/>
              </p:nvSpPr>
              <p:spPr>
                <a:xfrm>
                  <a:off x="1392" y="2232"/>
                  <a:ext cx="1728" cy="912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FFFF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42" name="Rectangle 530"/>
                <p:cNvSpPr/>
                <p:nvPr/>
              </p:nvSpPr>
              <p:spPr>
                <a:xfrm>
                  <a:off x="2240" y="2016"/>
                  <a:ext cx="48" cy="67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4718"/>
                    </a:gs>
                    <a:gs pos="50000">
                      <a:srgbClr val="FF9933"/>
                    </a:gs>
                    <a:gs pos="100000">
                      <a:srgbClr val="764718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9427" name="Oval 531"/>
              <p:cNvSpPr>
                <a:spLocks noChangeArrowheads="1"/>
              </p:cNvSpPr>
              <p:nvPr/>
            </p:nvSpPr>
            <p:spPr bwMode="auto">
              <a:xfrm>
                <a:off x="3840" y="3216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8344" name="Object 25"/>
            <p:cNvGraphicFramePr/>
            <p:nvPr/>
          </p:nvGraphicFramePr>
          <p:xfrm>
            <a:off x="624" y="2832"/>
            <a:ext cx="26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34" imgW="240665" imgH="177800" progId="Equation.3">
                    <p:embed/>
                  </p:oleObj>
                </mc:Choice>
                <mc:Fallback>
                  <p:oleObj name="" r:id="rId34" imgW="240665" imgH="1778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24" y="2832"/>
                          <a:ext cx="268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45" name="Line 533"/>
            <p:cNvSpPr/>
            <p:nvPr/>
          </p:nvSpPr>
          <p:spPr>
            <a:xfrm>
              <a:off x="903" y="2736"/>
              <a:ext cx="4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09124" name="Group 534"/>
          <p:cNvGrpSpPr/>
          <p:nvPr/>
        </p:nvGrpSpPr>
        <p:grpSpPr>
          <a:xfrm>
            <a:off x="5041900" y="228600"/>
            <a:ext cx="3810000" cy="2514600"/>
            <a:chOff x="672" y="2352"/>
            <a:chExt cx="2400" cy="1584"/>
          </a:xfrm>
        </p:grpSpPr>
        <p:grpSp>
          <p:nvGrpSpPr>
            <p:cNvPr id="8347" name="Group 535"/>
            <p:cNvGrpSpPr/>
            <p:nvPr/>
          </p:nvGrpSpPr>
          <p:grpSpPr>
            <a:xfrm>
              <a:off x="672" y="2352"/>
              <a:ext cx="2400" cy="1584"/>
              <a:chOff x="3552" y="2880"/>
              <a:chExt cx="2400" cy="1584"/>
            </a:xfrm>
          </p:grpSpPr>
          <p:grpSp>
            <p:nvGrpSpPr>
              <p:cNvPr id="8348" name="Group 536"/>
              <p:cNvGrpSpPr/>
              <p:nvPr/>
            </p:nvGrpSpPr>
            <p:grpSpPr>
              <a:xfrm>
                <a:off x="3552" y="2880"/>
                <a:ext cx="2400" cy="1584"/>
                <a:chOff x="1056" y="1872"/>
                <a:chExt cx="2400" cy="1584"/>
              </a:xfrm>
            </p:grpSpPr>
            <p:sp>
              <p:nvSpPr>
                <p:cNvPr id="8349" name="Rectangle 537"/>
                <p:cNvSpPr/>
                <p:nvPr/>
              </p:nvSpPr>
              <p:spPr>
                <a:xfrm>
                  <a:off x="1056" y="1872"/>
                  <a:ext cx="2400" cy="158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FF99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50" name="Oval 538"/>
                <p:cNvSpPr/>
                <p:nvPr/>
              </p:nvSpPr>
              <p:spPr>
                <a:xfrm>
                  <a:off x="1392" y="2232"/>
                  <a:ext cx="1728" cy="912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FFFF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51" name="Rectangle 539"/>
                <p:cNvSpPr/>
                <p:nvPr/>
              </p:nvSpPr>
              <p:spPr>
                <a:xfrm>
                  <a:off x="2240" y="2016"/>
                  <a:ext cx="48" cy="67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4718"/>
                    </a:gs>
                    <a:gs pos="50000">
                      <a:srgbClr val="FF9933"/>
                    </a:gs>
                    <a:gs pos="100000">
                      <a:srgbClr val="764718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9436" name="Oval 540"/>
              <p:cNvSpPr>
                <a:spLocks noChangeArrowheads="1"/>
              </p:cNvSpPr>
              <p:nvPr/>
            </p:nvSpPr>
            <p:spPr bwMode="auto">
              <a:xfrm>
                <a:off x="4320" y="4056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8353" name="Object 24"/>
            <p:cNvGraphicFramePr/>
            <p:nvPr/>
          </p:nvGraphicFramePr>
          <p:xfrm>
            <a:off x="1440" y="3696"/>
            <a:ext cx="26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35" imgW="240665" imgH="177800" progId="Equation.3">
                    <p:embed/>
                  </p:oleObj>
                </mc:Choice>
                <mc:Fallback>
                  <p:oleObj name="" r:id="rId35" imgW="240665" imgH="1778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440" y="3696"/>
                          <a:ext cx="268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54" name="Line 542"/>
            <p:cNvSpPr/>
            <p:nvPr/>
          </p:nvSpPr>
          <p:spPr>
            <a:xfrm>
              <a:off x="1536" y="3600"/>
              <a:ext cx="28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09127" name="Group 543"/>
          <p:cNvGrpSpPr/>
          <p:nvPr/>
        </p:nvGrpSpPr>
        <p:grpSpPr>
          <a:xfrm>
            <a:off x="5041900" y="228600"/>
            <a:ext cx="3810000" cy="2514600"/>
            <a:chOff x="3120" y="2544"/>
            <a:chExt cx="2400" cy="1584"/>
          </a:xfrm>
        </p:grpSpPr>
        <p:grpSp>
          <p:nvGrpSpPr>
            <p:cNvPr id="8356" name="Group 544"/>
            <p:cNvGrpSpPr/>
            <p:nvPr/>
          </p:nvGrpSpPr>
          <p:grpSpPr>
            <a:xfrm>
              <a:off x="3120" y="2544"/>
              <a:ext cx="2400" cy="1584"/>
              <a:chOff x="1056" y="1872"/>
              <a:chExt cx="2400" cy="1584"/>
            </a:xfrm>
          </p:grpSpPr>
          <p:sp>
            <p:nvSpPr>
              <p:cNvPr id="8357" name="Rectangle 545"/>
              <p:cNvSpPr/>
              <p:nvPr/>
            </p:nvSpPr>
            <p:spPr>
              <a:xfrm>
                <a:off x="1056" y="1872"/>
                <a:ext cx="2400" cy="1584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00FF99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0" hangingPunct="0"/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58" name="Oval 546"/>
              <p:cNvSpPr/>
              <p:nvPr/>
            </p:nvSpPr>
            <p:spPr>
              <a:xfrm>
                <a:off x="1392" y="2232"/>
                <a:ext cx="1728" cy="912"/>
              </a:xfrm>
              <a:prstGeom prst="ellipse">
                <a:avLst/>
              </a:prstGeom>
              <a:noFill/>
              <a:ln w="28575" cap="flat" cmpd="sng">
                <a:solidFill>
                  <a:srgbClr val="FFFF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0" hangingPunct="0"/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59" name="Rectangle 547"/>
              <p:cNvSpPr/>
              <p:nvPr/>
            </p:nvSpPr>
            <p:spPr>
              <a:xfrm>
                <a:off x="2240" y="2016"/>
                <a:ext cx="48" cy="672"/>
              </a:xfrm>
              <a:prstGeom prst="rect">
                <a:avLst/>
              </a:prstGeom>
              <a:gradFill rotWithShape="0">
                <a:gsLst>
                  <a:gs pos="0">
                    <a:srgbClr val="764718"/>
                  </a:gs>
                  <a:gs pos="50000">
                    <a:srgbClr val="FF9933"/>
                  </a:gs>
                  <a:gs pos="100000">
                    <a:srgbClr val="764718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eaLnBrk="0" hangingPunct="0"/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9444" name="Oval 548"/>
            <p:cNvSpPr>
              <a:spLocks noChangeArrowheads="1"/>
            </p:cNvSpPr>
            <p:nvPr/>
          </p:nvSpPr>
          <p:spPr bwMode="auto">
            <a:xfrm>
              <a:off x="4896" y="3618"/>
              <a:ext cx="96" cy="96"/>
            </a:xfrm>
            <a:prstGeom prst="ellipse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361" name="Object 23"/>
            <p:cNvGraphicFramePr/>
            <p:nvPr/>
          </p:nvGraphicFramePr>
          <p:xfrm>
            <a:off x="5136" y="3552"/>
            <a:ext cx="26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36" imgW="240665" imgH="177800" progId="Equation.3">
                    <p:embed/>
                  </p:oleObj>
                </mc:Choice>
                <mc:Fallback>
                  <p:oleObj name="" r:id="rId36" imgW="240665" imgH="1778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136" y="3552"/>
                          <a:ext cx="268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62" name="Line 550"/>
            <p:cNvSpPr/>
            <p:nvPr/>
          </p:nvSpPr>
          <p:spPr>
            <a:xfrm flipV="1">
              <a:off x="4992" y="3504"/>
              <a:ext cx="288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09129" name="Group 551"/>
          <p:cNvGrpSpPr/>
          <p:nvPr/>
        </p:nvGrpSpPr>
        <p:grpSpPr>
          <a:xfrm>
            <a:off x="6527800" y="292100"/>
            <a:ext cx="1346200" cy="1676400"/>
            <a:chOff x="4192" y="96"/>
            <a:chExt cx="848" cy="1056"/>
          </a:xfrm>
        </p:grpSpPr>
        <p:sp>
          <p:nvSpPr>
            <p:cNvPr id="8364" name="Line 552"/>
            <p:cNvSpPr/>
            <p:nvPr/>
          </p:nvSpPr>
          <p:spPr>
            <a:xfrm>
              <a:off x="4464" y="864"/>
              <a:ext cx="576" cy="288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8365" name="Object 21"/>
            <p:cNvGraphicFramePr/>
            <p:nvPr/>
          </p:nvGraphicFramePr>
          <p:xfrm>
            <a:off x="4656" y="672"/>
            <a:ext cx="18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37" imgW="127000" imgH="164465" progId="Equation.3">
                    <p:embed/>
                  </p:oleObj>
                </mc:Choice>
                <mc:Fallback>
                  <p:oleObj name="" r:id="rId37" imgW="127000" imgH="164465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656" y="672"/>
                          <a:ext cx="188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66" name="Line 554"/>
            <p:cNvSpPr/>
            <p:nvPr/>
          </p:nvSpPr>
          <p:spPr>
            <a:xfrm flipV="1">
              <a:off x="4464" y="96"/>
              <a:ext cx="0" cy="768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8367" name="Object 22"/>
            <p:cNvGraphicFramePr/>
            <p:nvPr/>
          </p:nvGraphicFramePr>
          <p:xfrm>
            <a:off x="4192" y="144"/>
            <a:ext cx="1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39" imgW="139700" imgH="203200" progId="Equation.3">
                    <p:embed/>
                  </p:oleObj>
                </mc:Choice>
                <mc:Fallback>
                  <p:oleObj name="" r:id="rId39" imgW="139700" imgH="2032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192" y="144"/>
                          <a:ext cx="176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130" name="Group 556"/>
          <p:cNvGrpSpPr/>
          <p:nvPr/>
        </p:nvGrpSpPr>
        <p:grpSpPr>
          <a:xfrm>
            <a:off x="5041900" y="228600"/>
            <a:ext cx="3810000" cy="2514600"/>
            <a:chOff x="3234" y="18"/>
            <a:chExt cx="2400" cy="1584"/>
          </a:xfrm>
        </p:grpSpPr>
        <p:grpSp>
          <p:nvGrpSpPr>
            <p:cNvPr id="8369" name="Group 557"/>
            <p:cNvGrpSpPr/>
            <p:nvPr/>
          </p:nvGrpSpPr>
          <p:grpSpPr>
            <a:xfrm>
              <a:off x="3234" y="18"/>
              <a:ext cx="2400" cy="1584"/>
              <a:chOff x="3360" y="720"/>
              <a:chExt cx="2400" cy="1584"/>
            </a:xfrm>
          </p:grpSpPr>
          <p:grpSp>
            <p:nvGrpSpPr>
              <p:cNvPr id="8370" name="Group 558"/>
              <p:cNvGrpSpPr/>
              <p:nvPr/>
            </p:nvGrpSpPr>
            <p:grpSpPr>
              <a:xfrm>
                <a:off x="3360" y="720"/>
                <a:ext cx="2400" cy="1584"/>
                <a:chOff x="3312" y="144"/>
                <a:chExt cx="2400" cy="1584"/>
              </a:xfrm>
            </p:grpSpPr>
            <p:grpSp>
              <p:nvGrpSpPr>
                <p:cNvPr id="8371" name="Group 559"/>
                <p:cNvGrpSpPr/>
                <p:nvPr/>
              </p:nvGrpSpPr>
              <p:grpSpPr>
                <a:xfrm>
                  <a:off x="3312" y="144"/>
                  <a:ext cx="2400" cy="1584"/>
                  <a:chOff x="3360" y="1632"/>
                  <a:chExt cx="2400" cy="1584"/>
                </a:xfrm>
              </p:grpSpPr>
              <p:grpSp>
                <p:nvGrpSpPr>
                  <p:cNvPr id="8372" name="Group 560"/>
                  <p:cNvGrpSpPr/>
                  <p:nvPr/>
                </p:nvGrpSpPr>
                <p:grpSpPr>
                  <a:xfrm>
                    <a:off x="3360" y="1632"/>
                    <a:ext cx="2400" cy="1584"/>
                    <a:chOff x="1056" y="1872"/>
                    <a:chExt cx="2400" cy="1584"/>
                  </a:xfrm>
                </p:grpSpPr>
                <p:sp>
                  <p:nvSpPr>
                    <p:cNvPr id="8373" name="Rectangle 561"/>
                    <p:cNvSpPr/>
                    <p:nvPr/>
                  </p:nvSpPr>
                  <p:spPr>
                    <a:xfrm>
                      <a:off x="1056" y="1872"/>
                      <a:ext cx="2400" cy="1584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00FF99"/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 w="9525" cap="flat" cmpd="sng">
                      <a:solidFill>
                        <a:schemeClr val="bg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0" hangingPunct="0"/>
                      <a:endParaRPr lang="zh-CN" altLang="zh-CN" sz="28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374" name="Oval 562"/>
                    <p:cNvSpPr/>
                    <p:nvPr/>
                  </p:nvSpPr>
                  <p:spPr>
                    <a:xfrm>
                      <a:off x="1392" y="2232"/>
                      <a:ext cx="1728" cy="912"/>
                    </a:xfrm>
                    <a:prstGeom prst="ellipse">
                      <a:avLst/>
                    </a:prstGeom>
                    <a:noFill/>
                    <a:ln w="28575" cap="flat" cmpd="sng">
                      <a:solidFill>
                        <a:srgbClr val="FFF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0" hangingPunct="0"/>
                      <a:endParaRPr lang="zh-CN" altLang="en-US" dirty="0"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375" name="Rectangle 563"/>
                    <p:cNvSpPr/>
                    <p:nvPr/>
                  </p:nvSpPr>
                  <p:spPr>
                    <a:xfrm>
                      <a:off x="2240" y="2016"/>
                      <a:ext cx="48" cy="672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764718"/>
                        </a:gs>
                        <a:gs pos="50000">
                          <a:srgbClr val="FF9933"/>
                        </a:gs>
                        <a:gs pos="100000">
                          <a:srgbClr val="764718"/>
                        </a:gs>
                      </a:gsLst>
                      <a:lin ang="0" scaled="1"/>
                      <a:tileRect/>
                    </a:gradFill>
                    <a:ln w="9525">
                      <a:noFill/>
                    </a:ln>
                  </p:spPr>
                  <p:txBody>
                    <a:bodyPr wrap="none" anchor="ctr" anchorCtr="0"/>
                    <a:p>
                      <a:pPr eaLnBrk="0" hangingPunct="0"/>
                      <a:endParaRPr lang="zh-CN" altLang="en-US" dirty="0"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209460" name="Oval 564"/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2032"/>
                    <a:ext cx="96" cy="9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accent2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2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aphicFrame>
              <p:nvGraphicFramePr>
                <p:cNvPr id="8377" name="Object 20"/>
                <p:cNvGraphicFramePr/>
                <p:nvPr/>
              </p:nvGraphicFramePr>
              <p:xfrm>
                <a:off x="4752" y="288"/>
                <a:ext cx="268" cy="19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90" name="" r:id="rId40" imgW="240665" imgH="177800" progId="Equation.3">
                        <p:embed/>
                      </p:oleObj>
                    </mc:Choice>
                    <mc:Fallback>
                      <p:oleObj name="" r:id="rId40" imgW="240665" imgH="177800" progId="Equation.3">
                        <p:embed/>
                        <p:pic>
                          <p:nvPicPr>
                            <p:cNvPr id="0" name="图片 3089"/>
                            <p:cNvPicPr/>
                            <p:nvPr/>
                          </p:nvPicPr>
                          <p:blipFill>
                            <a:blip r:embed="rId3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752" y="288"/>
                              <a:ext cx="268" cy="19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8378" name="Line 566"/>
              <p:cNvSpPr/>
              <p:nvPr/>
            </p:nvSpPr>
            <p:spPr>
              <a:xfrm flipH="1" flipV="1">
                <a:off x="4752" y="1017"/>
                <a:ext cx="288" cy="135"/>
              </a:xfrm>
              <a:prstGeom prst="line">
                <a:avLst/>
              </a:prstGeom>
              <a:ln w="9525" cap="flat" cmpd="sng">
                <a:solidFill>
                  <a:srgbClr val="8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379" name="Line 567"/>
            <p:cNvSpPr/>
            <p:nvPr/>
          </p:nvSpPr>
          <p:spPr>
            <a:xfrm flipV="1">
              <a:off x="4452" y="519"/>
              <a:ext cx="432" cy="288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380" name="Group 568"/>
            <p:cNvGrpSpPr/>
            <p:nvPr/>
          </p:nvGrpSpPr>
          <p:grpSpPr>
            <a:xfrm>
              <a:off x="4158" y="54"/>
              <a:ext cx="272" cy="768"/>
              <a:chOff x="1276" y="1914"/>
              <a:chExt cx="272" cy="768"/>
            </a:xfrm>
          </p:grpSpPr>
          <p:sp>
            <p:nvSpPr>
              <p:cNvPr id="8381" name="Line 569"/>
              <p:cNvSpPr/>
              <p:nvPr/>
            </p:nvSpPr>
            <p:spPr>
              <a:xfrm flipV="1">
                <a:off x="1548" y="1914"/>
                <a:ext cx="0" cy="76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382" name="Object 19"/>
              <p:cNvGraphicFramePr/>
              <p:nvPr/>
            </p:nvGraphicFramePr>
            <p:xfrm>
              <a:off x="1276" y="1962"/>
              <a:ext cx="176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6" name="" r:id="rId41" imgW="139700" imgH="203200" progId="Equation.3">
                      <p:embed/>
                    </p:oleObj>
                  </mc:Choice>
                  <mc:Fallback>
                    <p:oleObj name="" r:id="rId41" imgW="139700" imgH="203200" progId="Equation.3">
                      <p:embed/>
                      <p:pic>
                        <p:nvPicPr>
                          <p:cNvPr id="0" name="图片 3095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276" y="1962"/>
                            <a:ext cx="176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383" name="Object 18"/>
            <p:cNvGraphicFramePr/>
            <p:nvPr/>
          </p:nvGraphicFramePr>
          <p:xfrm>
            <a:off x="4512" y="432"/>
            <a:ext cx="18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42" imgW="127000" imgH="164465" progId="Equation.3">
                    <p:embed/>
                  </p:oleObj>
                </mc:Choice>
                <mc:Fallback>
                  <p:oleObj name="" r:id="rId42" imgW="127000" imgH="16446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512" y="432"/>
                          <a:ext cx="188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136" name="Group 572"/>
          <p:cNvGrpSpPr/>
          <p:nvPr/>
        </p:nvGrpSpPr>
        <p:grpSpPr>
          <a:xfrm>
            <a:off x="5029200" y="228600"/>
            <a:ext cx="3810000" cy="2514600"/>
            <a:chOff x="2880" y="480"/>
            <a:chExt cx="2400" cy="1584"/>
          </a:xfrm>
        </p:grpSpPr>
        <p:grpSp>
          <p:nvGrpSpPr>
            <p:cNvPr id="8385" name="Group 573"/>
            <p:cNvGrpSpPr/>
            <p:nvPr/>
          </p:nvGrpSpPr>
          <p:grpSpPr>
            <a:xfrm>
              <a:off x="2880" y="480"/>
              <a:ext cx="2400" cy="1584"/>
              <a:chOff x="2016" y="624"/>
              <a:chExt cx="2400" cy="1584"/>
            </a:xfrm>
          </p:grpSpPr>
          <p:grpSp>
            <p:nvGrpSpPr>
              <p:cNvPr id="8386" name="Group 574"/>
              <p:cNvGrpSpPr/>
              <p:nvPr/>
            </p:nvGrpSpPr>
            <p:grpSpPr>
              <a:xfrm>
                <a:off x="2016" y="624"/>
                <a:ext cx="2400" cy="1584"/>
                <a:chOff x="3360" y="2112"/>
                <a:chExt cx="2400" cy="1584"/>
              </a:xfrm>
            </p:grpSpPr>
            <p:grpSp>
              <p:nvGrpSpPr>
                <p:cNvPr id="8387" name="Group 575"/>
                <p:cNvGrpSpPr/>
                <p:nvPr/>
              </p:nvGrpSpPr>
              <p:grpSpPr>
                <a:xfrm>
                  <a:off x="3360" y="2112"/>
                  <a:ext cx="2400" cy="1584"/>
                  <a:chOff x="1056" y="1872"/>
                  <a:chExt cx="2400" cy="1584"/>
                </a:xfrm>
              </p:grpSpPr>
              <p:sp>
                <p:nvSpPr>
                  <p:cNvPr id="8388" name="Rectangle 576"/>
                  <p:cNvSpPr/>
                  <p:nvPr/>
                </p:nvSpPr>
                <p:spPr>
                  <a:xfrm>
                    <a:off x="1056" y="1872"/>
                    <a:ext cx="2400" cy="158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FF99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89" name="Oval 577"/>
                  <p:cNvSpPr/>
                  <p:nvPr/>
                </p:nvSpPr>
                <p:spPr>
                  <a:xfrm>
                    <a:off x="1392" y="2232"/>
                    <a:ext cx="1728" cy="912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rgbClr val="FFFF9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90" name="Rectangle 578"/>
                  <p:cNvSpPr/>
                  <p:nvPr/>
                </p:nvSpPr>
                <p:spPr>
                  <a:xfrm>
                    <a:off x="2240" y="2016"/>
                    <a:ext cx="48" cy="67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64718"/>
                      </a:gs>
                      <a:gs pos="50000">
                        <a:srgbClr val="FF9933"/>
                      </a:gs>
                      <a:gs pos="100000">
                        <a:srgbClr val="764718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9475" name="Oval 579"/>
                <p:cNvSpPr>
                  <a:spLocks noChangeArrowheads="1"/>
                </p:cNvSpPr>
                <p:nvPr/>
              </p:nvSpPr>
              <p:spPr bwMode="auto">
                <a:xfrm>
                  <a:off x="3936" y="2544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>
                        <a:gamma/>
                        <a:tint val="0"/>
                        <a:invGamma/>
                      </a:schemeClr>
                    </a:gs>
                    <a:gs pos="100000">
                      <a:schemeClr val="accent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8392" name="Object 17"/>
              <p:cNvGraphicFramePr/>
              <p:nvPr/>
            </p:nvGraphicFramePr>
            <p:xfrm>
              <a:off x="2208" y="960"/>
              <a:ext cx="26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4" name="" r:id="rId43" imgW="240665" imgH="177800" progId="Equation.3">
                      <p:embed/>
                    </p:oleObj>
                  </mc:Choice>
                  <mc:Fallback>
                    <p:oleObj name="" r:id="rId43" imgW="240665" imgH="177800" progId="Equation.3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2208" y="960"/>
                            <a:ext cx="268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393" name="Line 581"/>
              <p:cNvSpPr/>
              <p:nvPr/>
            </p:nvSpPr>
            <p:spPr>
              <a:xfrm flipH="1">
                <a:off x="2352" y="1104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394" name="Line 582"/>
            <p:cNvSpPr/>
            <p:nvPr/>
          </p:nvSpPr>
          <p:spPr>
            <a:xfrm flipH="1" flipV="1">
              <a:off x="3504" y="960"/>
              <a:ext cx="576" cy="288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395" name="Group 583"/>
            <p:cNvGrpSpPr/>
            <p:nvPr/>
          </p:nvGrpSpPr>
          <p:grpSpPr>
            <a:xfrm>
              <a:off x="3810" y="507"/>
              <a:ext cx="272" cy="768"/>
              <a:chOff x="1276" y="1914"/>
              <a:chExt cx="272" cy="768"/>
            </a:xfrm>
          </p:grpSpPr>
          <p:sp>
            <p:nvSpPr>
              <p:cNvPr id="8396" name="Line 584"/>
              <p:cNvSpPr/>
              <p:nvPr/>
            </p:nvSpPr>
            <p:spPr>
              <a:xfrm flipV="1">
                <a:off x="1548" y="1914"/>
                <a:ext cx="0" cy="76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397" name="Object 16"/>
              <p:cNvGraphicFramePr/>
              <p:nvPr/>
            </p:nvGraphicFramePr>
            <p:xfrm>
              <a:off x="1276" y="1962"/>
              <a:ext cx="176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3" name="" r:id="rId44" imgW="139700" imgH="203200" progId="Equation.3">
                      <p:embed/>
                    </p:oleObj>
                  </mc:Choice>
                  <mc:Fallback>
                    <p:oleObj name="" r:id="rId44" imgW="139700" imgH="203200" progId="Equation.3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276" y="1962"/>
                            <a:ext cx="176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398" name="Object 15"/>
            <p:cNvGraphicFramePr/>
            <p:nvPr/>
          </p:nvGraphicFramePr>
          <p:xfrm>
            <a:off x="3648" y="1100"/>
            <a:ext cx="18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45" imgW="127000" imgH="164465" progId="Equation.3">
                    <p:embed/>
                  </p:oleObj>
                </mc:Choice>
                <mc:Fallback>
                  <p:oleObj name="" r:id="rId45" imgW="127000" imgH="164465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648" y="1100"/>
                          <a:ext cx="188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141" name="Group 587"/>
          <p:cNvGrpSpPr/>
          <p:nvPr/>
        </p:nvGrpSpPr>
        <p:grpSpPr>
          <a:xfrm>
            <a:off x="5041900" y="215900"/>
            <a:ext cx="3810000" cy="2514600"/>
            <a:chOff x="1728" y="816"/>
            <a:chExt cx="2400" cy="1584"/>
          </a:xfrm>
        </p:grpSpPr>
        <p:grpSp>
          <p:nvGrpSpPr>
            <p:cNvPr id="8400" name="Group 588"/>
            <p:cNvGrpSpPr/>
            <p:nvPr/>
          </p:nvGrpSpPr>
          <p:grpSpPr>
            <a:xfrm>
              <a:off x="1728" y="816"/>
              <a:ext cx="2400" cy="1584"/>
              <a:chOff x="576" y="1920"/>
              <a:chExt cx="2400" cy="1584"/>
            </a:xfrm>
          </p:grpSpPr>
          <p:grpSp>
            <p:nvGrpSpPr>
              <p:cNvPr id="8401" name="Group 589"/>
              <p:cNvGrpSpPr/>
              <p:nvPr/>
            </p:nvGrpSpPr>
            <p:grpSpPr>
              <a:xfrm>
                <a:off x="576" y="1920"/>
                <a:ext cx="2400" cy="1584"/>
                <a:chOff x="3552" y="2448"/>
                <a:chExt cx="2400" cy="1584"/>
              </a:xfrm>
            </p:grpSpPr>
            <p:grpSp>
              <p:nvGrpSpPr>
                <p:cNvPr id="8402" name="Group 590"/>
                <p:cNvGrpSpPr/>
                <p:nvPr/>
              </p:nvGrpSpPr>
              <p:grpSpPr>
                <a:xfrm>
                  <a:off x="3552" y="2448"/>
                  <a:ext cx="2400" cy="1584"/>
                  <a:chOff x="1056" y="1872"/>
                  <a:chExt cx="2400" cy="1584"/>
                </a:xfrm>
              </p:grpSpPr>
              <p:sp>
                <p:nvSpPr>
                  <p:cNvPr id="8403" name="Rectangle 591"/>
                  <p:cNvSpPr/>
                  <p:nvPr/>
                </p:nvSpPr>
                <p:spPr>
                  <a:xfrm>
                    <a:off x="1056" y="1872"/>
                    <a:ext cx="2400" cy="158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FF99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04" name="Oval 592"/>
                  <p:cNvSpPr/>
                  <p:nvPr/>
                </p:nvSpPr>
                <p:spPr>
                  <a:xfrm>
                    <a:off x="1392" y="2232"/>
                    <a:ext cx="1728" cy="912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rgbClr val="FFFF9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05" name="Rectangle 593"/>
                  <p:cNvSpPr/>
                  <p:nvPr/>
                </p:nvSpPr>
                <p:spPr>
                  <a:xfrm>
                    <a:off x="2240" y="2016"/>
                    <a:ext cx="48" cy="67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64718"/>
                      </a:gs>
                      <a:gs pos="50000">
                        <a:srgbClr val="FF9933"/>
                      </a:gs>
                      <a:gs pos="100000">
                        <a:srgbClr val="764718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9490" name="Oval 594"/>
                <p:cNvSpPr>
                  <a:spLocks noChangeArrowheads="1"/>
                </p:cNvSpPr>
                <p:nvPr/>
              </p:nvSpPr>
              <p:spPr bwMode="auto">
                <a:xfrm>
                  <a:off x="3840" y="3216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>
                        <a:gamma/>
                        <a:tint val="0"/>
                        <a:invGamma/>
                      </a:schemeClr>
                    </a:gs>
                    <a:gs pos="100000">
                      <a:schemeClr val="accent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8407" name="Object 14"/>
              <p:cNvGraphicFramePr/>
              <p:nvPr/>
            </p:nvGraphicFramePr>
            <p:xfrm>
              <a:off x="624" y="2832"/>
              <a:ext cx="26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5" name="" r:id="rId46" imgW="240665" imgH="177800" progId="Equation.3">
                      <p:embed/>
                    </p:oleObj>
                  </mc:Choice>
                  <mc:Fallback>
                    <p:oleObj name="" r:id="rId46" imgW="240665" imgH="177800" progId="Equation.3">
                      <p:embed/>
                      <p:pic>
                        <p:nvPicPr>
                          <p:cNvPr id="0" name="图片 3094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624" y="2832"/>
                            <a:ext cx="268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08" name="Line 596"/>
              <p:cNvSpPr/>
              <p:nvPr/>
            </p:nvSpPr>
            <p:spPr>
              <a:xfrm>
                <a:off x="903" y="2736"/>
                <a:ext cx="48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409" name="Line 597"/>
            <p:cNvSpPr/>
            <p:nvPr/>
          </p:nvSpPr>
          <p:spPr>
            <a:xfrm flipH="1">
              <a:off x="2112" y="1632"/>
              <a:ext cx="816" cy="0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410" name="Group 598"/>
            <p:cNvGrpSpPr/>
            <p:nvPr/>
          </p:nvGrpSpPr>
          <p:grpSpPr>
            <a:xfrm>
              <a:off x="2658" y="864"/>
              <a:ext cx="272" cy="768"/>
              <a:chOff x="1276" y="1914"/>
              <a:chExt cx="272" cy="768"/>
            </a:xfrm>
          </p:grpSpPr>
          <p:sp>
            <p:nvSpPr>
              <p:cNvPr id="8411" name="Line 599"/>
              <p:cNvSpPr/>
              <p:nvPr/>
            </p:nvSpPr>
            <p:spPr>
              <a:xfrm flipV="1">
                <a:off x="1548" y="1914"/>
                <a:ext cx="0" cy="76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412" name="Object 13"/>
              <p:cNvGraphicFramePr/>
              <p:nvPr/>
            </p:nvGraphicFramePr>
            <p:xfrm>
              <a:off x="1276" y="1962"/>
              <a:ext cx="176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47" imgW="139700" imgH="203200" progId="Equation.3">
                      <p:embed/>
                    </p:oleObj>
                  </mc:Choice>
                  <mc:Fallback>
                    <p:oleObj name="" r:id="rId47" imgW="139700" imgH="203200" progId="Equation.3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276" y="1962"/>
                            <a:ext cx="176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413" name="Object 12"/>
            <p:cNvGraphicFramePr/>
            <p:nvPr/>
          </p:nvGraphicFramePr>
          <p:xfrm>
            <a:off x="2448" y="1392"/>
            <a:ext cx="18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48" imgW="127000" imgH="164465" progId="Equation.3">
                    <p:embed/>
                  </p:oleObj>
                </mc:Choice>
                <mc:Fallback>
                  <p:oleObj name="" r:id="rId48" imgW="127000" imgH="164465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2448" y="1392"/>
                          <a:ext cx="188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146" name="Group 602"/>
          <p:cNvGrpSpPr/>
          <p:nvPr/>
        </p:nvGrpSpPr>
        <p:grpSpPr>
          <a:xfrm>
            <a:off x="5041900" y="228600"/>
            <a:ext cx="3810000" cy="2514600"/>
            <a:chOff x="2448" y="1584"/>
            <a:chExt cx="2400" cy="1584"/>
          </a:xfrm>
        </p:grpSpPr>
        <p:grpSp>
          <p:nvGrpSpPr>
            <p:cNvPr id="8415" name="Group 603"/>
            <p:cNvGrpSpPr/>
            <p:nvPr/>
          </p:nvGrpSpPr>
          <p:grpSpPr>
            <a:xfrm>
              <a:off x="2448" y="1584"/>
              <a:ext cx="2400" cy="1584"/>
              <a:chOff x="672" y="2352"/>
              <a:chExt cx="2400" cy="1584"/>
            </a:xfrm>
          </p:grpSpPr>
          <p:grpSp>
            <p:nvGrpSpPr>
              <p:cNvPr id="8416" name="Group 604"/>
              <p:cNvGrpSpPr/>
              <p:nvPr/>
            </p:nvGrpSpPr>
            <p:grpSpPr>
              <a:xfrm>
                <a:off x="672" y="2352"/>
                <a:ext cx="2400" cy="1584"/>
                <a:chOff x="3552" y="2880"/>
                <a:chExt cx="2400" cy="1584"/>
              </a:xfrm>
            </p:grpSpPr>
            <p:grpSp>
              <p:nvGrpSpPr>
                <p:cNvPr id="8417" name="Group 605"/>
                <p:cNvGrpSpPr/>
                <p:nvPr/>
              </p:nvGrpSpPr>
              <p:grpSpPr>
                <a:xfrm>
                  <a:off x="3552" y="2880"/>
                  <a:ext cx="2400" cy="1584"/>
                  <a:chOff x="1056" y="1872"/>
                  <a:chExt cx="2400" cy="1584"/>
                </a:xfrm>
              </p:grpSpPr>
              <p:sp>
                <p:nvSpPr>
                  <p:cNvPr id="8418" name="Rectangle 606"/>
                  <p:cNvSpPr/>
                  <p:nvPr/>
                </p:nvSpPr>
                <p:spPr>
                  <a:xfrm>
                    <a:off x="1056" y="1872"/>
                    <a:ext cx="2400" cy="158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FF99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bg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19" name="Oval 607"/>
                  <p:cNvSpPr/>
                  <p:nvPr/>
                </p:nvSpPr>
                <p:spPr>
                  <a:xfrm>
                    <a:off x="1392" y="2232"/>
                    <a:ext cx="1728" cy="912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rgbClr val="FFFF9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20" name="Rectangle 608"/>
                  <p:cNvSpPr/>
                  <p:nvPr/>
                </p:nvSpPr>
                <p:spPr>
                  <a:xfrm>
                    <a:off x="2240" y="2016"/>
                    <a:ext cx="48" cy="67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64718"/>
                      </a:gs>
                      <a:gs pos="50000">
                        <a:srgbClr val="FF9933"/>
                      </a:gs>
                      <a:gs pos="100000">
                        <a:srgbClr val="764718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p>
                    <a:pPr eaLnBrk="0" hangingPunct="0"/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9505" name="Oval 609"/>
                <p:cNvSpPr>
                  <a:spLocks noChangeArrowheads="1"/>
                </p:cNvSpPr>
                <p:nvPr/>
              </p:nvSpPr>
              <p:spPr bwMode="auto">
                <a:xfrm>
                  <a:off x="4320" y="4056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>
                        <a:gamma/>
                        <a:tint val="0"/>
                        <a:invGamma/>
                      </a:schemeClr>
                    </a:gs>
                    <a:gs pos="100000">
                      <a:schemeClr val="accent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8422" name="Object 11"/>
              <p:cNvGraphicFramePr/>
              <p:nvPr/>
            </p:nvGraphicFramePr>
            <p:xfrm>
              <a:off x="1440" y="3696"/>
              <a:ext cx="26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50" imgW="240665" imgH="177800" progId="Equation.3">
                      <p:embed/>
                    </p:oleObj>
                  </mc:Choice>
                  <mc:Fallback>
                    <p:oleObj name="" r:id="rId50" imgW="240665" imgH="17780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1440" y="3696"/>
                            <a:ext cx="268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23" name="Line 611"/>
              <p:cNvSpPr/>
              <p:nvPr/>
            </p:nvSpPr>
            <p:spPr>
              <a:xfrm>
                <a:off x="1536" y="3600"/>
                <a:ext cx="288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424" name="Line 612"/>
            <p:cNvSpPr/>
            <p:nvPr/>
          </p:nvSpPr>
          <p:spPr>
            <a:xfrm flipH="1">
              <a:off x="3264" y="2400"/>
              <a:ext cx="384" cy="384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425" name="Group 613"/>
            <p:cNvGrpSpPr/>
            <p:nvPr/>
          </p:nvGrpSpPr>
          <p:grpSpPr>
            <a:xfrm>
              <a:off x="3387" y="1641"/>
              <a:ext cx="272" cy="768"/>
              <a:chOff x="1276" y="1914"/>
              <a:chExt cx="272" cy="768"/>
            </a:xfrm>
          </p:grpSpPr>
          <p:sp>
            <p:nvSpPr>
              <p:cNvPr id="8426" name="Line 614"/>
              <p:cNvSpPr/>
              <p:nvPr/>
            </p:nvSpPr>
            <p:spPr>
              <a:xfrm flipV="1">
                <a:off x="1548" y="1914"/>
                <a:ext cx="0" cy="768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427" name="Object 10"/>
              <p:cNvGraphicFramePr/>
              <p:nvPr/>
            </p:nvGraphicFramePr>
            <p:xfrm>
              <a:off x="1276" y="1962"/>
              <a:ext cx="176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9" name="" r:id="rId51" imgW="139700" imgH="203200" progId="Equation.3">
                      <p:embed/>
                    </p:oleObj>
                  </mc:Choice>
                  <mc:Fallback>
                    <p:oleObj name="" r:id="rId51" imgW="139700" imgH="203200" progId="Equation.3">
                      <p:embed/>
                      <p:pic>
                        <p:nvPicPr>
                          <p:cNvPr id="0" name="图片 3098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276" y="1962"/>
                            <a:ext cx="176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428" name="Object 9"/>
            <p:cNvGraphicFramePr/>
            <p:nvPr/>
          </p:nvGraphicFramePr>
          <p:xfrm>
            <a:off x="3552" y="2496"/>
            <a:ext cx="18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52" imgW="127000" imgH="164465" progId="Equation.3">
                    <p:embed/>
                  </p:oleObj>
                </mc:Choice>
                <mc:Fallback>
                  <p:oleObj name="" r:id="rId52" imgW="127000" imgH="16446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552" y="2496"/>
                          <a:ext cx="188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154" name="Group 617"/>
          <p:cNvGrpSpPr/>
          <p:nvPr/>
        </p:nvGrpSpPr>
        <p:grpSpPr>
          <a:xfrm>
            <a:off x="5041900" y="215900"/>
            <a:ext cx="3810000" cy="2514600"/>
            <a:chOff x="624" y="2496"/>
            <a:chExt cx="2400" cy="1584"/>
          </a:xfrm>
        </p:grpSpPr>
        <p:grpSp>
          <p:nvGrpSpPr>
            <p:cNvPr id="8430" name="Group 618"/>
            <p:cNvGrpSpPr/>
            <p:nvPr/>
          </p:nvGrpSpPr>
          <p:grpSpPr>
            <a:xfrm>
              <a:off x="624" y="2496"/>
              <a:ext cx="2400" cy="1584"/>
              <a:chOff x="3120" y="2544"/>
              <a:chExt cx="2400" cy="1584"/>
            </a:xfrm>
          </p:grpSpPr>
          <p:grpSp>
            <p:nvGrpSpPr>
              <p:cNvPr id="8431" name="Group 619"/>
              <p:cNvGrpSpPr/>
              <p:nvPr/>
            </p:nvGrpSpPr>
            <p:grpSpPr>
              <a:xfrm>
                <a:off x="3120" y="2544"/>
                <a:ext cx="2400" cy="1584"/>
                <a:chOff x="1056" y="1872"/>
                <a:chExt cx="2400" cy="1584"/>
              </a:xfrm>
            </p:grpSpPr>
            <p:sp>
              <p:nvSpPr>
                <p:cNvPr id="8432" name="Rectangle 620"/>
                <p:cNvSpPr/>
                <p:nvPr/>
              </p:nvSpPr>
              <p:spPr>
                <a:xfrm>
                  <a:off x="1056" y="1872"/>
                  <a:ext cx="2400" cy="158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FF99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33" name="Oval 621"/>
                <p:cNvSpPr/>
                <p:nvPr/>
              </p:nvSpPr>
              <p:spPr>
                <a:xfrm>
                  <a:off x="1392" y="2232"/>
                  <a:ext cx="1728" cy="912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34" name="Rectangle 622"/>
                <p:cNvSpPr/>
                <p:nvPr/>
              </p:nvSpPr>
              <p:spPr>
                <a:xfrm>
                  <a:off x="2240" y="2016"/>
                  <a:ext cx="48" cy="67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4718"/>
                    </a:gs>
                    <a:gs pos="50000">
                      <a:srgbClr val="FF9933"/>
                    </a:gs>
                    <a:gs pos="100000">
                      <a:srgbClr val="764718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p>
                  <a:pPr eaLnBrk="0" hangingPunct="0"/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9519" name="Oval 623"/>
              <p:cNvSpPr>
                <a:spLocks noChangeArrowheads="1"/>
              </p:cNvSpPr>
              <p:nvPr/>
            </p:nvSpPr>
            <p:spPr bwMode="auto">
              <a:xfrm>
                <a:off x="4896" y="3618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8436" name="Object 8"/>
              <p:cNvGraphicFramePr/>
              <p:nvPr/>
            </p:nvGraphicFramePr>
            <p:xfrm>
              <a:off x="5136" y="3552"/>
              <a:ext cx="26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0" name="" r:id="rId53" imgW="240665" imgH="177800" progId="Equation.3">
                      <p:embed/>
                    </p:oleObj>
                  </mc:Choice>
                  <mc:Fallback>
                    <p:oleObj name="" r:id="rId53" imgW="240665" imgH="177800" progId="Equation.3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136" y="3552"/>
                            <a:ext cx="268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37" name="Line 625"/>
              <p:cNvSpPr/>
              <p:nvPr/>
            </p:nvSpPr>
            <p:spPr>
              <a:xfrm flipV="1">
                <a:off x="4992" y="3504"/>
                <a:ext cx="288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438" name="Group 626"/>
            <p:cNvGrpSpPr/>
            <p:nvPr/>
          </p:nvGrpSpPr>
          <p:grpSpPr>
            <a:xfrm>
              <a:off x="1551" y="2520"/>
              <a:ext cx="849" cy="1068"/>
              <a:chOff x="1275" y="1812"/>
              <a:chExt cx="849" cy="1068"/>
            </a:xfrm>
          </p:grpSpPr>
          <p:sp>
            <p:nvSpPr>
              <p:cNvPr id="8439" name="Line 627"/>
              <p:cNvSpPr/>
              <p:nvPr/>
            </p:nvSpPr>
            <p:spPr>
              <a:xfrm>
                <a:off x="1548" y="2592"/>
                <a:ext cx="576" cy="288"/>
              </a:xfrm>
              <a:prstGeom prst="line">
                <a:avLst/>
              </a:prstGeom>
              <a:ln w="285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8440" name="Object 6"/>
              <p:cNvGraphicFramePr/>
              <p:nvPr/>
            </p:nvGraphicFramePr>
            <p:xfrm>
              <a:off x="1740" y="2490"/>
              <a:ext cx="188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7" name="" r:id="rId54" imgW="127000" imgH="164465" progId="Equation.3">
                      <p:embed/>
                    </p:oleObj>
                  </mc:Choice>
                  <mc:Fallback>
                    <p:oleObj name="" r:id="rId54" imgW="127000" imgH="164465" progId="Equation.3">
                      <p:embed/>
                      <p:pic>
                        <p:nvPicPr>
                          <p:cNvPr id="0" name="图片 3096"/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1740" y="2490"/>
                            <a:ext cx="188" cy="2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441" name="Group 629"/>
              <p:cNvGrpSpPr/>
              <p:nvPr/>
            </p:nvGrpSpPr>
            <p:grpSpPr>
              <a:xfrm>
                <a:off x="1275" y="1812"/>
                <a:ext cx="272" cy="768"/>
                <a:chOff x="1276" y="1914"/>
                <a:chExt cx="272" cy="768"/>
              </a:xfrm>
            </p:grpSpPr>
            <p:sp>
              <p:nvSpPr>
                <p:cNvPr id="8442" name="Line 630"/>
                <p:cNvSpPr/>
                <p:nvPr/>
              </p:nvSpPr>
              <p:spPr>
                <a:xfrm flipV="1">
                  <a:off x="1548" y="1914"/>
                  <a:ext cx="0" cy="768"/>
                </a:xfrm>
                <a:prstGeom prst="line">
                  <a:avLst/>
                </a:prstGeom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graphicFrame>
              <p:nvGraphicFramePr>
                <p:cNvPr id="8443" name="Object 7"/>
                <p:cNvGraphicFramePr/>
                <p:nvPr/>
              </p:nvGraphicFramePr>
              <p:xfrm>
                <a:off x="1276" y="1962"/>
                <a:ext cx="176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02" name="" r:id="rId55" imgW="139700" imgH="203200" progId="Equation.3">
                        <p:embed/>
                      </p:oleObj>
                    </mc:Choice>
                    <mc:Fallback>
                      <p:oleObj name="" r:id="rId55" imgW="139700" imgH="203200" progId="Equation.3">
                        <p:embed/>
                        <p:pic>
                          <p:nvPicPr>
                            <p:cNvPr id="0" name="图片 3101"/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6" y="1962"/>
                              <a:ext cx="176" cy="25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5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915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9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9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9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9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9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9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9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9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0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3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0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0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0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09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09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09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09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151" grpId="0"/>
      <p:bldP spid="209153" grpId="0" build="p"/>
      <p:bldP spid="209280" grpId="0" animBg="1"/>
      <p:bldP spid="209301" grpId="0" animBg="1"/>
      <p:bldP spid="209302" grpId="0" animBg="1"/>
      <p:bldP spid="209303" grpId="0" animBg="1"/>
      <p:bldP spid="209304" grpId="0" animBg="1"/>
      <p:bldP spid="209305" grpId="0" animBg="1"/>
      <p:bldP spid="209306" grpId="0" animBg="1"/>
      <p:bldP spid="209307" grpId="0" animBg="1"/>
      <p:bldP spid="209308" grpId="0" animBg="1"/>
      <p:bldP spid="209309" grpId="0" animBg="1"/>
      <p:bldP spid="209394" grpId="0"/>
      <p:bldP spid="20940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 txBox="1">
            <a:spLocks noGrp="1"/>
          </p:cNvSpPr>
          <p:nvPr>
            <p:ph type="sldNum" sz="quarter" idx="4294967295"/>
          </p:nvPr>
        </p:nvSpPr>
        <p:spPr>
          <a:xfrm>
            <a:off x="7137400" y="625792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09926" name="Text Box 6"/>
          <p:cNvSpPr txBox="1"/>
          <p:nvPr/>
        </p:nvSpPr>
        <p:spPr>
          <a:xfrm>
            <a:off x="323850" y="908050"/>
            <a:ext cx="8093075" cy="198628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在描述行星的轨道运动、自转运动、卫星的轨道运动及微观粒子的运动中都具有独特作用。因此引入一个新的物理量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角动量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，来描述这一现象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36896" name="Object 2"/>
          <p:cNvGraphicFramePr/>
          <p:nvPr/>
        </p:nvGraphicFramePr>
        <p:xfrm>
          <a:off x="1547813" y="908050"/>
          <a:ext cx="12477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431165" imgH="165100" progId="Equation.3">
                  <p:embed/>
                </p:oleObj>
              </mc:Choice>
              <mc:Fallback>
                <p:oleObj name="" r:id="rId1" imgW="431165" imgH="1651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908050"/>
                        <a:ext cx="1247775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28" name="Rectangle 8"/>
          <p:cNvSpPr/>
          <p:nvPr/>
        </p:nvSpPr>
        <p:spPr>
          <a:xfrm>
            <a:off x="3108325" y="3048000"/>
            <a:ext cx="2667000" cy="2514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9929" name="Oval 9"/>
          <p:cNvSpPr/>
          <p:nvPr/>
        </p:nvSpPr>
        <p:spPr>
          <a:xfrm rot="-2996045">
            <a:off x="3289300" y="3902075"/>
            <a:ext cx="2209800" cy="1085850"/>
          </a:xfrm>
          <a:prstGeom prst="ellipse">
            <a:avLst/>
          </a:prstGeom>
          <a:noFill/>
          <a:ln w="12700" cap="sq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9930" name="Oval 10"/>
          <p:cNvSpPr>
            <a:spLocks noChangeArrowheads="1"/>
          </p:cNvSpPr>
          <p:nvPr/>
        </p:nvSpPr>
        <p:spPr bwMode="auto">
          <a:xfrm>
            <a:off x="5140325" y="4114800"/>
            <a:ext cx="152400" cy="152400"/>
          </a:xfrm>
          <a:prstGeom prst="ellipse">
            <a:avLst/>
          </a:prstGeom>
          <a:gradFill rotWithShape="0">
            <a:gsLst>
              <a:gs pos="0">
                <a:schemeClr val="tx2">
                  <a:gamma/>
                  <a:tint val="0"/>
                  <a:invGamma/>
                </a:schemeClr>
              </a:gs>
              <a:gs pos="100000">
                <a:schemeClr val="tx2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931" name="Text Box 11"/>
          <p:cNvSpPr txBox="1"/>
          <p:nvPr/>
        </p:nvSpPr>
        <p:spPr>
          <a:xfrm>
            <a:off x="5013325" y="3200400"/>
            <a:ext cx="641350" cy="3667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卫星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32" name="Oval 12"/>
          <p:cNvSpPr>
            <a:spLocks noChangeArrowheads="1"/>
          </p:cNvSpPr>
          <p:nvPr/>
        </p:nvSpPr>
        <p:spPr bwMode="auto">
          <a:xfrm>
            <a:off x="4479925" y="4978400"/>
            <a:ext cx="152400" cy="152400"/>
          </a:xfrm>
          <a:prstGeom prst="ellipse">
            <a:avLst/>
          </a:prstGeom>
          <a:gradFill rotWithShape="0">
            <a:gsLst>
              <a:gs pos="0">
                <a:schemeClr val="tx2">
                  <a:gamma/>
                  <a:tint val="0"/>
                  <a:invGamma/>
                </a:schemeClr>
              </a:gs>
              <a:gs pos="100000">
                <a:schemeClr val="tx2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933" name="Oval 13"/>
          <p:cNvSpPr>
            <a:spLocks noChangeArrowheads="1"/>
          </p:cNvSpPr>
          <p:nvPr/>
        </p:nvSpPr>
        <p:spPr bwMode="auto">
          <a:xfrm>
            <a:off x="3794125" y="4191000"/>
            <a:ext cx="152400" cy="152400"/>
          </a:xfrm>
          <a:prstGeom prst="ellipse">
            <a:avLst/>
          </a:prstGeom>
          <a:gradFill rotWithShape="0">
            <a:gsLst>
              <a:gs pos="0">
                <a:schemeClr val="tx2">
                  <a:gamma/>
                  <a:tint val="0"/>
                  <a:invGamma/>
                </a:schemeClr>
              </a:gs>
              <a:gs pos="100000">
                <a:schemeClr val="tx2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934" name="Oval 14"/>
          <p:cNvSpPr>
            <a:spLocks noChangeArrowheads="1"/>
          </p:cNvSpPr>
          <p:nvPr/>
        </p:nvSpPr>
        <p:spPr bwMode="auto">
          <a:xfrm>
            <a:off x="4556125" y="3505200"/>
            <a:ext cx="152400" cy="152400"/>
          </a:xfrm>
          <a:prstGeom prst="ellipse">
            <a:avLst/>
          </a:prstGeom>
          <a:gradFill rotWithShape="0">
            <a:gsLst>
              <a:gs pos="0">
                <a:schemeClr val="tx2">
                  <a:gamma/>
                  <a:tint val="0"/>
                  <a:invGamma/>
                </a:schemeClr>
              </a:gs>
              <a:gs pos="100000">
                <a:schemeClr val="tx2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84638" y="4038600"/>
            <a:ext cx="763587" cy="762000"/>
            <a:chOff x="815" y="3072"/>
            <a:chExt cx="481" cy="480"/>
          </a:xfrm>
        </p:grpSpPr>
        <p:sp>
          <p:nvSpPr>
            <p:cNvPr id="209936" name="Oval 16"/>
            <p:cNvSpPr>
              <a:spLocks noChangeArrowheads="1"/>
            </p:cNvSpPr>
            <p:nvPr/>
          </p:nvSpPr>
          <p:spPr bwMode="auto">
            <a:xfrm>
              <a:off x="816" y="3072"/>
              <a:ext cx="480" cy="480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6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 cap="sq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" name="Text Box 17"/>
            <p:cNvSpPr txBox="1"/>
            <p:nvPr/>
          </p:nvSpPr>
          <p:spPr>
            <a:xfrm>
              <a:off x="815" y="3216"/>
              <a:ext cx="43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地球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09938" name="Oval 18"/>
          <p:cNvSpPr>
            <a:spLocks noChangeArrowheads="1"/>
          </p:cNvSpPr>
          <p:nvPr/>
        </p:nvSpPr>
        <p:spPr bwMode="auto">
          <a:xfrm>
            <a:off x="5089525" y="3581400"/>
            <a:ext cx="152400" cy="152400"/>
          </a:xfrm>
          <a:prstGeom prst="ellipse">
            <a:avLst/>
          </a:prstGeom>
          <a:gradFill rotWithShape="0">
            <a:gsLst>
              <a:gs pos="0">
                <a:schemeClr val="tx2">
                  <a:gamma/>
                  <a:tint val="0"/>
                  <a:invGamma/>
                </a:schemeClr>
              </a:gs>
              <a:gs pos="100000">
                <a:schemeClr val="tx2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939" name="Oval 19"/>
          <p:cNvSpPr>
            <a:spLocks noChangeArrowheads="1"/>
          </p:cNvSpPr>
          <p:nvPr/>
        </p:nvSpPr>
        <p:spPr bwMode="auto">
          <a:xfrm>
            <a:off x="3641725" y="5232400"/>
            <a:ext cx="152400" cy="152400"/>
          </a:xfrm>
          <a:prstGeom prst="ellipse">
            <a:avLst/>
          </a:prstGeom>
          <a:gradFill rotWithShape="0">
            <a:gsLst>
              <a:gs pos="0">
                <a:schemeClr val="tx2">
                  <a:gamma/>
                  <a:tint val="0"/>
                  <a:invGamma/>
                </a:schemeClr>
              </a:gs>
              <a:gs pos="100000">
                <a:schemeClr val="tx2"/>
              </a:gs>
            </a:gsLst>
            <a:path path="shape">
              <a:fillToRect l="50000" t="50000" r="50000" b="50000"/>
            </a:path>
          </a:gra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940" name="Rectangle 20"/>
          <p:cNvSpPr>
            <a:spLocks noChangeArrowheads="1"/>
          </p:cNvSpPr>
          <p:nvPr/>
        </p:nvSpPr>
        <p:spPr bwMode="auto">
          <a:xfrm>
            <a:off x="6080125" y="3048000"/>
            <a:ext cx="2667000" cy="2514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6232525" y="3276600"/>
            <a:ext cx="2362200" cy="2124075"/>
            <a:chOff x="3888" y="816"/>
            <a:chExt cx="1728" cy="1554"/>
          </a:xfrm>
        </p:grpSpPr>
        <p:graphicFrame>
          <p:nvGraphicFramePr>
            <p:cNvPr id="9234" name="Object 3"/>
            <p:cNvGraphicFramePr/>
            <p:nvPr/>
          </p:nvGraphicFramePr>
          <p:xfrm>
            <a:off x="3888" y="816"/>
            <a:ext cx="1728" cy="1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3" imgW="5647055" imgH="5175250" progId="MS_ClipArt_Gallery.2">
                    <p:embed/>
                  </p:oleObj>
                </mc:Choice>
                <mc:Fallback>
                  <p:oleObj name="" r:id="rId3" imgW="5647055" imgH="5175250" progId="MS_ClipArt_Gallery.2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0000"/>
                            </a:clrFrom>
                            <a:clrTo>
                              <a:srgbClr val="009999"/>
                            </a:clrTo>
                          </a:clrChange>
                          <a:clrChange>
                            <a:clrFrom>
                              <a:srgbClr val="FF8080"/>
                            </a:clrFrom>
                            <a:clrTo>
                              <a:srgbClr val="66FFFF"/>
                            </a:clrTo>
                          </a:clrChange>
                          <a:clrChange>
                            <a:clrFrom>
                              <a:srgbClr val="E0E000"/>
                            </a:clrFrom>
                            <a:clrTo>
                              <a:srgbClr val="FFFF2F"/>
                            </a:clrTo>
                          </a:clrChange>
                          <a:clrChange>
                            <a:clrFrom>
                              <a:srgbClr val="0000FF"/>
                            </a:clrFrom>
                            <a:clrTo>
                              <a:srgbClr val="333399"/>
                            </a:clrTo>
                          </a:clrChange>
                          <a:clrChange>
                            <a:clrFrom>
                              <a:srgbClr val="8080FF"/>
                            </a:clrFrom>
                            <a:clrTo>
                              <a:srgbClr val="0099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88" y="816"/>
                          <a:ext cx="1728" cy="15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5" name="Oval 23"/>
            <p:cNvSpPr/>
            <p:nvPr/>
          </p:nvSpPr>
          <p:spPr>
            <a:xfrm>
              <a:off x="4123" y="1624"/>
              <a:ext cx="118" cy="116"/>
            </a:xfrm>
            <a:prstGeom prst="ellipse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44A9A9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6" name="Oval 24"/>
            <p:cNvSpPr/>
            <p:nvPr/>
          </p:nvSpPr>
          <p:spPr>
            <a:xfrm>
              <a:off x="4241" y="931"/>
              <a:ext cx="118" cy="116"/>
            </a:xfrm>
            <a:prstGeom prst="ellipse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44A9A9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7" name="Oval 25"/>
            <p:cNvSpPr/>
            <p:nvPr/>
          </p:nvSpPr>
          <p:spPr>
            <a:xfrm>
              <a:off x="5300" y="970"/>
              <a:ext cx="117" cy="115"/>
            </a:xfrm>
            <a:prstGeom prst="ellipse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44A9A9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8" name="Oval 26"/>
            <p:cNvSpPr/>
            <p:nvPr/>
          </p:nvSpPr>
          <p:spPr>
            <a:xfrm>
              <a:off x="4555" y="2125"/>
              <a:ext cx="117" cy="115"/>
            </a:xfrm>
            <a:prstGeom prst="ellipse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44A9A9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39" name="Text Box 27"/>
            <p:cNvSpPr txBox="1"/>
            <p:nvPr/>
          </p:nvSpPr>
          <p:spPr>
            <a:xfrm>
              <a:off x="4598" y="1373"/>
              <a:ext cx="329" cy="4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3600" dirty="0"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3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09948" name="GLOBE.AVI">
            <a:hlinkClick r:id="" action="ppaction://media"/>
          </p:cNvPr>
          <p:cNvPicPr>
            <a:picLocks noRot="1"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8925" y="3048000"/>
            <a:ext cx="2667000" cy="2514600"/>
          </a:xfrm>
          <a:prstGeom prst="rect">
            <a:avLst/>
          </a:prstGeom>
          <a:noFill/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1" fill="hold"/>
                                        <p:tgtEl>
                                          <p:spTgt spid="2099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numSld="1">
                <p:cTn id="60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9948"/>
                </p:tgtEl>
              </p:cMediaNode>
            </p:video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9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5" dur="1" fill="hold"/>
                                        <p:tgtEl>
                                          <p:spTgt spid="2099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948"/>
                  </p:tgtEl>
                </p:cond>
              </p:nextCondLst>
            </p:seq>
          </p:childTnLst>
        </p:cTn>
      </p:par>
    </p:tnLst>
    <p:bldLst>
      <p:bldP spid="209926" grpId="0"/>
      <p:bldP spid="209928" grpId="0" animBg="1"/>
      <p:bldP spid="209929" grpId="0" animBg="1"/>
      <p:bldP spid="209930" grpId="0" animBg="1"/>
      <p:bldP spid="209931" grpId="0"/>
      <p:bldP spid="209932" grpId="0" animBg="1"/>
      <p:bldP spid="209933" grpId="0" animBg="1"/>
      <p:bldP spid="209934" grpId="0" animBg="1"/>
      <p:bldP spid="209938" grpId="0" animBg="1"/>
      <p:bldP spid="209939" grpId="0" animBg="1"/>
      <p:bldP spid="2099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/>
          <p:nvPr/>
        </p:nvSpPr>
        <p:spPr>
          <a:xfrm>
            <a:off x="5651500" y="1052513"/>
            <a:ext cx="3200400" cy="3886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7531100" y="927100"/>
            <a:ext cx="914400" cy="1219200"/>
            <a:chOff x="4800" y="432"/>
            <a:chExt cx="576" cy="768"/>
          </a:xfrm>
        </p:grpSpPr>
        <p:sp>
          <p:nvSpPr>
            <p:cNvPr id="10243" name="Line 4"/>
            <p:cNvSpPr/>
            <p:nvPr/>
          </p:nvSpPr>
          <p:spPr>
            <a:xfrm flipV="1">
              <a:off x="4800" y="912"/>
              <a:ext cx="576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244" name="Line 5"/>
            <p:cNvSpPr/>
            <p:nvPr/>
          </p:nvSpPr>
          <p:spPr>
            <a:xfrm flipV="1">
              <a:off x="4800" y="672"/>
              <a:ext cx="240" cy="528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0245" name="Object 6"/>
            <p:cNvGraphicFramePr>
              <a:graphicFrameLocks noChangeAspect="1"/>
            </p:cNvGraphicFramePr>
            <p:nvPr/>
          </p:nvGraphicFramePr>
          <p:xfrm>
            <a:off x="4848" y="864"/>
            <a:ext cx="23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" imgW="101600" imgH="139700" progId="Equation.3">
                    <p:embed/>
                  </p:oleObj>
                </mc:Choice>
                <mc:Fallback>
                  <p:oleObj name="" r:id="rId1" imgW="101600" imgH="1397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864"/>
                          <a:ext cx="237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6" name="Arc 7"/>
            <p:cNvSpPr/>
            <p:nvPr/>
          </p:nvSpPr>
          <p:spPr>
            <a:xfrm>
              <a:off x="4944" y="864"/>
              <a:ext cx="192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99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0247" name="Object 8"/>
            <p:cNvGraphicFramePr>
              <a:graphicFrameLocks noChangeAspect="1"/>
            </p:cNvGraphicFramePr>
            <p:nvPr/>
          </p:nvGraphicFramePr>
          <p:xfrm>
            <a:off x="4992" y="432"/>
            <a:ext cx="298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3" imgW="127000" imgH="177165" progId="Equation.3">
                    <p:embed/>
                  </p:oleObj>
                </mc:Choice>
                <mc:Fallback>
                  <p:oleObj name="" r:id="rId3" imgW="127000" imgH="177165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92" y="432"/>
                          <a:ext cx="298" cy="4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8" name="Text Box 9"/>
          <p:cNvSpPr txBox="1"/>
          <p:nvPr/>
        </p:nvSpPr>
        <p:spPr>
          <a:xfrm>
            <a:off x="1214438" y="142875"/>
            <a:ext cx="47259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质点对固定点的角动量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785813" y="2571750"/>
          <a:ext cx="38893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1130300" imgH="228600" progId="Equation.3">
                  <p:embed/>
                </p:oleObj>
              </mc:Choice>
              <mc:Fallback>
                <p:oleObj name="" r:id="rId5" imgW="1130300" imgH="2286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5813" y="2571750"/>
                        <a:ext cx="3889375" cy="7874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28575" cap="flat" cmpd="sng">
                        <a:solidFill>
                          <a:srgbClr val="6699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/>
          <p:cNvGrpSpPr/>
          <p:nvPr/>
        </p:nvGrpSpPr>
        <p:grpSpPr>
          <a:xfrm>
            <a:off x="5672138" y="3370263"/>
            <a:ext cx="3078162" cy="1443037"/>
            <a:chOff x="3552" y="2067"/>
            <a:chExt cx="1939" cy="909"/>
          </a:xfrm>
        </p:grpSpPr>
        <p:sp>
          <p:nvSpPr>
            <p:cNvPr id="10251" name="Oval 12"/>
            <p:cNvSpPr/>
            <p:nvPr/>
          </p:nvSpPr>
          <p:spPr>
            <a:xfrm>
              <a:off x="3876" y="283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C2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252" name="Group 13"/>
            <p:cNvGrpSpPr/>
            <p:nvPr/>
          </p:nvGrpSpPr>
          <p:grpSpPr>
            <a:xfrm>
              <a:off x="3552" y="2067"/>
              <a:ext cx="1939" cy="909"/>
              <a:chOff x="3552" y="2067"/>
              <a:chExt cx="1939" cy="909"/>
            </a:xfrm>
          </p:grpSpPr>
          <p:sp>
            <p:nvSpPr>
              <p:cNvPr id="10253" name="Oval 14"/>
              <p:cNvSpPr/>
              <p:nvPr/>
            </p:nvSpPr>
            <p:spPr>
              <a:xfrm>
                <a:off x="3876" y="2832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C200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4" name="AutoShape 15"/>
              <p:cNvSpPr/>
              <p:nvPr/>
            </p:nvSpPr>
            <p:spPr>
              <a:xfrm rot="-1492311">
                <a:off x="3811" y="2193"/>
                <a:ext cx="1680" cy="384"/>
              </a:xfrm>
              <a:prstGeom prst="parallelogram">
                <a:avLst>
                  <a:gd name="adj" fmla="val 176439"/>
                </a:avLst>
              </a:prstGeom>
              <a:noFill/>
              <a:ln w="28575" cap="flat" cmpd="sng">
                <a:solidFill>
                  <a:schemeClr val="tx1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5" name="Line 16"/>
              <p:cNvSpPr/>
              <p:nvPr/>
            </p:nvSpPr>
            <p:spPr>
              <a:xfrm rot="-440521" flipV="1">
                <a:off x="3972" y="2547"/>
                <a:ext cx="912" cy="288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0256" name="Line 17"/>
              <p:cNvSpPr/>
              <p:nvPr/>
            </p:nvSpPr>
            <p:spPr>
              <a:xfrm rot="-440521" flipV="1">
                <a:off x="3930" y="2301"/>
                <a:ext cx="528" cy="57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0257" name="Line 18"/>
              <p:cNvSpPr/>
              <p:nvPr/>
            </p:nvSpPr>
            <p:spPr>
              <a:xfrm rot="-440521" flipH="1" flipV="1">
                <a:off x="3603" y="2452"/>
                <a:ext cx="336" cy="480"/>
              </a:xfrm>
              <a:prstGeom prst="line">
                <a:avLst/>
              </a:prstGeom>
              <a:ln w="38100" cap="flat" cmpd="sng">
                <a:solidFill>
                  <a:srgbClr val="CC0099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0258" name="Object 19"/>
              <p:cNvGraphicFramePr>
                <a:graphicFrameLocks noChangeAspect="1"/>
              </p:cNvGraphicFramePr>
              <p:nvPr/>
            </p:nvGraphicFramePr>
            <p:xfrm>
              <a:off x="4086" y="2067"/>
              <a:ext cx="298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7" name="" r:id="rId7" imgW="127000" imgH="177165" progId="Equation.3">
                      <p:embed/>
                    </p:oleObj>
                  </mc:Choice>
                  <mc:Fallback>
                    <p:oleObj name="" r:id="rId7" imgW="127000" imgH="177165" progId="Equation.3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086" y="2067"/>
                            <a:ext cx="298" cy="4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9" name="Object 20"/>
              <p:cNvGraphicFramePr>
                <a:graphicFrameLocks noChangeAspect="1"/>
              </p:cNvGraphicFramePr>
              <p:nvPr/>
            </p:nvGraphicFramePr>
            <p:xfrm>
              <a:off x="4740" y="2496"/>
              <a:ext cx="299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8" name="" r:id="rId8" imgW="101600" imgH="127000" progId="Equation.3">
                      <p:embed/>
                    </p:oleObj>
                  </mc:Choice>
                  <mc:Fallback>
                    <p:oleObj name="" r:id="rId8" imgW="101600" imgH="127000" progId="Equation.3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740" y="2496"/>
                            <a:ext cx="299" cy="3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0" name="Object 21"/>
              <p:cNvGraphicFramePr>
                <a:graphicFrameLocks noChangeAspect="1"/>
              </p:cNvGraphicFramePr>
              <p:nvPr/>
            </p:nvGraphicFramePr>
            <p:xfrm>
              <a:off x="3552" y="2160"/>
              <a:ext cx="286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2" name="" r:id="rId10" imgW="114300" imgH="152400" progId="Equation.3">
                      <p:embed/>
                    </p:oleObj>
                  </mc:Choice>
                  <mc:Fallback>
                    <p:oleObj name="" r:id="rId10" imgW="114300" imgH="152400" progId="Equation.3">
                      <p:embed/>
                      <p:pic>
                        <p:nvPicPr>
                          <p:cNvPr id="0" name="图片 3131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552" y="2160"/>
                            <a:ext cx="286" cy="3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1" name="Object 22"/>
              <p:cNvGraphicFramePr>
                <a:graphicFrameLocks noChangeAspect="1"/>
              </p:cNvGraphicFramePr>
              <p:nvPr/>
            </p:nvGraphicFramePr>
            <p:xfrm>
              <a:off x="4164" y="2544"/>
              <a:ext cx="203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5" name="" r:id="rId12" imgW="101600" imgH="139700" progId="Equation.3">
                      <p:embed/>
                    </p:oleObj>
                  </mc:Choice>
                  <mc:Fallback>
                    <p:oleObj name="" r:id="rId12" imgW="101600" imgH="139700" progId="Equation.3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164" y="2544"/>
                            <a:ext cx="203" cy="2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2" name="Freeform 23"/>
              <p:cNvSpPr/>
              <p:nvPr/>
            </p:nvSpPr>
            <p:spPr>
              <a:xfrm>
                <a:off x="4260" y="2496"/>
                <a:ext cx="192" cy="192"/>
              </a:xfrm>
              <a:custGeom>
                <a:avLst/>
                <a:gdLst/>
                <a:ahLst/>
                <a:cxnLst>
                  <a:cxn ang="0">
                    <a:pos x="192" y="6065"/>
                  </a:cxn>
                  <a:cxn ang="0">
                    <a:pos x="144" y="2007"/>
                  </a:cxn>
                  <a:cxn ang="0">
                    <a:pos x="0" y="0"/>
                  </a:cxn>
                </a:cxnLst>
                <a:pathLst>
                  <a:path w="192" h="144">
                    <a:moveTo>
                      <a:pt x="192" y="144"/>
                    </a:moveTo>
                    <a:cubicBezTo>
                      <a:pt x="184" y="108"/>
                      <a:pt x="176" y="72"/>
                      <a:pt x="144" y="48"/>
                    </a:cubicBezTo>
                    <a:cubicBezTo>
                      <a:pt x="112" y="24"/>
                      <a:pt x="24" y="8"/>
                      <a:pt x="0" y="0"/>
                    </a:cubicBezTo>
                  </a:path>
                </a:pathLst>
              </a:custGeom>
              <a:noFill/>
              <a:ln w="285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" name="Group 24"/>
          <p:cNvGrpSpPr/>
          <p:nvPr/>
        </p:nvGrpSpPr>
        <p:grpSpPr>
          <a:xfrm>
            <a:off x="6946900" y="1031875"/>
            <a:ext cx="533400" cy="1063625"/>
            <a:chOff x="4230" y="3357"/>
            <a:chExt cx="336" cy="670"/>
          </a:xfrm>
        </p:grpSpPr>
        <p:sp>
          <p:nvSpPr>
            <p:cNvPr id="10264" name="Line 25"/>
            <p:cNvSpPr/>
            <p:nvPr/>
          </p:nvSpPr>
          <p:spPr>
            <a:xfrm flipH="1" flipV="1">
              <a:off x="4230" y="3643"/>
              <a:ext cx="336" cy="384"/>
            </a:xfrm>
            <a:prstGeom prst="line">
              <a:avLst/>
            </a:prstGeom>
            <a:ln w="3810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0265" name="Object 26"/>
            <p:cNvGraphicFramePr>
              <a:graphicFrameLocks noChangeAspect="1"/>
            </p:cNvGraphicFramePr>
            <p:nvPr/>
          </p:nvGraphicFramePr>
          <p:xfrm>
            <a:off x="4268" y="3357"/>
            <a:ext cx="286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3" imgW="114300" imgH="152400" progId="Equation.3">
                    <p:embed/>
                  </p:oleObj>
                </mc:Choice>
                <mc:Fallback>
                  <p:oleObj name="" r:id="rId13" imgW="114300" imgH="1524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268" y="3357"/>
                          <a:ext cx="286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66" name="Group 27"/>
          <p:cNvGrpSpPr/>
          <p:nvPr/>
        </p:nvGrpSpPr>
        <p:grpSpPr>
          <a:xfrm>
            <a:off x="5626100" y="1231900"/>
            <a:ext cx="2438400" cy="1905000"/>
            <a:chOff x="3600" y="624"/>
            <a:chExt cx="1536" cy="1200"/>
          </a:xfrm>
        </p:grpSpPr>
        <p:sp>
          <p:nvSpPr>
            <p:cNvPr id="10267" name="Line 28"/>
            <p:cNvSpPr/>
            <p:nvPr/>
          </p:nvSpPr>
          <p:spPr>
            <a:xfrm flipV="1">
              <a:off x="4128" y="624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268" name="Line 29"/>
            <p:cNvSpPr/>
            <p:nvPr/>
          </p:nvSpPr>
          <p:spPr>
            <a:xfrm>
              <a:off x="4128" y="1488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269" name="Line 30"/>
            <p:cNvSpPr/>
            <p:nvPr/>
          </p:nvSpPr>
          <p:spPr>
            <a:xfrm flipH="1">
              <a:off x="3696" y="1488"/>
              <a:ext cx="432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270" name="Oval 31"/>
            <p:cNvSpPr/>
            <p:nvPr/>
          </p:nvSpPr>
          <p:spPr>
            <a:xfrm>
              <a:off x="4704" y="1104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C2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71" name="Line 32"/>
            <p:cNvSpPr/>
            <p:nvPr/>
          </p:nvSpPr>
          <p:spPr>
            <a:xfrm flipV="1">
              <a:off x="4128" y="1200"/>
              <a:ext cx="624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0272" name="Object 33"/>
            <p:cNvGraphicFramePr>
              <a:graphicFrameLocks noChangeAspect="1"/>
            </p:cNvGraphicFramePr>
            <p:nvPr/>
          </p:nvGraphicFramePr>
          <p:xfrm>
            <a:off x="4320" y="1008"/>
            <a:ext cx="299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4" imgW="101600" imgH="127000" progId="Equation.3">
                    <p:embed/>
                  </p:oleObj>
                </mc:Choice>
                <mc:Fallback>
                  <p:oleObj name="" r:id="rId14" imgW="101600" imgH="1270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20" y="1008"/>
                          <a:ext cx="299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3" name="Object 34"/>
            <p:cNvGraphicFramePr>
              <a:graphicFrameLocks noChangeAspect="1"/>
            </p:cNvGraphicFramePr>
            <p:nvPr/>
          </p:nvGraphicFramePr>
          <p:xfrm>
            <a:off x="3600" y="1584"/>
            <a:ext cx="17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15" imgW="177800" imgH="190500" progId="Equation.3">
                    <p:embed/>
                  </p:oleObj>
                </mc:Choice>
                <mc:Fallback>
                  <p:oleObj name="" r:id="rId15" imgW="177800" imgH="1905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600" y="1584"/>
                          <a:ext cx="177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4" name="Object 35"/>
            <p:cNvGraphicFramePr>
              <a:graphicFrameLocks noChangeAspect="1"/>
            </p:cNvGraphicFramePr>
            <p:nvPr/>
          </p:nvGraphicFramePr>
          <p:xfrm>
            <a:off x="4896" y="1488"/>
            <a:ext cx="19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7" imgW="190500" imgH="241300" progId="Equation.3">
                    <p:embed/>
                  </p:oleObj>
                </mc:Choice>
                <mc:Fallback>
                  <p:oleObj name="" r:id="rId17" imgW="190500" imgH="2413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896" y="1488"/>
                          <a:ext cx="190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5" name="Object 36"/>
            <p:cNvGraphicFramePr>
              <a:graphicFrameLocks noChangeAspect="1"/>
            </p:cNvGraphicFramePr>
            <p:nvPr/>
          </p:nvGraphicFramePr>
          <p:xfrm>
            <a:off x="4176" y="624"/>
            <a:ext cx="165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19" imgW="165100" imgH="165100" progId="Equation.3">
                    <p:embed/>
                  </p:oleObj>
                </mc:Choice>
                <mc:Fallback>
                  <p:oleObj name="" r:id="rId19" imgW="165100" imgH="1651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76" y="624"/>
                          <a:ext cx="165" cy="1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6" name="Object 37"/>
            <p:cNvGraphicFramePr>
              <a:graphicFrameLocks noChangeAspect="1"/>
            </p:cNvGraphicFramePr>
            <p:nvPr/>
          </p:nvGraphicFramePr>
          <p:xfrm>
            <a:off x="4134" y="1488"/>
            <a:ext cx="16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21" imgW="165100" imgH="190500" progId="Equation.3">
                    <p:embed/>
                  </p:oleObj>
                </mc:Choice>
                <mc:Fallback>
                  <p:oleObj name="" r:id="rId21" imgW="165100" imgH="1905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134" y="1488"/>
                          <a:ext cx="165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38"/>
            <p:cNvGraphicFramePr>
              <a:graphicFrameLocks noChangeAspect="1"/>
            </p:cNvGraphicFramePr>
            <p:nvPr/>
          </p:nvGraphicFramePr>
          <p:xfrm>
            <a:off x="4848" y="1200"/>
            <a:ext cx="22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23" imgW="228600" imgH="190500" progId="Equation.3">
                    <p:embed/>
                  </p:oleObj>
                </mc:Choice>
                <mc:Fallback>
                  <p:oleObj name="" r:id="rId23" imgW="228600" imgH="1905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848" y="1200"/>
                          <a:ext cx="227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78" name="Group 52"/>
          <p:cNvGrpSpPr/>
          <p:nvPr/>
        </p:nvGrpSpPr>
        <p:grpSpPr>
          <a:xfrm>
            <a:off x="288925" y="765175"/>
            <a:ext cx="5140325" cy="1714500"/>
            <a:chOff x="421" y="854"/>
            <a:chExt cx="2931" cy="1080"/>
          </a:xfrm>
        </p:grpSpPr>
        <p:sp>
          <p:nvSpPr>
            <p:cNvPr id="10279" name="Rectangle 40"/>
            <p:cNvSpPr/>
            <p:nvPr/>
          </p:nvSpPr>
          <p:spPr>
            <a:xfrm>
              <a:off x="421" y="854"/>
              <a:ext cx="2931" cy="10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质量为     的质点以速度     在空间运动，某时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对 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位矢为    ，</a:t>
              </a:r>
              <a:r>
                <a:rPr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质点对</a:t>
              </a:r>
              <a:r>
                <a:rPr lang="en-US" altLang="zh-CN" sz="28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点的角动量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80" name="Object 41"/>
            <p:cNvGraphicFramePr>
              <a:graphicFrameLocks noChangeAspect="1"/>
            </p:cNvGraphicFramePr>
            <p:nvPr/>
          </p:nvGraphicFramePr>
          <p:xfrm>
            <a:off x="1139" y="944"/>
            <a:ext cx="33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25" imgW="165100" imgH="139700" progId="Equation.3">
                    <p:embed/>
                  </p:oleObj>
                </mc:Choice>
                <mc:Fallback>
                  <p:oleObj name="" r:id="rId25" imgW="165100" imgH="1397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39" y="944"/>
                          <a:ext cx="336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1" name="Object 42"/>
            <p:cNvGraphicFramePr>
              <a:graphicFrameLocks noChangeAspect="1"/>
            </p:cNvGraphicFramePr>
            <p:nvPr/>
          </p:nvGraphicFramePr>
          <p:xfrm>
            <a:off x="2985" y="1227"/>
            <a:ext cx="2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27" imgW="127000" imgH="152400" progId="Equation.3">
                    <p:embed/>
                  </p:oleObj>
                </mc:Choice>
                <mc:Fallback>
                  <p:oleObj name="" r:id="rId27" imgW="127000" imgH="1524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985" y="1227"/>
                          <a:ext cx="28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2" name="Object 43"/>
            <p:cNvGraphicFramePr>
              <a:graphicFrameLocks noChangeAspect="1"/>
            </p:cNvGraphicFramePr>
            <p:nvPr/>
          </p:nvGraphicFramePr>
          <p:xfrm>
            <a:off x="2619" y="867"/>
            <a:ext cx="279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29" imgW="127000" imgH="177165" progId="Equation.3">
                    <p:embed/>
                  </p:oleObj>
                </mc:Choice>
                <mc:Fallback>
                  <p:oleObj name="" r:id="rId29" imgW="127000" imgH="177165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19" y="867"/>
                          <a:ext cx="279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/>
          <p:nvPr/>
        </p:nvGrpSpPr>
        <p:grpSpPr>
          <a:xfrm>
            <a:off x="755650" y="3671888"/>
            <a:ext cx="4622800" cy="1209675"/>
            <a:chOff x="555" y="2822"/>
            <a:chExt cx="2912" cy="762"/>
          </a:xfrm>
        </p:grpSpPr>
        <p:graphicFrame>
          <p:nvGraphicFramePr>
            <p:cNvPr id="10284" name="Object 45"/>
            <p:cNvGraphicFramePr>
              <a:graphicFrameLocks noChangeAspect="1"/>
            </p:cNvGraphicFramePr>
            <p:nvPr/>
          </p:nvGraphicFramePr>
          <p:xfrm>
            <a:off x="1435" y="2843"/>
            <a:ext cx="1823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30" imgW="850265" imgH="177800" progId="Equation.3">
                    <p:embed/>
                  </p:oleObj>
                </mc:Choice>
                <mc:Fallback>
                  <p:oleObj name="" r:id="rId30" imgW="850265" imgH="1778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435" y="2843"/>
                          <a:ext cx="1823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5" name="Text Box 46"/>
            <p:cNvSpPr txBox="1"/>
            <p:nvPr/>
          </p:nvSpPr>
          <p:spPr>
            <a:xfrm>
              <a:off x="625" y="2822"/>
              <a:ext cx="71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大小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  <a:endPara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286" name="Group 47"/>
            <p:cNvGrpSpPr/>
            <p:nvPr/>
          </p:nvGrpSpPr>
          <p:grpSpPr>
            <a:xfrm>
              <a:off x="671" y="3219"/>
              <a:ext cx="2796" cy="365"/>
              <a:chOff x="180" y="2688"/>
              <a:chExt cx="2796" cy="365"/>
            </a:xfrm>
          </p:grpSpPr>
          <p:sp>
            <p:nvSpPr>
              <p:cNvPr id="10287" name="Text Box 48"/>
              <p:cNvSpPr txBox="1"/>
              <p:nvPr/>
            </p:nvSpPr>
            <p:spPr>
              <a:xfrm>
                <a:off x="180" y="2688"/>
                <a:ext cx="279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3200" b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r>
                  <a:rPr lang="zh-CN" altLang="en-US" sz="3200" b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的方向</a:t>
                </a:r>
                <a:r>
                  <a:rPr lang="en-US" altLang="zh-CN" sz="3200" b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  <a:r>
                  <a:rPr lang="zh-CN" altLang="en-US" sz="3200" b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符合右手法则</a:t>
                </a:r>
                <a:endPara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0288" name="Object 49"/>
              <p:cNvGraphicFramePr>
                <a:graphicFrameLocks noChangeAspect="1"/>
              </p:cNvGraphicFramePr>
              <p:nvPr/>
            </p:nvGraphicFramePr>
            <p:xfrm>
              <a:off x="212" y="2688"/>
              <a:ext cx="22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" r:id="rId32" imgW="203200" imgH="266700" progId="Equation.3">
                      <p:embed/>
                    </p:oleObj>
                  </mc:Choice>
                  <mc:Fallback>
                    <p:oleObj name="" r:id="rId32" imgW="203200" imgH="266700" progId="Equation.3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212" y="2688"/>
                            <a:ext cx="220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89" name="AutoShape 50"/>
            <p:cNvSpPr/>
            <p:nvPr/>
          </p:nvSpPr>
          <p:spPr>
            <a:xfrm>
              <a:off x="555" y="2976"/>
              <a:ext cx="108" cy="450"/>
            </a:xfrm>
            <a:prstGeom prst="leftBrace">
              <a:avLst>
                <a:gd name="adj1" fmla="val 34702"/>
                <a:gd name="adj2" fmla="val 50000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95" name="Text Box 51"/>
          <p:cNvSpPr txBox="1"/>
          <p:nvPr/>
        </p:nvSpPr>
        <p:spPr>
          <a:xfrm>
            <a:off x="500063" y="5143500"/>
            <a:ext cx="5081587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角动量单位：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kg·m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·s</a:t>
            </a:r>
            <a:r>
              <a:rPr lang="en-US" altLang="zh-CN" sz="3200" baseline="30000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" name="组合 56"/>
          <p:cNvGrpSpPr/>
          <p:nvPr/>
        </p:nvGrpSpPr>
        <p:grpSpPr>
          <a:xfrm>
            <a:off x="571500" y="5786438"/>
            <a:ext cx="8072438" cy="523875"/>
            <a:chOff x="571472" y="5786454"/>
            <a:chExt cx="8072494" cy="523220"/>
          </a:xfrm>
        </p:grpSpPr>
        <p:grpSp>
          <p:nvGrpSpPr>
            <p:cNvPr id="10292" name="组合 54"/>
            <p:cNvGrpSpPr/>
            <p:nvPr/>
          </p:nvGrpSpPr>
          <p:grpSpPr>
            <a:xfrm>
              <a:off x="571472" y="5786454"/>
              <a:ext cx="8072494" cy="523220"/>
              <a:chOff x="571472" y="5786454"/>
              <a:chExt cx="8072494" cy="523220"/>
            </a:xfrm>
          </p:grpSpPr>
          <p:sp>
            <p:nvSpPr>
              <p:cNvPr id="10293" name="Text Box 54"/>
              <p:cNvSpPr txBox="1"/>
              <p:nvPr/>
            </p:nvSpPr>
            <p:spPr>
              <a:xfrm>
                <a:off x="571472" y="5786454"/>
                <a:ext cx="8072494" cy="5232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just"/>
                <a:r>
                  <a:rPr lang="zh-CN" altLang="en-US" sz="2800" b="1" i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</a:t>
                </a:r>
                <a:r>
                  <a:rPr lang="zh-CN" altLang="en-US" sz="28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是    与    两矢量间的夹角，且</a:t>
                </a:r>
                <a:r>
                  <a:rPr lang="zh-CN" altLang="en-US" sz="2800" b="1" i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zh-CN" altLang="en-US" sz="28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 必须小于</a:t>
                </a:r>
                <a:r>
                  <a:rPr lang="en-US" altLang="zh-CN" sz="28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180</a:t>
                </a:r>
                <a:r>
                  <a:rPr lang="en-US" altLang="zh-CN" sz="2800" b="1" baseline="30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8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.</a:t>
                </a:r>
                <a:endPara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10294" name="Object 53"/>
              <p:cNvGraphicFramePr>
                <a:graphicFrameLocks noChangeAspect="1"/>
              </p:cNvGraphicFramePr>
              <p:nvPr/>
            </p:nvGraphicFramePr>
            <p:xfrm>
              <a:off x="1214414" y="5857892"/>
              <a:ext cx="357190" cy="3879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9" name="" r:id="rId34" imgW="127000" imgH="152400" progId="Equation.3">
                      <p:embed/>
                    </p:oleObj>
                  </mc:Choice>
                  <mc:Fallback>
                    <p:oleObj name="" r:id="rId34" imgW="127000" imgH="152400" progId="Equation.3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1214414" y="5857892"/>
                            <a:ext cx="357190" cy="38798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95" name="Object 55"/>
            <p:cNvGraphicFramePr>
              <a:graphicFrameLocks noChangeAspect="1"/>
            </p:cNvGraphicFramePr>
            <p:nvPr/>
          </p:nvGraphicFramePr>
          <p:xfrm>
            <a:off x="1928794" y="5786454"/>
            <a:ext cx="357190" cy="454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35" imgW="127000" imgH="177165" progId="Equation.3">
                    <p:embed/>
                  </p:oleObj>
                </mc:Choice>
                <mc:Fallback>
                  <p:oleObj name="" r:id="rId35" imgW="127000" imgH="177165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8794" y="5786454"/>
                          <a:ext cx="357190" cy="454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43" name="Text Box 15"/>
          <p:cNvSpPr txBox="1"/>
          <p:nvPr/>
        </p:nvSpPr>
        <p:spPr>
          <a:xfrm>
            <a:off x="642938" y="990600"/>
            <a:ext cx="1981200" cy="52387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矢量性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144" name="Object 16"/>
          <p:cNvGraphicFramePr>
            <a:graphicFrameLocks noChangeAspect="1"/>
          </p:cNvGraphicFramePr>
          <p:nvPr/>
        </p:nvGraphicFramePr>
        <p:xfrm>
          <a:off x="2488566" y="1375252"/>
          <a:ext cx="2014220" cy="778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596900" imgH="241300" progId="Equation.3">
                  <p:embed/>
                </p:oleObj>
              </mc:Choice>
              <mc:Fallback>
                <p:oleObj name="" r:id="rId1" imgW="596900" imgH="2413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8566" y="1375252"/>
                        <a:ext cx="2014220" cy="7785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5" name="Text Box 17"/>
          <p:cNvSpPr txBox="1"/>
          <p:nvPr/>
        </p:nvSpPr>
        <p:spPr>
          <a:xfrm>
            <a:off x="674688" y="2079625"/>
            <a:ext cx="2133600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瞬时性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146" name="Object 18"/>
          <p:cNvGraphicFramePr>
            <a:graphicFrameLocks noChangeAspect="1"/>
          </p:cNvGraphicFramePr>
          <p:nvPr/>
        </p:nvGraphicFramePr>
        <p:xfrm>
          <a:off x="2447925" y="2603500"/>
          <a:ext cx="22637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3" imgW="685800" imgH="215900" progId="Equation.3">
                  <p:embed/>
                </p:oleObj>
              </mc:Choice>
              <mc:Fallback>
                <p:oleObj name="" r:id="rId3" imgW="685800" imgH="2159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7925" y="2603500"/>
                        <a:ext cx="2263775" cy="733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/>
          <p:nvPr/>
        </p:nvGrpSpPr>
        <p:grpSpPr>
          <a:xfrm>
            <a:off x="1292225" y="3886200"/>
            <a:ext cx="6686550" cy="1384300"/>
            <a:chOff x="384" y="1366"/>
            <a:chExt cx="5088" cy="872"/>
          </a:xfrm>
        </p:grpSpPr>
        <p:sp>
          <p:nvSpPr>
            <p:cNvPr id="11270" name="Text Box 20"/>
            <p:cNvSpPr txBox="1"/>
            <p:nvPr/>
          </p:nvSpPr>
          <p:spPr>
            <a:xfrm>
              <a:off x="384" y="1366"/>
              <a:ext cx="5088" cy="87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00487E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为质点到固定点</a:t>
              </a:r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zh-CN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的位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矢</a:t>
              </a:r>
              <a:r>
                <a:rPr lang="zh-CN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，相对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zh-CN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不同点  值不同,则  也不同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1271" name="Object 21"/>
            <p:cNvGraphicFramePr>
              <a:graphicFrameLocks noChangeAspect="1"/>
            </p:cNvGraphicFramePr>
            <p:nvPr/>
          </p:nvGraphicFramePr>
          <p:xfrm>
            <a:off x="651" y="1483"/>
            <a:ext cx="195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5" imgW="292100" imgH="393700" progId="Equation.3">
                    <p:embed/>
                  </p:oleObj>
                </mc:Choice>
                <mc:Fallback>
                  <p:oleObj name="" r:id="rId5" imgW="292100" imgH="3937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487E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51" y="1483"/>
                          <a:ext cx="195" cy="2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2" name="Object 22"/>
            <p:cNvGraphicFramePr>
              <a:graphicFrameLocks noChangeAspect="1"/>
            </p:cNvGraphicFramePr>
            <p:nvPr/>
          </p:nvGraphicFramePr>
          <p:xfrm>
            <a:off x="2781" y="1873"/>
            <a:ext cx="23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7" imgW="355600" imgH="495300" progId="Equation.3">
                    <p:embed/>
                  </p:oleObj>
                </mc:Choice>
                <mc:Fallback>
                  <p:oleObj name="" r:id="rId7" imgW="355600" imgH="4953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487E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81" y="1873"/>
                          <a:ext cx="232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3" name="Object 23"/>
            <p:cNvGraphicFramePr>
              <a:graphicFrameLocks noChangeAspect="1"/>
            </p:cNvGraphicFramePr>
            <p:nvPr/>
          </p:nvGraphicFramePr>
          <p:xfrm>
            <a:off x="1314" y="1893"/>
            <a:ext cx="2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9" imgW="292100" imgH="393700" progId="Equation.3">
                    <p:embed/>
                  </p:oleObj>
                </mc:Choice>
                <mc:Fallback>
                  <p:oleObj name="" r:id="rId9" imgW="292100" imgH="3937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487E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14" y="1893"/>
                          <a:ext cx="23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4" name="Group 24"/>
          <p:cNvGrpSpPr/>
          <p:nvPr/>
        </p:nvGrpSpPr>
        <p:grpSpPr>
          <a:xfrm>
            <a:off x="5562600" y="1066800"/>
            <a:ext cx="3124200" cy="1755775"/>
            <a:chOff x="3408" y="1538"/>
            <a:chExt cx="1968" cy="1106"/>
          </a:xfrm>
        </p:grpSpPr>
        <p:sp>
          <p:nvSpPr>
            <p:cNvPr id="11275" name="AutoShape 25"/>
            <p:cNvSpPr/>
            <p:nvPr/>
          </p:nvSpPr>
          <p:spPr>
            <a:xfrm>
              <a:off x="3408" y="2002"/>
              <a:ext cx="1968" cy="642"/>
            </a:xfrm>
            <a:prstGeom prst="parallelogram">
              <a:avLst>
                <a:gd name="adj" fmla="val 97385"/>
              </a:avLst>
            </a:prstGeom>
            <a:solidFill>
              <a:srgbClr val="FFFF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r>
                <a:rPr lang="en-US" altLang="zh-CN" sz="3200" dirty="0">
                  <a:solidFill>
                    <a:srgbClr val="0033CC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o</a:t>
              </a:r>
              <a:endParaRPr lang="zh-CN" altLang="en-US" sz="3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6" name="Line 26"/>
            <p:cNvSpPr/>
            <p:nvPr/>
          </p:nvSpPr>
          <p:spPr>
            <a:xfrm>
              <a:off x="4080" y="2392"/>
              <a:ext cx="439" cy="0"/>
            </a:xfrm>
            <a:prstGeom prst="line">
              <a:avLst/>
            </a:prstGeom>
            <a:ln w="28575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77" name="Line 27"/>
            <p:cNvSpPr/>
            <p:nvPr/>
          </p:nvSpPr>
          <p:spPr>
            <a:xfrm flipV="1">
              <a:off x="4080" y="1787"/>
              <a:ext cx="0" cy="596"/>
            </a:xfrm>
            <a:prstGeom prst="line">
              <a:avLst/>
            </a:prstGeom>
            <a:ln w="28575" cap="flat" cmpd="sng">
              <a:solidFill>
                <a:srgbClr val="0033CC"/>
              </a:solidFill>
              <a:prstDash val="solid"/>
              <a:round/>
              <a:headEnd type="none" w="med" len="med"/>
              <a:tailEnd type="stealth" w="sm" len="med"/>
            </a:ln>
          </p:spPr>
        </p:sp>
        <p:sp>
          <p:nvSpPr>
            <p:cNvPr id="11278" name="Line 28"/>
            <p:cNvSpPr/>
            <p:nvPr/>
          </p:nvSpPr>
          <p:spPr>
            <a:xfrm flipV="1">
              <a:off x="4556" y="2133"/>
              <a:ext cx="328" cy="219"/>
            </a:xfrm>
            <a:prstGeom prst="line">
              <a:avLst/>
            </a:prstGeom>
            <a:ln w="28575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79" name="Text Box 29"/>
            <p:cNvSpPr txBox="1"/>
            <p:nvPr/>
          </p:nvSpPr>
          <p:spPr>
            <a:xfrm>
              <a:off x="3600" y="2028"/>
              <a:ext cx="52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just" eaLnBrk="0" hangingPunct="0"/>
              <a:r>
                <a:rPr lang="zh-CN" altLang="en-US" sz="3200" dirty="0">
                  <a:solidFill>
                    <a:srgbClr val="0033CC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</a:t>
              </a:r>
              <a:endParaRPr lang="en-US" altLang="zh-CN" sz="3200" dirty="0">
                <a:solidFill>
                  <a:srgbClr val="0033CC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0" name="Text Box 30"/>
            <p:cNvSpPr txBox="1"/>
            <p:nvPr/>
          </p:nvSpPr>
          <p:spPr>
            <a:xfrm>
              <a:off x="3861" y="1636"/>
              <a:ext cx="20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just" eaLnBrk="0" hangingPunct="0"/>
              <a:endParaRPr lang="zh-CN" altLang="en-US" sz="1500" dirty="0">
                <a:solidFill>
                  <a:srgbClr val="0033CC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1" name="Text Box 31"/>
            <p:cNvSpPr txBox="1"/>
            <p:nvPr/>
          </p:nvSpPr>
          <p:spPr>
            <a:xfrm>
              <a:off x="4849" y="2041"/>
              <a:ext cx="264" cy="4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just" eaLnBrk="0" hangingPunct="0"/>
              <a:endParaRPr lang="zh-CN" altLang="en-US" sz="1500" dirty="0">
                <a:solidFill>
                  <a:srgbClr val="0033CC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1282" name="Object 32"/>
            <p:cNvGraphicFramePr>
              <a:graphicFrameLocks noChangeAspect="1"/>
            </p:cNvGraphicFramePr>
            <p:nvPr/>
          </p:nvGraphicFramePr>
          <p:xfrm>
            <a:off x="4196" y="2131"/>
            <a:ext cx="201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11" imgW="139700" imgH="177800" progId="Equation.3">
                    <p:embed/>
                  </p:oleObj>
                </mc:Choice>
                <mc:Fallback>
                  <p:oleObj name="" r:id="rId11" imgW="139700" imgH="1778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6" y="2131"/>
                          <a:ext cx="201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3" name="Line 33"/>
            <p:cNvSpPr/>
            <p:nvPr/>
          </p:nvSpPr>
          <p:spPr>
            <a:xfrm>
              <a:off x="4474" y="2389"/>
              <a:ext cx="4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84" name="Oval 34"/>
            <p:cNvSpPr/>
            <p:nvPr/>
          </p:nvSpPr>
          <p:spPr>
            <a:xfrm>
              <a:off x="4508" y="2352"/>
              <a:ext cx="48" cy="51"/>
            </a:xfrm>
            <a:prstGeom prst="ellipse">
              <a:avLst/>
            </a:prstGeom>
            <a:solidFill>
              <a:srgbClr val="CC33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5" name="Text Box 35"/>
            <p:cNvSpPr txBox="1"/>
            <p:nvPr/>
          </p:nvSpPr>
          <p:spPr>
            <a:xfrm>
              <a:off x="4474" y="2352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CC33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m</a:t>
              </a:r>
              <a:endParaRPr lang="en-US" altLang="zh-CN" b="1" i="1" dirty="0">
                <a:solidFill>
                  <a:srgbClr val="CC33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1286" name="Object 36"/>
            <p:cNvGraphicFramePr>
              <a:graphicFrameLocks noChangeAspect="1"/>
            </p:cNvGraphicFramePr>
            <p:nvPr/>
          </p:nvGraphicFramePr>
          <p:xfrm>
            <a:off x="3828" y="1538"/>
            <a:ext cx="19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13" imgW="190500" imgH="254000" progId="Equation.3">
                    <p:embed/>
                  </p:oleObj>
                </mc:Choice>
                <mc:Fallback>
                  <p:oleObj name="" r:id="rId13" imgW="190500" imgH="2540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28" y="1538"/>
                          <a:ext cx="197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37"/>
            <p:cNvGraphicFramePr>
              <a:graphicFrameLocks noChangeAspect="1"/>
            </p:cNvGraphicFramePr>
            <p:nvPr/>
          </p:nvGraphicFramePr>
          <p:xfrm>
            <a:off x="4904" y="1983"/>
            <a:ext cx="19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5" imgW="190500" imgH="254000" progId="Equation.3">
                    <p:embed/>
                  </p:oleObj>
                </mc:Choice>
                <mc:Fallback>
                  <p:oleObj name="" r:id="rId15" imgW="190500" imgH="2540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04" y="1983"/>
                          <a:ext cx="197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38"/>
            <p:cNvGraphicFramePr>
              <a:graphicFrameLocks noChangeAspect="1"/>
            </p:cNvGraphicFramePr>
            <p:nvPr/>
          </p:nvGraphicFramePr>
          <p:xfrm>
            <a:off x="4660" y="2182"/>
            <a:ext cx="18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17" imgW="177800" imgH="228600" progId="Equation.3">
                    <p:embed/>
                  </p:oleObj>
                </mc:Choice>
                <mc:Fallback>
                  <p:oleObj name="" r:id="rId17" imgW="177800" imgH="2286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60" y="2182"/>
                          <a:ext cx="180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89" name="Rectangle 20"/>
          <p:cNvSpPr/>
          <p:nvPr/>
        </p:nvSpPr>
        <p:spPr>
          <a:xfrm>
            <a:off x="1259840" y="116205"/>
            <a:ext cx="48768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Verdana" panose="020B0604030504040204" pitchFamily="34" charset="0"/>
                <a:ea typeface="宋体" panose="02010600030101010101" pitchFamily="2" charset="-122"/>
              </a:rPr>
              <a:t>质点角动量的性质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85800" y="3289300"/>
            <a:ext cx="18097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相对性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3" grpId="0"/>
      <p:bldP spid="48145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289" name="Group 2"/>
          <p:cNvGrpSpPr/>
          <p:nvPr/>
        </p:nvGrpSpPr>
        <p:grpSpPr>
          <a:xfrm>
            <a:off x="4984750" y="2165985"/>
            <a:ext cx="3680460" cy="1951990"/>
            <a:chOff x="3504" y="3072"/>
            <a:chExt cx="2016" cy="1008"/>
          </a:xfrm>
        </p:grpSpPr>
        <p:sp>
          <p:nvSpPr>
            <p:cNvPr id="12290" name="Rectangle 3"/>
            <p:cNvSpPr/>
            <p:nvPr/>
          </p:nvSpPr>
          <p:spPr>
            <a:xfrm>
              <a:off x="3504" y="3072"/>
              <a:ext cx="2016" cy="10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1" name="Oval 4"/>
            <p:cNvSpPr/>
            <p:nvPr/>
          </p:nvSpPr>
          <p:spPr>
            <a:xfrm>
              <a:off x="3744" y="3504"/>
              <a:ext cx="1392" cy="480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path path="rect">
                <a:fillToRect t="100000" r="100000"/>
              </a:path>
              <a:tileRect/>
            </a:gradFill>
            <a:ln w="1905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2" name="Oval 5"/>
            <p:cNvSpPr/>
            <p:nvPr/>
          </p:nvSpPr>
          <p:spPr>
            <a:xfrm>
              <a:off x="4848" y="3504"/>
              <a:ext cx="96" cy="9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C2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3" name="Line 6"/>
            <p:cNvSpPr/>
            <p:nvPr/>
          </p:nvSpPr>
          <p:spPr>
            <a:xfrm flipV="1">
              <a:off x="4416" y="3552"/>
              <a:ext cx="480" cy="192"/>
            </a:xfrm>
            <a:prstGeom prst="line">
              <a:avLst/>
            </a:prstGeom>
            <a:ln w="28575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294" name="Line 7"/>
            <p:cNvSpPr/>
            <p:nvPr/>
          </p:nvSpPr>
          <p:spPr>
            <a:xfrm flipH="1" flipV="1">
              <a:off x="4560" y="3408"/>
              <a:ext cx="288" cy="144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295" name="Line 8"/>
            <p:cNvSpPr/>
            <p:nvPr/>
          </p:nvSpPr>
          <p:spPr>
            <a:xfrm flipV="1">
              <a:off x="4416" y="3120"/>
              <a:ext cx="0" cy="62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2296" name="Object 9"/>
            <p:cNvGraphicFramePr>
              <a:graphicFrameLocks noChangeAspect="1"/>
            </p:cNvGraphicFramePr>
            <p:nvPr/>
          </p:nvGraphicFramePr>
          <p:xfrm>
            <a:off x="4128" y="3120"/>
            <a:ext cx="250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" imgW="114300" imgH="152400" progId="Equation.3">
                    <p:embed/>
                  </p:oleObj>
                </mc:Choice>
                <mc:Fallback>
                  <p:oleObj name="" r:id="rId1" imgW="114300" imgH="1524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28" y="3120"/>
                          <a:ext cx="250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10"/>
            <p:cNvGraphicFramePr>
              <a:graphicFrameLocks noChangeAspect="1"/>
            </p:cNvGraphicFramePr>
            <p:nvPr/>
          </p:nvGraphicFramePr>
          <p:xfrm>
            <a:off x="4608" y="3600"/>
            <a:ext cx="30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3" imgW="101600" imgH="127000" progId="Equation.3">
                    <p:embed/>
                  </p:oleObj>
                </mc:Choice>
                <mc:Fallback>
                  <p:oleObj name="" r:id="rId3" imgW="101600" imgH="1270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08" y="3600"/>
                          <a:ext cx="30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8" name="Object 11"/>
            <p:cNvGraphicFramePr>
              <a:graphicFrameLocks noChangeAspect="1"/>
            </p:cNvGraphicFramePr>
            <p:nvPr/>
          </p:nvGraphicFramePr>
          <p:xfrm>
            <a:off x="4560" y="3072"/>
            <a:ext cx="28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5" imgW="114300" imgH="152400" progId="Equation.3">
                    <p:embed/>
                  </p:oleObj>
                </mc:Choice>
                <mc:Fallback>
                  <p:oleObj name="" r:id="rId5" imgW="114300" imgH="1524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60" y="3072"/>
                          <a:ext cx="287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9" name="Object 12"/>
            <p:cNvGraphicFramePr>
              <a:graphicFrameLocks noChangeAspect="1"/>
            </p:cNvGraphicFramePr>
            <p:nvPr/>
          </p:nvGraphicFramePr>
          <p:xfrm>
            <a:off x="4992" y="3428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7" imgW="228600" imgH="190500" progId="Equation.3">
                    <p:embed/>
                  </p:oleObj>
                </mc:Choice>
                <mc:Fallback>
                  <p:oleObj name="" r:id="rId7" imgW="228600" imgH="1905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92" y="3428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0" name="Object 13"/>
            <p:cNvGraphicFramePr>
              <a:graphicFrameLocks noChangeAspect="1"/>
            </p:cNvGraphicFramePr>
            <p:nvPr/>
          </p:nvGraphicFramePr>
          <p:xfrm>
            <a:off x="4231" y="3649"/>
            <a:ext cx="181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9" imgW="165100" imgH="190500" progId="Equation.3">
                    <p:embed/>
                  </p:oleObj>
                </mc:Choice>
                <mc:Fallback>
                  <p:oleObj name="" r:id="rId9" imgW="165100" imgH="1905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31" y="3649"/>
                          <a:ext cx="181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322898" y="1652905"/>
            <a:ext cx="4895850" cy="1189038"/>
            <a:chOff x="340" y="2795"/>
            <a:chExt cx="3084" cy="749"/>
          </a:xfrm>
        </p:grpSpPr>
        <p:sp>
          <p:nvSpPr>
            <p:cNvPr id="12302" name="Text Box 15"/>
            <p:cNvSpPr txBox="1"/>
            <p:nvPr/>
          </p:nvSpPr>
          <p:spPr>
            <a:xfrm>
              <a:off x="340" y="2795"/>
              <a:ext cx="3084" cy="74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质点以   作半径为 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的圆周运动，</a:t>
              </a:r>
              <a:r>
                <a:rPr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相对圆心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的角动量为：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2303" name="Object 16"/>
            <p:cNvGraphicFramePr>
              <a:graphicFrameLocks noChangeAspect="1"/>
            </p:cNvGraphicFramePr>
            <p:nvPr/>
          </p:nvGraphicFramePr>
          <p:xfrm>
            <a:off x="1066" y="2886"/>
            <a:ext cx="31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1" imgW="127000" imgH="114300" progId="Equation.3">
                    <p:embed/>
                  </p:oleObj>
                </mc:Choice>
                <mc:Fallback>
                  <p:oleObj name="" r:id="rId11" imgW="127000" imgH="1143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66" y="2886"/>
                          <a:ext cx="311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17"/>
            <p:cNvGraphicFramePr>
              <a:graphicFrameLocks noChangeAspect="1"/>
            </p:cNvGraphicFramePr>
            <p:nvPr/>
          </p:nvGraphicFramePr>
          <p:xfrm>
            <a:off x="2200" y="2886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3" imgW="101600" imgH="101600" progId="Equation.3">
                    <p:embed/>
                  </p:oleObj>
                </mc:Choice>
                <mc:Fallback>
                  <p:oleObj name="" r:id="rId13" imgW="101600" imgH="1016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00" y="2886"/>
                          <a:ext cx="311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05" name="Text Box 25"/>
          <p:cNvSpPr txBox="1"/>
          <p:nvPr/>
        </p:nvSpPr>
        <p:spPr>
          <a:xfrm>
            <a:off x="323850" y="980440"/>
            <a:ext cx="53879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）质点作圆周运动时的角动量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5104" name="Object 48"/>
          <p:cNvGraphicFramePr>
            <a:graphicFrameLocks noChangeAspect="1"/>
          </p:cNvGraphicFramePr>
          <p:nvPr>
            <p:ph sz="half" idx="1"/>
          </p:nvPr>
        </p:nvGraphicFramePr>
        <p:xfrm>
          <a:off x="861060" y="3034030"/>
          <a:ext cx="30210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5" imgW="1130300" imgH="228600" progId="Equation.3">
                  <p:embed/>
                </p:oleObj>
              </mc:Choice>
              <mc:Fallback>
                <p:oleObj name="" r:id="rId15" imgW="1130300" imgH="2286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1060" y="3034030"/>
                        <a:ext cx="3021013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5" name="Object 49"/>
          <p:cNvGraphicFramePr>
            <a:graphicFrameLocks noChangeAspect="1"/>
          </p:cNvGraphicFramePr>
          <p:nvPr>
            <p:ph sz="quarter" idx="2"/>
          </p:nvPr>
        </p:nvGraphicFramePr>
        <p:xfrm>
          <a:off x="6311900" y="4725670"/>
          <a:ext cx="15128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7" imgW="520700" imgH="203200" progId="Equation.3">
                  <p:embed/>
                </p:oleObj>
              </mc:Choice>
              <mc:Fallback>
                <p:oleObj name="" r:id="rId17" imgW="520700" imgH="2032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11900" y="4725670"/>
                        <a:ext cx="1512888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1" name="Object 55"/>
          <p:cNvGraphicFramePr>
            <a:graphicFrameLocks noChangeAspect="1"/>
          </p:cNvGraphicFramePr>
          <p:nvPr>
            <p:ph sz="quarter" idx="3"/>
          </p:nvPr>
        </p:nvGraphicFramePr>
        <p:xfrm>
          <a:off x="859473" y="3767455"/>
          <a:ext cx="38147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9" imgW="1371600" imgH="203200" progId="Equation.3">
                  <p:embed/>
                </p:oleObj>
              </mc:Choice>
              <mc:Fallback>
                <p:oleObj name="" r:id="rId19" imgW="1371600" imgH="2032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9473" y="3767455"/>
                        <a:ext cx="3814762" cy="5651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08" name="Text Box 52"/>
          <p:cNvSpPr txBox="1"/>
          <p:nvPr/>
        </p:nvSpPr>
        <p:spPr>
          <a:xfrm>
            <a:off x="538798" y="4869180"/>
            <a:ext cx="63373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质点对通过圆心转轴的转动惯量为：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8" name="Text Box 9"/>
          <p:cNvSpPr txBox="1"/>
          <p:nvPr/>
        </p:nvSpPr>
        <p:spPr>
          <a:xfrm>
            <a:off x="1214438" y="142875"/>
            <a:ext cx="47259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质点对固定点的角动量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0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引例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314" name="Text Box 5"/>
          <p:cNvSpPr txBox="1"/>
          <p:nvPr/>
        </p:nvSpPr>
        <p:spPr>
          <a:xfrm>
            <a:off x="1143000" y="142875"/>
            <a:ext cx="6450013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）质点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对参考点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的角动量</a:t>
            </a:r>
            <a:endParaRPr lang="zh-CN" altLang="en-US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15" name="Rectangle 38" descr="新闻纸"/>
          <p:cNvSpPr/>
          <p:nvPr/>
        </p:nvSpPr>
        <p:spPr>
          <a:xfrm>
            <a:off x="0" y="6723063"/>
            <a:ext cx="9144000" cy="134937"/>
          </a:xfrm>
          <a:prstGeom prst="rect">
            <a:avLst/>
          </a:prstGeom>
          <a:blipFill rotWithShape="0">
            <a:blip r:embed="rId1"/>
          </a:blip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755650" y="1052513"/>
            <a:ext cx="3451225" cy="5256212"/>
            <a:chOff x="517" y="847"/>
            <a:chExt cx="2174" cy="3473"/>
          </a:xfrm>
        </p:grpSpPr>
        <p:sp>
          <p:nvSpPr>
            <p:cNvPr id="13317" name="Text Box 40"/>
            <p:cNvSpPr txBox="1"/>
            <p:nvPr/>
          </p:nvSpPr>
          <p:spPr>
            <a:xfrm>
              <a:off x="583" y="929"/>
              <a:ext cx="12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8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地球上的单摆</a:t>
              </a:r>
              <a:endPara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3318" name="Line 41"/>
            <p:cNvSpPr/>
            <p:nvPr/>
          </p:nvSpPr>
          <p:spPr>
            <a:xfrm>
              <a:off x="1868" y="2764"/>
              <a:ext cx="256" cy="516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3319" name="Line 42"/>
            <p:cNvSpPr/>
            <p:nvPr/>
          </p:nvSpPr>
          <p:spPr>
            <a:xfrm>
              <a:off x="1188" y="1410"/>
              <a:ext cx="0" cy="955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20" name="Line 43"/>
            <p:cNvSpPr/>
            <p:nvPr/>
          </p:nvSpPr>
          <p:spPr>
            <a:xfrm>
              <a:off x="1199" y="1408"/>
              <a:ext cx="664" cy="13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321" name="Arc 44"/>
            <p:cNvSpPr/>
            <p:nvPr/>
          </p:nvSpPr>
          <p:spPr>
            <a:xfrm>
              <a:off x="517" y="1318"/>
              <a:ext cx="1625" cy="15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9602" h="21600" fill="none">
                  <a:moveTo>
                    <a:pt x="19601" y="18342"/>
                  </a:moveTo>
                  <a:cubicBezTo>
                    <a:pt x="16178" y="20471"/>
                    <a:pt x="12227" y="21599"/>
                    <a:pt x="8196" y="21600"/>
                  </a:cubicBezTo>
                  <a:cubicBezTo>
                    <a:pt x="5384" y="21600"/>
                    <a:pt x="2600" y="21051"/>
                    <a:pt x="0" y="19984"/>
                  </a:cubicBezTo>
                </a:path>
                <a:path w="19602" h="21600" stroke="0">
                  <a:moveTo>
                    <a:pt x="19601" y="18342"/>
                  </a:moveTo>
                  <a:cubicBezTo>
                    <a:pt x="16178" y="20471"/>
                    <a:pt x="12227" y="21599"/>
                    <a:pt x="8196" y="21600"/>
                  </a:cubicBezTo>
                  <a:cubicBezTo>
                    <a:pt x="5384" y="21600"/>
                    <a:pt x="2600" y="21051"/>
                    <a:pt x="0" y="19984"/>
                  </a:cubicBezTo>
                  <a:lnTo>
                    <a:pt x="8196" y="0"/>
                  </a:lnTo>
                  <a:lnTo>
                    <a:pt x="19601" y="18342"/>
                  </a:lnTo>
                  <a:close/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2" name="Line 45"/>
            <p:cNvSpPr/>
            <p:nvPr/>
          </p:nvSpPr>
          <p:spPr>
            <a:xfrm flipH="1">
              <a:off x="1190" y="2772"/>
              <a:ext cx="644" cy="2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pSp>
          <p:nvGrpSpPr>
            <p:cNvPr id="13323" name="Group 46"/>
            <p:cNvGrpSpPr/>
            <p:nvPr/>
          </p:nvGrpSpPr>
          <p:grpSpPr>
            <a:xfrm>
              <a:off x="961" y="1324"/>
              <a:ext cx="455" cy="79"/>
              <a:chOff x="1085" y="1317"/>
              <a:chExt cx="790" cy="70"/>
            </a:xfrm>
          </p:grpSpPr>
          <p:sp>
            <p:nvSpPr>
              <p:cNvPr id="13324" name="Rectangle 47" descr="深色上对角线"/>
              <p:cNvSpPr/>
              <p:nvPr/>
            </p:nvSpPr>
            <p:spPr>
              <a:xfrm>
                <a:off x="1095" y="1317"/>
                <a:ext cx="780" cy="70"/>
              </a:xfrm>
              <a:prstGeom prst="rect">
                <a:avLst/>
              </a:prstGeom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5" name="Line 48"/>
              <p:cNvSpPr/>
              <p:nvPr/>
            </p:nvSpPr>
            <p:spPr>
              <a:xfrm flipV="1">
                <a:off x="1085" y="1380"/>
                <a:ext cx="775" cy="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26" name="WordArt 49"/>
            <p:cNvSpPr>
              <a:spLocks noTextEdit="1"/>
            </p:cNvSpPr>
            <p:nvPr/>
          </p:nvSpPr>
          <p:spPr>
            <a:xfrm>
              <a:off x="1025" y="1444"/>
              <a:ext cx="110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endParaRPr lang="zh-CN" altLang="en-US" sz="800" i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327" name="WordArt 50"/>
            <p:cNvSpPr>
              <a:spLocks noTextEdit="1"/>
            </p:cNvSpPr>
            <p:nvPr/>
          </p:nvSpPr>
          <p:spPr>
            <a:xfrm>
              <a:off x="2023" y="2725"/>
              <a:ext cx="175" cy="1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  <a:endParaRPr lang="zh-CN" altLang="en-US" sz="3600" i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328" name="WordArt 51"/>
            <p:cNvSpPr>
              <a:spLocks noTextEdit="1"/>
            </p:cNvSpPr>
            <p:nvPr/>
          </p:nvSpPr>
          <p:spPr>
            <a:xfrm>
              <a:off x="1563" y="2983"/>
              <a:ext cx="144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Symbol" panose="05050102010706020507" charset="0"/>
                  <a:ea typeface="Symbol" panose="05050102010706020507" charset="0"/>
                </a:rPr>
                <a:t>q</a:t>
              </a:r>
              <a:endParaRPr lang="zh-CN" altLang="en-US" sz="3600" i="1">
                <a:ln w="952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2"/>
                </a:solidFill>
                <a:latin typeface="Symbol" panose="05050102010706020507" charset="0"/>
                <a:ea typeface="Symbol" panose="05050102010706020507" charset="0"/>
              </a:endParaRPr>
            </a:p>
          </p:txBody>
        </p:sp>
        <p:grpSp>
          <p:nvGrpSpPr>
            <p:cNvPr id="13329" name="Group 52"/>
            <p:cNvGrpSpPr/>
            <p:nvPr/>
          </p:nvGrpSpPr>
          <p:grpSpPr>
            <a:xfrm>
              <a:off x="956" y="2945"/>
              <a:ext cx="195" cy="181"/>
              <a:chOff x="838" y="3001"/>
              <a:chExt cx="213" cy="216"/>
            </a:xfrm>
          </p:grpSpPr>
          <p:sp>
            <p:nvSpPr>
              <p:cNvPr id="13330" name="WordArt 53"/>
              <p:cNvSpPr>
                <a:spLocks noTextEdit="1"/>
              </p:cNvSpPr>
              <p:nvPr/>
            </p:nvSpPr>
            <p:spPr>
              <a:xfrm>
                <a:off x="863" y="3056"/>
                <a:ext cx="153" cy="16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  <a:ea typeface="Bookman Old Style" panose="02050604050505020204" pitchFamily="18" charset="0"/>
                  </a:rPr>
                  <a:t>v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pitchFamily="18" charset="0"/>
                  <a:ea typeface="Bookman Old Style" panose="02050604050505020204" pitchFamily="18" charset="0"/>
                </a:endParaRPr>
              </a:p>
            </p:txBody>
          </p:sp>
          <p:sp>
            <p:nvSpPr>
              <p:cNvPr id="13331" name="Line 54"/>
              <p:cNvSpPr/>
              <p:nvPr/>
            </p:nvSpPr>
            <p:spPr>
              <a:xfrm>
                <a:off x="838" y="3001"/>
                <a:ext cx="21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</p:grpSp>
        <p:sp>
          <p:nvSpPr>
            <p:cNvPr id="13332" name="Oval 55"/>
            <p:cNvSpPr/>
            <p:nvPr/>
          </p:nvSpPr>
          <p:spPr>
            <a:xfrm>
              <a:off x="1833" y="2717"/>
              <a:ext cx="83" cy="80"/>
            </a:xfrm>
            <a:prstGeom prst="ellipse">
              <a:avLst/>
            </a:prstGeom>
            <a:gradFill rotWithShape="0">
              <a:gsLst>
                <a:gs pos="0">
                  <a:srgbClr val="66FF33"/>
                </a:gs>
                <a:gs pos="100000">
                  <a:srgbClr val="47B224"/>
                </a:gs>
              </a:gsLst>
              <a:lin ang="2700000" scaled="1"/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333" name="Group 56"/>
            <p:cNvGrpSpPr/>
            <p:nvPr/>
          </p:nvGrpSpPr>
          <p:grpSpPr>
            <a:xfrm>
              <a:off x="1563" y="1863"/>
              <a:ext cx="195" cy="200"/>
              <a:chOff x="1502" y="1703"/>
              <a:chExt cx="213" cy="240"/>
            </a:xfrm>
          </p:grpSpPr>
          <p:sp>
            <p:nvSpPr>
              <p:cNvPr id="13334" name="WordArt 57"/>
              <p:cNvSpPr>
                <a:spLocks noTextEdit="1"/>
              </p:cNvSpPr>
              <p:nvPr/>
            </p:nvSpPr>
            <p:spPr>
              <a:xfrm>
                <a:off x="1523" y="1761"/>
                <a:ext cx="122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3335" name="Line 58"/>
              <p:cNvSpPr/>
              <p:nvPr/>
            </p:nvSpPr>
            <p:spPr>
              <a:xfrm>
                <a:off x="1502" y="1703"/>
                <a:ext cx="21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</p:grpSp>
        <p:grpSp>
          <p:nvGrpSpPr>
            <p:cNvPr id="13336" name="Group 59"/>
            <p:cNvGrpSpPr/>
            <p:nvPr/>
          </p:nvGrpSpPr>
          <p:grpSpPr>
            <a:xfrm>
              <a:off x="789" y="3354"/>
              <a:ext cx="1030" cy="228"/>
              <a:chOff x="1139" y="3621"/>
              <a:chExt cx="1030" cy="228"/>
            </a:xfrm>
          </p:grpSpPr>
          <p:sp>
            <p:nvSpPr>
              <p:cNvPr id="13337" name="WordArt 60"/>
              <p:cNvSpPr>
                <a:spLocks noTextEdit="1"/>
              </p:cNvSpPr>
              <p:nvPr/>
            </p:nvSpPr>
            <p:spPr>
              <a:xfrm>
                <a:off x="1139" y="3621"/>
                <a:ext cx="154" cy="1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13338" name="Group 61"/>
              <p:cNvGrpSpPr/>
              <p:nvPr/>
            </p:nvGrpSpPr>
            <p:grpSpPr>
              <a:xfrm>
                <a:off x="1390" y="3709"/>
                <a:ext cx="151" cy="53"/>
                <a:chOff x="1260" y="2371"/>
                <a:chExt cx="151" cy="53"/>
              </a:xfrm>
            </p:grpSpPr>
            <p:sp>
              <p:nvSpPr>
                <p:cNvPr id="13339" name="Line 62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0" name="Line 63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41" name="WordArt 64"/>
              <p:cNvSpPr>
                <a:spLocks noTextEdit="1"/>
              </p:cNvSpPr>
              <p:nvPr/>
            </p:nvSpPr>
            <p:spPr>
              <a:xfrm>
                <a:off x="1628" y="3663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3342" name="WordArt 65"/>
              <p:cNvSpPr>
                <a:spLocks noTextEdit="1"/>
              </p:cNvSpPr>
              <p:nvPr/>
            </p:nvSpPr>
            <p:spPr>
              <a:xfrm>
                <a:off x="1865" y="3657"/>
                <a:ext cx="154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  <a:ea typeface="Bookman Old Style" panose="02050604050505020204" pitchFamily="18" charset="0"/>
                  </a:rPr>
                  <a:t>v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pitchFamily="18" charset="0"/>
                  <a:ea typeface="Bookman Old Style" panose="02050604050505020204" pitchFamily="18" charset="0"/>
                </a:endParaRPr>
              </a:p>
            </p:txBody>
          </p:sp>
          <p:sp>
            <p:nvSpPr>
              <p:cNvPr id="13343" name="WordArt 66"/>
              <p:cNvSpPr>
                <a:spLocks noTextEdit="1"/>
              </p:cNvSpPr>
              <p:nvPr/>
            </p:nvSpPr>
            <p:spPr>
              <a:xfrm>
                <a:off x="2047" y="3650"/>
                <a:ext cx="122" cy="1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3344" name="Line 67"/>
              <p:cNvSpPr/>
              <p:nvPr/>
            </p:nvSpPr>
            <p:spPr>
              <a:xfrm>
                <a:off x="1835" y="3849"/>
                <a:ext cx="159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45" name="Rectangle 71" descr="新闻纸"/>
            <p:cNvSpPr/>
            <p:nvPr/>
          </p:nvSpPr>
          <p:spPr>
            <a:xfrm>
              <a:off x="2600" y="847"/>
              <a:ext cx="91" cy="34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46" name="Freeform 72"/>
            <p:cNvSpPr/>
            <p:nvPr/>
          </p:nvSpPr>
          <p:spPr>
            <a:xfrm>
              <a:off x="1705" y="2827"/>
              <a:ext cx="243" cy="1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6" y="182"/>
                </a:cxn>
                <a:cxn ang="0">
                  <a:pos x="243" y="121"/>
                </a:cxn>
              </a:cxnLst>
              <a:pathLst>
                <a:path w="243" h="182">
                  <a:moveTo>
                    <a:pt x="0" y="0"/>
                  </a:moveTo>
                  <a:lnTo>
                    <a:pt x="76" y="182"/>
                  </a:lnTo>
                  <a:lnTo>
                    <a:pt x="243" y="121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47" name="Text Box 73"/>
            <p:cNvSpPr txBox="1"/>
            <p:nvPr/>
          </p:nvSpPr>
          <p:spPr>
            <a:xfrm>
              <a:off x="1425" y="3577"/>
              <a:ext cx="3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变</a:t>
              </a:r>
              <a:endPara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8" name="Group 74"/>
          <p:cNvGrpSpPr/>
          <p:nvPr/>
        </p:nvGrpSpPr>
        <p:grpSpPr>
          <a:xfrm>
            <a:off x="5114925" y="1125538"/>
            <a:ext cx="3390900" cy="4502150"/>
            <a:chOff x="3215" y="941"/>
            <a:chExt cx="2136" cy="2836"/>
          </a:xfrm>
        </p:grpSpPr>
        <p:sp>
          <p:nvSpPr>
            <p:cNvPr id="13349" name="Text Box 75"/>
            <p:cNvSpPr txBox="1"/>
            <p:nvPr/>
          </p:nvSpPr>
          <p:spPr>
            <a:xfrm>
              <a:off x="3538" y="941"/>
              <a:ext cx="15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8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太阳系中的行星</a:t>
              </a:r>
              <a:endPara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13350" name="Group 76"/>
            <p:cNvGrpSpPr/>
            <p:nvPr/>
          </p:nvGrpSpPr>
          <p:grpSpPr>
            <a:xfrm>
              <a:off x="3215" y="1240"/>
              <a:ext cx="2136" cy="1913"/>
              <a:chOff x="3032" y="1573"/>
              <a:chExt cx="2378" cy="2125"/>
            </a:xfrm>
          </p:grpSpPr>
          <p:sp>
            <p:nvSpPr>
              <p:cNvPr id="13351" name="Line 77"/>
              <p:cNvSpPr/>
              <p:nvPr/>
            </p:nvSpPr>
            <p:spPr>
              <a:xfrm flipH="1" flipV="1">
                <a:off x="3869" y="1573"/>
                <a:ext cx="372" cy="607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13352" name="Oval 78"/>
              <p:cNvSpPr/>
              <p:nvPr/>
            </p:nvSpPr>
            <p:spPr>
              <a:xfrm>
                <a:off x="3100" y="2137"/>
                <a:ext cx="2310" cy="1561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53" name="Oval 79"/>
              <p:cNvSpPr/>
              <p:nvPr/>
            </p:nvSpPr>
            <p:spPr>
              <a:xfrm>
                <a:off x="4166" y="2080"/>
                <a:ext cx="93" cy="84"/>
              </a:xfrm>
              <a:prstGeom prst="ellipse">
                <a:avLst/>
              </a:prstGeom>
              <a:gradFill rotWithShape="0">
                <a:gsLst>
                  <a:gs pos="0">
                    <a:srgbClr val="66FF33"/>
                  </a:gs>
                  <a:gs pos="100000">
                    <a:srgbClr val="2F7618"/>
                  </a:gs>
                </a:gsLst>
                <a:lin ang="2700000" scaled="1"/>
                <a:tileRect/>
              </a:gra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3354" name="Group 80"/>
              <p:cNvGrpSpPr/>
              <p:nvPr/>
            </p:nvGrpSpPr>
            <p:grpSpPr>
              <a:xfrm>
                <a:off x="4518" y="2715"/>
                <a:ext cx="485" cy="290"/>
                <a:chOff x="4518" y="2722"/>
                <a:chExt cx="485" cy="290"/>
              </a:xfrm>
            </p:grpSpPr>
            <p:sp>
              <p:nvSpPr>
                <p:cNvPr id="13355" name="Oval 81"/>
                <p:cNvSpPr/>
                <p:nvPr/>
              </p:nvSpPr>
              <p:spPr>
                <a:xfrm>
                  <a:off x="4611" y="2812"/>
                  <a:ext cx="114" cy="121"/>
                </a:xfrm>
                <a:prstGeom prst="ellipse">
                  <a:avLst/>
                </a:pr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56" name="WordArt 82"/>
                <p:cNvSpPr>
                  <a:spLocks noTextEdit="1"/>
                </p:cNvSpPr>
                <p:nvPr/>
              </p:nvSpPr>
              <p:spPr>
                <a:xfrm>
                  <a:off x="4883" y="2804"/>
                  <a:ext cx="120" cy="17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O</a:t>
                  </a:r>
                  <a:endPara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3357" name="Line 83"/>
                <p:cNvSpPr/>
                <p:nvPr/>
              </p:nvSpPr>
              <p:spPr>
                <a:xfrm flipV="1">
                  <a:off x="4668" y="2722"/>
                  <a:ext cx="0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8" name="Line 84"/>
                <p:cNvSpPr/>
                <p:nvPr/>
              </p:nvSpPr>
              <p:spPr>
                <a:xfrm flipV="1">
                  <a:off x="4671" y="2941"/>
                  <a:ext cx="0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9" name="Line 85"/>
                <p:cNvSpPr/>
                <p:nvPr/>
              </p:nvSpPr>
              <p:spPr>
                <a:xfrm rot="-5400000" flipV="1">
                  <a:off x="4780" y="2827"/>
                  <a:ext cx="0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60" name="Line 86"/>
                <p:cNvSpPr/>
                <p:nvPr/>
              </p:nvSpPr>
              <p:spPr>
                <a:xfrm rot="-5400000" flipV="1">
                  <a:off x="4552" y="2834"/>
                  <a:ext cx="0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61" name="Line 87"/>
                <p:cNvSpPr/>
                <p:nvPr/>
              </p:nvSpPr>
              <p:spPr>
                <a:xfrm rot="-3310777" flipV="1">
                  <a:off x="4566" y="2758"/>
                  <a:ext cx="1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62" name="Line 88"/>
                <p:cNvSpPr/>
                <p:nvPr/>
              </p:nvSpPr>
              <p:spPr>
                <a:xfrm rot="-8710777" flipV="1">
                  <a:off x="4744" y="2752"/>
                  <a:ext cx="1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63" name="Line 89"/>
                <p:cNvSpPr/>
                <p:nvPr/>
              </p:nvSpPr>
              <p:spPr>
                <a:xfrm rot="-8710777" flipV="1">
                  <a:off x="4589" y="2915"/>
                  <a:ext cx="1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64" name="Line 90"/>
                <p:cNvSpPr/>
                <p:nvPr/>
              </p:nvSpPr>
              <p:spPr>
                <a:xfrm rot="-3310777" flipV="1">
                  <a:off x="4753" y="2902"/>
                  <a:ext cx="1" cy="7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65" name="Line 91"/>
              <p:cNvSpPr/>
              <p:nvPr/>
            </p:nvSpPr>
            <p:spPr>
              <a:xfrm flipH="1" flipV="1">
                <a:off x="3280" y="2130"/>
                <a:ext cx="89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366" name="Line 92"/>
              <p:cNvSpPr/>
              <p:nvPr/>
            </p:nvSpPr>
            <p:spPr>
              <a:xfrm flipH="1" flipV="1">
                <a:off x="4228" y="2144"/>
                <a:ext cx="440" cy="7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13367" name="Group 93"/>
              <p:cNvGrpSpPr/>
              <p:nvPr/>
            </p:nvGrpSpPr>
            <p:grpSpPr>
              <a:xfrm>
                <a:off x="4106" y="2472"/>
                <a:ext cx="213" cy="240"/>
                <a:chOff x="1502" y="1703"/>
                <a:chExt cx="213" cy="240"/>
              </a:xfrm>
            </p:grpSpPr>
            <p:sp>
              <p:nvSpPr>
                <p:cNvPr id="13368" name="WordArt 94"/>
                <p:cNvSpPr>
                  <a:spLocks noTextEdit="1"/>
                </p:cNvSpPr>
                <p:nvPr/>
              </p:nvSpPr>
              <p:spPr>
                <a:xfrm>
                  <a:off x="1523" y="1761"/>
                  <a:ext cx="122" cy="18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endPara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3369" name="Line 95"/>
                <p:cNvSpPr/>
                <p:nvPr/>
              </p:nvSpPr>
              <p:spPr>
                <a:xfrm>
                  <a:off x="1502" y="1703"/>
                  <a:ext cx="21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</p:grpSp>
          <p:grpSp>
            <p:nvGrpSpPr>
              <p:cNvPr id="13370" name="Group 96"/>
              <p:cNvGrpSpPr/>
              <p:nvPr/>
            </p:nvGrpSpPr>
            <p:grpSpPr>
              <a:xfrm>
                <a:off x="3032" y="2004"/>
                <a:ext cx="213" cy="224"/>
                <a:chOff x="838" y="3001"/>
                <a:chExt cx="213" cy="216"/>
              </a:xfrm>
            </p:grpSpPr>
            <p:sp>
              <p:nvSpPr>
                <p:cNvPr id="13371" name="WordArt 97"/>
                <p:cNvSpPr>
                  <a:spLocks noTextEdit="1"/>
                </p:cNvSpPr>
                <p:nvPr/>
              </p:nvSpPr>
              <p:spPr>
                <a:xfrm>
                  <a:off x="863" y="3056"/>
                  <a:ext cx="153" cy="16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  <a:ea typeface="Bookman Old Style" panose="02050604050505020204" pitchFamily="18" charset="0"/>
                    </a:rPr>
                    <a:t>v</a:t>
                  </a:r>
                  <a:endPara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  <a:ea typeface="Bookman Old Style" panose="02050604050505020204" pitchFamily="18" charset="0"/>
                  </a:endParaRPr>
                </a:p>
              </p:txBody>
            </p:sp>
            <p:sp>
              <p:nvSpPr>
                <p:cNvPr id="13372" name="Line 98"/>
                <p:cNvSpPr/>
                <p:nvPr/>
              </p:nvSpPr>
              <p:spPr>
                <a:xfrm>
                  <a:off x="838" y="3001"/>
                  <a:ext cx="21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</p:grpSp>
          <p:sp>
            <p:nvSpPr>
              <p:cNvPr id="13373" name="WordArt 99"/>
              <p:cNvSpPr>
                <a:spLocks noTextEdit="1"/>
              </p:cNvSpPr>
              <p:nvPr/>
            </p:nvSpPr>
            <p:spPr>
              <a:xfrm>
                <a:off x="4230" y="1864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</a:t>
                </a:r>
                <a:endPara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3374" name="Arc 100"/>
              <p:cNvSpPr/>
              <p:nvPr/>
            </p:nvSpPr>
            <p:spPr>
              <a:xfrm>
                <a:off x="3824" y="1791"/>
                <a:ext cx="393" cy="3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19402" fill="none">
                    <a:moveTo>
                      <a:pt x="27" y="19401"/>
                    </a:moveTo>
                    <a:cubicBezTo>
                      <a:pt x="9" y="19039"/>
                      <a:pt x="0" y="18676"/>
                      <a:pt x="0" y="18313"/>
                    </a:cubicBezTo>
                    <a:cubicBezTo>
                      <a:pt x="-1" y="10868"/>
                      <a:pt x="3834" y="3947"/>
                      <a:pt x="10146" y="0"/>
                    </a:cubicBezTo>
                  </a:path>
                  <a:path w="21600" h="19402" stroke="0">
                    <a:moveTo>
                      <a:pt x="27" y="19401"/>
                    </a:moveTo>
                    <a:cubicBezTo>
                      <a:pt x="9" y="19039"/>
                      <a:pt x="0" y="18676"/>
                      <a:pt x="0" y="18313"/>
                    </a:cubicBezTo>
                    <a:cubicBezTo>
                      <a:pt x="-1" y="10868"/>
                      <a:pt x="3834" y="3947"/>
                      <a:pt x="10146" y="0"/>
                    </a:cubicBezTo>
                    <a:lnTo>
                      <a:pt x="21600" y="18313"/>
                    </a:lnTo>
                    <a:lnTo>
                      <a:pt x="27" y="19401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75" name="WordArt 101"/>
              <p:cNvSpPr>
                <a:spLocks noTextEdit="1"/>
              </p:cNvSpPr>
              <p:nvPr/>
            </p:nvSpPr>
            <p:spPr>
              <a:xfrm>
                <a:off x="3622" y="1789"/>
                <a:ext cx="140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Symbol" panose="05050102010706020507" charset="0"/>
                    <a:ea typeface="Symbol" panose="05050102010706020507" charset="0"/>
                  </a:rPr>
                  <a:t>q</a:t>
                </a:r>
                <a:endPara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Symbol" panose="05050102010706020507" charset="0"/>
                  <a:ea typeface="Symbol" panose="05050102010706020507" charset="0"/>
                </a:endParaRPr>
              </a:p>
            </p:txBody>
          </p:sp>
        </p:grpSp>
        <p:grpSp>
          <p:nvGrpSpPr>
            <p:cNvPr id="13376" name="Group 102"/>
            <p:cNvGrpSpPr/>
            <p:nvPr/>
          </p:nvGrpSpPr>
          <p:grpSpPr>
            <a:xfrm>
              <a:off x="3524" y="3276"/>
              <a:ext cx="1482" cy="246"/>
              <a:chOff x="3653" y="3791"/>
              <a:chExt cx="1482" cy="246"/>
            </a:xfrm>
          </p:grpSpPr>
          <p:grpSp>
            <p:nvGrpSpPr>
              <p:cNvPr id="13377" name="Group 103"/>
              <p:cNvGrpSpPr/>
              <p:nvPr/>
            </p:nvGrpSpPr>
            <p:grpSpPr>
              <a:xfrm>
                <a:off x="4708" y="3815"/>
                <a:ext cx="426" cy="181"/>
                <a:chOff x="3328" y="3634"/>
                <a:chExt cx="426" cy="181"/>
              </a:xfrm>
            </p:grpSpPr>
            <p:sp>
              <p:nvSpPr>
                <p:cNvPr id="13378" name="WordArt 104"/>
                <p:cNvSpPr>
                  <a:spLocks noTextEdit="1"/>
                </p:cNvSpPr>
                <p:nvPr/>
              </p:nvSpPr>
              <p:spPr>
                <a:xfrm>
                  <a:off x="3328" y="3653"/>
                  <a:ext cx="263" cy="14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sin</a:t>
                  </a:r>
                  <a:endPara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3379" name="WordArt 105"/>
                <p:cNvSpPr>
                  <a:spLocks noTextEdit="1"/>
                </p:cNvSpPr>
                <p:nvPr/>
              </p:nvSpPr>
              <p:spPr>
                <a:xfrm>
                  <a:off x="3614" y="3634"/>
                  <a:ext cx="140" cy="18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13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Symbol" panose="05050102010706020507" charset="0"/>
                      <a:ea typeface="Symbol" panose="05050102010706020507" charset="0"/>
                    </a:rPr>
                    <a:t>q</a:t>
                  </a:r>
                  <a:endPara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Symbol" panose="05050102010706020507" charset="0"/>
                    <a:ea typeface="Symbol" panose="05050102010706020507" charset="0"/>
                  </a:endParaRPr>
                </a:p>
              </p:txBody>
            </p:sp>
          </p:grpSp>
          <p:grpSp>
            <p:nvGrpSpPr>
              <p:cNvPr id="13380" name="Group 106"/>
              <p:cNvGrpSpPr/>
              <p:nvPr/>
            </p:nvGrpSpPr>
            <p:grpSpPr>
              <a:xfrm>
                <a:off x="3653" y="3791"/>
                <a:ext cx="1030" cy="196"/>
                <a:chOff x="1087" y="3877"/>
                <a:chExt cx="1030" cy="196"/>
              </a:xfrm>
            </p:grpSpPr>
            <p:sp>
              <p:nvSpPr>
                <p:cNvPr id="13381" name="WordArt 107"/>
                <p:cNvSpPr>
                  <a:spLocks noTextEdit="1"/>
                </p:cNvSpPr>
                <p:nvPr/>
              </p:nvSpPr>
              <p:spPr>
                <a:xfrm>
                  <a:off x="1087" y="3877"/>
                  <a:ext cx="154" cy="18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L</a:t>
                  </a:r>
                  <a:endPara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13382" name="Group 108"/>
                <p:cNvGrpSpPr/>
                <p:nvPr/>
              </p:nvGrpSpPr>
              <p:grpSpPr>
                <a:xfrm>
                  <a:off x="1338" y="3965"/>
                  <a:ext cx="151" cy="53"/>
                  <a:chOff x="1260" y="2371"/>
                  <a:chExt cx="151" cy="53"/>
                </a:xfrm>
              </p:grpSpPr>
              <p:sp>
                <p:nvSpPr>
                  <p:cNvPr id="13383" name="Line 109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384" name="Line 110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3385" name="WordArt 111"/>
                <p:cNvSpPr>
                  <a:spLocks noTextEdit="1"/>
                </p:cNvSpPr>
                <p:nvPr/>
              </p:nvSpPr>
              <p:spPr>
                <a:xfrm>
                  <a:off x="1576" y="3919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m</a:t>
                  </a:r>
                  <a:endPara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3386" name="WordArt 112"/>
                <p:cNvSpPr>
                  <a:spLocks noTextEdit="1"/>
                </p:cNvSpPr>
                <p:nvPr/>
              </p:nvSpPr>
              <p:spPr>
                <a:xfrm>
                  <a:off x="1813" y="3913"/>
                  <a:ext cx="154" cy="16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  <a:ea typeface="Bookman Old Style" panose="02050604050505020204" pitchFamily="18" charset="0"/>
                    </a:rPr>
                    <a:t>v</a:t>
                  </a:r>
                  <a:endPara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  <a:ea typeface="Bookman Old Style" panose="02050604050505020204" pitchFamily="18" charset="0"/>
                  </a:endParaRPr>
                </a:p>
              </p:txBody>
            </p:sp>
            <p:sp>
              <p:nvSpPr>
                <p:cNvPr id="13387" name="WordArt 113"/>
                <p:cNvSpPr>
                  <a:spLocks noTextEdit="1"/>
                </p:cNvSpPr>
                <p:nvPr/>
              </p:nvSpPr>
              <p:spPr>
                <a:xfrm>
                  <a:off x="1995" y="3906"/>
                  <a:ext cx="122" cy="15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endPara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388" name="Line 114"/>
              <p:cNvSpPr/>
              <p:nvPr/>
            </p:nvSpPr>
            <p:spPr>
              <a:xfrm>
                <a:off x="4348" y="4037"/>
                <a:ext cx="15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89" name="Line 115"/>
              <p:cNvSpPr/>
              <p:nvPr/>
            </p:nvSpPr>
            <p:spPr>
              <a:xfrm>
                <a:off x="4554" y="4036"/>
                <a:ext cx="15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0" name="Line 116"/>
              <p:cNvSpPr/>
              <p:nvPr/>
            </p:nvSpPr>
            <p:spPr>
              <a:xfrm>
                <a:off x="4976" y="4034"/>
                <a:ext cx="15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91" name="Text Box 120"/>
            <p:cNvSpPr txBox="1"/>
            <p:nvPr/>
          </p:nvSpPr>
          <p:spPr>
            <a:xfrm>
              <a:off x="4788" y="3522"/>
              <a:ext cx="3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变</a:t>
              </a:r>
              <a:endPara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3392" name="Text Box 121"/>
            <p:cNvSpPr txBox="1"/>
            <p:nvPr/>
          </p:nvSpPr>
          <p:spPr>
            <a:xfrm>
              <a:off x="4376" y="3527"/>
              <a:ext cx="3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变</a:t>
              </a:r>
              <a:endPara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3393" name="Text Box 122"/>
            <p:cNvSpPr txBox="1"/>
            <p:nvPr/>
          </p:nvSpPr>
          <p:spPr>
            <a:xfrm>
              <a:off x="4161" y="3524"/>
              <a:ext cx="3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变</a:t>
              </a:r>
              <a:endPara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74"/>
          <p:cNvGrpSpPr/>
          <p:nvPr/>
        </p:nvGrpSpPr>
        <p:grpSpPr>
          <a:xfrm>
            <a:off x="571500" y="1357313"/>
            <a:ext cx="2506663" cy="2471737"/>
            <a:chOff x="431" y="875"/>
            <a:chExt cx="1579" cy="1557"/>
          </a:xfrm>
        </p:grpSpPr>
        <p:sp>
          <p:nvSpPr>
            <p:cNvPr id="14338" name="Line 75"/>
            <p:cNvSpPr/>
            <p:nvPr/>
          </p:nvSpPr>
          <p:spPr>
            <a:xfrm flipH="1">
              <a:off x="939" y="1115"/>
              <a:ext cx="504" cy="85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9" name="Text Box 76"/>
            <p:cNvSpPr txBox="1"/>
            <p:nvPr/>
          </p:nvSpPr>
          <p:spPr>
            <a:xfrm>
              <a:off x="1275" y="875"/>
              <a:ext cx="3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0" name="Line 77"/>
            <p:cNvSpPr/>
            <p:nvPr/>
          </p:nvSpPr>
          <p:spPr>
            <a:xfrm>
              <a:off x="1227" y="1139"/>
              <a:ext cx="432" cy="0"/>
            </a:xfrm>
            <a:prstGeom prst="line">
              <a:avLst/>
            </a:prstGeom>
            <a:ln w="571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1" name="Line 78"/>
            <p:cNvSpPr/>
            <p:nvPr/>
          </p:nvSpPr>
          <p:spPr>
            <a:xfrm>
              <a:off x="1431" y="1115"/>
              <a:ext cx="0" cy="120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Dot"/>
              <a:round/>
              <a:headEnd type="none" w="med" len="med"/>
              <a:tailEnd type="none" w="med" len="med"/>
            </a:ln>
          </p:spPr>
        </p:sp>
        <p:sp>
          <p:nvSpPr>
            <p:cNvPr id="14342" name="Oval 79"/>
            <p:cNvSpPr/>
            <p:nvPr/>
          </p:nvSpPr>
          <p:spPr>
            <a:xfrm>
              <a:off x="963" y="1787"/>
              <a:ext cx="1008" cy="432"/>
            </a:xfrm>
            <a:prstGeom prst="ellipse">
              <a:avLst/>
            </a:prstGeom>
            <a:noFill/>
            <a:ln w="19050" cap="flat" cmpd="sng">
              <a:solidFill>
                <a:schemeClr val="bg2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3" name="Oval 80"/>
            <p:cNvSpPr/>
            <p:nvPr/>
          </p:nvSpPr>
          <p:spPr>
            <a:xfrm>
              <a:off x="867" y="1931"/>
              <a:ext cx="132" cy="132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4" name="Oval 81"/>
            <p:cNvSpPr/>
            <p:nvPr/>
          </p:nvSpPr>
          <p:spPr>
            <a:xfrm flipV="1">
              <a:off x="1407" y="1979"/>
              <a:ext cx="48" cy="4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5" name="Oval 82"/>
            <p:cNvSpPr/>
            <p:nvPr/>
          </p:nvSpPr>
          <p:spPr>
            <a:xfrm flipV="1">
              <a:off x="1395" y="1115"/>
              <a:ext cx="48" cy="4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6" name="Line 83"/>
            <p:cNvSpPr/>
            <p:nvPr/>
          </p:nvSpPr>
          <p:spPr>
            <a:xfrm>
              <a:off x="927" y="2039"/>
              <a:ext cx="312" cy="24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14347" name="Text Box 84"/>
            <p:cNvSpPr txBox="1"/>
            <p:nvPr/>
          </p:nvSpPr>
          <p:spPr>
            <a:xfrm>
              <a:off x="1143" y="1439"/>
              <a:ext cx="1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8" name="Line 85"/>
            <p:cNvSpPr/>
            <p:nvPr/>
          </p:nvSpPr>
          <p:spPr>
            <a:xfrm>
              <a:off x="1347" y="1307"/>
              <a:ext cx="96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4349" name="Object 86"/>
            <p:cNvGraphicFramePr>
              <a:graphicFrameLocks noChangeAspect="1"/>
            </p:cNvGraphicFramePr>
            <p:nvPr/>
          </p:nvGraphicFramePr>
          <p:xfrm>
            <a:off x="1267" y="1374"/>
            <a:ext cx="19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1" imgW="190500" imgH="177800" progId="Equation.3">
                    <p:embed/>
                  </p:oleObj>
                </mc:Choice>
                <mc:Fallback>
                  <p:oleObj name="" r:id="rId1" imgW="190500" imgH="1778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67" y="1374"/>
                          <a:ext cx="198" cy="183"/>
                        </a:xfrm>
                        <a:prstGeom prst="rect">
                          <a:avLst/>
                        </a:prstGeom>
                        <a:solidFill>
                          <a:srgbClr val="6699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Text Box 87"/>
            <p:cNvSpPr txBox="1"/>
            <p:nvPr/>
          </p:nvSpPr>
          <p:spPr>
            <a:xfrm>
              <a:off x="1412" y="1848"/>
              <a:ext cx="5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 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1" name="Text Box 88"/>
            <p:cNvSpPr txBox="1"/>
            <p:nvPr/>
          </p:nvSpPr>
          <p:spPr>
            <a:xfrm>
              <a:off x="431" y="1162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圆锥摆</a:t>
              </a:r>
              <a:endPara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2" name="Text Box 89"/>
            <p:cNvSpPr txBox="1"/>
            <p:nvPr/>
          </p:nvSpPr>
          <p:spPr>
            <a:xfrm>
              <a:off x="567" y="1811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3" name="Line 90"/>
            <p:cNvSpPr/>
            <p:nvPr/>
          </p:nvSpPr>
          <p:spPr>
            <a:xfrm flipH="1">
              <a:off x="980" y="2013"/>
              <a:ext cx="4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4354" name="Object 91"/>
            <p:cNvGraphicFramePr>
              <a:graphicFrameLocks noChangeAspect="1"/>
            </p:cNvGraphicFramePr>
            <p:nvPr/>
          </p:nvGraphicFramePr>
          <p:xfrm>
            <a:off x="1202" y="2205"/>
            <a:ext cx="17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3" imgW="139700" imgH="177800" progId="Equation.3">
                    <p:embed/>
                  </p:oleObj>
                </mc:Choice>
                <mc:Fallback>
                  <p:oleObj name="" r:id="rId3" imgW="139700" imgH="1778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02" y="2205"/>
                          <a:ext cx="17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2"/>
          <p:cNvGrpSpPr/>
          <p:nvPr/>
        </p:nvGrpSpPr>
        <p:grpSpPr>
          <a:xfrm>
            <a:off x="3203576" y="1428432"/>
            <a:ext cx="5453062" cy="1530351"/>
            <a:chOff x="1176" y="326"/>
            <a:chExt cx="3435" cy="964"/>
          </a:xfrm>
        </p:grpSpPr>
        <p:sp>
          <p:nvSpPr>
            <p:cNvPr id="14356" name="Text Box 93"/>
            <p:cNvSpPr txBox="1"/>
            <p:nvPr/>
          </p:nvSpPr>
          <p:spPr>
            <a:xfrm>
              <a:off x="3399" y="963"/>
              <a:ext cx="10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方向变化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7" name="AutoShape 94"/>
            <p:cNvSpPr/>
            <p:nvPr/>
          </p:nvSpPr>
          <p:spPr>
            <a:xfrm>
              <a:off x="3288" y="618"/>
              <a:ext cx="60" cy="468"/>
            </a:xfrm>
            <a:prstGeom prst="leftBrace">
              <a:avLst>
                <a:gd name="adj1" fmla="val 6500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358" name="Object 95"/>
            <p:cNvGraphicFramePr>
              <a:graphicFrameLocks noChangeAspect="1"/>
            </p:cNvGraphicFramePr>
            <p:nvPr/>
          </p:nvGraphicFramePr>
          <p:xfrm>
            <a:off x="1176" y="527"/>
            <a:ext cx="1986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5" imgW="876300" imgH="241300" progId="Equation.3">
                    <p:embed/>
                  </p:oleObj>
                </mc:Choice>
                <mc:Fallback>
                  <p:oleObj name="" r:id="rId5" imgW="876300" imgH="2413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76" y="527"/>
                          <a:ext cx="1986" cy="5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96"/>
            <p:cNvGraphicFramePr>
              <a:graphicFrameLocks noChangeAspect="1"/>
            </p:cNvGraphicFramePr>
            <p:nvPr/>
          </p:nvGraphicFramePr>
          <p:xfrm>
            <a:off x="3399" y="326"/>
            <a:ext cx="1212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7" imgW="609600" imgH="228600" progId="Equation.3">
                    <p:embed/>
                  </p:oleObj>
                </mc:Choice>
                <mc:Fallback>
                  <p:oleObj name="" r:id="rId7" imgW="609600" imgH="2286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99" y="326"/>
                          <a:ext cx="1212" cy="4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7"/>
          <p:cNvGrpSpPr/>
          <p:nvPr/>
        </p:nvGrpSpPr>
        <p:grpSpPr>
          <a:xfrm>
            <a:off x="1321435" y="3989071"/>
            <a:ext cx="7081838" cy="1614488"/>
            <a:chOff x="1150" y="1560"/>
            <a:chExt cx="4461" cy="1017"/>
          </a:xfrm>
        </p:grpSpPr>
        <p:sp>
          <p:nvSpPr>
            <p:cNvPr id="14361" name="AutoShape 98"/>
            <p:cNvSpPr/>
            <p:nvPr/>
          </p:nvSpPr>
          <p:spPr>
            <a:xfrm>
              <a:off x="3379" y="1842"/>
              <a:ext cx="60" cy="468"/>
            </a:xfrm>
            <a:prstGeom prst="leftBrace">
              <a:avLst>
                <a:gd name="adj1" fmla="val 6500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2" name="Text Box 99"/>
            <p:cNvSpPr txBox="1"/>
            <p:nvPr/>
          </p:nvSpPr>
          <p:spPr>
            <a:xfrm>
              <a:off x="3560" y="2250"/>
              <a:ext cx="20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方向竖直向上不变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363" name="Object 100"/>
            <p:cNvGraphicFramePr>
              <a:graphicFrameLocks noChangeAspect="1"/>
            </p:cNvGraphicFramePr>
            <p:nvPr/>
          </p:nvGraphicFramePr>
          <p:xfrm>
            <a:off x="1150" y="1797"/>
            <a:ext cx="2201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9" imgW="914400" imgH="241300" progId="Equation.3">
                    <p:embed/>
                  </p:oleObj>
                </mc:Choice>
                <mc:Fallback>
                  <p:oleObj name="" r:id="rId9" imgW="914400" imgH="2413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50" y="1797"/>
                          <a:ext cx="2201" cy="5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4" name="Object 101"/>
            <p:cNvGraphicFramePr>
              <a:graphicFrameLocks noChangeAspect="1"/>
            </p:cNvGraphicFramePr>
            <p:nvPr/>
          </p:nvGraphicFramePr>
          <p:xfrm>
            <a:off x="3560" y="1560"/>
            <a:ext cx="1712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11" imgW="951865" imgH="228600" progId="Equation.3">
                    <p:embed/>
                  </p:oleObj>
                </mc:Choice>
                <mc:Fallback>
                  <p:oleObj name="" r:id="rId11" imgW="951865" imgH="2286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60" y="1560"/>
                          <a:ext cx="1712" cy="4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4" name="Text Box 5"/>
          <p:cNvSpPr txBox="1"/>
          <p:nvPr/>
        </p:nvSpPr>
        <p:spPr>
          <a:xfrm>
            <a:off x="1143000" y="142875"/>
            <a:ext cx="6450013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）质点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对参考点的角动量</a:t>
            </a:r>
            <a:endParaRPr lang="zh-CN" altLang="en-US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78" name="Object 18"/>
          <p:cNvGraphicFramePr>
            <a:graphicFrameLocks noChangeAspect="1"/>
          </p:cNvGraphicFramePr>
          <p:nvPr/>
        </p:nvGraphicFramePr>
        <p:xfrm>
          <a:off x="3203575" y="836613"/>
          <a:ext cx="15748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546100" imgH="419100" progId="Equation.3">
                  <p:embed/>
                </p:oleObj>
              </mc:Choice>
              <mc:Fallback>
                <p:oleObj name="" r:id="rId1" imgW="546100" imgH="419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3575" y="836613"/>
                        <a:ext cx="1574800" cy="12604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EDFFD2"/>
                          </a:gs>
                          <a:gs pos="50000">
                            <a:srgbClr val="FFFFFF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808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" name="Text Box 20"/>
          <p:cNvSpPr txBox="1"/>
          <p:nvPr/>
        </p:nvSpPr>
        <p:spPr>
          <a:xfrm>
            <a:off x="1143000" y="214313"/>
            <a:ext cx="452913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质点的角动量定理</a:t>
            </a:r>
            <a:endParaRPr lang="zh-CN" altLang="en-US" sz="32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1046"/>
          <p:cNvSpPr txBox="1"/>
          <p:nvPr/>
        </p:nvSpPr>
        <p:spPr>
          <a:xfrm>
            <a:off x="827088" y="2276475"/>
            <a:ext cx="7489825" cy="110807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  <a:tileRect/>
          </a:gra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spAutoFit/>
          </a:bodyPr>
          <a:p>
            <a:pPr defTabSz="91440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作用于质点的合外力对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参考点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的力矩，等于质点对该点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角动量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随时间的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变化率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4" name="Text Box 20"/>
          <p:cNvSpPr txBox="1"/>
          <p:nvPr/>
        </p:nvSpPr>
        <p:spPr>
          <a:xfrm>
            <a:off x="323850" y="3573463"/>
            <a:ext cx="1223963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推导：</a:t>
            </a:r>
            <a:endParaRPr lang="zh-CN" altLang="en-US" sz="32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0982" name="Object 22"/>
          <p:cNvGraphicFramePr>
            <a:graphicFrameLocks noChangeAspect="1"/>
          </p:cNvGraphicFramePr>
          <p:nvPr/>
        </p:nvGraphicFramePr>
        <p:xfrm>
          <a:off x="1692275" y="3500438"/>
          <a:ext cx="5945188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032000" imgH="419100" progId="Equation.3">
                  <p:embed/>
                </p:oleObj>
              </mc:Choice>
              <mc:Fallback>
                <p:oleObj name="" r:id="rId3" imgW="20320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2275" y="3500438"/>
                        <a:ext cx="5945188" cy="127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3" name="Object 23"/>
          <p:cNvGraphicFramePr>
            <a:graphicFrameLocks noChangeAspect="1"/>
          </p:cNvGraphicFramePr>
          <p:nvPr/>
        </p:nvGraphicFramePr>
        <p:xfrm>
          <a:off x="4500563" y="5013325"/>
          <a:ext cx="3890962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1358900" imgH="419100" progId="Equation.3">
                  <p:embed/>
                </p:oleObj>
              </mc:Choice>
              <mc:Fallback>
                <p:oleObj name="" r:id="rId5" imgW="1358900" imgH="4191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0563" y="5013325"/>
                        <a:ext cx="3890962" cy="127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4" name="Object 24"/>
          <p:cNvGraphicFramePr>
            <a:graphicFrameLocks noChangeAspect="1"/>
          </p:cNvGraphicFramePr>
          <p:nvPr/>
        </p:nvGraphicFramePr>
        <p:xfrm>
          <a:off x="323850" y="4941888"/>
          <a:ext cx="3621088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1307465" imgH="393700" progId="Equation.3">
                  <p:embed/>
                </p:oleObj>
              </mc:Choice>
              <mc:Fallback>
                <p:oleObj name="" r:id="rId7" imgW="1307465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850" y="4941888"/>
                        <a:ext cx="3621088" cy="1198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468313" y="4365625"/>
            <a:ext cx="8396287" cy="1227138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质点的角动量定理：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对同一参考点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，质点所受的冲量矩等于质点角动量的增量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774700" y="2205038"/>
            <a:ext cx="4138613" cy="2047875"/>
            <a:chOff x="2656" y="660"/>
            <a:chExt cx="2607" cy="1290"/>
          </a:xfrm>
        </p:grpSpPr>
        <p:graphicFrame>
          <p:nvGraphicFramePr>
            <p:cNvPr id="16387" name="Object 9"/>
            <p:cNvGraphicFramePr>
              <a:graphicFrameLocks noChangeAspect="1"/>
            </p:cNvGraphicFramePr>
            <p:nvPr/>
          </p:nvGraphicFramePr>
          <p:xfrm>
            <a:off x="2670" y="660"/>
            <a:ext cx="2593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1028065" imgH="355600" progId="Equation.3">
                    <p:embed/>
                  </p:oleObj>
                </mc:Choice>
                <mc:Fallback>
                  <p:oleObj name="" r:id="rId1" imgW="1028065" imgH="3556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70" y="660"/>
                          <a:ext cx="2593" cy="68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  <a:tileRect/>
                        </a:gradFill>
                        <a:ln w="12700" cap="flat" cmpd="sng">
                          <a:solidFill>
                            <a:schemeClr val="tx2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8" name="Text Box 10"/>
            <p:cNvSpPr txBox="1"/>
            <p:nvPr/>
          </p:nvSpPr>
          <p:spPr>
            <a:xfrm>
              <a:off x="2656" y="1461"/>
              <a:ext cx="116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冲量矩</a:t>
              </a:r>
              <a:endPara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6389" name="Object 11"/>
            <p:cNvGraphicFramePr>
              <a:graphicFrameLocks noChangeAspect="1"/>
            </p:cNvGraphicFramePr>
            <p:nvPr/>
          </p:nvGraphicFramePr>
          <p:xfrm>
            <a:off x="3657" y="1337"/>
            <a:ext cx="82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3" imgW="927100" imgH="660400" progId="Equation.3">
                    <p:embed/>
                  </p:oleObj>
                </mc:Choice>
                <mc:Fallback>
                  <p:oleObj name="" r:id="rId3" imgW="927100" imgH="6604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57" y="1337"/>
                          <a:ext cx="820" cy="6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13"/>
          <p:cNvGraphicFramePr>
            <a:graphicFrameLocks noChangeAspect="1"/>
          </p:cNvGraphicFramePr>
          <p:nvPr/>
        </p:nvGraphicFramePr>
        <p:xfrm>
          <a:off x="1258888" y="908050"/>
          <a:ext cx="13589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546100" imgH="419100" progId="Equation.3">
                  <p:embed/>
                </p:oleObj>
              </mc:Choice>
              <mc:Fallback>
                <p:oleObj name="" r:id="rId5" imgW="5461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908050"/>
                        <a:ext cx="1358900" cy="10874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EDFFD2"/>
                          </a:gs>
                          <a:gs pos="50000">
                            <a:srgbClr val="FFFFFF"/>
                          </a:gs>
                          <a:gs pos="100000">
                            <a:srgbClr val="EDFFD2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808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4"/>
          <p:cNvSpPr txBox="1"/>
          <p:nvPr/>
        </p:nvSpPr>
        <p:spPr>
          <a:xfrm>
            <a:off x="1285875" y="142875"/>
            <a:ext cx="452913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质点的角动量定理</a:t>
            </a:r>
            <a:endParaRPr lang="zh-CN" altLang="en-US" sz="32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 Box 41"/>
          <p:cNvSpPr txBox="1"/>
          <p:nvPr/>
        </p:nvSpPr>
        <p:spPr>
          <a:xfrm>
            <a:off x="5148263" y="3068638"/>
            <a:ext cx="352742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反映了力矩在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时间内的累积效应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2800" b="1" dirty="0">
                <a:solidFill>
                  <a:srgbClr val="00487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endParaRPr lang="zh-CN" altLang="en-US" sz="2800" b="1" dirty="0">
              <a:solidFill>
                <a:srgbClr val="00487E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235" name="Text Box 19"/>
          <p:cNvSpPr txBox="1"/>
          <p:nvPr/>
        </p:nvSpPr>
        <p:spPr>
          <a:xfrm>
            <a:off x="4067175" y="1125538"/>
            <a:ext cx="34559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角动量定理微分形式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4" name="Text Box 20"/>
          <p:cNvSpPr txBox="1"/>
          <p:nvPr/>
        </p:nvSpPr>
        <p:spPr>
          <a:xfrm>
            <a:off x="5219700" y="2420938"/>
            <a:ext cx="34559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角动量定理积分形式</a:t>
            </a:r>
            <a:endParaRPr lang="zh-CN" altLang="en-US" sz="2800" b="1" dirty="0">
              <a:solidFill>
                <a:srgbClr val="0066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395" name="Text Box 25"/>
          <p:cNvSpPr txBox="1"/>
          <p:nvPr/>
        </p:nvSpPr>
        <p:spPr>
          <a:xfrm>
            <a:off x="7096125" y="6607175"/>
            <a:ext cx="10556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6" name="Text Box 28"/>
          <p:cNvSpPr txBox="1"/>
          <p:nvPr/>
        </p:nvSpPr>
        <p:spPr>
          <a:xfrm>
            <a:off x="7067550" y="5713413"/>
            <a:ext cx="14112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13" grpId="0"/>
      <p:bldP spid="9235" grpId="0"/>
      <p:bldP spid="61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/>
          <p:nvPr/>
        </p:nvSpPr>
        <p:spPr>
          <a:xfrm>
            <a:off x="1071563" y="142875"/>
            <a:ext cx="53403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质点的角动量守恒定律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204" name="Text Box 28"/>
          <p:cNvSpPr txBox="1"/>
          <p:nvPr/>
        </p:nvSpPr>
        <p:spPr>
          <a:xfrm>
            <a:off x="465138" y="2274888"/>
            <a:ext cx="8213725" cy="94615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如果质点所受的合外力矩为零时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则此质点的角动量矢量保持不变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此结论为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质点角动量守恒定律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182" name="Object 14"/>
          <p:cNvGraphicFramePr>
            <a:graphicFrameLocks noChangeAspect="1"/>
          </p:cNvGraphicFramePr>
          <p:nvPr/>
        </p:nvGraphicFramePr>
        <p:xfrm>
          <a:off x="2845753" y="4175443"/>
          <a:ext cx="334168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1143000" imgH="266700" progId="Equation.3">
                  <p:embed/>
                </p:oleObj>
              </mc:Choice>
              <mc:Fallback>
                <p:oleObj name="" r:id="rId1" imgW="1143000" imgH="2667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5753" y="4175443"/>
                        <a:ext cx="3341687" cy="72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5"/>
          <p:cNvGraphicFramePr>
            <a:graphicFrameLocks noChangeAspect="1"/>
          </p:cNvGraphicFramePr>
          <p:nvPr/>
        </p:nvGraphicFramePr>
        <p:xfrm>
          <a:off x="2641918" y="5019358"/>
          <a:ext cx="416401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1422400" imgH="266700" progId="Equation.3">
                  <p:embed/>
                </p:oleObj>
              </mc:Choice>
              <mc:Fallback>
                <p:oleObj name="" r:id="rId3" imgW="1422400" imgH="2667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1918" y="5019358"/>
                        <a:ext cx="4164012" cy="72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16"/>
          <p:cNvGraphicFramePr>
            <a:graphicFrameLocks noChangeAspect="1"/>
          </p:cNvGraphicFramePr>
          <p:nvPr/>
        </p:nvGraphicFramePr>
        <p:xfrm>
          <a:off x="1071880" y="4711700"/>
          <a:ext cx="12144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431800" imgH="203200" progId="Equation.3">
                  <p:embed/>
                </p:oleObj>
              </mc:Choice>
              <mc:Fallback>
                <p:oleObj name="" r:id="rId5" imgW="431800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1880" y="4711700"/>
                        <a:ext cx="12144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左大括号 16"/>
          <p:cNvSpPr/>
          <p:nvPr/>
        </p:nvSpPr>
        <p:spPr>
          <a:xfrm>
            <a:off x="2490153" y="4443413"/>
            <a:ext cx="284162" cy="1063625"/>
          </a:xfrm>
          <a:prstGeom prst="leftBrace">
            <a:avLst>
              <a:gd name="adj1" fmla="val 8335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29" name="Object 13"/>
          <p:cNvGraphicFramePr>
            <a:graphicFrameLocks noChangeAspect="1"/>
          </p:cNvGraphicFramePr>
          <p:nvPr/>
        </p:nvGraphicFramePr>
        <p:xfrm>
          <a:off x="1403350" y="836613"/>
          <a:ext cx="135890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7" imgW="546100" imgH="419100" progId="Equation.3">
                  <p:embed/>
                </p:oleObj>
              </mc:Choice>
              <mc:Fallback>
                <p:oleObj name="" r:id="rId7" imgW="546100" imgH="4191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350" y="836613"/>
                        <a:ext cx="1358900" cy="1087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0"/>
          <p:cNvGrpSpPr/>
          <p:nvPr/>
        </p:nvGrpSpPr>
        <p:grpSpPr>
          <a:xfrm>
            <a:off x="3348038" y="1052513"/>
            <a:ext cx="4868862" cy="666750"/>
            <a:chOff x="1071563" y="1988840"/>
            <a:chExt cx="4868862" cy="667048"/>
          </a:xfrm>
        </p:grpSpPr>
        <p:grpSp>
          <p:nvGrpSpPr>
            <p:cNvPr id="17417" name="Group 34"/>
            <p:cNvGrpSpPr/>
            <p:nvPr/>
          </p:nvGrpSpPr>
          <p:grpSpPr>
            <a:xfrm>
              <a:off x="1071563" y="2071688"/>
              <a:ext cx="1857375" cy="584200"/>
              <a:chOff x="703" y="1480"/>
              <a:chExt cx="1170" cy="368"/>
            </a:xfrm>
          </p:grpSpPr>
          <p:sp>
            <p:nvSpPr>
              <p:cNvPr id="17418" name="Text Box 11"/>
              <p:cNvSpPr txBox="1"/>
              <p:nvPr/>
            </p:nvSpPr>
            <p:spPr>
              <a:xfrm>
                <a:off x="703" y="1480"/>
                <a:ext cx="1170" cy="368"/>
              </a:xfrm>
              <a:prstGeom prst="rect">
                <a:avLst/>
              </a:prstGeom>
              <a:solidFill>
                <a:srgbClr val="CCECFF"/>
              </a:solidFill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32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若          ，</a:t>
                </a:r>
                <a:endParaRPr lang="zh-CN" altLang="en-US" sz="32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7419" name="Object 7"/>
              <p:cNvGraphicFramePr>
                <a:graphicFrameLocks noChangeAspect="1"/>
              </p:cNvGraphicFramePr>
              <p:nvPr/>
            </p:nvGraphicFramePr>
            <p:xfrm>
              <a:off x="1018" y="1525"/>
              <a:ext cx="627" cy="3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7" name="" r:id="rId9" imgW="431800" imgH="203200" progId="Equation.3">
                      <p:embed/>
                    </p:oleObj>
                  </mc:Choice>
                  <mc:Fallback>
                    <p:oleObj name="" r:id="rId9" imgW="431800" imgH="203200" progId="Equation.3">
                      <p:embed/>
                      <p:pic>
                        <p:nvPicPr>
                          <p:cNvPr id="0" name="图片 3106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018" y="1525"/>
                            <a:ext cx="627" cy="30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" name="Group 36"/>
            <p:cNvGrpSpPr/>
            <p:nvPr/>
          </p:nvGrpSpPr>
          <p:grpSpPr bwMode="auto">
            <a:xfrm>
              <a:off x="3348038" y="2044700"/>
              <a:ext cx="2592387" cy="592138"/>
              <a:chOff x="2064" y="1434"/>
              <a:chExt cx="1633" cy="373"/>
            </a:xfrm>
            <a:solidFill>
              <a:srgbClr val="CCECFF"/>
            </a:solidFill>
          </p:grpSpPr>
          <p:grpSp>
            <p:nvGrpSpPr>
              <p:cNvPr id="5" name="Group 9"/>
              <p:cNvGrpSpPr/>
              <p:nvPr/>
            </p:nvGrpSpPr>
            <p:grpSpPr bwMode="auto">
              <a:xfrm>
                <a:off x="2426" y="1434"/>
                <a:ext cx="1271" cy="372"/>
                <a:chOff x="3061" y="1253"/>
                <a:chExt cx="1271" cy="372"/>
              </a:xfrm>
              <a:grpFill/>
            </p:grpSpPr>
            <p:sp>
              <p:nvSpPr>
                <p:cNvPr id="718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504" y="1298"/>
                  <a:ext cx="828" cy="327"/>
                </a:xfrm>
                <a:prstGeom prst="rect">
                  <a:avLst/>
                </a:prstGeom>
                <a:grpFill/>
                <a:ln w="38100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恒矢量</a:t>
                  </a: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207" name="Text Box 35"/>
              <p:cNvSpPr txBox="1">
                <a:spLocks noChangeArrowheads="1"/>
              </p:cNvSpPr>
              <p:nvPr/>
            </p:nvSpPr>
            <p:spPr bwMode="auto">
              <a:xfrm>
                <a:off x="2064" y="1480"/>
                <a:ext cx="131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则</a:t>
                </a:r>
                <a:endParaRPr kumimoji="1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17421" name="Object 2"/>
            <p:cNvGraphicFramePr>
              <a:graphicFrameLocks noChangeAspect="1"/>
            </p:cNvGraphicFramePr>
            <p:nvPr/>
          </p:nvGraphicFramePr>
          <p:xfrm>
            <a:off x="3851920" y="1988840"/>
            <a:ext cx="755650" cy="579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11" imgW="355600" imgH="266700" progId="Equation.3">
                    <p:embed/>
                  </p:oleObj>
                </mc:Choice>
                <mc:Fallback>
                  <p:oleObj name="" r:id="rId11" imgW="355600" imgH="2667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487E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1920" y="1988840"/>
                          <a:ext cx="755650" cy="579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0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"/>
          <p:cNvSpPr>
            <a:spLocks noChangeArrowheads="1"/>
          </p:cNvSpPr>
          <p:nvPr/>
        </p:nvSpPr>
        <p:spPr bwMode="auto">
          <a:xfrm>
            <a:off x="2343150" y="971550"/>
            <a:ext cx="445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FFFF"/>
                </a:solidFill>
              </a:rPr>
              <a:t>刚体定轴转动的角动量守恒定律</a:t>
            </a:r>
            <a:endParaRPr lang="zh-CN" altLang="en-US" sz="240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2515" name="Object 4"/>
          <p:cNvGraphicFramePr>
            <a:graphicFrameLocks noChangeAspect="1"/>
          </p:cNvGraphicFramePr>
          <p:nvPr/>
        </p:nvGraphicFramePr>
        <p:xfrm>
          <a:off x="4523105" y="3838575"/>
          <a:ext cx="3660775" cy="66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6" name="" r:id="rId1" imgW="1409700" imgH="241300" progId="Equation.3">
                  <p:embed/>
                </p:oleObj>
              </mc:Choice>
              <mc:Fallback>
                <p:oleObj name="" r:id="rId1" imgW="14097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3105" y="3838575"/>
                        <a:ext cx="3660775" cy="664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5" name="Text Box 53"/>
          <p:cNvSpPr txBox="1">
            <a:spLocks noChangeArrowheads="1"/>
          </p:cNvSpPr>
          <p:nvPr/>
        </p:nvSpPr>
        <p:spPr bwMode="auto">
          <a:xfrm>
            <a:off x="4267200" y="4381500"/>
            <a:ext cx="36601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0" dirty="0"/>
              <a:t>（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）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mvrsin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endParaRPr lang="zh-CN" altLang="en-US" sz="28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20" name="Text Box 56"/>
          <p:cNvSpPr txBox="1">
            <a:spLocks noChangeArrowheads="1"/>
          </p:cNvSpPr>
          <p:nvPr/>
        </p:nvSpPr>
        <p:spPr bwMode="auto">
          <a:xfrm>
            <a:off x="4267057" y="5119545"/>
            <a:ext cx="3500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400" b="0" dirty="0"/>
              <a:t>（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）</a:t>
            </a:r>
            <a:r>
              <a:rPr lang="zh-CN" altLang="en-US" sz="2400" dirty="0"/>
              <a:t>轨道在同一平面内</a:t>
            </a:r>
            <a:endParaRPr lang="zh-CN" altLang="en-US" sz="2400" dirty="0"/>
          </a:p>
        </p:txBody>
      </p:sp>
      <p:sp>
        <p:nvSpPr>
          <p:cNvPr id="35" name="Rectangle 61"/>
          <p:cNvSpPr>
            <a:spLocks noChangeArrowheads="1"/>
          </p:cNvSpPr>
          <p:nvPr/>
        </p:nvSpPr>
        <p:spPr bwMode="auto">
          <a:xfrm>
            <a:off x="1793240" y="2864485"/>
            <a:ext cx="68834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行星绕日运动，行星的角动量守恒</a:t>
            </a:r>
            <a:endParaRPr lang="zh-CN" altLang="en-US" sz="3200" b="1" dirty="0"/>
          </a:p>
        </p:txBody>
      </p:sp>
      <p:grpSp>
        <p:nvGrpSpPr>
          <p:cNvPr id="37" name="Group 64"/>
          <p:cNvGrpSpPr/>
          <p:nvPr/>
        </p:nvGrpSpPr>
        <p:grpSpPr bwMode="auto">
          <a:xfrm>
            <a:off x="2343254" y="2104390"/>
            <a:ext cx="3181881" cy="522556"/>
            <a:chOff x="3031" y="3484"/>
            <a:chExt cx="1997" cy="439"/>
          </a:xfrm>
        </p:grpSpPr>
        <p:sp>
          <p:nvSpPr>
            <p:cNvPr id="38" name="Text Box 54"/>
            <p:cNvSpPr txBox="1">
              <a:spLocks noChangeArrowheads="1"/>
            </p:cNvSpPr>
            <p:nvPr/>
          </p:nvSpPr>
          <p:spPr bwMode="auto">
            <a:xfrm>
              <a:off x="3031" y="3484"/>
              <a:ext cx="1481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合外力矩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大小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" name="WordArt 55"/>
            <p:cNvSpPr>
              <a:spLocks noChangeArrowheads="1" noChangeShapeType="1" noTextEdit="1"/>
            </p:cNvSpPr>
            <p:nvPr/>
          </p:nvSpPr>
          <p:spPr bwMode="auto">
            <a:xfrm>
              <a:off x="4486" y="3550"/>
              <a:ext cx="189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3361"/>
                </a:avLst>
              </a:prstTxWarp>
            </a:bodyPr>
            <a:lstStyle/>
            <a:p>
              <a:pPr algn="ctr"/>
              <a:r>
                <a:rPr lang="en-US" altLang="zh-CN" sz="2700" kern="10">
                  <a:ln w="9525">
                    <a:solidFill>
                      <a:schemeClr val="tx2"/>
                    </a:solidFill>
                    <a:round/>
                  </a:ln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700" kern="10">
                <a:ln w="9525">
                  <a:solidFill>
                    <a:schemeClr val="tx2"/>
                  </a:solidFill>
                  <a:round/>
                </a:ln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" name="Group 56"/>
            <p:cNvGrpSpPr/>
            <p:nvPr/>
          </p:nvGrpSpPr>
          <p:grpSpPr bwMode="auto">
            <a:xfrm>
              <a:off x="4727" y="3594"/>
              <a:ext cx="151" cy="53"/>
              <a:chOff x="1260" y="2371"/>
              <a:chExt cx="151" cy="53"/>
            </a:xfrm>
          </p:grpSpPr>
          <p:sp>
            <p:nvSpPr>
              <p:cNvPr id="42" name="Line 57"/>
              <p:cNvSpPr>
                <a:spLocks noChangeShapeType="1"/>
              </p:cNvSpPr>
              <p:nvPr/>
            </p:nvSpPr>
            <p:spPr bwMode="auto">
              <a:xfrm>
                <a:off x="1260" y="2371"/>
                <a:ext cx="15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43" name="Line 58"/>
              <p:cNvSpPr>
                <a:spLocks noChangeShapeType="1"/>
              </p:cNvSpPr>
              <p:nvPr/>
            </p:nvSpPr>
            <p:spPr bwMode="auto">
              <a:xfrm>
                <a:off x="1260" y="2424"/>
                <a:ext cx="15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</p:grpSp>
        <p:sp>
          <p:nvSpPr>
            <p:cNvPr id="41" name="WordArt 59"/>
            <p:cNvSpPr>
              <a:spLocks noChangeArrowheads="1" noChangeShapeType="1" noTextEdit="1"/>
            </p:cNvSpPr>
            <p:nvPr/>
          </p:nvSpPr>
          <p:spPr bwMode="auto">
            <a:xfrm>
              <a:off x="4915" y="3528"/>
              <a:ext cx="113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2700" kern="10">
                  <a:ln w="9525">
                    <a:solidFill>
                      <a:srgbClr val="000000"/>
                    </a:solidFill>
                    <a:rou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700" kern="10">
                <a:ln w="9525">
                  <a:solidFill>
                    <a:srgbClr val="000000"/>
                  </a:solidFill>
                  <a:round/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5"/>
          <p:cNvGrpSpPr/>
          <p:nvPr/>
        </p:nvGrpSpPr>
        <p:grpSpPr bwMode="auto">
          <a:xfrm>
            <a:off x="576597" y="3619208"/>
            <a:ext cx="3832225" cy="2201862"/>
            <a:chOff x="215" y="2768"/>
            <a:chExt cx="2414" cy="1387"/>
          </a:xfrm>
        </p:grpSpPr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503" y="3197"/>
              <a:ext cx="2126" cy="958"/>
            </a:xfrm>
            <a:prstGeom prst="ellips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000000"/>
              </a:solidFill>
              <a:prstDash val="sysDot"/>
              <a:rou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H="1" flipV="1">
              <a:off x="928" y="3302"/>
              <a:ext cx="1191" cy="36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H="1">
              <a:off x="447" y="3295"/>
              <a:ext cx="482" cy="1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918" y="3329"/>
              <a:ext cx="360" cy="1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med" len="sm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0"/>
            <p:cNvSpPr>
              <a:spLocks noChangeArrowheads="1"/>
            </p:cNvSpPr>
            <p:nvPr/>
          </p:nvSpPr>
          <p:spPr bwMode="auto">
            <a:xfrm>
              <a:off x="2048" y="3524"/>
              <a:ext cx="312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6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/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1965" y="3687"/>
              <a:ext cx="291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>
                  <a:solidFill>
                    <a:srgbClr val="FF0000"/>
                  </a:solidFill>
                </a:rPr>
                <a:t>O</a:t>
              </a:r>
              <a:endParaRPr lang="en-US" altLang="zh-CN" i="1"/>
            </a:p>
          </p:txBody>
        </p:sp>
        <p:sp>
          <p:nvSpPr>
            <p:cNvPr id="4" name="Rectangle 32"/>
            <p:cNvSpPr>
              <a:spLocks noChangeArrowheads="1"/>
            </p:cNvSpPr>
            <p:nvPr/>
          </p:nvSpPr>
          <p:spPr bwMode="auto">
            <a:xfrm>
              <a:off x="848" y="2949"/>
              <a:ext cx="450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3200" i="1">
                  <a:solidFill>
                    <a:srgbClr val="FF00FF"/>
                  </a:solidFill>
                </a:rPr>
                <a:t>m</a:t>
              </a:r>
              <a:endParaRPr lang="en-US" altLang="zh-CN" sz="3200"/>
            </a:p>
          </p:txBody>
        </p:sp>
        <p:grpSp>
          <p:nvGrpSpPr>
            <p:cNvPr id="5" name="Group 33"/>
            <p:cNvGrpSpPr/>
            <p:nvPr/>
          </p:nvGrpSpPr>
          <p:grpSpPr bwMode="auto">
            <a:xfrm>
              <a:off x="215" y="3404"/>
              <a:ext cx="380" cy="448"/>
              <a:chOff x="215" y="3404"/>
              <a:chExt cx="380" cy="448"/>
            </a:xfrm>
          </p:grpSpPr>
          <p:sp>
            <p:nvSpPr>
              <p:cNvPr id="54" name="Rectangle 34"/>
              <p:cNvSpPr>
                <a:spLocks noChangeArrowheads="1"/>
              </p:cNvSpPr>
              <p:nvPr/>
            </p:nvSpPr>
            <p:spPr bwMode="auto">
              <a:xfrm>
                <a:off x="215" y="3404"/>
                <a:ext cx="380" cy="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3200" i="1">
                    <a:solidFill>
                      <a:srgbClr val="FF00FF"/>
                    </a:solidFill>
                    <a:latin typeface="Bookman Old Style" panose="02050604050505020204" pitchFamily="18" charset="0"/>
                    <a:sym typeface="Symbol" panose="05050102010706020507" pitchFamily="18" charset="2"/>
                  </a:rPr>
                  <a:t>v</a:t>
                </a:r>
                <a:endParaRPr lang="en-US" altLang="zh-CN" sz="3200"/>
              </a:p>
            </p:txBody>
          </p:sp>
          <p:sp>
            <p:nvSpPr>
              <p:cNvPr id="55" name="Line 35"/>
              <p:cNvSpPr>
                <a:spLocks noChangeShapeType="1"/>
              </p:cNvSpPr>
              <p:nvPr/>
            </p:nvSpPr>
            <p:spPr bwMode="auto">
              <a:xfrm>
                <a:off x="241" y="3477"/>
                <a:ext cx="171" cy="1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" name="Group 36"/>
            <p:cNvGrpSpPr/>
            <p:nvPr/>
          </p:nvGrpSpPr>
          <p:grpSpPr bwMode="auto">
            <a:xfrm>
              <a:off x="925" y="3416"/>
              <a:ext cx="343" cy="603"/>
              <a:chOff x="973" y="3392"/>
              <a:chExt cx="343" cy="603"/>
            </a:xfrm>
          </p:grpSpPr>
          <p:sp>
            <p:nvSpPr>
              <p:cNvPr id="52" name="Rectangle 37"/>
              <p:cNvSpPr>
                <a:spLocks noChangeArrowheads="1"/>
              </p:cNvSpPr>
              <p:nvPr/>
            </p:nvSpPr>
            <p:spPr bwMode="auto">
              <a:xfrm>
                <a:off x="973" y="3392"/>
                <a:ext cx="343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3200" i="1">
                    <a:solidFill>
                      <a:srgbClr val="FF0000"/>
                    </a:solidFill>
                  </a:rPr>
                  <a:t>F</a:t>
                </a:r>
                <a:endParaRPr lang="en-US" altLang="zh-CN" sz="3200"/>
              </a:p>
            </p:txBody>
          </p:sp>
          <p:sp>
            <p:nvSpPr>
              <p:cNvPr id="53" name="Line 38"/>
              <p:cNvSpPr>
                <a:spLocks noChangeShapeType="1"/>
              </p:cNvSpPr>
              <p:nvPr/>
            </p:nvSpPr>
            <p:spPr bwMode="auto">
              <a:xfrm>
                <a:off x="1047" y="3420"/>
                <a:ext cx="17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" name="Rectangle 39"/>
            <p:cNvSpPr>
              <a:spLocks noChangeArrowheads="1"/>
            </p:cNvSpPr>
            <p:nvPr/>
          </p:nvSpPr>
          <p:spPr bwMode="auto">
            <a:xfrm>
              <a:off x="833" y="2906"/>
              <a:ext cx="26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8000" b="0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·</a:t>
              </a:r>
              <a:endParaRPr lang="en-US" altLang="zh-CN" sz="8000" b="0" dirty="0">
                <a:solidFill>
                  <a:srgbClr val="FF00FF"/>
                </a:solidFill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2097" y="2927"/>
              <a:ext cx="0" cy="7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sm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41"/>
            <p:cNvGrpSpPr/>
            <p:nvPr/>
          </p:nvGrpSpPr>
          <p:grpSpPr bwMode="auto">
            <a:xfrm>
              <a:off x="1885" y="2768"/>
              <a:ext cx="351" cy="480"/>
              <a:chOff x="1837" y="2756"/>
              <a:chExt cx="351" cy="480"/>
            </a:xfrm>
          </p:grpSpPr>
          <p:sp>
            <p:nvSpPr>
              <p:cNvPr id="50" name="Rectangle 42"/>
              <p:cNvSpPr>
                <a:spLocks noChangeArrowheads="1"/>
              </p:cNvSpPr>
              <p:nvPr/>
            </p:nvSpPr>
            <p:spPr bwMode="auto">
              <a:xfrm>
                <a:off x="1837" y="2756"/>
                <a:ext cx="351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3200" i="1">
                    <a:solidFill>
                      <a:srgbClr val="FF0000"/>
                    </a:solidFill>
                  </a:rPr>
                  <a:t>L</a:t>
                </a:r>
                <a:endParaRPr lang="en-US" altLang="zh-CN" sz="3200"/>
              </a:p>
            </p:txBody>
          </p:sp>
          <p:sp>
            <p:nvSpPr>
              <p:cNvPr id="51" name="Line 43"/>
              <p:cNvSpPr>
                <a:spLocks noChangeShapeType="1"/>
              </p:cNvSpPr>
              <p:nvPr/>
            </p:nvSpPr>
            <p:spPr bwMode="auto">
              <a:xfrm>
                <a:off x="1873" y="2796"/>
                <a:ext cx="17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Line 44"/>
            <p:cNvSpPr>
              <a:spLocks noChangeShapeType="1"/>
            </p:cNvSpPr>
            <p:nvPr/>
          </p:nvSpPr>
          <p:spPr bwMode="auto">
            <a:xfrm flipH="1" flipV="1">
              <a:off x="428" y="3143"/>
              <a:ext cx="453" cy="14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45"/>
            <p:cNvSpPr>
              <a:spLocks noChangeArrowheads="1"/>
            </p:cNvSpPr>
            <p:nvPr/>
          </p:nvSpPr>
          <p:spPr bwMode="auto">
            <a:xfrm>
              <a:off x="707" y="3242"/>
              <a:ext cx="40" cy="128"/>
            </a:xfrm>
            <a:custGeom>
              <a:avLst/>
              <a:gdLst>
                <a:gd name="T0" fmla="*/ 83 w 83"/>
                <a:gd name="T1" fmla="*/ 0 h 270"/>
                <a:gd name="T2" fmla="*/ 8 w 83"/>
                <a:gd name="T3" fmla="*/ 105 h 270"/>
                <a:gd name="T4" fmla="*/ 38 w 83"/>
                <a:gd name="T5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270">
                  <a:moveTo>
                    <a:pt x="83" y="0"/>
                  </a:moveTo>
                  <a:cubicBezTo>
                    <a:pt x="49" y="30"/>
                    <a:pt x="16" y="60"/>
                    <a:pt x="8" y="105"/>
                  </a:cubicBezTo>
                  <a:cubicBezTo>
                    <a:pt x="0" y="150"/>
                    <a:pt x="19" y="210"/>
                    <a:pt x="38" y="270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Text Box 46"/>
            <p:cNvSpPr txBox="1">
              <a:spLocks noChangeArrowheads="1"/>
            </p:cNvSpPr>
            <p:nvPr/>
          </p:nvSpPr>
          <p:spPr bwMode="auto">
            <a:xfrm>
              <a:off x="421" y="3120"/>
              <a:ext cx="462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i="1">
                  <a:solidFill>
                    <a:srgbClr val="008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zh-CN" altLang="en-US" i="1">
                <a:solidFill>
                  <a:srgbClr val="008000"/>
                </a:solidFill>
              </a:endParaRPr>
            </a:p>
          </p:txBody>
        </p:sp>
        <p:sp>
          <p:nvSpPr>
            <p:cNvPr id="46" name="Text Box 47"/>
            <p:cNvSpPr txBox="1">
              <a:spLocks noChangeArrowheads="1"/>
            </p:cNvSpPr>
            <p:nvPr/>
          </p:nvSpPr>
          <p:spPr bwMode="auto">
            <a:xfrm>
              <a:off x="404" y="3631"/>
              <a:ext cx="1274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</a:rPr>
                <a:t>（有心力）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47" name="Group 48"/>
            <p:cNvGrpSpPr/>
            <p:nvPr/>
          </p:nvGrpSpPr>
          <p:grpSpPr bwMode="auto">
            <a:xfrm>
              <a:off x="1438" y="3467"/>
              <a:ext cx="289" cy="332"/>
              <a:chOff x="1438" y="3455"/>
              <a:chExt cx="289" cy="332"/>
            </a:xfrm>
          </p:grpSpPr>
          <p:sp>
            <p:nvSpPr>
              <p:cNvPr id="48" name="Rectangle 49"/>
              <p:cNvSpPr>
                <a:spLocks noChangeArrowheads="1"/>
              </p:cNvSpPr>
              <p:nvPr/>
            </p:nvSpPr>
            <p:spPr bwMode="auto">
              <a:xfrm>
                <a:off x="1443" y="3455"/>
                <a:ext cx="284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3200" i="1">
                    <a:solidFill>
                      <a:srgbClr val="0000FF"/>
                    </a:solidFill>
                  </a:rPr>
                  <a:t>r</a:t>
                </a:r>
                <a:endParaRPr lang="en-US" altLang="zh-CN" sz="3200"/>
              </a:p>
            </p:txBody>
          </p:sp>
          <p:sp>
            <p:nvSpPr>
              <p:cNvPr id="49" name="Line 50"/>
              <p:cNvSpPr>
                <a:spLocks noChangeShapeType="1"/>
              </p:cNvSpPr>
              <p:nvPr/>
            </p:nvSpPr>
            <p:spPr bwMode="auto">
              <a:xfrm>
                <a:off x="1438" y="3540"/>
                <a:ext cx="158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rou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5349" name="Text Box 53"/>
          <p:cNvSpPr txBox="1"/>
          <p:nvPr/>
        </p:nvSpPr>
        <p:spPr>
          <a:xfrm>
            <a:off x="876935" y="851535"/>
            <a:ext cx="734949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若忽略其它天体的作用力，太阳系中某一行星所受的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合外力总是指向太阳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。若以太阳为参考点，则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Text Box 11"/>
          <p:cNvSpPr txBox="1"/>
          <p:nvPr/>
        </p:nvSpPr>
        <p:spPr>
          <a:xfrm>
            <a:off x="4266883" y="5820728"/>
            <a:ext cx="4392612" cy="8302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有心力作用下质点对力心的角动量守恒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20" grpId="0"/>
      <p:bldP spid="35" grpId="0"/>
      <p:bldP spid="55349" grpId="0"/>
      <p:bldP spid="62" grpId="0"/>
      <p:bldP spid="368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250825" y="2060575"/>
            <a:ext cx="4800600" cy="1971675"/>
            <a:chOff x="2592" y="2640"/>
            <a:chExt cx="3024" cy="1242"/>
          </a:xfrm>
        </p:grpSpPr>
        <p:sp>
          <p:nvSpPr>
            <p:cNvPr id="18434" name="Freeform 5"/>
            <p:cNvSpPr/>
            <p:nvPr/>
          </p:nvSpPr>
          <p:spPr>
            <a:xfrm>
              <a:off x="2592" y="3114"/>
              <a:ext cx="3024" cy="768"/>
            </a:xfrm>
            <a:custGeom>
              <a:avLst/>
              <a:gdLst/>
              <a:ahLst/>
              <a:cxnLst>
                <a:cxn ang="0">
                  <a:pos x="123852" y="0"/>
                </a:cxn>
                <a:cxn ang="0">
                  <a:pos x="0" y="68902"/>
                </a:cxn>
                <a:cxn ang="0">
                  <a:pos x="178835" y="68902"/>
                </a:cxn>
                <a:cxn ang="0">
                  <a:pos x="295885" y="0"/>
                </a:cxn>
                <a:cxn ang="0">
                  <a:pos x="123852" y="0"/>
                </a:cxn>
              </a:cxnLst>
              <a:pathLst>
                <a:path w="2064" h="528">
                  <a:moveTo>
                    <a:pt x="864" y="0"/>
                  </a:moveTo>
                  <a:lnTo>
                    <a:pt x="0" y="528"/>
                  </a:lnTo>
                  <a:lnTo>
                    <a:pt x="1248" y="528"/>
                  </a:lnTo>
                  <a:lnTo>
                    <a:pt x="2064" y="0"/>
                  </a:lnTo>
                  <a:lnTo>
                    <a:pt x="864" y="0"/>
                  </a:lnTo>
                  <a:close/>
                </a:path>
              </a:pathLst>
            </a:custGeom>
            <a:gradFill rotWithShape="0">
              <a:gsLst>
                <a:gs pos="0">
                  <a:srgbClr val="5E7676"/>
                </a:gs>
                <a:gs pos="100000">
                  <a:srgbClr val="CCFFFF"/>
                </a:gs>
              </a:gsLst>
              <a:lin ang="0" scaled="1"/>
              <a:tileRect/>
            </a:gradFill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35" name="Line 6"/>
            <p:cNvSpPr/>
            <p:nvPr/>
          </p:nvSpPr>
          <p:spPr>
            <a:xfrm>
              <a:off x="3936" y="3456"/>
              <a:ext cx="816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8436" name="Line 7"/>
            <p:cNvSpPr/>
            <p:nvPr/>
          </p:nvSpPr>
          <p:spPr>
            <a:xfrm flipV="1">
              <a:off x="4176" y="3456"/>
              <a:ext cx="528" cy="288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sm" len="med"/>
            </a:ln>
          </p:spPr>
        </p:sp>
        <p:sp>
          <p:nvSpPr>
            <p:cNvPr id="18437" name="Line 8"/>
            <p:cNvSpPr/>
            <p:nvPr/>
          </p:nvSpPr>
          <p:spPr>
            <a:xfrm flipV="1">
              <a:off x="4704" y="3264"/>
              <a:ext cx="336" cy="19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8438" name="Line 9"/>
            <p:cNvSpPr/>
            <p:nvPr/>
          </p:nvSpPr>
          <p:spPr>
            <a:xfrm>
              <a:off x="4704" y="3030"/>
              <a:ext cx="384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18439" name="Line 10"/>
            <p:cNvSpPr/>
            <p:nvPr/>
          </p:nvSpPr>
          <p:spPr>
            <a:xfrm flipV="1">
              <a:off x="3936" y="2880"/>
              <a:ext cx="0" cy="5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18440" name="Object 11"/>
            <p:cNvGraphicFramePr>
              <a:graphicFrameLocks noChangeAspect="1"/>
            </p:cNvGraphicFramePr>
            <p:nvPr/>
          </p:nvGraphicFramePr>
          <p:xfrm>
            <a:off x="4896" y="3065"/>
            <a:ext cx="46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" imgW="647700" imgH="254000" progId="Equation.DSMT4">
                    <p:embed/>
                  </p:oleObj>
                </mc:Choice>
                <mc:Fallback>
                  <p:oleObj name="" r:id="rId1" imgW="647700" imgH="254000" progId="Equation.DSMT4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96" y="3065"/>
                          <a:ext cx="468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1" name="Object 12"/>
            <p:cNvGraphicFramePr>
              <a:graphicFrameLocks noChangeAspect="1"/>
            </p:cNvGraphicFramePr>
            <p:nvPr/>
          </p:nvGraphicFramePr>
          <p:xfrm>
            <a:off x="4320" y="3216"/>
            <a:ext cx="125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3" imgW="152400" imgH="203200" progId="Equation.3">
                    <p:embed/>
                  </p:oleObj>
                </mc:Choice>
                <mc:Fallback>
                  <p:oleObj name="" r:id="rId3" imgW="152400" imgH="2032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0" y="3216"/>
                          <a:ext cx="125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Object 13"/>
            <p:cNvGraphicFramePr>
              <a:graphicFrameLocks noChangeAspect="1"/>
            </p:cNvGraphicFramePr>
            <p:nvPr/>
          </p:nvGraphicFramePr>
          <p:xfrm>
            <a:off x="3696" y="3360"/>
            <a:ext cx="17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5" imgW="190500" imgH="228600" progId="Equation.3">
                    <p:embed/>
                  </p:oleObj>
                </mc:Choice>
                <mc:Fallback>
                  <p:oleObj name="" r:id="rId5" imgW="190500" imgH="2286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6" y="3360"/>
                          <a:ext cx="17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3" name="Object 14"/>
            <p:cNvGraphicFramePr>
              <a:graphicFrameLocks noChangeAspect="1"/>
            </p:cNvGraphicFramePr>
            <p:nvPr/>
          </p:nvGraphicFramePr>
          <p:xfrm>
            <a:off x="2892" y="3292"/>
            <a:ext cx="7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7" imgW="114300" imgH="215900" progId="Equation.3">
                    <p:embed/>
                  </p:oleObj>
                </mc:Choice>
                <mc:Fallback>
                  <p:oleObj name="" r:id="rId7" imgW="114300" imgH="2159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92" y="3292"/>
                          <a:ext cx="71" cy="1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4" name="Line 15"/>
            <p:cNvSpPr/>
            <p:nvPr/>
          </p:nvSpPr>
          <p:spPr>
            <a:xfrm>
              <a:off x="4704" y="347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8445" name="Object 16"/>
            <p:cNvGraphicFramePr>
              <a:graphicFrameLocks noChangeAspect="1"/>
            </p:cNvGraphicFramePr>
            <p:nvPr/>
          </p:nvGraphicFramePr>
          <p:xfrm>
            <a:off x="4848" y="3334"/>
            <a:ext cx="150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9" imgW="190500" imgH="177800" progId="Equation.DSMT4">
                    <p:embed/>
                  </p:oleObj>
                </mc:Choice>
                <mc:Fallback>
                  <p:oleObj name="" r:id="rId9" imgW="190500" imgH="1778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48" y="3334"/>
                          <a:ext cx="150" cy="1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6" name="Object 17"/>
            <p:cNvGraphicFramePr>
              <a:graphicFrameLocks noChangeAspect="1"/>
            </p:cNvGraphicFramePr>
            <p:nvPr/>
          </p:nvGraphicFramePr>
          <p:xfrm>
            <a:off x="4368" y="3430"/>
            <a:ext cx="150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1" imgW="190500" imgH="177800" progId="Equation.DSMT4">
                    <p:embed/>
                  </p:oleObj>
                </mc:Choice>
                <mc:Fallback>
                  <p:oleObj name="" r:id="rId11" imgW="190500" imgH="177800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68" y="3430"/>
                          <a:ext cx="150" cy="1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18"/>
            <p:cNvGraphicFramePr>
              <a:graphicFrameLocks noChangeAspect="1"/>
            </p:cNvGraphicFramePr>
            <p:nvPr/>
          </p:nvGraphicFramePr>
          <p:xfrm>
            <a:off x="4320" y="3607"/>
            <a:ext cx="15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3" imgW="190500" imgH="203200" progId="Equation.DSMT4">
                    <p:embed/>
                  </p:oleObj>
                </mc:Choice>
                <mc:Fallback>
                  <p:oleObj name="" r:id="rId13" imgW="190500" imgH="203200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0" y="3607"/>
                          <a:ext cx="150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8" name="Object 19"/>
            <p:cNvGraphicFramePr>
              <a:graphicFrameLocks noChangeAspect="1"/>
            </p:cNvGraphicFramePr>
            <p:nvPr/>
          </p:nvGraphicFramePr>
          <p:xfrm>
            <a:off x="3936" y="2640"/>
            <a:ext cx="13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5" imgW="177800" imgH="241300" progId="Equation.DSMT4">
                    <p:embed/>
                  </p:oleObj>
                </mc:Choice>
                <mc:Fallback>
                  <p:oleObj name="" r:id="rId15" imgW="177800" imgH="2413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36" y="2640"/>
                          <a:ext cx="13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9" name="Oval 20"/>
            <p:cNvSpPr/>
            <p:nvPr/>
          </p:nvSpPr>
          <p:spPr>
            <a:xfrm>
              <a:off x="4656" y="340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320" name="Text Box 24"/>
          <p:cNvSpPr txBox="1"/>
          <p:nvPr/>
        </p:nvSpPr>
        <p:spPr>
          <a:xfrm>
            <a:off x="727075" y="1538605"/>
            <a:ext cx="79533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质点做匀速直线运动中，对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点角动量是否守恒？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321" name="Line 25"/>
          <p:cNvSpPr/>
          <p:nvPr/>
        </p:nvSpPr>
        <p:spPr>
          <a:xfrm>
            <a:off x="2357438" y="3357563"/>
            <a:ext cx="641350" cy="303212"/>
          </a:xfrm>
          <a:prstGeom prst="line">
            <a:avLst/>
          </a:prstGeom>
          <a:ln w="127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8454" name="组合 61"/>
          <p:cNvGrpSpPr/>
          <p:nvPr/>
        </p:nvGrpSpPr>
        <p:grpSpPr>
          <a:xfrm>
            <a:off x="2846388" y="3508375"/>
            <a:ext cx="304800" cy="76200"/>
            <a:chOff x="2846388" y="3508375"/>
            <a:chExt cx="304800" cy="76200"/>
          </a:xfrm>
        </p:grpSpPr>
        <p:sp>
          <p:nvSpPr>
            <p:cNvPr id="18455" name="Line 26"/>
            <p:cNvSpPr/>
            <p:nvPr/>
          </p:nvSpPr>
          <p:spPr>
            <a:xfrm flipV="1">
              <a:off x="2846388" y="3508375"/>
              <a:ext cx="152400" cy="7620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6" name="Line 27"/>
            <p:cNvSpPr/>
            <p:nvPr/>
          </p:nvSpPr>
          <p:spPr>
            <a:xfrm>
              <a:off x="2998788" y="3508375"/>
              <a:ext cx="152400" cy="7620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55324" name="Object 28"/>
          <p:cNvGraphicFramePr>
            <a:graphicFrameLocks noChangeAspect="1"/>
          </p:cNvGraphicFramePr>
          <p:nvPr/>
        </p:nvGraphicFramePr>
        <p:xfrm>
          <a:off x="2236788" y="3355975"/>
          <a:ext cx="3937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7" imgW="190500" imgH="292100" progId="Equation.DSMT4">
                  <p:embed/>
                </p:oleObj>
              </mc:Choice>
              <mc:Fallback>
                <p:oleObj name="" r:id="rId17" imgW="190500" imgH="2921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6788" y="3355975"/>
                        <a:ext cx="393700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5" name="Text Box 29"/>
          <p:cNvSpPr txBox="1"/>
          <p:nvPr/>
        </p:nvSpPr>
        <p:spPr>
          <a:xfrm>
            <a:off x="1143000" y="214313"/>
            <a:ext cx="1090613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例：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350" name="Object 62"/>
          <p:cNvGraphicFramePr>
            <a:graphicFrameLocks noChangeAspect="1"/>
          </p:cNvGraphicFramePr>
          <p:nvPr/>
        </p:nvGraphicFramePr>
        <p:xfrm>
          <a:off x="1873568" y="5011261"/>
          <a:ext cx="275590" cy="437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9" imgW="114300" imgH="177165" progId="Equation.DSMT4">
                  <p:embed/>
                </p:oleObj>
              </mc:Choice>
              <mc:Fallback>
                <p:oleObj name="" r:id="rId19" imgW="114300" imgH="177165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3568" y="5011261"/>
                        <a:ext cx="275590" cy="4375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3691573" y="2381250"/>
          <a:ext cx="5800090" cy="147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1" imgW="2066925" imgH="612140" progId="Equation.DSMT4">
                  <p:embed/>
                </p:oleObj>
              </mc:Choice>
              <mc:Fallback>
                <p:oleObj name="" r:id="rId21" imgW="2066925" imgH="61214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91573" y="2381250"/>
                        <a:ext cx="5800090" cy="1475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4497705" y="3107055"/>
          <a:ext cx="4528820" cy="157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3" imgW="2211070" imgH="600710" progId="Equation.DSMT4">
                  <p:embed/>
                </p:oleObj>
              </mc:Choice>
              <mc:Fallback>
                <p:oleObj name="" r:id="rId23" imgW="2211070" imgH="60071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97705" y="3107055"/>
                        <a:ext cx="4528820" cy="157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4764723" y="3811905"/>
          <a:ext cx="3653155" cy="176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25" imgW="1428750" imgH="635000" progId="Equation.DSMT4">
                  <p:embed/>
                </p:oleObj>
              </mc:Choice>
              <mc:Fallback>
                <p:oleObj name="" r:id="rId25" imgW="1428750" imgH="6350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764723" y="3811905"/>
                        <a:ext cx="3653155" cy="1764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2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2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0" grpId="0" build="p"/>
      <p:bldP spid="5532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Text Box 3"/>
          <p:cNvSpPr txBox="1"/>
          <p:nvPr/>
        </p:nvSpPr>
        <p:spPr>
          <a:xfrm>
            <a:off x="596900" y="817563"/>
            <a:ext cx="4349750" cy="3990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一半径为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的光滑圆环置于竖直平面内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一质量为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的小球穿在圆环上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并可在圆环上滑动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小球开始时静止于圆环上的点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该点在通过环心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的水平面上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，然后从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8" name="Rectangle 4"/>
          <p:cNvSpPr/>
          <p:nvPr/>
        </p:nvSpPr>
        <p:spPr>
          <a:xfrm>
            <a:off x="573088" y="4737100"/>
            <a:ext cx="7740650" cy="1554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点开始下滑．设小球与圆环间的摩擦力略去不计．求小球滑到点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1" i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时对环心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1" i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的角动量和角速度．</a:t>
            </a:r>
            <a:endParaRPr lang="zh-CN" altLang="en-US" sz="3200" b="1" dirty="0">
              <a:solidFill>
                <a:srgbClr val="1C1C1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9459" name="ShockwaveFlash1" r:id="rId1" imgW="3565525" imgH="3645535"/>
        </mc:Choice>
        <mc:Fallback>
          <p:control name="ShockwaveFlash1" r:id="rId1" imgW="3565525" imgH="3645535">
            <p:pic>
              <p:nvPicPr>
                <p:cNvPr id="0" name="ShockwaveFlash1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003800" y="908050"/>
                  <a:ext cx="3565525" cy="3645535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strips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"/>
          <p:cNvSpPr txBox="1"/>
          <p:nvPr/>
        </p:nvSpPr>
        <p:spPr>
          <a:xfrm>
            <a:off x="631825" y="939800"/>
            <a:ext cx="7951788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小球受力    、    作用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 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的力矩为零，重力矩垂直纸面向里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/>
          <p:nvPr/>
        </p:nvSpPr>
        <p:spPr>
          <a:xfrm>
            <a:off x="631825" y="2859088"/>
            <a:ext cx="4214813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由质点的角动量定理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716088" y="2251075"/>
          <a:ext cx="2894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965200" imgH="203200" progId="Equation.3">
                  <p:embed/>
                </p:oleObj>
              </mc:Choice>
              <mc:Fallback>
                <p:oleObj name="" r:id="rId1" imgW="965200" imgH="203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16088" y="2251075"/>
                        <a:ext cx="2894012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1655763" y="3422650"/>
          <a:ext cx="3190875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989965" imgH="393700" progId="Equation.3">
                  <p:embed/>
                </p:oleObj>
              </mc:Choice>
              <mc:Fallback>
                <p:oleObj name="" r:id="rId3" imgW="989965" imgH="3937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5763" y="3422650"/>
                        <a:ext cx="3190875" cy="1198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476375" y="4797425"/>
          <a:ext cx="374332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116965" imgH="203200" progId="Equation.3">
                  <p:embed/>
                </p:oleObj>
              </mc:Choice>
              <mc:Fallback>
                <p:oleObj name="" r:id="rId5" imgW="1116965" imgH="2032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4797425"/>
                        <a:ext cx="3743325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11688" y="1020763"/>
          <a:ext cx="5238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7" imgW="203200" imgH="241300" progId="Equation.3">
                  <p:embed/>
                </p:oleObj>
              </mc:Choice>
              <mc:Fallback>
                <p:oleObj name="" r:id="rId7" imgW="203200" imgH="2413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11688" y="1020763"/>
                        <a:ext cx="523875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83025" y="1012825"/>
          <a:ext cx="4413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9" imgW="152400" imgH="190500" progId="Equation.3">
                  <p:embed/>
                </p:oleObj>
              </mc:Choice>
              <mc:Fallback>
                <p:oleObj name="" r:id="rId9" imgW="152400" imgH="1905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83025" y="1012825"/>
                        <a:ext cx="4413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0"/>
          <p:cNvGraphicFramePr>
            <a:graphicFrameLocks noChangeAspect="1"/>
          </p:cNvGraphicFramePr>
          <p:nvPr/>
        </p:nvGraphicFramePr>
        <p:xfrm>
          <a:off x="6161088" y="984250"/>
          <a:ext cx="5238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1" imgW="203200" imgH="241300" progId="Equation.3">
                  <p:embed/>
                </p:oleObj>
              </mc:Choice>
              <mc:Fallback>
                <p:oleObj name="" r:id="rId11" imgW="203200" imgH="2413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61088" y="984250"/>
                        <a:ext cx="523875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spid="20489" name="ShockwaveFlash1" r:id="rId13" imgW="3149600" imgH="2978150"/>
        </mc:Choice>
        <mc:Fallback>
          <p:control name="ShockwaveFlash1" r:id="rId13" imgW="3149600" imgH="2978150">
            <p:pic>
              <p:nvPicPr>
                <p:cNvPr id="0" name="ShockwaveFlash1"/>
                <p:cNvPicPr>
                  <a:picLocks noGrp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80075" y="1679575"/>
                  <a:ext cx="3149600" cy="297815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Text Box 2"/>
          <p:cNvSpPr txBox="1"/>
          <p:nvPr/>
        </p:nvSpPr>
        <p:spPr>
          <a:xfrm>
            <a:off x="1293813" y="1001713"/>
            <a:ext cx="1408112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考虑到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06" name="Object 3"/>
          <p:cNvGraphicFramePr>
            <a:graphicFrameLocks noChangeAspect="1"/>
          </p:cNvGraphicFramePr>
          <p:nvPr/>
        </p:nvGraphicFramePr>
        <p:xfrm>
          <a:off x="2678113" y="977900"/>
          <a:ext cx="55260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790700" imgH="228600" progId="Equation.3">
                  <p:embed/>
                </p:oleObj>
              </mc:Choice>
              <mc:Fallback>
                <p:oleObj name="" r:id="rId1" imgW="1790700" imgH="2286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78113" y="977900"/>
                        <a:ext cx="5526087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"/>
          <p:cNvGraphicFramePr>
            <a:graphicFrameLocks noChangeAspect="1"/>
          </p:cNvGraphicFramePr>
          <p:nvPr/>
        </p:nvGraphicFramePr>
        <p:xfrm>
          <a:off x="981075" y="1744663"/>
          <a:ext cx="4094163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371600" imgH="228600" progId="Equation.3">
                  <p:embed/>
                </p:oleObj>
              </mc:Choice>
              <mc:Fallback>
                <p:oleObj name="" r:id="rId3" imgW="1371600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1075" y="1744663"/>
                        <a:ext cx="4094163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5"/>
          <p:cNvSpPr txBox="1"/>
          <p:nvPr/>
        </p:nvSpPr>
        <p:spPr>
          <a:xfrm>
            <a:off x="560388" y="1762125"/>
            <a:ext cx="592137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4" name="Text Box 6"/>
          <p:cNvSpPr txBox="1"/>
          <p:nvPr/>
        </p:nvSpPr>
        <p:spPr>
          <a:xfrm>
            <a:off x="531813" y="2546350"/>
            <a:ext cx="3856037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由题设条件积分上式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422275" y="3281363"/>
          <a:ext cx="5384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663700" imgH="330200" progId="Equation.3">
                  <p:embed/>
                </p:oleObj>
              </mc:Choice>
              <mc:Fallback>
                <p:oleObj name="" r:id="rId5" imgW="1663700" imgH="330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275" y="3281363"/>
                        <a:ext cx="53848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627063" y="4427538"/>
          <a:ext cx="43418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7" imgW="1333500" imgH="228600" progId="Equation.3">
                  <p:embed/>
                </p:oleObj>
              </mc:Choice>
              <mc:Fallback>
                <p:oleObj name="" r:id="rId7" imgW="1333500" imgH="2286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7063" y="4427538"/>
                        <a:ext cx="4341812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4321175" y="5064125"/>
          <a:ext cx="3429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9" imgW="1143000" imgH="393700" progId="Equation.3">
                  <p:embed/>
                </p:oleObj>
              </mc:Choice>
              <mc:Fallback>
                <p:oleObj name="" r:id="rId9" imgW="1143000" imgH="393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21175" y="5064125"/>
                        <a:ext cx="3429000" cy="1181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631825" y="5335588"/>
          <a:ext cx="22447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1" imgW="786765" imgH="203200" progId="Equation.3">
                  <p:embed/>
                </p:oleObj>
              </mc:Choice>
              <mc:Fallback>
                <p:oleObj name="" r:id="rId11" imgW="786765" imgH="2032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1825" y="5335588"/>
                        <a:ext cx="2244725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spid="21514" name="ShockwaveFlash1" r:id="rId13" imgW="3149600" imgH="2978150"/>
        </mc:Choice>
        <mc:Fallback>
          <p:control name="ShockwaveFlash1" r:id="rId13" imgW="3149600" imgH="2978150">
            <p:pic>
              <p:nvPicPr>
                <p:cNvPr id="0" name="ShockwaveFlash1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80075" y="1679575"/>
                  <a:ext cx="3149600" cy="297815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Picture 32"/>
          <p:cNvPicPr>
            <a:picLocks noChangeAspect="1"/>
          </p:cNvPicPr>
          <p:nvPr/>
        </p:nvPicPr>
        <p:blipFill>
          <a:blip r:embed="rId1"/>
          <a:srcRect l="62190" t="11719" r="3125" b="44748"/>
          <a:stretch>
            <a:fillRect/>
          </a:stretch>
        </p:blipFill>
        <p:spPr>
          <a:xfrm>
            <a:off x="5543550" y="742950"/>
            <a:ext cx="3382963" cy="3184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Rectangle 4"/>
          <p:cNvSpPr/>
          <p:nvPr/>
        </p:nvSpPr>
        <p:spPr>
          <a:xfrm>
            <a:off x="1000125" y="142875"/>
            <a:ext cx="74517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2: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小球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地球系统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机械能守恒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531" name="Object 2"/>
          <p:cNvGraphicFramePr>
            <a:graphicFrameLocks noChangeAspect="1"/>
          </p:cNvGraphicFramePr>
          <p:nvPr/>
        </p:nvGraphicFramePr>
        <p:xfrm>
          <a:off x="627063" y="931863"/>
          <a:ext cx="236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" imgW="787400" imgH="241300" progId="Equation.3">
                  <p:embed/>
                </p:oleObj>
              </mc:Choice>
              <mc:Fallback>
                <p:oleObj name="" r:id="rId2" imgW="787400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7063" y="931863"/>
                        <a:ext cx="23622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6" name="Object 3"/>
          <p:cNvGraphicFramePr>
            <a:graphicFrameLocks noChangeAspect="1"/>
          </p:cNvGraphicFramePr>
          <p:nvPr/>
        </p:nvGraphicFramePr>
        <p:xfrm>
          <a:off x="508000" y="1471613"/>
          <a:ext cx="4171950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4" imgW="1294765" imgH="444500" progId="Equation.3">
                  <p:embed/>
                </p:oleObj>
              </mc:Choice>
              <mc:Fallback>
                <p:oleObj name="" r:id="rId4" imgW="1294765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000" y="1471613"/>
                        <a:ext cx="4171950" cy="1354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87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95388" y="5600700"/>
          <a:ext cx="22494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6" imgW="761365" imgH="190500" progId="Equation.3">
                  <p:embed/>
                </p:oleObj>
              </mc:Choice>
              <mc:Fallback>
                <p:oleObj name="" r:id="rId6" imgW="761365" imgH="1905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5388" y="5600700"/>
                        <a:ext cx="2249487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6" name="Object 5"/>
          <p:cNvGraphicFramePr>
            <a:graphicFrameLocks noChangeAspect="1"/>
          </p:cNvGraphicFramePr>
          <p:nvPr/>
        </p:nvGraphicFramePr>
        <p:xfrm>
          <a:off x="3911600" y="5360988"/>
          <a:ext cx="329406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8" imgW="1143000" imgH="393700" progId="Equation.3">
                  <p:embed/>
                </p:oleObj>
              </mc:Choice>
              <mc:Fallback>
                <p:oleObj name="" r:id="rId8" imgW="1143000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11600" y="5360988"/>
                        <a:ext cx="329406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7" name="Object 6"/>
          <p:cNvGraphicFramePr>
            <a:graphicFrameLocks noChangeAspect="1"/>
          </p:cNvGraphicFramePr>
          <p:nvPr/>
        </p:nvGraphicFramePr>
        <p:xfrm>
          <a:off x="493713" y="4778375"/>
          <a:ext cx="1955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0" imgW="685800" imgH="177800" progId="Equation.3">
                  <p:embed/>
                </p:oleObj>
              </mc:Choice>
              <mc:Fallback>
                <p:oleObj name="" r:id="rId10" imgW="685800" imgH="177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3713" y="4778375"/>
                        <a:ext cx="1955800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9" name="Object 7"/>
          <p:cNvGraphicFramePr>
            <a:graphicFrameLocks noChangeAspect="1"/>
          </p:cNvGraphicFramePr>
          <p:nvPr/>
        </p:nvGraphicFramePr>
        <p:xfrm>
          <a:off x="1187450" y="3860800"/>
          <a:ext cx="2716213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2" imgW="951865" imgH="254000" progId="Equation.3">
                  <p:embed/>
                </p:oleObj>
              </mc:Choice>
              <mc:Fallback>
                <p:oleObj name="" r:id="rId12" imgW="951865" imgH="2540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87450" y="3860800"/>
                        <a:ext cx="2716213" cy="722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06" name="Object 9"/>
          <p:cNvGraphicFramePr>
            <a:graphicFrameLocks noChangeAspect="1"/>
          </p:cNvGraphicFramePr>
          <p:nvPr/>
        </p:nvGraphicFramePr>
        <p:xfrm>
          <a:off x="1397000" y="2589213"/>
          <a:ext cx="3722688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4" imgW="1155700" imgH="393700" progId="Equation.3">
                  <p:embed/>
                </p:oleObj>
              </mc:Choice>
              <mc:Fallback>
                <p:oleObj name="" r:id="rId14" imgW="1155700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97000" y="2589213"/>
                        <a:ext cx="3722688" cy="1198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08" name="Object 10"/>
          <p:cNvGraphicFramePr>
            <a:graphicFrameLocks noChangeAspect="1"/>
          </p:cNvGraphicFramePr>
          <p:nvPr/>
        </p:nvGraphicFramePr>
        <p:xfrm>
          <a:off x="5773738" y="3919538"/>
          <a:ext cx="28622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6" imgW="889000" imgH="190500" progId="Equation.3">
                  <p:embed/>
                </p:oleObj>
              </mc:Choice>
              <mc:Fallback>
                <p:oleObj name="" r:id="rId16" imgW="889000" imgH="1905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73738" y="3919538"/>
                        <a:ext cx="2862262" cy="5810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0" name="Line 30"/>
          <p:cNvSpPr/>
          <p:nvPr/>
        </p:nvSpPr>
        <p:spPr>
          <a:xfrm>
            <a:off x="7518400" y="2074863"/>
            <a:ext cx="0" cy="973137"/>
          </a:xfrm>
          <a:prstGeom prst="line">
            <a:avLst/>
          </a:prstGeom>
          <a:ln w="38100" cap="flat" cmpd="sng">
            <a:solidFill>
              <a:srgbClr val="CC00CC"/>
            </a:solidFill>
            <a:prstDash val="dash"/>
            <a:round/>
            <a:headEnd type="none" w="med" len="med"/>
            <a:tailEnd type="none" w="med" len="med"/>
          </a:ln>
        </p:spPr>
      </p:sp>
      <p:graphicFrame>
        <p:nvGraphicFramePr>
          <p:cNvPr id="22541" name="Object 11"/>
          <p:cNvGraphicFramePr>
            <a:graphicFrameLocks noChangeAspect="1"/>
          </p:cNvGraphicFramePr>
          <p:nvPr/>
        </p:nvGraphicFramePr>
        <p:xfrm>
          <a:off x="2959100" y="906463"/>
          <a:ext cx="2400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8" imgW="799465" imgH="266700" progId="Equation.3">
                  <p:embed/>
                </p:oleObj>
              </mc:Choice>
              <mc:Fallback>
                <p:oleObj name="" r:id="rId18" imgW="799465" imgH="2667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59100" y="906463"/>
                        <a:ext cx="24003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6668" y="4334193"/>
          <a:ext cx="8359140" cy="1473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0" imgW="3175635" imgH="580390" progId="Equation.DSMT4">
                  <p:embed/>
                </p:oleObj>
              </mc:Choice>
              <mc:Fallback>
                <p:oleObj name="" r:id="rId20" imgW="3175635" imgH="58039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668" y="4334193"/>
                        <a:ext cx="8359140" cy="1473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Text Box 2"/>
          <p:cNvSpPr txBox="1"/>
          <p:nvPr/>
        </p:nvSpPr>
        <p:spPr>
          <a:xfrm>
            <a:off x="619125" y="901700"/>
            <a:ext cx="7991475" cy="4765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一质量为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的登月飞船，在离月球表面高度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处绕月球作圆周运动．飞船采用如下登月方式：当飞船位于点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时，它向外侧短时间喷射出粒子流，使飞船与月球相切地到达点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OA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OB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垂直．飞船所喷气体相对飞船的速度为                             试问：登月飞船在登月过程中所需消耗燃料的质量      是多少</a:t>
            </a:r>
            <a:r>
              <a:rPr lang="en-US" altLang="zh-CN" sz="3200" b="1" dirty="0">
                <a:solidFill>
                  <a:srgbClr val="1C1C1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3200" b="1" dirty="0">
              <a:solidFill>
                <a:srgbClr val="1C1C1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554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357813" y="4000500"/>
          <a:ext cx="3079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231265" imgH="228600" progId="Equation.3">
                  <p:embed/>
                </p:oleObj>
              </mc:Choice>
              <mc:Fallback>
                <p:oleObj name="" r:id="rId1" imgW="1231265" imgH="2286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57813" y="4000500"/>
                        <a:ext cx="307975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920875" y="5138738"/>
          <a:ext cx="6429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3" imgW="444500" imgH="279400" progId="Equation.3">
                  <p:embed/>
                </p:oleObj>
              </mc:Choice>
              <mc:Fallback>
                <p:oleObj name="" r:id="rId3" imgW="444500" imgH="2794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0875" y="5138738"/>
                        <a:ext cx="642938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24577" name="Object 2"/>
          <p:cNvGraphicFramePr>
            <a:graphicFrameLocks noChangeAspect="1"/>
          </p:cNvGraphicFramePr>
          <p:nvPr/>
        </p:nvGraphicFramePr>
        <p:xfrm>
          <a:off x="1211263" y="1760538"/>
          <a:ext cx="3048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1079500" imgH="228600" progId="Equation.3">
                  <p:embed/>
                </p:oleObj>
              </mc:Choice>
              <mc:Fallback>
                <p:oleObj name="" r:id="rId1" imgW="1079500" imgH="2286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1263" y="1760538"/>
                        <a:ext cx="304800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8" name="Object 3"/>
          <p:cNvGraphicFramePr>
            <a:graphicFrameLocks noChangeAspect="1"/>
          </p:cNvGraphicFramePr>
          <p:nvPr/>
        </p:nvGraphicFramePr>
        <p:xfrm>
          <a:off x="1223963" y="2541588"/>
          <a:ext cx="24399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723900" imgH="203200" progId="Equation.3">
                  <p:embed/>
                </p:oleObj>
              </mc:Choice>
              <mc:Fallback>
                <p:oleObj name="" r:id="rId3" imgW="723900" imgH="2032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3963" y="2541588"/>
                        <a:ext cx="2439987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1233488" y="3811588"/>
          <a:ext cx="34734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5" imgW="1231265" imgH="228600" progId="Equation.3">
                  <p:embed/>
                </p:oleObj>
              </mc:Choice>
              <mc:Fallback>
                <p:oleObj name="" r:id="rId5" imgW="1231265" imgH="2286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3488" y="3811588"/>
                        <a:ext cx="347345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5"/>
          <p:cNvGraphicFramePr>
            <a:graphicFrameLocks noChangeAspect="1"/>
          </p:cNvGraphicFramePr>
          <p:nvPr/>
        </p:nvGraphicFramePr>
        <p:xfrm>
          <a:off x="1206500" y="3244850"/>
          <a:ext cx="27622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7" imgW="799465" imgH="203200" progId="Equation.3">
                  <p:embed/>
                </p:oleObj>
              </mc:Choice>
              <mc:Fallback>
                <p:oleObj name="" r:id="rId7" imgW="799465" imgH="2032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06500" y="3244850"/>
                        <a:ext cx="2762250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6"/>
          <p:cNvGraphicFramePr>
            <a:graphicFrameLocks noChangeAspect="1"/>
          </p:cNvGraphicFramePr>
          <p:nvPr/>
        </p:nvGraphicFramePr>
        <p:xfrm>
          <a:off x="1203325" y="4516438"/>
          <a:ext cx="30464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9" imgW="927100" imgH="228600" progId="Equation.3">
                  <p:embed/>
                </p:oleObj>
              </mc:Choice>
              <mc:Fallback>
                <p:oleObj name="" r:id="rId9" imgW="927100" imgH="2286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03325" y="4516438"/>
                        <a:ext cx="3046413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2" name="Group 7"/>
          <p:cNvGrpSpPr/>
          <p:nvPr/>
        </p:nvGrpSpPr>
        <p:grpSpPr>
          <a:xfrm>
            <a:off x="4711700" y="1208088"/>
            <a:ext cx="4014788" cy="3276600"/>
            <a:chOff x="2986" y="569"/>
            <a:chExt cx="2529" cy="2064"/>
          </a:xfrm>
        </p:grpSpPr>
        <p:grpSp>
          <p:nvGrpSpPr>
            <p:cNvPr id="24583" name="Group 8"/>
            <p:cNvGrpSpPr/>
            <p:nvPr/>
          </p:nvGrpSpPr>
          <p:grpSpPr>
            <a:xfrm>
              <a:off x="2986" y="569"/>
              <a:ext cx="2529" cy="2064"/>
              <a:chOff x="2986" y="569"/>
              <a:chExt cx="2529" cy="2064"/>
            </a:xfrm>
          </p:grpSpPr>
          <p:sp>
            <p:nvSpPr>
              <p:cNvPr id="24584" name="Rectangle 9"/>
              <p:cNvSpPr/>
              <p:nvPr/>
            </p:nvSpPr>
            <p:spPr>
              <a:xfrm>
                <a:off x="2986" y="569"/>
                <a:ext cx="2496" cy="2064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85" name="AutoShape 10"/>
              <p:cNvSpPr/>
              <p:nvPr/>
            </p:nvSpPr>
            <p:spPr>
              <a:xfrm>
                <a:off x="3130" y="624"/>
                <a:ext cx="1968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886" y="10800"/>
                    </a:moveTo>
                    <a:cubicBezTo>
                      <a:pt x="4886" y="14066"/>
                      <a:pt x="7534" y="16714"/>
                      <a:pt x="10800" y="16714"/>
                    </a:cubicBezTo>
                    <a:cubicBezTo>
                      <a:pt x="14066" y="16714"/>
                      <a:pt x="16714" y="14066"/>
                      <a:pt x="16714" y="10800"/>
                    </a:cubicBezTo>
                    <a:cubicBezTo>
                      <a:pt x="16714" y="7534"/>
                      <a:pt x="14066" y="4886"/>
                      <a:pt x="10800" y="4886"/>
                    </a:cubicBezTo>
                    <a:cubicBezTo>
                      <a:pt x="7534" y="4886"/>
                      <a:pt x="4886" y="7534"/>
                      <a:pt x="4886" y="10800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586" name="Oval 11"/>
              <p:cNvSpPr/>
              <p:nvPr/>
            </p:nvSpPr>
            <p:spPr>
              <a:xfrm>
                <a:off x="5028" y="1555"/>
                <a:ext cx="118" cy="118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87" name="Line 12"/>
              <p:cNvSpPr/>
              <p:nvPr/>
            </p:nvSpPr>
            <p:spPr>
              <a:xfrm flipV="1">
                <a:off x="5098" y="953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4588" name="Object 13"/>
              <p:cNvGraphicFramePr>
                <a:graphicFrameLocks noChangeAspect="1"/>
              </p:cNvGraphicFramePr>
              <p:nvPr/>
            </p:nvGraphicFramePr>
            <p:xfrm>
              <a:off x="4954" y="689"/>
              <a:ext cx="28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8" name="" r:id="rId11" imgW="177800" imgH="228600" progId="Equation.3">
                      <p:embed/>
                    </p:oleObj>
                  </mc:Choice>
                  <mc:Fallback>
                    <p:oleObj name="" r:id="rId11" imgW="177800" imgH="228600" progId="Equation.3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954" y="689"/>
                            <a:ext cx="280" cy="3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89" name="Object 14"/>
              <p:cNvGraphicFramePr>
                <a:graphicFrameLocks noChangeAspect="1"/>
              </p:cNvGraphicFramePr>
              <p:nvPr/>
            </p:nvGraphicFramePr>
            <p:xfrm>
              <a:off x="4378" y="761"/>
              <a:ext cx="30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1" name="" r:id="rId13" imgW="190500" imgH="215900" progId="Equation.3">
                      <p:embed/>
                    </p:oleObj>
                  </mc:Choice>
                  <mc:Fallback>
                    <p:oleObj name="" r:id="rId13" imgW="190500" imgH="215900" progId="Equation.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378" y="761"/>
                            <a:ext cx="30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0" name="Line 15"/>
              <p:cNvSpPr/>
              <p:nvPr/>
            </p:nvSpPr>
            <p:spPr>
              <a:xfrm flipH="1" flipV="1">
                <a:off x="4762" y="1097"/>
                <a:ext cx="288" cy="48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4591" name="Text Box 16"/>
              <p:cNvSpPr txBox="1"/>
              <p:nvPr/>
            </p:nvSpPr>
            <p:spPr>
              <a:xfrm>
                <a:off x="3898" y="713"/>
                <a:ext cx="2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i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92" name="Line 17"/>
              <p:cNvSpPr/>
              <p:nvPr/>
            </p:nvSpPr>
            <p:spPr>
              <a:xfrm flipH="1">
                <a:off x="3562" y="1049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4593" name="Object 18"/>
              <p:cNvGraphicFramePr>
                <a:graphicFrameLocks noChangeAspect="1"/>
              </p:cNvGraphicFramePr>
              <p:nvPr/>
            </p:nvGraphicFramePr>
            <p:xfrm>
              <a:off x="3358" y="949"/>
              <a:ext cx="30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5" name="" r:id="rId15" imgW="190500" imgH="215900" progId="Equation.3">
                      <p:embed/>
                    </p:oleObj>
                  </mc:Choice>
                  <mc:Fallback>
                    <p:oleObj name="" r:id="rId15" imgW="190500" imgH="215900" progId="Equation.3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358" y="949"/>
                            <a:ext cx="30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4" name="Line 19"/>
              <p:cNvSpPr/>
              <p:nvPr/>
            </p:nvSpPr>
            <p:spPr>
              <a:xfrm>
                <a:off x="5146" y="1625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4595" name="Object 20"/>
              <p:cNvGraphicFramePr>
                <a:graphicFrameLocks noChangeAspect="1"/>
              </p:cNvGraphicFramePr>
              <p:nvPr/>
            </p:nvGraphicFramePr>
            <p:xfrm>
              <a:off x="5290" y="1337"/>
              <a:ext cx="22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4" name="" r:id="rId17" imgW="127000" imgH="165100" progId="Equation.3">
                      <p:embed/>
                    </p:oleObj>
                  </mc:Choice>
                  <mc:Fallback>
                    <p:oleObj name="" r:id="rId17" imgW="127000" imgH="165100" progId="Equation.3">
                      <p:embed/>
                      <p:pic>
                        <p:nvPicPr>
                          <p:cNvPr id="0" name="图片 3133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290" y="1337"/>
                            <a:ext cx="225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6" name="Line 21"/>
              <p:cNvSpPr/>
              <p:nvPr/>
            </p:nvSpPr>
            <p:spPr>
              <a:xfrm flipH="1">
                <a:off x="4714" y="1625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4597" name="Object 22"/>
              <p:cNvGraphicFramePr>
                <a:graphicFrameLocks noChangeAspect="1"/>
              </p:cNvGraphicFramePr>
              <p:nvPr/>
            </p:nvGraphicFramePr>
            <p:xfrm>
              <a:off x="4646" y="1337"/>
              <a:ext cx="35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6" name="" r:id="rId19" imgW="215900" imgH="177800" progId="Equation.3">
                      <p:embed/>
                    </p:oleObj>
                  </mc:Choice>
                  <mc:Fallback>
                    <p:oleObj name="" r:id="rId19" imgW="215900" imgH="177800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646" y="1337"/>
                            <a:ext cx="356" cy="2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4598" name="Group 23"/>
              <p:cNvGrpSpPr/>
              <p:nvPr/>
            </p:nvGrpSpPr>
            <p:grpSpPr>
              <a:xfrm>
                <a:off x="4117" y="2114"/>
                <a:ext cx="228" cy="432"/>
                <a:chOff x="4319" y="3600"/>
                <a:chExt cx="228" cy="432"/>
              </a:xfrm>
            </p:grpSpPr>
            <p:sp>
              <p:nvSpPr>
                <p:cNvPr id="24599" name="Line 24"/>
                <p:cNvSpPr/>
                <p:nvPr/>
              </p:nvSpPr>
              <p:spPr>
                <a:xfrm>
                  <a:off x="4320" y="3600"/>
                  <a:ext cx="0" cy="432"/>
                </a:xfrm>
                <a:prstGeom prst="line">
                  <a:avLst/>
                </a:prstGeom>
                <a:ln w="19050" cap="flat" cmpd="sng">
                  <a:solidFill>
                    <a:srgbClr val="FF0000"/>
                  </a:solidFill>
                  <a:prstDash val="solid"/>
                  <a:round/>
                  <a:headEnd type="triangle" w="sm" len="lg"/>
                  <a:tailEnd type="triangle" w="sm" len="lg"/>
                </a:ln>
              </p:spPr>
            </p:sp>
            <p:sp>
              <p:nvSpPr>
                <p:cNvPr id="24600" name="Text Box 25"/>
                <p:cNvSpPr txBox="1"/>
                <p:nvPr/>
              </p:nvSpPr>
              <p:spPr>
                <a:xfrm>
                  <a:off x="4319" y="3642"/>
                  <a:ext cx="228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h</a:t>
                  </a:r>
                  <a:endPara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601" name="Oval 26"/>
              <p:cNvSpPr/>
              <p:nvPr/>
            </p:nvSpPr>
            <p:spPr>
              <a:xfrm>
                <a:off x="3575" y="1065"/>
                <a:ext cx="1082" cy="1046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DDD53D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02" name="Line 27"/>
              <p:cNvSpPr/>
              <p:nvPr/>
            </p:nvSpPr>
            <p:spPr>
              <a:xfrm flipH="1" flipV="1">
                <a:off x="4108" y="1049"/>
                <a:ext cx="0" cy="576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603" name="Text Box 28"/>
              <p:cNvSpPr txBox="1"/>
              <p:nvPr/>
            </p:nvSpPr>
            <p:spPr>
              <a:xfrm>
                <a:off x="3956" y="1586"/>
                <a:ext cx="2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4604" name="Group 29"/>
              <p:cNvGrpSpPr/>
              <p:nvPr/>
            </p:nvGrpSpPr>
            <p:grpSpPr>
              <a:xfrm>
                <a:off x="3589" y="1259"/>
                <a:ext cx="528" cy="384"/>
                <a:chOff x="3744" y="2688"/>
                <a:chExt cx="528" cy="384"/>
              </a:xfrm>
            </p:grpSpPr>
            <p:sp>
              <p:nvSpPr>
                <p:cNvPr id="24605" name="Line 30"/>
                <p:cNvSpPr/>
                <p:nvPr/>
              </p:nvSpPr>
              <p:spPr>
                <a:xfrm flipH="1" flipV="1">
                  <a:off x="3744" y="2928"/>
                  <a:ext cx="528" cy="144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606" name="Text Box 31"/>
                <p:cNvSpPr txBox="1"/>
                <p:nvPr/>
              </p:nvSpPr>
              <p:spPr>
                <a:xfrm>
                  <a:off x="3815" y="2688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endPara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607" name="Oval 32"/>
              <p:cNvSpPr/>
              <p:nvPr/>
            </p:nvSpPr>
            <p:spPr>
              <a:xfrm>
                <a:off x="4047" y="979"/>
                <a:ext cx="118" cy="118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4608" name="Group 33"/>
              <p:cNvGrpSpPr/>
              <p:nvPr/>
            </p:nvGrpSpPr>
            <p:grpSpPr>
              <a:xfrm>
                <a:off x="4125" y="1634"/>
                <a:ext cx="1213" cy="375"/>
                <a:chOff x="4128" y="3072"/>
                <a:chExt cx="1213" cy="375"/>
              </a:xfrm>
            </p:grpSpPr>
            <p:sp>
              <p:nvSpPr>
                <p:cNvPr id="24609" name="Line 34"/>
                <p:cNvSpPr/>
                <p:nvPr/>
              </p:nvSpPr>
              <p:spPr>
                <a:xfrm>
                  <a:off x="4128" y="3072"/>
                  <a:ext cx="1008" cy="0"/>
                </a:xfrm>
                <a:prstGeom prst="line">
                  <a:avLst/>
                </a:prstGeom>
                <a:ln w="254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610" name="Text Box 35"/>
                <p:cNvSpPr txBox="1"/>
                <p:nvPr/>
              </p:nvSpPr>
              <p:spPr>
                <a:xfrm>
                  <a:off x="5088" y="3120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1C1C1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lang="en-US" altLang="zh-CN" sz="2800" i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4611" name="Rectangle 36"/>
            <p:cNvSpPr/>
            <p:nvPr/>
          </p:nvSpPr>
          <p:spPr>
            <a:xfrm>
              <a:off x="4106" y="1518"/>
              <a:ext cx="119" cy="119"/>
            </a:xfrm>
            <a:prstGeom prst="rect">
              <a:avLst/>
            </a:prstGeom>
            <a:noFill/>
            <a:ln w="28575" cap="flat" cmpd="sng">
              <a:solidFill>
                <a:srgbClr val="CC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612" name="Rectangle 37"/>
          <p:cNvSpPr/>
          <p:nvPr/>
        </p:nvSpPr>
        <p:spPr>
          <a:xfrm>
            <a:off x="1203325" y="1144588"/>
            <a:ext cx="19875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</a:t>
            </a:r>
            <a:endParaRPr lang="zh-CN" altLang="en-US" sz="3200" b="1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601" name="Group 2"/>
          <p:cNvGrpSpPr/>
          <p:nvPr/>
        </p:nvGrpSpPr>
        <p:grpSpPr>
          <a:xfrm>
            <a:off x="588963" y="957263"/>
            <a:ext cx="3884612" cy="2428875"/>
            <a:chOff x="416" y="603"/>
            <a:chExt cx="2447" cy="1530"/>
          </a:xfrm>
        </p:grpSpPr>
        <p:sp>
          <p:nvSpPr>
            <p:cNvPr id="25602" name="Text Box 3"/>
            <p:cNvSpPr txBox="1"/>
            <p:nvPr/>
          </p:nvSpPr>
          <p:spPr>
            <a:xfrm>
              <a:off x="416" y="603"/>
              <a:ext cx="2447" cy="15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lang="zh-CN" altLang="en-US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解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设飞船在点 </a:t>
              </a:r>
              <a:r>
                <a:rPr lang="en-US" altLang="zh-CN" sz="32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的速度     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月球质量 </a:t>
              </a:r>
              <a:r>
                <a:rPr lang="en-US" altLang="zh-CN" sz="32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3200" baseline="-25000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 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由万有引力和牛顿定律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5603" name="Object 4"/>
            <p:cNvGraphicFramePr>
              <a:graphicFrameLocks noChangeAspect="1"/>
            </p:cNvGraphicFramePr>
            <p:nvPr/>
          </p:nvGraphicFramePr>
          <p:xfrm>
            <a:off x="1458" y="1008"/>
            <a:ext cx="326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" imgW="177800" imgH="228600" progId="Equation.3">
                    <p:embed/>
                  </p:oleObj>
                </mc:Choice>
                <mc:Fallback>
                  <p:oleObj name="" r:id="rId1" imgW="177800" imgH="2286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58" y="1008"/>
                          <a:ext cx="326" cy="4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3352800" y="4987925"/>
          <a:ext cx="4989513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1727200" imgH="419100" progId="Equation.3">
                  <p:embed/>
                </p:oleObj>
              </mc:Choice>
              <mc:Fallback>
                <p:oleObj name="" r:id="rId3" imgW="1727200" imgH="4191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2800" y="4987925"/>
                        <a:ext cx="4989513" cy="1274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5" name="Group 6"/>
          <p:cNvGrpSpPr/>
          <p:nvPr/>
        </p:nvGrpSpPr>
        <p:grpSpPr>
          <a:xfrm>
            <a:off x="4711700" y="1208088"/>
            <a:ext cx="4014788" cy="3276600"/>
            <a:chOff x="2986" y="569"/>
            <a:chExt cx="2529" cy="2064"/>
          </a:xfrm>
        </p:grpSpPr>
        <p:grpSp>
          <p:nvGrpSpPr>
            <p:cNvPr id="25606" name="Group 7"/>
            <p:cNvGrpSpPr/>
            <p:nvPr/>
          </p:nvGrpSpPr>
          <p:grpSpPr>
            <a:xfrm>
              <a:off x="2986" y="569"/>
              <a:ext cx="2529" cy="2064"/>
              <a:chOff x="2986" y="569"/>
              <a:chExt cx="2529" cy="2064"/>
            </a:xfrm>
          </p:grpSpPr>
          <p:sp>
            <p:nvSpPr>
              <p:cNvPr id="25607" name="Rectangle 8"/>
              <p:cNvSpPr/>
              <p:nvPr/>
            </p:nvSpPr>
            <p:spPr>
              <a:xfrm>
                <a:off x="2986" y="569"/>
                <a:ext cx="2496" cy="2064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08" name="AutoShape 9"/>
              <p:cNvSpPr/>
              <p:nvPr/>
            </p:nvSpPr>
            <p:spPr>
              <a:xfrm>
                <a:off x="3130" y="624"/>
                <a:ext cx="1968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886" y="10800"/>
                    </a:moveTo>
                    <a:cubicBezTo>
                      <a:pt x="4886" y="14066"/>
                      <a:pt x="7534" y="16714"/>
                      <a:pt x="10800" y="16714"/>
                    </a:cubicBezTo>
                    <a:cubicBezTo>
                      <a:pt x="14066" y="16714"/>
                      <a:pt x="16714" y="14066"/>
                      <a:pt x="16714" y="10800"/>
                    </a:cubicBezTo>
                    <a:cubicBezTo>
                      <a:pt x="16714" y="7534"/>
                      <a:pt x="14066" y="4886"/>
                      <a:pt x="10800" y="4886"/>
                    </a:cubicBezTo>
                    <a:cubicBezTo>
                      <a:pt x="7534" y="4886"/>
                      <a:pt x="4886" y="7534"/>
                      <a:pt x="4886" y="10800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09" name="Oval 10"/>
              <p:cNvSpPr/>
              <p:nvPr/>
            </p:nvSpPr>
            <p:spPr>
              <a:xfrm>
                <a:off x="5028" y="1555"/>
                <a:ext cx="118" cy="118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0" name="Line 11"/>
              <p:cNvSpPr/>
              <p:nvPr/>
            </p:nvSpPr>
            <p:spPr>
              <a:xfrm flipV="1">
                <a:off x="5098" y="953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5611" name="Object 12"/>
              <p:cNvGraphicFramePr>
                <a:graphicFrameLocks noChangeAspect="1"/>
              </p:cNvGraphicFramePr>
              <p:nvPr/>
            </p:nvGraphicFramePr>
            <p:xfrm>
              <a:off x="4954" y="689"/>
              <a:ext cx="28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6" name="" r:id="rId5" imgW="177800" imgH="228600" progId="Equation.3">
                      <p:embed/>
                    </p:oleObj>
                  </mc:Choice>
                  <mc:Fallback>
                    <p:oleObj name="" r:id="rId5" imgW="177800" imgH="228600" progId="Equation.3">
                      <p:embed/>
                      <p:pic>
                        <p:nvPicPr>
                          <p:cNvPr id="0" name="图片 313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954" y="689"/>
                            <a:ext cx="280" cy="3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2" name="Object 13"/>
              <p:cNvGraphicFramePr>
                <a:graphicFrameLocks noChangeAspect="1"/>
              </p:cNvGraphicFramePr>
              <p:nvPr/>
            </p:nvGraphicFramePr>
            <p:xfrm>
              <a:off x="4378" y="761"/>
              <a:ext cx="30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" r:id="rId7" imgW="190500" imgH="215900" progId="Equation.3">
                      <p:embed/>
                    </p:oleObj>
                  </mc:Choice>
                  <mc:Fallback>
                    <p:oleObj name="" r:id="rId7" imgW="190500" imgH="215900" progId="Equation.3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378" y="761"/>
                            <a:ext cx="30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3" name="Line 14"/>
              <p:cNvSpPr/>
              <p:nvPr/>
            </p:nvSpPr>
            <p:spPr>
              <a:xfrm flipH="1" flipV="1">
                <a:off x="4762" y="1097"/>
                <a:ext cx="288" cy="48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5614" name="Text Box 15"/>
              <p:cNvSpPr txBox="1"/>
              <p:nvPr/>
            </p:nvSpPr>
            <p:spPr>
              <a:xfrm>
                <a:off x="3898" y="713"/>
                <a:ext cx="2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i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15" name="Line 16"/>
              <p:cNvSpPr/>
              <p:nvPr/>
            </p:nvSpPr>
            <p:spPr>
              <a:xfrm flipH="1">
                <a:off x="3562" y="1049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5616" name="Object 17"/>
              <p:cNvGraphicFramePr>
                <a:graphicFrameLocks noChangeAspect="1"/>
              </p:cNvGraphicFramePr>
              <p:nvPr/>
            </p:nvGraphicFramePr>
            <p:xfrm>
              <a:off x="3358" y="949"/>
              <a:ext cx="30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8" name="" r:id="rId9" imgW="190500" imgH="215900" progId="Equation.3">
                      <p:embed/>
                    </p:oleObj>
                  </mc:Choice>
                  <mc:Fallback>
                    <p:oleObj name="" r:id="rId9" imgW="190500" imgH="215900" progId="Equation.3">
                      <p:embed/>
                      <p:pic>
                        <p:nvPicPr>
                          <p:cNvPr id="0" name="图片 313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358" y="949"/>
                            <a:ext cx="30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7" name="Line 18"/>
              <p:cNvSpPr/>
              <p:nvPr/>
            </p:nvSpPr>
            <p:spPr>
              <a:xfrm>
                <a:off x="5146" y="1625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5618" name="Object 19"/>
              <p:cNvGraphicFramePr>
                <a:graphicFrameLocks noChangeAspect="1"/>
              </p:cNvGraphicFramePr>
              <p:nvPr/>
            </p:nvGraphicFramePr>
            <p:xfrm>
              <a:off x="5290" y="1337"/>
              <a:ext cx="22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5" name="" r:id="rId11" imgW="127000" imgH="165100" progId="Equation.3">
                      <p:embed/>
                    </p:oleObj>
                  </mc:Choice>
                  <mc:Fallback>
                    <p:oleObj name="" r:id="rId11" imgW="127000" imgH="165100" progId="Equation.3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290" y="1337"/>
                            <a:ext cx="225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9" name="Line 20"/>
              <p:cNvSpPr/>
              <p:nvPr/>
            </p:nvSpPr>
            <p:spPr>
              <a:xfrm flipH="1">
                <a:off x="4714" y="1625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5620" name="Object 21"/>
              <p:cNvGraphicFramePr>
                <a:graphicFrameLocks noChangeAspect="1"/>
              </p:cNvGraphicFramePr>
              <p:nvPr/>
            </p:nvGraphicFramePr>
            <p:xfrm>
              <a:off x="4646" y="1337"/>
              <a:ext cx="35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9" name="" r:id="rId13" imgW="215900" imgH="177800" progId="Equation.3">
                      <p:embed/>
                    </p:oleObj>
                  </mc:Choice>
                  <mc:Fallback>
                    <p:oleObj name="" r:id="rId13" imgW="215900" imgH="177800" progId="Equation.3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646" y="1337"/>
                            <a:ext cx="356" cy="2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5621" name="Group 22"/>
              <p:cNvGrpSpPr/>
              <p:nvPr/>
            </p:nvGrpSpPr>
            <p:grpSpPr>
              <a:xfrm>
                <a:off x="4117" y="2114"/>
                <a:ext cx="228" cy="432"/>
                <a:chOff x="4319" y="3600"/>
                <a:chExt cx="228" cy="432"/>
              </a:xfrm>
            </p:grpSpPr>
            <p:sp>
              <p:nvSpPr>
                <p:cNvPr id="25622" name="Line 23"/>
                <p:cNvSpPr/>
                <p:nvPr/>
              </p:nvSpPr>
              <p:spPr>
                <a:xfrm>
                  <a:off x="4320" y="3600"/>
                  <a:ext cx="0" cy="432"/>
                </a:xfrm>
                <a:prstGeom prst="line">
                  <a:avLst/>
                </a:prstGeom>
                <a:ln w="19050" cap="flat" cmpd="sng">
                  <a:solidFill>
                    <a:srgbClr val="FF0000"/>
                  </a:solidFill>
                  <a:prstDash val="solid"/>
                  <a:round/>
                  <a:headEnd type="triangle" w="sm" len="lg"/>
                  <a:tailEnd type="triangle" w="sm" len="lg"/>
                </a:ln>
              </p:spPr>
            </p:sp>
            <p:sp>
              <p:nvSpPr>
                <p:cNvPr id="25623" name="Text Box 24"/>
                <p:cNvSpPr txBox="1"/>
                <p:nvPr/>
              </p:nvSpPr>
              <p:spPr>
                <a:xfrm>
                  <a:off x="4319" y="3642"/>
                  <a:ext cx="228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h</a:t>
                  </a:r>
                  <a:endPara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624" name="Oval 25"/>
              <p:cNvSpPr/>
              <p:nvPr/>
            </p:nvSpPr>
            <p:spPr>
              <a:xfrm>
                <a:off x="3575" y="1065"/>
                <a:ext cx="1082" cy="1046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DDD53D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25" name="Line 26"/>
              <p:cNvSpPr/>
              <p:nvPr/>
            </p:nvSpPr>
            <p:spPr>
              <a:xfrm flipH="1" flipV="1">
                <a:off x="4108" y="1049"/>
                <a:ext cx="0" cy="576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6" name="Text Box 27"/>
              <p:cNvSpPr txBox="1"/>
              <p:nvPr/>
            </p:nvSpPr>
            <p:spPr>
              <a:xfrm>
                <a:off x="3956" y="1586"/>
                <a:ext cx="2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627" name="Group 28"/>
              <p:cNvGrpSpPr/>
              <p:nvPr/>
            </p:nvGrpSpPr>
            <p:grpSpPr>
              <a:xfrm>
                <a:off x="3589" y="1259"/>
                <a:ext cx="528" cy="384"/>
                <a:chOff x="3744" y="2688"/>
                <a:chExt cx="528" cy="384"/>
              </a:xfrm>
            </p:grpSpPr>
            <p:sp>
              <p:nvSpPr>
                <p:cNvPr id="25628" name="Line 29"/>
                <p:cNvSpPr/>
                <p:nvPr/>
              </p:nvSpPr>
              <p:spPr>
                <a:xfrm flipH="1" flipV="1">
                  <a:off x="3744" y="2928"/>
                  <a:ext cx="528" cy="144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29" name="Text Box 30"/>
                <p:cNvSpPr txBox="1"/>
                <p:nvPr/>
              </p:nvSpPr>
              <p:spPr>
                <a:xfrm>
                  <a:off x="3815" y="2688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endPara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630" name="Oval 31"/>
              <p:cNvSpPr/>
              <p:nvPr/>
            </p:nvSpPr>
            <p:spPr>
              <a:xfrm>
                <a:off x="4047" y="979"/>
                <a:ext cx="118" cy="118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631" name="Group 32"/>
              <p:cNvGrpSpPr/>
              <p:nvPr/>
            </p:nvGrpSpPr>
            <p:grpSpPr>
              <a:xfrm>
                <a:off x="4125" y="1634"/>
                <a:ext cx="1213" cy="375"/>
                <a:chOff x="4128" y="3072"/>
                <a:chExt cx="1213" cy="375"/>
              </a:xfrm>
            </p:grpSpPr>
            <p:sp>
              <p:nvSpPr>
                <p:cNvPr id="25632" name="Line 33"/>
                <p:cNvSpPr/>
                <p:nvPr/>
              </p:nvSpPr>
              <p:spPr>
                <a:xfrm>
                  <a:off x="4128" y="3072"/>
                  <a:ext cx="1008" cy="0"/>
                </a:xfrm>
                <a:prstGeom prst="line">
                  <a:avLst/>
                </a:prstGeom>
                <a:ln w="254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33" name="Text Box 34"/>
                <p:cNvSpPr txBox="1"/>
                <p:nvPr/>
              </p:nvSpPr>
              <p:spPr>
                <a:xfrm>
                  <a:off x="5088" y="3120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1C1C1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lang="en-US" altLang="zh-CN" sz="2800" i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5634" name="Rectangle 35"/>
            <p:cNvSpPr/>
            <p:nvPr/>
          </p:nvSpPr>
          <p:spPr>
            <a:xfrm>
              <a:off x="4106" y="1518"/>
              <a:ext cx="119" cy="119"/>
            </a:xfrm>
            <a:prstGeom prst="rect">
              <a:avLst/>
            </a:prstGeom>
            <a:noFill/>
            <a:ln w="28575" cap="flat" cmpd="sng">
              <a:solidFill>
                <a:srgbClr val="CC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36"/>
          <p:cNvGrpSpPr/>
          <p:nvPr/>
        </p:nvGrpSpPr>
        <p:grpSpPr>
          <a:xfrm>
            <a:off x="693738" y="3248025"/>
            <a:ext cx="4060825" cy="2335213"/>
            <a:chOff x="437" y="2046"/>
            <a:chExt cx="2558" cy="1471"/>
          </a:xfrm>
        </p:grpSpPr>
        <p:graphicFrame>
          <p:nvGraphicFramePr>
            <p:cNvPr id="25636" name="Object 37"/>
            <p:cNvGraphicFramePr>
              <a:graphicFrameLocks noChangeAspect="1"/>
            </p:cNvGraphicFramePr>
            <p:nvPr/>
          </p:nvGraphicFramePr>
          <p:xfrm>
            <a:off x="593" y="2046"/>
            <a:ext cx="2402" cy="8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15" imgW="1320165" imgH="444500" progId="Equation.3">
                    <p:embed/>
                  </p:oleObj>
                </mc:Choice>
                <mc:Fallback>
                  <p:oleObj name="" r:id="rId15" imgW="1320165" imgH="4445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93" y="2046"/>
                          <a:ext cx="2402" cy="8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7" name="Object 38"/>
            <p:cNvGraphicFramePr>
              <a:graphicFrameLocks noChangeAspect="1"/>
            </p:cNvGraphicFramePr>
            <p:nvPr/>
          </p:nvGraphicFramePr>
          <p:xfrm>
            <a:off x="629" y="2805"/>
            <a:ext cx="1195" cy="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7" imgW="660400" imgH="393700" progId="Equation.3">
                    <p:embed/>
                  </p:oleObj>
                </mc:Choice>
                <mc:Fallback>
                  <p:oleObj name="" r:id="rId17" imgW="660400" imgH="3937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9" y="2805"/>
                          <a:ext cx="1195" cy="7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8" name="AutoShape 39"/>
            <p:cNvSpPr/>
            <p:nvPr/>
          </p:nvSpPr>
          <p:spPr>
            <a:xfrm>
              <a:off x="437" y="2377"/>
              <a:ext cx="174" cy="869"/>
            </a:xfrm>
            <a:prstGeom prst="leftBrace">
              <a:avLst>
                <a:gd name="adj1" fmla="val 41595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531938" y="5205413"/>
          <a:ext cx="32766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" imgW="1091565" imgH="241300" progId="Equation.3">
                  <p:embed/>
                </p:oleObj>
              </mc:Choice>
              <mc:Fallback>
                <p:oleObj name="" r:id="rId1" imgW="1091565" imgH="2413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1938" y="5205413"/>
                        <a:ext cx="3276600" cy="725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6" name="Object 3"/>
          <p:cNvGraphicFramePr>
            <a:graphicFrameLocks noChangeAspect="1"/>
          </p:cNvGraphicFramePr>
          <p:nvPr/>
        </p:nvGraphicFramePr>
        <p:xfrm>
          <a:off x="1519238" y="1666875"/>
          <a:ext cx="4095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127000" imgH="139700" progId="Equation.3">
                  <p:embed/>
                </p:oleObj>
              </mc:Choice>
              <mc:Fallback>
                <p:oleObj name="" r:id="rId3" imgW="127000" imgH="139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9238" y="1666875"/>
                        <a:ext cx="40957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27" name="Group 4"/>
          <p:cNvGrpSpPr/>
          <p:nvPr/>
        </p:nvGrpSpPr>
        <p:grpSpPr>
          <a:xfrm>
            <a:off x="4711700" y="1208088"/>
            <a:ext cx="4014788" cy="3276600"/>
            <a:chOff x="2986" y="569"/>
            <a:chExt cx="2529" cy="2064"/>
          </a:xfrm>
        </p:grpSpPr>
        <p:grpSp>
          <p:nvGrpSpPr>
            <p:cNvPr id="26628" name="Group 5"/>
            <p:cNvGrpSpPr/>
            <p:nvPr/>
          </p:nvGrpSpPr>
          <p:grpSpPr>
            <a:xfrm>
              <a:off x="2986" y="569"/>
              <a:ext cx="2529" cy="2064"/>
              <a:chOff x="2986" y="569"/>
              <a:chExt cx="2529" cy="2064"/>
            </a:xfrm>
          </p:grpSpPr>
          <p:sp>
            <p:nvSpPr>
              <p:cNvPr id="26629" name="Rectangle 6"/>
              <p:cNvSpPr/>
              <p:nvPr/>
            </p:nvSpPr>
            <p:spPr>
              <a:xfrm>
                <a:off x="2986" y="569"/>
                <a:ext cx="2496" cy="2064"/>
              </a:xfrm>
              <a:prstGeom prst="rect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30" name="AutoShape 7"/>
              <p:cNvSpPr/>
              <p:nvPr/>
            </p:nvSpPr>
            <p:spPr>
              <a:xfrm>
                <a:off x="3130" y="624"/>
                <a:ext cx="1968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886" y="10800"/>
                    </a:moveTo>
                    <a:cubicBezTo>
                      <a:pt x="4886" y="14066"/>
                      <a:pt x="7534" y="16714"/>
                      <a:pt x="10800" y="16714"/>
                    </a:cubicBezTo>
                    <a:cubicBezTo>
                      <a:pt x="14066" y="16714"/>
                      <a:pt x="16714" y="14066"/>
                      <a:pt x="16714" y="10800"/>
                    </a:cubicBezTo>
                    <a:cubicBezTo>
                      <a:pt x="16714" y="7534"/>
                      <a:pt x="14066" y="4886"/>
                      <a:pt x="10800" y="4886"/>
                    </a:cubicBezTo>
                    <a:cubicBezTo>
                      <a:pt x="7534" y="4886"/>
                      <a:pt x="4886" y="7534"/>
                      <a:pt x="4886" y="10800"/>
                    </a:cubicBezTo>
                    <a:close/>
                  </a:path>
                </a:pathLst>
              </a:custGeom>
              <a:noFill/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631" name="Oval 8"/>
              <p:cNvSpPr/>
              <p:nvPr/>
            </p:nvSpPr>
            <p:spPr>
              <a:xfrm>
                <a:off x="5028" y="1555"/>
                <a:ext cx="118" cy="118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32" name="Line 9"/>
              <p:cNvSpPr/>
              <p:nvPr/>
            </p:nvSpPr>
            <p:spPr>
              <a:xfrm flipV="1">
                <a:off x="5098" y="953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6633" name="Object 10"/>
              <p:cNvGraphicFramePr>
                <a:graphicFrameLocks noChangeAspect="1"/>
              </p:cNvGraphicFramePr>
              <p:nvPr/>
            </p:nvGraphicFramePr>
            <p:xfrm>
              <a:off x="4954" y="689"/>
              <a:ext cx="28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5" name="" r:id="rId5" imgW="177800" imgH="228600" progId="Equation.3">
                      <p:embed/>
                    </p:oleObj>
                  </mc:Choice>
                  <mc:Fallback>
                    <p:oleObj name="" r:id="rId5" imgW="177800" imgH="2286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954" y="689"/>
                            <a:ext cx="280" cy="3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4" name="Object 11"/>
              <p:cNvGraphicFramePr>
                <a:graphicFrameLocks noChangeAspect="1"/>
              </p:cNvGraphicFramePr>
              <p:nvPr/>
            </p:nvGraphicFramePr>
            <p:xfrm>
              <a:off x="4378" y="761"/>
              <a:ext cx="30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" r:id="rId7" imgW="190500" imgH="215900" progId="Equation.3">
                      <p:embed/>
                    </p:oleObj>
                  </mc:Choice>
                  <mc:Fallback>
                    <p:oleObj name="" r:id="rId7" imgW="190500" imgH="215900" progId="Equation.3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378" y="761"/>
                            <a:ext cx="30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35" name="Line 12"/>
              <p:cNvSpPr/>
              <p:nvPr/>
            </p:nvSpPr>
            <p:spPr>
              <a:xfrm flipH="1" flipV="1">
                <a:off x="4762" y="1097"/>
                <a:ext cx="288" cy="48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6636" name="Text Box 13"/>
              <p:cNvSpPr txBox="1"/>
              <p:nvPr/>
            </p:nvSpPr>
            <p:spPr>
              <a:xfrm>
                <a:off x="3898" y="713"/>
                <a:ext cx="2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i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37" name="Line 14"/>
              <p:cNvSpPr/>
              <p:nvPr/>
            </p:nvSpPr>
            <p:spPr>
              <a:xfrm flipH="1">
                <a:off x="3562" y="1049"/>
                <a:ext cx="480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6638" name="Object 15"/>
              <p:cNvGraphicFramePr>
                <a:graphicFrameLocks noChangeAspect="1"/>
              </p:cNvGraphicFramePr>
              <p:nvPr/>
            </p:nvGraphicFramePr>
            <p:xfrm>
              <a:off x="3358" y="949"/>
              <a:ext cx="30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7" name="" r:id="rId9" imgW="190500" imgH="215900" progId="Equation.3">
                      <p:embed/>
                    </p:oleObj>
                  </mc:Choice>
                  <mc:Fallback>
                    <p:oleObj name="" r:id="rId9" imgW="190500" imgH="215900" progId="Equation.3">
                      <p:embed/>
                      <p:pic>
                        <p:nvPicPr>
                          <p:cNvPr id="0" name="图片 3146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358" y="949"/>
                            <a:ext cx="30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39" name="Line 16"/>
              <p:cNvSpPr/>
              <p:nvPr/>
            </p:nvSpPr>
            <p:spPr>
              <a:xfrm>
                <a:off x="5146" y="1625"/>
                <a:ext cx="288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6640" name="Object 17"/>
              <p:cNvGraphicFramePr>
                <a:graphicFrameLocks noChangeAspect="1"/>
              </p:cNvGraphicFramePr>
              <p:nvPr/>
            </p:nvGraphicFramePr>
            <p:xfrm>
              <a:off x="5290" y="1337"/>
              <a:ext cx="22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2" name="" r:id="rId11" imgW="127000" imgH="165100" progId="Equation.3">
                      <p:embed/>
                    </p:oleObj>
                  </mc:Choice>
                  <mc:Fallback>
                    <p:oleObj name="" r:id="rId11" imgW="127000" imgH="165100" progId="Equation.3">
                      <p:embed/>
                      <p:pic>
                        <p:nvPicPr>
                          <p:cNvPr id="0" name="图片 3141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290" y="1337"/>
                            <a:ext cx="225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41" name="Line 18"/>
              <p:cNvSpPr/>
              <p:nvPr/>
            </p:nvSpPr>
            <p:spPr>
              <a:xfrm flipH="1">
                <a:off x="4714" y="1625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26642" name="Object 19"/>
              <p:cNvGraphicFramePr>
                <a:graphicFrameLocks noChangeAspect="1"/>
              </p:cNvGraphicFramePr>
              <p:nvPr/>
            </p:nvGraphicFramePr>
            <p:xfrm>
              <a:off x="4646" y="1337"/>
              <a:ext cx="35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" name="" r:id="rId13" imgW="215900" imgH="177800" progId="Equation.3">
                      <p:embed/>
                    </p:oleObj>
                  </mc:Choice>
                  <mc:Fallback>
                    <p:oleObj name="" r:id="rId13" imgW="215900" imgH="177800" progId="Equation.3">
                      <p:embed/>
                      <p:pic>
                        <p:nvPicPr>
                          <p:cNvPr id="0" name="图片 314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646" y="1337"/>
                            <a:ext cx="356" cy="2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6643" name="Group 20"/>
              <p:cNvGrpSpPr/>
              <p:nvPr/>
            </p:nvGrpSpPr>
            <p:grpSpPr>
              <a:xfrm>
                <a:off x="4117" y="2114"/>
                <a:ext cx="228" cy="432"/>
                <a:chOff x="4319" y="3600"/>
                <a:chExt cx="228" cy="432"/>
              </a:xfrm>
            </p:grpSpPr>
            <p:sp>
              <p:nvSpPr>
                <p:cNvPr id="26644" name="Line 21"/>
                <p:cNvSpPr/>
                <p:nvPr/>
              </p:nvSpPr>
              <p:spPr>
                <a:xfrm>
                  <a:off x="4320" y="3600"/>
                  <a:ext cx="0" cy="432"/>
                </a:xfrm>
                <a:prstGeom prst="line">
                  <a:avLst/>
                </a:prstGeom>
                <a:ln w="19050" cap="flat" cmpd="sng">
                  <a:solidFill>
                    <a:srgbClr val="FF0000"/>
                  </a:solidFill>
                  <a:prstDash val="solid"/>
                  <a:round/>
                  <a:headEnd type="triangle" w="sm" len="lg"/>
                  <a:tailEnd type="triangle" w="sm" len="lg"/>
                </a:ln>
              </p:spPr>
            </p:sp>
            <p:sp>
              <p:nvSpPr>
                <p:cNvPr id="26645" name="Text Box 22"/>
                <p:cNvSpPr txBox="1"/>
                <p:nvPr/>
              </p:nvSpPr>
              <p:spPr>
                <a:xfrm>
                  <a:off x="4319" y="3642"/>
                  <a:ext cx="228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h</a:t>
                  </a:r>
                  <a:endPara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6646" name="Oval 23"/>
              <p:cNvSpPr/>
              <p:nvPr/>
            </p:nvSpPr>
            <p:spPr>
              <a:xfrm>
                <a:off x="3575" y="1065"/>
                <a:ext cx="1082" cy="1046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DDD53D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47" name="Line 24"/>
              <p:cNvSpPr/>
              <p:nvPr/>
            </p:nvSpPr>
            <p:spPr>
              <a:xfrm flipH="1" flipV="1">
                <a:off x="4108" y="1049"/>
                <a:ext cx="0" cy="576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8" name="Text Box 25"/>
              <p:cNvSpPr txBox="1"/>
              <p:nvPr/>
            </p:nvSpPr>
            <p:spPr>
              <a:xfrm>
                <a:off x="3956" y="1586"/>
                <a:ext cx="2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649" name="Group 26"/>
              <p:cNvGrpSpPr/>
              <p:nvPr/>
            </p:nvGrpSpPr>
            <p:grpSpPr>
              <a:xfrm>
                <a:off x="3589" y="1259"/>
                <a:ext cx="528" cy="384"/>
                <a:chOff x="3744" y="2688"/>
                <a:chExt cx="528" cy="384"/>
              </a:xfrm>
            </p:grpSpPr>
            <p:sp>
              <p:nvSpPr>
                <p:cNvPr id="26650" name="Line 27"/>
                <p:cNvSpPr/>
                <p:nvPr/>
              </p:nvSpPr>
              <p:spPr>
                <a:xfrm flipH="1" flipV="1">
                  <a:off x="3744" y="2928"/>
                  <a:ext cx="528" cy="144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51" name="Text Box 28"/>
                <p:cNvSpPr txBox="1"/>
                <p:nvPr/>
              </p:nvSpPr>
              <p:spPr>
                <a:xfrm>
                  <a:off x="3815" y="2688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endParaRPr lang="en-US" altLang="zh-CN" sz="2800" i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6652" name="Oval 29"/>
              <p:cNvSpPr/>
              <p:nvPr/>
            </p:nvSpPr>
            <p:spPr>
              <a:xfrm>
                <a:off x="4047" y="979"/>
                <a:ext cx="118" cy="118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653" name="Group 30"/>
              <p:cNvGrpSpPr/>
              <p:nvPr/>
            </p:nvGrpSpPr>
            <p:grpSpPr>
              <a:xfrm>
                <a:off x="4125" y="1634"/>
                <a:ext cx="1213" cy="375"/>
                <a:chOff x="4128" y="3072"/>
                <a:chExt cx="1213" cy="375"/>
              </a:xfrm>
            </p:grpSpPr>
            <p:sp>
              <p:nvSpPr>
                <p:cNvPr id="26654" name="Line 31"/>
                <p:cNvSpPr/>
                <p:nvPr/>
              </p:nvSpPr>
              <p:spPr>
                <a:xfrm>
                  <a:off x="4128" y="3072"/>
                  <a:ext cx="1008" cy="0"/>
                </a:xfrm>
                <a:prstGeom prst="line">
                  <a:avLst/>
                </a:prstGeom>
                <a:ln w="254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55" name="Text Box 32"/>
                <p:cNvSpPr txBox="1"/>
                <p:nvPr/>
              </p:nvSpPr>
              <p:spPr>
                <a:xfrm>
                  <a:off x="5088" y="3120"/>
                  <a:ext cx="253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i="1" dirty="0">
                      <a:solidFill>
                        <a:srgbClr val="1C1C1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lang="en-US" altLang="zh-CN" sz="2800" i="1" dirty="0">
                    <a:solidFill>
                      <a:srgbClr val="1C1C1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6656" name="Rectangle 33"/>
            <p:cNvSpPr/>
            <p:nvPr/>
          </p:nvSpPr>
          <p:spPr>
            <a:xfrm>
              <a:off x="4106" y="1518"/>
              <a:ext cx="119" cy="119"/>
            </a:xfrm>
            <a:prstGeom prst="rect">
              <a:avLst/>
            </a:prstGeom>
            <a:noFill/>
            <a:ln w="28575" cap="flat" cmpd="sng">
              <a:solidFill>
                <a:srgbClr val="CC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657" name="Group 34"/>
          <p:cNvGrpSpPr/>
          <p:nvPr/>
        </p:nvGrpSpPr>
        <p:grpSpPr>
          <a:xfrm>
            <a:off x="609600" y="938213"/>
            <a:ext cx="4222750" cy="4181475"/>
            <a:chOff x="384" y="591"/>
            <a:chExt cx="2660" cy="2634"/>
          </a:xfrm>
        </p:grpSpPr>
        <p:sp>
          <p:nvSpPr>
            <p:cNvPr id="26658" name="Text Box 35"/>
            <p:cNvSpPr txBox="1"/>
            <p:nvPr/>
          </p:nvSpPr>
          <p:spPr>
            <a:xfrm>
              <a:off x="384" y="591"/>
              <a:ext cx="2660" cy="26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飞船在</a:t>
              </a:r>
              <a:r>
                <a:rPr lang="en-US" altLang="zh-CN" sz="32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点以相对速度    向外喷气的短时间里 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飞船的质量减少了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而为</a:t>
              </a:r>
              <a:r>
                <a:rPr lang="zh-CN" altLang="en-US" sz="32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并获得速度的增量       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使飞船的速度变为     </a:t>
              </a:r>
              <a:r>
                <a:rPr lang="en-US" altLang="zh-CN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其值为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6659" name="Object 36"/>
            <p:cNvGraphicFramePr>
              <a:graphicFrameLocks noChangeAspect="1"/>
            </p:cNvGraphicFramePr>
            <p:nvPr/>
          </p:nvGraphicFramePr>
          <p:xfrm>
            <a:off x="2246" y="2130"/>
            <a:ext cx="42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15" imgW="215900" imgH="177800" progId="Equation.3">
                    <p:embed/>
                  </p:oleObj>
                </mc:Choice>
                <mc:Fallback>
                  <p:oleObj name="" r:id="rId15" imgW="215900" imgH="1778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46" y="2130"/>
                          <a:ext cx="420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0" name="Object 37"/>
            <p:cNvGraphicFramePr>
              <a:graphicFrameLocks noChangeAspect="1"/>
            </p:cNvGraphicFramePr>
            <p:nvPr/>
          </p:nvGraphicFramePr>
          <p:xfrm>
            <a:off x="2449" y="2446"/>
            <a:ext cx="38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6" imgW="190500" imgH="215900" progId="Equation.3">
                    <p:embed/>
                  </p:oleObj>
                </mc:Choice>
                <mc:Fallback>
                  <p:oleObj name="" r:id="rId16" imgW="190500" imgH="2159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449" y="2446"/>
                          <a:ext cx="381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1" name="Object 38"/>
            <p:cNvGraphicFramePr>
              <a:graphicFrameLocks noChangeAspect="1"/>
            </p:cNvGraphicFramePr>
            <p:nvPr/>
          </p:nvGraphicFramePr>
          <p:xfrm>
            <a:off x="2074" y="1736"/>
            <a:ext cx="415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8" imgW="203200" imgH="177800" progId="Equation.3">
                    <p:embed/>
                  </p:oleObj>
                </mc:Choice>
                <mc:Fallback>
                  <p:oleObj name="" r:id="rId18" imgW="203200" imgH="1778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074" y="1736"/>
                          <a:ext cx="415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62" name="Object 39"/>
            <p:cNvGraphicFramePr>
              <a:graphicFrameLocks noChangeAspect="1"/>
            </p:cNvGraphicFramePr>
            <p:nvPr/>
          </p:nvGraphicFramePr>
          <p:xfrm>
            <a:off x="1138" y="1749"/>
            <a:ext cx="47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20" imgW="253365" imgH="177800" progId="Equation.3">
                    <p:embed/>
                  </p:oleObj>
                </mc:Choice>
                <mc:Fallback>
                  <p:oleObj name="" r:id="rId20" imgW="253365" imgH="1778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38" y="1749"/>
                          <a:ext cx="475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992313" y="2203450"/>
          <a:ext cx="39782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" imgW="1295400" imgH="228600" progId="Equation.3">
                  <p:embed/>
                </p:oleObj>
              </mc:Choice>
              <mc:Fallback>
                <p:oleObj name="" r:id="rId1" imgW="1295400" imgH="2286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2313" y="2203450"/>
                        <a:ext cx="3978275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995488" y="2878138"/>
          <a:ext cx="576738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3" imgW="1930400" imgH="241300" progId="Equation.3">
                  <p:embed/>
                </p:oleObj>
              </mc:Choice>
              <mc:Fallback>
                <p:oleObj name="" r:id="rId3" imgW="1930400" imgH="2413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5488" y="2878138"/>
                        <a:ext cx="5767387" cy="72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4"/>
          <p:cNvSpPr txBox="1"/>
          <p:nvPr/>
        </p:nvSpPr>
        <p:spPr>
          <a:xfrm>
            <a:off x="617538" y="979488"/>
            <a:ext cx="8021637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质量</a:t>
            </a:r>
            <a:r>
              <a:rPr lang="zh-CN" altLang="en-US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点和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点只受有心力作用 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角动量守恒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7652" name="Object 5"/>
          <p:cNvGraphicFramePr>
            <a:graphicFrameLocks noChangeAspect="1"/>
          </p:cNvGraphicFramePr>
          <p:nvPr/>
        </p:nvGraphicFramePr>
        <p:xfrm>
          <a:off x="2312988" y="1068388"/>
          <a:ext cx="5746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5" imgW="203200" imgH="177800" progId="Equation.3">
                  <p:embed/>
                </p:oleObj>
              </mc:Choice>
              <mc:Fallback>
                <p:oleObj name="" r:id="rId5" imgW="203200" imgH="1778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2988" y="1068388"/>
                        <a:ext cx="57467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6"/>
          <p:cNvSpPr/>
          <p:nvPr/>
        </p:nvSpPr>
        <p:spPr>
          <a:xfrm>
            <a:off x="661988" y="3673475"/>
            <a:ext cx="7932737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飞船在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点喷出气体后，在到达月球的过程中，机械能守恒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1192213" y="4978400"/>
          <a:ext cx="747712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7" imgW="2324100" imgH="393700" progId="Equation.3">
                  <p:embed/>
                </p:oleObj>
              </mc:Choice>
              <mc:Fallback>
                <p:oleObj name="" r:id="rId7" imgW="2324100" imgH="3937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213" y="4978400"/>
                        <a:ext cx="7477125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673" name="Object 2"/>
          <p:cNvGraphicFramePr>
            <a:graphicFrameLocks noChangeAspect="1"/>
          </p:cNvGraphicFramePr>
          <p:nvPr/>
        </p:nvGraphicFramePr>
        <p:xfrm>
          <a:off x="1120775" y="1066800"/>
          <a:ext cx="74803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2324100" imgH="393700" progId="Equation.3">
                  <p:embed/>
                </p:oleObj>
              </mc:Choice>
              <mc:Fallback>
                <p:oleObj name="" r:id="rId1" imgW="2324100" imgH="3937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20775" y="1066800"/>
                        <a:ext cx="7480300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>
          <a:xfrm>
            <a:off x="687388" y="2193925"/>
            <a:ext cx="6334125" cy="1185863"/>
            <a:chOff x="433" y="1382"/>
            <a:chExt cx="3990" cy="747"/>
          </a:xfrm>
        </p:grpSpPr>
        <p:graphicFrame>
          <p:nvGraphicFramePr>
            <p:cNvPr id="28675" name="Object 4"/>
            <p:cNvGraphicFramePr>
              <a:graphicFrameLocks noChangeAspect="1"/>
            </p:cNvGraphicFramePr>
            <p:nvPr/>
          </p:nvGraphicFramePr>
          <p:xfrm>
            <a:off x="842" y="1382"/>
            <a:ext cx="3581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3" imgW="1777365" imgH="393700" progId="Equation.3">
                    <p:embed/>
                  </p:oleObj>
                </mc:Choice>
                <mc:Fallback>
                  <p:oleObj name="" r:id="rId3" imgW="1777365" imgH="3937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42" y="1382"/>
                          <a:ext cx="3581" cy="7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6" name="Text Box 5"/>
            <p:cNvSpPr txBox="1"/>
            <p:nvPr/>
          </p:nvSpPr>
          <p:spPr>
            <a:xfrm>
              <a:off x="433" y="1570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即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1357313" y="3505200"/>
          <a:ext cx="32448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5" imgW="1054100" imgH="228600" progId="Equation.3">
                  <p:embed/>
                </p:oleObj>
              </mc:Choice>
              <mc:Fallback>
                <p:oleObj name="" r:id="rId5" imgW="1054100" imgH="2286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7313" y="3505200"/>
                        <a:ext cx="324485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/>
          <p:nvPr/>
        </p:nvGrpSpPr>
        <p:grpSpPr>
          <a:xfrm>
            <a:off x="696913" y="4459288"/>
            <a:ext cx="6348412" cy="722312"/>
            <a:chOff x="439" y="2809"/>
            <a:chExt cx="3999" cy="455"/>
          </a:xfrm>
        </p:grpSpPr>
        <p:sp>
          <p:nvSpPr>
            <p:cNvPr id="28679" name="Text Box 8"/>
            <p:cNvSpPr txBox="1"/>
            <p:nvPr/>
          </p:nvSpPr>
          <p:spPr>
            <a:xfrm>
              <a:off x="439" y="2826"/>
              <a:ext cx="6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于是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80" name="Object 9"/>
            <p:cNvGraphicFramePr>
              <a:graphicFrameLocks noChangeAspect="1"/>
            </p:cNvGraphicFramePr>
            <p:nvPr/>
          </p:nvGraphicFramePr>
          <p:xfrm>
            <a:off x="1066" y="2809"/>
            <a:ext cx="3372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7" imgW="1790700" imgH="241300" progId="Equation.3">
                    <p:embed/>
                  </p:oleObj>
                </mc:Choice>
                <mc:Fallback>
                  <p:oleObj name="" r:id="rId7" imgW="1790700" imgH="2413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66" y="2809"/>
                          <a:ext cx="3372" cy="4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/>
          <p:nvPr/>
        </p:nvGrpSpPr>
        <p:grpSpPr>
          <a:xfrm>
            <a:off x="735013" y="5316538"/>
            <a:ext cx="3259137" cy="627062"/>
            <a:chOff x="463" y="3349"/>
            <a:chExt cx="2053" cy="395"/>
          </a:xfrm>
        </p:grpSpPr>
        <p:sp>
          <p:nvSpPr>
            <p:cNvPr id="28682" name="Text Box 11"/>
            <p:cNvSpPr txBox="1"/>
            <p:nvPr/>
          </p:nvSpPr>
          <p:spPr>
            <a:xfrm>
              <a:off x="463" y="3349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而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83" name="Object 12"/>
            <p:cNvGraphicFramePr>
              <a:graphicFrameLocks noChangeAspect="1"/>
            </p:cNvGraphicFramePr>
            <p:nvPr/>
          </p:nvGraphicFramePr>
          <p:xfrm>
            <a:off x="798" y="3355"/>
            <a:ext cx="171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9" imgW="876300" imgH="203200" progId="Equation.3">
                    <p:embed/>
                  </p:oleObj>
                </mc:Choice>
                <mc:Fallback>
                  <p:oleObj name="" r:id="rId9" imgW="876300" imgH="2032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98" y="3355"/>
                          <a:ext cx="1718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45" name="Object 13"/>
          <p:cNvGraphicFramePr>
            <a:graphicFrameLocks noChangeAspect="1"/>
          </p:cNvGraphicFramePr>
          <p:nvPr/>
        </p:nvGraphicFramePr>
        <p:xfrm>
          <a:off x="4410075" y="5313363"/>
          <a:ext cx="412908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1" imgW="1371600" imgH="215900" progId="Equation.3">
                  <p:embed/>
                </p:oleObj>
              </mc:Choice>
              <mc:Fallback>
                <p:oleObj name="" r:id="rId11" imgW="1371600" imgH="2159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10075" y="5313363"/>
                        <a:ext cx="4129088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9697" name="Object 2"/>
          <p:cNvGraphicFramePr>
            <a:graphicFrameLocks noChangeAspect="1"/>
          </p:cNvGraphicFramePr>
          <p:nvPr>
            <p:ph idx="4294967295"/>
          </p:nvPr>
        </p:nvGraphicFramePr>
        <p:xfrm>
          <a:off x="782638" y="923925"/>
          <a:ext cx="7691437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" imgW="3810000" imgH="1168400" progId="Word.Document.8">
                  <p:embed/>
                </p:oleObj>
              </mc:Choice>
              <mc:Fallback>
                <p:oleObj name="" r:id="rId1" imgW="3810000" imgH="1168400" progId="Word.Document.8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2638" y="923925"/>
                        <a:ext cx="7691437" cy="234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8" name="Group 3"/>
          <p:cNvGrpSpPr/>
          <p:nvPr/>
        </p:nvGrpSpPr>
        <p:grpSpPr>
          <a:xfrm>
            <a:off x="1331913" y="3284538"/>
            <a:ext cx="4752975" cy="3797300"/>
            <a:chOff x="2517" y="1945"/>
            <a:chExt cx="2994" cy="2392"/>
          </a:xfrm>
        </p:grpSpPr>
        <p:sp>
          <p:nvSpPr>
            <p:cNvPr id="29699" name="AutoShape 4"/>
            <p:cNvSpPr>
              <a:spLocks noChangeAspect="1" noTextEdit="1"/>
            </p:cNvSpPr>
            <p:nvPr/>
          </p:nvSpPr>
          <p:spPr>
            <a:xfrm>
              <a:off x="2517" y="2034"/>
              <a:ext cx="2994" cy="23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0" name="Rectangle 5"/>
            <p:cNvSpPr/>
            <p:nvPr/>
          </p:nvSpPr>
          <p:spPr>
            <a:xfrm>
              <a:off x="3854" y="3801"/>
              <a:ext cx="64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Freeform 6"/>
            <p:cNvSpPr/>
            <p:nvPr/>
          </p:nvSpPr>
          <p:spPr>
            <a:xfrm>
              <a:off x="2575" y="1945"/>
              <a:ext cx="2878" cy="1067"/>
            </a:xfrm>
            <a:custGeom>
              <a:avLst/>
              <a:gdLst/>
              <a:ahLst/>
              <a:cxnLst>
                <a:cxn ang="0">
                  <a:pos x="719" y="0"/>
                </a:cxn>
                <a:cxn ang="0">
                  <a:pos x="0" y="1067"/>
                </a:cxn>
                <a:cxn ang="0">
                  <a:pos x="2159" y="1067"/>
                </a:cxn>
                <a:cxn ang="0">
                  <a:pos x="2878" y="0"/>
                </a:cxn>
                <a:cxn ang="0">
                  <a:pos x="719" y="0"/>
                </a:cxn>
              </a:cxnLst>
              <a:pathLst>
                <a:path w="2878" h="1067">
                  <a:moveTo>
                    <a:pt x="719" y="0"/>
                  </a:moveTo>
                  <a:lnTo>
                    <a:pt x="0" y="1067"/>
                  </a:lnTo>
                  <a:lnTo>
                    <a:pt x="2159" y="1067"/>
                  </a:lnTo>
                  <a:lnTo>
                    <a:pt x="2878" y="0"/>
                  </a:lnTo>
                  <a:lnTo>
                    <a:pt x="719" y="0"/>
                  </a:lnTo>
                  <a:close/>
                </a:path>
              </a:pathLst>
            </a:custGeom>
            <a:noFill/>
            <a:ln w="20638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9702" name="Group 7"/>
            <p:cNvGrpSpPr/>
            <p:nvPr/>
          </p:nvGrpSpPr>
          <p:grpSpPr>
            <a:xfrm>
              <a:off x="3210" y="2152"/>
              <a:ext cx="1610" cy="653"/>
              <a:chOff x="2076" y="2107"/>
              <a:chExt cx="1610" cy="653"/>
            </a:xfrm>
          </p:grpSpPr>
          <p:sp>
            <p:nvSpPr>
              <p:cNvPr id="29703" name="Freeform 8"/>
              <p:cNvSpPr/>
              <p:nvPr/>
            </p:nvSpPr>
            <p:spPr>
              <a:xfrm>
                <a:off x="2820" y="2107"/>
                <a:ext cx="109" cy="13"/>
              </a:xfrm>
              <a:custGeom>
                <a:avLst/>
                <a:gdLst/>
                <a:ahLst/>
                <a:cxnLst>
                  <a:cxn ang="0">
                    <a:pos x="62" y="13"/>
                  </a:cxn>
                  <a:cxn ang="0">
                    <a:pos x="104" y="13"/>
                  </a:cxn>
                  <a:cxn ang="0">
                    <a:pos x="107" y="13"/>
                  </a:cxn>
                  <a:cxn ang="0">
                    <a:pos x="109" y="11"/>
                  </a:cxn>
                  <a:cxn ang="0">
                    <a:pos x="109" y="8"/>
                  </a:cxn>
                  <a:cxn ang="0">
                    <a:pos x="109" y="6"/>
                  </a:cxn>
                  <a:cxn ang="0">
                    <a:pos x="109" y="4"/>
                  </a:cxn>
                  <a:cxn ang="0">
                    <a:pos x="107" y="2"/>
                  </a:cxn>
                  <a:cxn ang="0">
                    <a:pos x="104" y="0"/>
                  </a:cxn>
                  <a:cxn ang="0">
                    <a:pos x="102" y="0"/>
                  </a:cxn>
                  <a:cxn ang="0">
                    <a:pos x="60" y="0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  <a:cxn ang="0">
                    <a:pos x="9" y="13"/>
                  </a:cxn>
                  <a:cxn ang="0">
                    <a:pos x="62" y="13"/>
                  </a:cxn>
                </a:cxnLst>
                <a:pathLst>
                  <a:path w="109" h="13">
                    <a:moveTo>
                      <a:pt x="62" y="13"/>
                    </a:moveTo>
                    <a:lnTo>
                      <a:pt x="104" y="13"/>
                    </a:lnTo>
                    <a:lnTo>
                      <a:pt x="107" y="13"/>
                    </a:lnTo>
                    <a:lnTo>
                      <a:pt x="109" y="11"/>
                    </a:lnTo>
                    <a:lnTo>
                      <a:pt x="109" y="8"/>
                    </a:lnTo>
                    <a:lnTo>
                      <a:pt x="109" y="6"/>
                    </a:lnTo>
                    <a:lnTo>
                      <a:pt x="109" y="4"/>
                    </a:lnTo>
                    <a:lnTo>
                      <a:pt x="107" y="2"/>
                    </a:lnTo>
                    <a:lnTo>
                      <a:pt x="104" y="0"/>
                    </a:lnTo>
                    <a:lnTo>
                      <a:pt x="102" y="0"/>
                    </a:lnTo>
                    <a:lnTo>
                      <a:pt x="60" y="0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9" y="13"/>
                    </a:lnTo>
                    <a:lnTo>
                      <a:pt x="62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04" name="Freeform 9"/>
              <p:cNvSpPr/>
              <p:nvPr/>
            </p:nvSpPr>
            <p:spPr>
              <a:xfrm>
                <a:off x="2727" y="2109"/>
                <a:ext cx="66" cy="18"/>
              </a:xfrm>
              <a:custGeom>
                <a:avLst/>
                <a:gdLst/>
                <a:ahLst/>
                <a:cxnLst>
                  <a:cxn ang="0">
                    <a:pos x="62" y="13"/>
                  </a:cxn>
                  <a:cxn ang="0">
                    <a:pos x="64" y="13"/>
                  </a:cxn>
                  <a:cxn ang="0">
                    <a:pos x="66" y="11"/>
                  </a:cxn>
                  <a:cxn ang="0">
                    <a:pos x="66" y="9"/>
                  </a:cxn>
                  <a:cxn ang="0">
                    <a:pos x="66" y="6"/>
                  </a:cxn>
                  <a:cxn ang="0">
                    <a:pos x="66" y="4"/>
                  </a:cxn>
                  <a:cxn ang="0">
                    <a:pos x="64" y="2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6" y="4"/>
                  </a:cxn>
                  <a:cxn ang="0">
                    <a:pos x="4" y="4"/>
                  </a:cxn>
                  <a:cxn ang="0">
                    <a:pos x="2" y="6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2" y="13"/>
                  </a:cxn>
                  <a:cxn ang="0">
                    <a:pos x="4" y="15"/>
                  </a:cxn>
                  <a:cxn ang="0">
                    <a:pos x="6" y="18"/>
                  </a:cxn>
                  <a:cxn ang="0">
                    <a:pos x="9" y="18"/>
                  </a:cxn>
                  <a:cxn ang="0">
                    <a:pos x="62" y="13"/>
                  </a:cxn>
                </a:cxnLst>
                <a:pathLst>
                  <a:path w="66" h="18">
                    <a:moveTo>
                      <a:pt x="62" y="13"/>
                    </a:moveTo>
                    <a:lnTo>
                      <a:pt x="64" y="13"/>
                    </a:lnTo>
                    <a:lnTo>
                      <a:pt x="66" y="11"/>
                    </a:lnTo>
                    <a:lnTo>
                      <a:pt x="66" y="9"/>
                    </a:lnTo>
                    <a:lnTo>
                      <a:pt x="66" y="6"/>
                    </a:lnTo>
                    <a:lnTo>
                      <a:pt x="66" y="4"/>
                    </a:lnTo>
                    <a:lnTo>
                      <a:pt x="64" y="2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2" y="13"/>
                    </a:lnTo>
                    <a:lnTo>
                      <a:pt x="4" y="15"/>
                    </a:lnTo>
                    <a:lnTo>
                      <a:pt x="6" y="18"/>
                    </a:lnTo>
                    <a:lnTo>
                      <a:pt x="9" y="18"/>
                    </a:lnTo>
                    <a:lnTo>
                      <a:pt x="62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05" name="Freeform 10"/>
              <p:cNvSpPr/>
              <p:nvPr/>
            </p:nvSpPr>
            <p:spPr>
              <a:xfrm>
                <a:off x="2633" y="2115"/>
                <a:ext cx="67" cy="20"/>
              </a:xfrm>
              <a:custGeom>
                <a:avLst/>
                <a:gdLst/>
                <a:ahLst/>
                <a:cxnLst>
                  <a:cxn ang="0">
                    <a:pos x="63" y="14"/>
                  </a:cxn>
                  <a:cxn ang="0">
                    <a:pos x="65" y="14"/>
                  </a:cxn>
                  <a:cxn ang="0">
                    <a:pos x="67" y="12"/>
                  </a:cxn>
                  <a:cxn ang="0">
                    <a:pos x="67" y="9"/>
                  </a:cxn>
                  <a:cxn ang="0">
                    <a:pos x="67" y="7"/>
                  </a:cxn>
                  <a:cxn ang="0">
                    <a:pos x="67" y="5"/>
                  </a:cxn>
                  <a:cxn ang="0">
                    <a:pos x="65" y="3"/>
                  </a:cxn>
                  <a:cxn ang="0">
                    <a:pos x="63" y="0"/>
                  </a:cxn>
                  <a:cxn ang="0">
                    <a:pos x="60" y="0"/>
                  </a:cxn>
                  <a:cxn ang="0">
                    <a:pos x="7" y="5"/>
                  </a:cxn>
                  <a:cxn ang="0">
                    <a:pos x="7" y="7"/>
                  </a:cxn>
                  <a:cxn ang="0">
                    <a:pos x="5" y="7"/>
                  </a:cxn>
                  <a:cxn ang="0">
                    <a:pos x="3" y="9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3" y="16"/>
                  </a:cxn>
                  <a:cxn ang="0">
                    <a:pos x="5" y="18"/>
                  </a:cxn>
                  <a:cxn ang="0">
                    <a:pos x="7" y="20"/>
                  </a:cxn>
                  <a:cxn ang="0">
                    <a:pos x="9" y="20"/>
                  </a:cxn>
                  <a:cxn ang="0">
                    <a:pos x="9" y="18"/>
                  </a:cxn>
                  <a:cxn ang="0">
                    <a:pos x="63" y="14"/>
                  </a:cxn>
                </a:cxnLst>
                <a:pathLst>
                  <a:path w="67" h="20">
                    <a:moveTo>
                      <a:pt x="63" y="14"/>
                    </a:moveTo>
                    <a:lnTo>
                      <a:pt x="65" y="14"/>
                    </a:lnTo>
                    <a:lnTo>
                      <a:pt x="67" y="12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5" y="3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5" y="7"/>
                    </a:lnTo>
                    <a:lnTo>
                      <a:pt x="3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3" y="16"/>
                    </a:lnTo>
                    <a:lnTo>
                      <a:pt x="5" y="18"/>
                    </a:lnTo>
                    <a:lnTo>
                      <a:pt x="7" y="20"/>
                    </a:lnTo>
                    <a:lnTo>
                      <a:pt x="9" y="20"/>
                    </a:lnTo>
                    <a:lnTo>
                      <a:pt x="9" y="18"/>
                    </a:lnTo>
                    <a:lnTo>
                      <a:pt x="63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06" name="Freeform 11"/>
              <p:cNvSpPr/>
              <p:nvPr/>
            </p:nvSpPr>
            <p:spPr>
              <a:xfrm>
                <a:off x="2542" y="2127"/>
                <a:ext cx="65" cy="22"/>
              </a:xfrm>
              <a:custGeom>
                <a:avLst/>
                <a:gdLst/>
                <a:ahLst/>
                <a:cxnLst>
                  <a:cxn ang="0">
                    <a:pos x="60" y="13"/>
                  </a:cxn>
                  <a:cxn ang="0">
                    <a:pos x="63" y="13"/>
                  </a:cxn>
                  <a:cxn ang="0">
                    <a:pos x="65" y="11"/>
                  </a:cxn>
                  <a:cxn ang="0">
                    <a:pos x="65" y="8"/>
                  </a:cxn>
                  <a:cxn ang="0">
                    <a:pos x="65" y="6"/>
                  </a:cxn>
                  <a:cxn ang="0">
                    <a:pos x="65" y="4"/>
                  </a:cxn>
                  <a:cxn ang="0">
                    <a:pos x="63" y="2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25" y="4"/>
                  </a:cxn>
                  <a:cxn ang="0">
                    <a:pos x="5" y="8"/>
                  </a:cxn>
                  <a:cxn ang="0">
                    <a:pos x="3" y="8"/>
                  </a:cxn>
                  <a:cxn ang="0">
                    <a:pos x="0" y="11"/>
                  </a:cxn>
                  <a:cxn ang="0">
                    <a:pos x="0" y="13"/>
                  </a:cxn>
                  <a:cxn ang="0">
                    <a:pos x="0" y="15"/>
                  </a:cxn>
                  <a:cxn ang="0">
                    <a:pos x="0" y="17"/>
                  </a:cxn>
                  <a:cxn ang="0">
                    <a:pos x="3" y="20"/>
                  </a:cxn>
                  <a:cxn ang="0">
                    <a:pos x="5" y="22"/>
                  </a:cxn>
                  <a:cxn ang="0">
                    <a:pos x="7" y="22"/>
                  </a:cxn>
                  <a:cxn ang="0">
                    <a:pos x="27" y="17"/>
                  </a:cxn>
                  <a:cxn ang="0">
                    <a:pos x="60" y="13"/>
                  </a:cxn>
                </a:cxnLst>
                <a:pathLst>
                  <a:path w="65" h="22">
                    <a:moveTo>
                      <a:pt x="60" y="13"/>
                    </a:moveTo>
                    <a:lnTo>
                      <a:pt x="63" y="13"/>
                    </a:lnTo>
                    <a:lnTo>
                      <a:pt x="65" y="11"/>
                    </a:lnTo>
                    <a:lnTo>
                      <a:pt x="65" y="8"/>
                    </a:lnTo>
                    <a:lnTo>
                      <a:pt x="65" y="6"/>
                    </a:lnTo>
                    <a:lnTo>
                      <a:pt x="65" y="4"/>
                    </a:lnTo>
                    <a:lnTo>
                      <a:pt x="63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25" y="4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3" y="20"/>
                    </a:lnTo>
                    <a:lnTo>
                      <a:pt x="5" y="22"/>
                    </a:lnTo>
                    <a:lnTo>
                      <a:pt x="7" y="22"/>
                    </a:lnTo>
                    <a:lnTo>
                      <a:pt x="27" y="17"/>
                    </a:lnTo>
                    <a:lnTo>
                      <a:pt x="6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07" name="Freeform 12"/>
              <p:cNvSpPr/>
              <p:nvPr/>
            </p:nvSpPr>
            <p:spPr>
              <a:xfrm>
                <a:off x="2451" y="2142"/>
                <a:ext cx="65" cy="27"/>
              </a:xfrm>
              <a:custGeom>
                <a:avLst/>
                <a:gdLst/>
                <a:ahLst/>
                <a:cxnLst>
                  <a:cxn ang="0">
                    <a:pos x="60" y="13"/>
                  </a:cxn>
                  <a:cxn ang="0">
                    <a:pos x="63" y="13"/>
                  </a:cxn>
                  <a:cxn ang="0">
                    <a:pos x="65" y="11"/>
                  </a:cxn>
                  <a:cxn ang="0">
                    <a:pos x="65" y="9"/>
                  </a:cxn>
                  <a:cxn ang="0">
                    <a:pos x="65" y="7"/>
                  </a:cxn>
                  <a:cxn ang="0">
                    <a:pos x="65" y="5"/>
                  </a:cxn>
                  <a:cxn ang="0">
                    <a:pos x="63" y="2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47" y="2"/>
                  </a:cxn>
                  <a:cxn ang="0">
                    <a:pos x="5" y="13"/>
                  </a:cxn>
                  <a:cxn ang="0">
                    <a:pos x="3" y="13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0" y="22"/>
                  </a:cxn>
                  <a:cxn ang="0">
                    <a:pos x="3" y="25"/>
                  </a:cxn>
                  <a:cxn ang="0">
                    <a:pos x="5" y="27"/>
                  </a:cxn>
                  <a:cxn ang="0">
                    <a:pos x="7" y="27"/>
                  </a:cxn>
                  <a:cxn ang="0">
                    <a:pos x="49" y="16"/>
                  </a:cxn>
                  <a:cxn ang="0">
                    <a:pos x="60" y="13"/>
                  </a:cxn>
                </a:cxnLst>
                <a:pathLst>
                  <a:path w="65" h="27">
                    <a:moveTo>
                      <a:pt x="60" y="13"/>
                    </a:moveTo>
                    <a:lnTo>
                      <a:pt x="63" y="13"/>
                    </a:lnTo>
                    <a:lnTo>
                      <a:pt x="65" y="11"/>
                    </a:lnTo>
                    <a:lnTo>
                      <a:pt x="65" y="9"/>
                    </a:lnTo>
                    <a:lnTo>
                      <a:pt x="65" y="7"/>
                    </a:lnTo>
                    <a:lnTo>
                      <a:pt x="65" y="5"/>
                    </a:lnTo>
                    <a:lnTo>
                      <a:pt x="63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47" y="2"/>
                    </a:lnTo>
                    <a:lnTo>
                      <a:pt x="5" y="13"/>
                    </a:lnTo>
                    <a:lnTo>
                      <a:pt x="3" y="13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0" y="22"/>
                    </a:lnTo>
                    <a:lnTo>
                      <a:pt x="3" y="25"/>
                    </a:lnTo>
                    <a:lnTo>
                      <a:pt x="5" y="27"/>
                    </a:lnTo>
                    <a:lnTo>
                      <a:pt x="7" y="27"/>
                    </a:lnTo>
                    <a:lnTo>
                      <a:pt x="49" y="16"/>
                    </a:lnTo>
                    <a:lnTo>
                      <a:pt x="6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08" name="Freeform 13"/>
              <p:cNvSpPr/>
              <p:nvPr/>
            </p:nvSpPr>
            <p:spPr>
              <a:xfrm>
                <a:off x="2360" y="2164"/>
                <a:ext cx="65" cy="29"/>
              </a:xfrm>
              <a:custGeom>
                <a:avLst/>
                <a:gdLst/>
                <a:ahLst/>
                <a:cxnLst>
                  <a:cxn ang="0">
                    <a:pos x="60" y="14"/>
                  </a:cxn>
                  <a:cxn ang="0">
                    <a:pos x="62" y="14"/>
                  </a:cxn>
                  <a:cxn ang="0">
                    <a:pos x="65" y="11"/>
                  </a:cxn>
                  <a:cxn ang="0">
                    <a:pos x="65" y="9"/>
                  </a:cxn>
                  <a:cxn ang="0">
                    <a:pos x="65" y="7"/>
                  </a:cxn>
                  <a:cxn ang="0">
                    <a:pos x="65" y="5"/>
                  </a:cxn>
                  <a:cxn ang="0">
                    <a:pos x="62" y="3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8"/>
                  </a:cxn>
                  <a:cxn ang="0">
                    <a:pos x="2" y="20"/>
                  </a:cxn>
                  <a:cxn ang="0">
                    <a:pos x="0" y="23"/>
                  </a:cxn>
                  <a:cxn ang="0">
                    <a:pos x="0" y="25"/>
                  </a:cxn>
                  <a:cxn ang="0">
                    <a:pos x="2" y="27"/>
                  </a:cxn>
                  <a:cxn ang="0">
                    <a:pos x="5" y="29"/>
                  </a:cxn>
                  <a:cxn ang="0">
                    <a:pos x="7" y="29"/>
                  </a:cxn>
                  <a:cxn ang="0">
                    <a:pos x="9" y="29"/>
                  </a:cxn>
                  <a:cxn ang="0">
                    <a:pos x="11" y="29"/>
                  </a:cxn>
                  <a:cxn ang="0">
                    <a:pos x="60" y="14"/>
                  </a:cxn>
                </a:cxnLst>
                <a:pathLst>
                  <a:path w="65" h="29">
                    <a:moveTo>
                      <a:pt x="60" y="14"/>
                    </a:moveTo>
                    <a:lnTo>
                      <a:pt x="62" y="14"/>
                    </a:lnTo>
                    <a:lnTo>
                      <a:pt x="65" y="11"/>
                    </a:lnTo>
                    <a:lnTo>
                      <a:pt x="65" y="9"/>
                    </a:lnTo>
                    <a:lnTo>
                      <a:pt x="65" y="7"/>
                    </a:lnTo>
                    <a:lnTo>
                      <a:pt x="65" y="5"/>
                    </a:lnTo>
                    <a:lnTo>
                      <a:pt x="62" y="3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8"/>
                    </a:lnTo>
                    <a:lnTo>
                      <a:pt x="2" y="20"/>
                    </a:lnTo>
                    <a:lnTo>
                      <a:pt x="0" y="23"/>
                    </a:lnTo>
                    <a:lnTo>
                      <a:pt x="0" y="25"/>
                    </a:lnTo>
                    <a:lnTo>
                      <a:pt x="2" y="27"/>
                    </a:lnTo>
                    <a:lnTo>
                      <a:pt x="5" y="29"/>
                    </a:lnTo>
                    <a:lnTo>
                      <a:pt x="7" y="29"/>
                    </a:lnTo>
                    <a:lnTo>
                      <a:pt x="9" y="29"/>
                    </a:lnTo>
                    <a:lnTo>
                      <a:pt x="11" y="29"/>
                    </a:lnTo>
                    <a:lnTo>
                      <a:pt x="6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09" name="Freeform 14"/>
              <p:cNvSpPr/>
              <p:nvPr/>
            </p:nvSpPr>
            <p:spPr>
              <a:xfrm>
                <a:off x="2274" y="2193"/>
                <a:ext cx="62" cy="36"/>
              </a:xfrm>
              <a:custGeom>
                <a:avLst/>
                <a:gdLst/>
                <a:ahLst/>
                <a:cxnLst>
                  <a:cxn ang="0">
                    <a:pos x="57" y="14"/>
                  </a:cxn>
                  <a:cxn ang="0">
                    <a:pos x="60" y="14"/>
                  </a:cxn>
                  <a:cxn ang="0">
                    <a:pos x="62" y="11"/>
                  </a:cxn>
                  <a:cxn ang="0">
                    <a:pos x="62" y="9"/>
                  </a:cxn>
                  <a:cxn ang="0">
                    <a:pos x="62" y="7"/>
                  </a:cxn>
                  <a:cxn ang="0">
                    <a:pos x="62" y="5"/>
                  </a:cxn>
                  <a:cxn ang="0">
                    <a:pos x="60" y="2"/>
                  </a:cxn>
                  <a:cxn ang="0">
                    <a:pos x="57" y="0"/>
                  </a:cxn>
                  <a:cxn ang="0">
                    <a:pos x="55" y="0"/>
                  </a:cxn>
                  <a:cxn ang="0">
                    <a:pos x="40" y="7"/>
                  </a:cxn>
                  <a:cxn ang="0">
                    <a:pos x="6" y="22"/>
                  </a:cxn>
                  <a:cxn ang="0">
                    <a:pos x="4" y="22"/>
                  </a:cxn>
                  <a:cxn ang="0">
                    <a:pos x="2" y="25"/>
                  </a:cxn>
                  <a:cxn ang="0">
                    <a:pos x="0" y="27"/>
                  </a:cxn>
                  <a:cxn ang="0">
                    <a:pos x="0" y="29"/>
                  </a:cxn>
                  <a:cxn ang="0">
                    <a:pos x="2" y="31"/>
                  </a:cxn>
                  <a:cxn ang="0">
                    <a:pos x="4" y="34"/>
                  </a:cxn>
                  <a:cxn ang="0">
                    <a:pos x="6" y="36"/>
                  </a:cxn>
                  <a:cxn ang="0">
                    <a:pos x="9" y="36"/>
                  </a:cxn>
                  <a:cxn ang="0">
                    <a:pos x="42" y="20"/>
                  </a:cxn>
                  <a:cxn ang="0">
                    <a:pos x="57" y="14"/>
                  </a:cxn>
                </a:cxnLst>
                <a:pathLst>
                  <a:path w="62" h="36">
                    <a:moveTo>
                      <a:pt x="57" y="14"/>
                    </a:moveTo>
                    <a:lnTo>
                      <a:pt x="60" y="14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2" y="7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57" y="0"/>
                    </a:lnTo>
                    <a:lnTo>
                      <a:pt x="55" y="0"/>
                    </a:lnTo>
                    <a:lnTo>
                      <a:pt x="40" y="7"/>
                    </a:lnTo>
                    <a:lnTo>
                      <a:pt x="6" y="22"/>
                    </a:lnTo>
                    <a:lnTo>
                      <a:pt x="4" y="22"/>
                    </a:lnTo>
                    <a:lnTo>
                      <a:pt x="2" y="25"/>
                    </a:lnTo>
                    <a:lnTo>
                      <a:pt x="0" y="27"/>
                    </a:lnTo>
                    <a:lnTo>
                      <a:pt x="0" y="29"/>
                    </a:lnTo>
                    <a:lnTo>
                      <a:pt x="2" y="31"/>
                    </a:lnTo>
                    <a:lnTo>
                      <a:pt x="4" y="34"/>
                    </a:lnTo>
                    <a:lnTo>
                      <a:pt x="6" y="36"/>
                    </a:lnTo>
                    <a:lnTo>
                      <a:pt x="9" y="36"/>
                    </a:lnTo>
                    <a:lnTo>
                      <a:pt x="42" y="20"/>
                    </a:lnTo>
                    <a:lnTo>
                      <a:pt x="57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0" name="Freeform 15"/>
              <p:cNvSpPr/>
              <p:nvPr/>
            </p:nvSpPr>
            <p:spPr>
              <a:xfrm>
                <a:off x="2191" y="2233"/>
                <a:ext cx="60" cy="40"/>
              </a:xfrm>
              <a:custGeom>
                <a:avLst/>
                <a:gdLst/>
                <a:ahLst/>
                <a:cxnLst>
                  <a:cxn ang="0">
                    <a:pos x="58" y="11"/>
                  </a:cxn>
                  <a:cxn ang="0">
                    <a:pos x="60" y="9"/>
                  </a:cxn>
                  <a:cxn ang="0">
                    <a:pos x="60" y="7"/>
                  </a:cxn>
                  <a:cxn ang="0">
                    <a:pos x="60" y="5"/>
                  </a:cxn>
                  <a:cxn ang="0">
                    <a:pos x="60" y="2"/>
                  </a:cxn>
                  <a:cxn ang="0">
                    <a:pos x="58" y="0"/>
                  </a:cxn>
                  <a:cxn ang="0">
                    <a:pos x="56" y="0"/>
                  </a:cxn>
                  <a:cxn ang="0">
                    <a:pos x="54" y="0"/>
                  </a:cxn>
                  <a:cxn ang="0">
                    <a:pos x="52" y="0"/>
                  </a:cxn>
                  <a:cxn ang="0">
                    <a:pos x="23" y="16"/>
                  </a:cxn>
                  <a:cxn ang="0">
                    <a:pos x="5" y="27"/>
                  </a:cxn>
                  <a:cxn ang="0">
                    <a:pos x="3" y="29"/>
                  </a:cxn>
                  <a:cxn ang="0">
                    <a:pos x="0" y="31"/>
                  </a:cxn>
                  <a:cxn ang="0">
                    <a:pos x="0" y="34"/>
                  </a:cxn>
                  <a:cxn ang="0">
                    <a:pos x="3" y="36"/>
                  </a:cxn>
                  <a:cxn ang="0">
                    <a:pos x="5" y="38"/>
                  </a:cxn>
                  <a:cxn ang="0">
                    <a:pos x="7" y="40"/>
                  </a:cxn>
                  <a:cxn ang="0">
                    <a:pos x="9" y="40"/>
                  </a:cxn>
                  <a:cxn ang="0">
                    <a:pos x="12" y="38"/>
                  </a:cxn>
                  <a:cxn ang="0">
                    <a:pos x="29" y="27"/>
                  </a:cxn>
                  <a:cxn ang="0">
                    <a:pos x="58" y="11"/>
                  </a:cxn>
                </a:cxnLst>
                <a:pathLst>
                  <a:path w="60" h="40">
                    <a:moveTo>
                      <a:pt x="58" y="11"/>
                    </a:moveTo>
                    <a:lnTo>
                      <a:pt x="60" y="9"/>
                    </a:lnTo>
                    <a:lnTo>
                      <a:pt x="60" y="7"/>
                    </a:lnTo>
                    <a:lnTo>
                      <a:pt x="60" y="5"/>
                    </a:lnTo>
                    <a:lnTo>
                      <a:pt x="60" y="2"/>
                    </a:lnTo>
                    <a:lnTo>
                      <a:pt x="58" y="0"/>
                    </a:lnTo>
                    <a:lnTo>
                      <a:pt x="56" y="0"/>
                    </a:lnTo>
                    <a:lnTo>
                      <a:pt x="54" y="0"/>
                    </a:lnTo>
                    <a:lnTo>
                      <a:pt x="52" y="0"/>
                    </a:lnTo>
                    <a:lnTo>
                      <a:pt x="23" y="16"/>
                    </a:lnTo>
                    <a:lnTo>
                      <a:pt x="5" y="27"/>
                    </a:lnTo>
                    <a:lnTo>
                      <a:pt x="3" y="29"/>
                    </a:lnTo>
                    <a:lnTo>
                      <a:pt x="0" y="31"/>
                    </a:lnTo>
                    <a:lnTo>
                      <a:pt x="0" y="34"/>
                    </a:lnTo>
                    <a:lnTo>
                      <a:pt x="3" y="36"/>
                    </a:lnTo>
                    <a:lnTo>
                      <a:pt x="5" y="38"/>
                    </a:lnTo>
                    <a:lnTo>
                      <a:pt x="7" y="40"/>
                    </a:lnTo>
                    <a:lnTo>
                      <a:pt x="9" y="40"/>
                    </a:lnTo>
                    <a:lnTo>
                      <a:pt x="12" y="38"/>
                    </a:lnTo>
                    <a:lnTo>
                      <a:pt x="29" y="27"/>
                    </a:lnTo>
                    <a:lnTo>
                      <a:pt x="58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1" name="Freeform 16"/>
              <p:cNvSpPr/>
              <p:nvPr/>
            </p:nvSpPr>
            <p:spPr>
              <a:xfrm>
                <a:off x="2120" y="2282"/>
                <a:ext cx="54" cy="49"/>
              </a:xfrm>
              <a:custGeom>
                <a:avLst/>
                <a:gdLst/>
                <a:ahLst/>
                <a:cxnLst>
                  <a:cxn ang="0">
                    <a:pos x="49" y="13"/>
                  </a:cxn>
                  <a:cxn ang="0">
                    <a:pos x="51" y="11"/>
                  </a:cxn>
                  <a:cxn ang="0">
                    <a:pos x="54" y="9"/>
                  </a:cxn>
                  <a:cxn ang="0">
                    <a:pos x="54" y="7"/>
                  </a:cxn>
                  <a:cxn ang="0">
                    <a:pos x="51" y="5"/>
                  </a:cxn>
                  <a:cxn ang="0">
                    <a:pos x="49" y="2"/>
                  </a:cxn>
                  <a:cxn ang="0">
                    <a:pos x="47" y="0"/>
                  </a:cxn>
                  <a:cxn ang="0">
                    <a:pos x="45" y="0"/>
                  </a:cxn>
                  <a:cxn ang="0">
                    <a:pos x="43" y="2"/>
                  </a:cxn>
                  <a:cxn ang="0">
                    <a:pos x="20" y="20"/>
                  </a:cxn>
                  <a:cxn ang="0">
                    <a:pos x="18" y="22"/>
                  </a:cxn>
                  <a:cxn ang="0">
                    <a:pos x="3" y="40"/>
                  </a:cxn>
                  <a:cxn ang="0">
                    <a:pos x="0" y="42"/>
                  </a:cxn>
                  <a:cxn ang="0">
                    <a:pos x="0" y="45"/>
                  </a:cxn>
                  <a:cxn ang="0">
                    <a:pos x="3" y="47"/>
                  </a:cxn>
                  <a:cxn ang="0">
                    <a:pos x="5" y="49"/>
                  </a:cxn>
                  <a:cxn ang="0">
                    <a:pos x="7" y="49"/>
                  </a:cxn>
                  <a:cxn ang="0">
                    <a:pos x="9" y="49"/>
                  </a:cxn>
                  <a:cxn ang="0">
                    <a:pos x="12" y="49"/>
                  </a:cxn>
                  <a:cxn ang="0">
                    <a:pos x="14" y="47"/>
                  </a:cxn>
                  <a:cxn ang="0">
                    <a:pos x="29" y="29"/>
                  </a:cxn>
                  <a:cxn ang="0">
                    <a:pos x="23" y="27"/>
                  </a:cxn>
                  <a:cxn ang="0">
                    <a:pos x="27" y="31"/>
                  </a:cxn>
                  <a:cxn ang="0">
                    <a:pos x="49" y="13"/>
                  </a:cxn>
                </a:cxnLst>
                <a:pathLst>
                  <a:path w="54" h="49">
                    <a:moveTo>
                      <a:pt x="49" y="13"/>
                    </a:moveTo>
                    <a:lnTo>
                      <a:pt x="51" y="11"/>
                    </a:lnTo>
                    <a:lnTo>
                      <a:pt x="54" y="9"/>
                    </a:lnTo>
                    <a:lnTo>
                      <a:pt x="54" y="7"/>
                    </a:lnTo>
                    <a:lnTo>
                      <a:pt x="51" y="5"/>
                    </a:lnTo>
                    <a:lnTo>
                      <a:pt x="49" y="2"/>
                    </a:lnTo>
                    <a:lnTo>
                      <a:pt x="47" y="0"/>
                    </a:lnTo>
                    <a:lnTo>
                      <a:pt x="45" y="0"/>
                    </a:lnTo>
                    <a:lnTo>
                      <a:pt x="43" y="2"/>
                    </a:lnTo>
                    <a:lnTo>
                      <a:pt x="20" y="20"/>
                    </a:lnTo>
                    <a:lnTo>
                      <a:pt x="18" y="22"/>
                    </a:lnTo>
                    <a:lnTo>
                      <a:pt x="3" y="40"/>
                    </a:lnTo>
                    <a:lnTo>
                      <a:pt x="0" y="42"/>
                    </a:lnTo>
                    <a:lnTo>
                      <a:pt x="0" y="45"/>
                    </a:lnTo>
                    <a:lnTo>
                      <a:pt x="3" y="47"/>
                    </a:lnTo>
                    <a:lnTo>
                      <a:pt x="5" y="49"/>
                    </a:lnTo>
                    <a:lnTo>
                      <a:pt x="7" y="49"/>
                    </a:lnTo>
                    <a:lnTo>
                      <a:pt x="9" y="49"/>
                    </a:lnTo>
                    <a:lnTo>
                      <a:pt x="12" y="49"/>
                    </a:lnTo>
                    <a:lnTo>
                      <a:pt x="14" y="47"/>
                    </a:lnTo>
                    <a:lnTo>
                      <a:pt x="29" y="29"/>
                    </a:lnTo>
                    <a:lnTo>
                      <a:pt x="23" y="27"/>
                    </a:lnTo>
                    <a:lnTo>
                      <a:pt x="27" y="31"/>
                    </a:lnTo>
                    <a:lnTo>
                      <a:pt x="49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2" name="Freeform 17"/>
              <p:cNvSpPr/>
              <p:nvPr/>
            </p:nvSpPr>
            <p:spPr>
              <a:xfrm>
                <a:off x="2078" y="2351"/>
                <a:ext cx="34" cy="62"/>
              </a:xfrm>
              <a:custGeom>
                <a:avLst/>
                <a:gdLst/>
                <a:ahLst/>
                <a:cxnLst>
                  <a:cxn ang="0">
                    <a:pos x="31" y="9"/>
                  </a:cxn>
                  <a:cxn ang="0">
                    <a:pos x="34" y="7"/>
                  </a:cxn>
                  <a:cxn ang="0">
                    <a:pos x="34" y="5"/>
                  </a:cxn>
                  <a:cxn ang="0">
                    <a:pos x="31" y="2"/>
                  </a:cxn>
                  <a:cxn ang="0">
                    <a:pos x="29" y="0"/>
                  </a:cxn>
                  <a:cxn ang="0">
                    <a:pos x="27" y="0"/>
                  </a:cxn>
                  <a:cxn ang="0">
                    <a:pos x="25" y="0"/>
                  </a:cxn>
                  <a:cxn ang="0">
                    <a:pos x="22" y="0"/>
                  </a:cxn>
                  <a:cxn ang="0">
                    <a:pos x="20" y="2"/>
                  </a:cxn>
                  <a:cxn ang="0">
                    <a:pos x="14" y="13"/>
                  </a:cxn>
                  <a:cxn ang="0">
                    <a:pos x="11" y="16"/>
                  </a:cxn>
                  <a:cxn ang="0">
                    <a:pos x="0" y="49"/>
                  </a:cxn>
                  <a:cxn ang="0">
                    <a:pos x="0" y="53"/>
                  </a:cxn>
                  <a:cxn ang="0">
                    <a:pos x="0" y="56"/>
                  </a:cxn>
                  <a:cxn ang="0">
                    <a:pos x="0" y="58"/>
                  </a:cxn>
                  <a:cxn ang="0">
                    <a:pos x="2" y="60"/>
                  </a:cxn>
                  <a:cxn ang="0">
                    <a:pos x="5" y="62"/>
                  </a:cxn>
                  <a:cxn ang="0">
                    <a:pos x="7" y="62"/>
                  </a:cxn>
                  <a:cxn ang="0">
                    <a:pos x="9" y="60"/>
                  </a:cxn>
                  <a:cxn ang="0">
                    <a:pos x="11" y="58"/>
                  </a:cxn>
                  <a:cxn ang="0">
                    <a:pos x="14" y="56"/>
                  </a:cxn>
                  <a:cxn ang="0">
                    <a:pos x="14" y="51"/>
                  </a:cxn>
                  <a:cxn ang="0">
                    <a:pos x="25" y="18"/>
                  </a:cxn>
                  <a:cxn ang="0">
                    <a:pos x="18" y="18"/>
                  </a:cxn>
                  <a:cxn ang="0">
                    <a:pos x="25" y="20"/>
                  </a:cxn>
                  <a:cxn ang="0">
                    <a:pos x="31" y="9"/>
                  </a:cxn>
                </a:cxnLst>
                <a:pathLst>
                  <a:path w="34" h="62">
                    <a:moveTo>
                      <a:pt x="31" y="9"/>
                    </a:moveTo>
                    <a:lnTo>
                      <a:pt x="34" y="7"/>
                    </a:lnTo>
                    <a:lnTo>
                      <a:pt x="34" y="5"/>
                    </a:lnTo>
                    <a:lnTo>
                      <a:pt x="31" y="2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2" y="0"/>
                    </a:lnTo>
                    <a:lnTo>
                      <a:pt x="20" y="2"/>
                    </a:lnTo>
                    <a:lnTo>
                      <a:pt x="14" y="13"/>
                    </a:lnTo>
                    <a:lnTo>
                      <a:pt x="11" y="16"/>
                    </a:lnTo>
                    <a:lnTo>
                      <a:pt x="0" y="49"/>
                    </a:lnTo>
                    <a:lnTo>
                      <a:pt x="0" y="53"/>
                    </a:lnTo>
                    <a:lnTo>
                      <a:pt x="0" y="56"/>
                    </a:lnTo>
                    <a:lnTo>
                      <a:pt x="0" y="58"/>
                    </a:lnTo>
                    <a:lnTo>
                      <a:pt x="2" y="60"/>
                    </a:lnTo>
                    <a:lnTo>
                      <a:pt x="5" y="62"/>
                    </a:lnTo>
                    <a:lnTo>
                      <a:pt x="7" y="62"/>
                    </a:lnTo>
                    <a:lnTo>
                      <a:pt x="9" y="60"/>
                    </a:lnTo>
                    <a:lnTo>
                      <a:pt x="11" y="58"/>
                    </a:lnTo>
                    <a:lnTo>
                      <a:pt x="14" y="56"/>
                    </a:lnTo>
                    <a:lnTo>
                      <a:pt x="14" y="51"/>
                    </a:lnTo>
                    <a:lnTo>
                      <a:pt x="25" y="18"/>
                    </a:lnTo>
                    <a:lnTo>
                      <a:pt x="18" y="18"/>
                    </a:lnTo>
                    <a:lnTo>
                      <a:pt x="25" y="20"/>
                    </a:lnTo>
                    <a:lnTo>
                      <a:pt x="31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3" name="Freeform 18"/>
              <p:cNvSpPr/>
              <p:nvPr/>
            </p:nvSpPr>
            <p:spPr>
              <a:xfrm>
                <a:off x="2076" y="2440"/>
                <a:ext cx="27" cy="64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4"/>
                  </a:cxn>
                  <a:cxn ang="0">
                    <a:pos x="11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2" y="24"/>
                  </a:cxn>
                  <a:cxn ang="0">
                    <a:pos x="2" y="27"/>
                  </a:cxn>
                  <a:cxn ang="0">
                    <a:pos x="13" y="58"/>
                  </a:cxn>
                  <a:cxn ang="0">
                    <a:pos x="16" y="60"/>
                  </a:cxn>
                  <a:cxn ang="0">
                    <a:pos x="18" y="62"/>
                  </a:cxn>
                  <a:cxn ang="0">
                    <a:pos x="20" y="64"/>
                  </a:cxn>
                  <a:cxn ang="0">
                    <a:pos x="22" y="64"/>
                  </a:cxn>
                  <a:cxn ang="0">
                    <a:pos x="24" y="62"/>
                  </a:cxn>
                  <a:cxn ang="0">
                    <a:pos x="27" y="60"/>
                  </a:cxn>
                  <a:cxn ang="0">
                    <a:pos x="27" y="58"/>
                  </a:cxn>
                  <a:cxn ang="0">
                    <a:pos x="27" y="56"/>
                  </a:cxn>
                  <a:cxn ang="0">
                    <a:pos x="16" y="24"/>
                  </a:cxn>
                  <a:cxn ang="0">
                    <a:pos x="9" y="27"/>
                  </a:cxn>
                  <a:cxn ang="0">
                    <a:pos x="16" y="27"/>
                  </a:cxn>
                  <a:cxn ang="0">
                    <a:pos x="13" y="7"/>
                  </a:cxn>
                </a:cxnLst>
                <a:pathLst>
                  <a:path w="27" h="64">
                    <a:moveTo>
                      <a:pt x="13" y="7"/>
                    </a:moveTo>
                    <a:lnTo>
                      <a:pt x="13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24"/>
                    </a:lnTo>
                    <a:lnTo>
                      <a:pt x="2" y="27"/>
                    </a:lnTo>
                    <a:lnTo>
                      <a:pt x="13" y="58"/>
                    </a:lnTo>
                    <a:lnTo>
                      <a:pt x="16" y="60"/>
                    </a:lnTo>
                    <a:lnTo>
                      <a:pt x="18" y="62"/>
                    </a:lnTo>
                    <a:lnTo>
                      <a:pt x="20" y="64"/>
                    </a:lnTo>
                    <a:lnTo>
                      <a:pt x="22" y="64"/>
                    </a:lnTo>
                    <a:lnTo>
                      <a:pt x="24" y="62"/>
                    </a:lnTo>
                    <a:lnTo>
                      <a:pt x="27" y="60"/>
                    </a:lnTo>
                    <a:lnTo>
                      <a:pt x="27" y="58"/>
                    </a:lnTo>
                    <a:lnTo>
                      <a:pt x="27" y="56"/>
                    </a:lnTo>
                    <a:lnTo>
                      <a:pt x="16" y="24"/>
                    </a:lnTo>
                    <a:lnTo>
                      <a:pt x="9" y="27"/>
                    </a:lnTo>
                    <a:lnTo>
                      <a:pt x="16" y="27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4" name="Freeform 19"/>
              <p:cNvSpPr/>
              <p:nvPr/>
            </p:nvSpPr>
            <p:spPr>
              <a:xfrm>
                <a:off x="2112" y="2524"/>
                <a:ext cx="51" cy="52"/>
              </a:xfrm>
              <a:custGeom>
                <a:avLst/>
                <a:gdLst/>
                <a:ahLst/>
                <a:cxnLst>
                  <a:cxn ang="0">
                    <a:pos x="11" y="3"/>
                  </a:cxn>
                  <a:cxn ang="0">
                    <a:pos x="8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6" y="38"/>
                  </a:cxn>
                  <a:cxn ang="0">
                    <a:pos x="28" y="40"/>
                  </a:cxn>
                  <a:cxn ang="0">
                    <a:pos x="39" y="49"/>
                  </a:cxn>
                  <a:cxn ang="0">
                    <a:pos x="42" y="52"/>
                  </a:cxn>
                  <a:cxn ang="0">
                    <a:pos x="44" y="52"/>
                  </a:cxn>
                  <a:cxn ang="0">
                    <a:pos x="46" y="49"/>
                  </a:cxn>
                  <a:cxn ang="0">
                    <a:pos x="48" y="47"/>
                  </a:cxn>
                  <a:cxn ang="0">
                    <a:pos x="51" y="45"/>
                  </a:cxn>
                  <a:cxn ang="0">
                    <a:pos x="51" y="43"/>
                  </a:cxn>
                  <a:cxn ang="0">
                    <a:pos x="48" y="40"/>
                  </a:cxn>
                  <a:cxn ang="0">
                    <a:pos x="46" y="38"/>
                  </a:cxn>
                  <a:cxn ang="0">
                    <a:pos x="35" y="29"/>
                  </a:cxn>
                  <a:cxn ang="0">
                    <a:pos x="31" y="34"/>
                  </a:cxn>
                  <a:cxn ang="0">
                    <a:pos x="37" y="32"/>
                  </a:cxn>
                  <a:cxn ang="0">
                    <a:pos x="11" y="3"/>
                  </a:cxn>
                </a:cxnLst>
                <a:pathLst>
                  <a:path w="51" h="52">
                    <a:moveTo>
                      <a:pt x="11" y="3"/>
                    </a:move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6" y="38"/>
                    </a:lnTo>
                    <a:lnTo>
                      <a:pt x="28" y="40"/>
                    </a:lnTo>
                    <a:lnTo>
                      <a:pt x="39" y="49"/>
                    </a:lnTo>
                    <a:lnTo>
                      <a:pt x="42" y="52"/>
                    </a:lnTo>
                    <a:lnTo>
                      <a:pt x="44" y="52"/>
                    </a:lnTo>
                    <a:lnTo>
                      <a:pt x="46" y="49"/>
                    </a:lnTo>
                    <a:lnTo>
                      <a:pt x="48" y="47"/>
                    </a:lnTo>
                    <a:lnTo>
                      <a:pt x="51" y="45"/>
                    </a:lnTo>
                    <a:lnTo>
                      <a:pt x="51" y="43"/>
                    </a:lnTo>
                    <a:lnTo>
                      <a:pt x="48" y="40"/>
                    </a:lnTo>
                    <a:lnTo>
                      <a:pt x="46" y="38"/>
                    </a:lnTo>
                    <a:lnTo>
                      <a:pt x="35" y="29"/>
                    </a:lnTo>
                    <a:lnTo>
                      <a:pt x="31" y="34"/>
                    </a:lnTo>
                    <a:lnTo>
                      <a:pt x="37" y="3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5" name="Freeform 20"/>
              <p:cNvSpPr/>
              <p:nvPr/>
            </p:nvSpPr>
            <p:spPr>
              <a:xfrm>
                <a:off x="2180" y="2587"/>
                <a:ext cx="58" cy="40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3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1"/>
                  </a:cxn>
                  <a:cxn ang="0">
                    <a:pos x="34" y="31"/>
                  </a:cxn>
                  <a:cxn ang="0">
                    <a:pos x="49" y="40"/>
                  </a:cxn>
                  <a:cxn ang="0">
                    <a:pos x="51" y="40"/>
                  </a:cxn>
                  <a:cxn ang="0">
                    <a:pos x="54" y="40"/>
                  </a:cxn>
                  <a:cxn ang="0">
                    <a:pos x="56" y="40"/>
                  </a:cxn>
                  <a:cxn ang="0">
                    <a:pos x="58" y="37"/>
                  </a:cxn>
                  <a:cxn ang="0">
                    <a:pos x="58" y="35"/>
                  </a:cxn>
                  <a:cxn ang="0">
                    <a:pos x="58" y="33"/>
                  </a:cxn>
                  <a:cxn ang="0">
                    <a:pos x="58" y="31"/>
                  </a:cxn>
                  <a:cxn ang="0">
                    <a:pos x="56" y="29"/>
                  </a:cxn>
                  <a:cxn ang="0">
                    <a:pos x="40" y="20"/>
                  </a:cxn>
                  <a:cxn ang="0">
                    <a:pos x="9" y="0"/>
                  </a:cxn>
                </a:cxnLst>
                <a:pathLst>
                  <a:path w="58" h="40">
                    <a:moveTo>
                      <a:pt x="9" y="0"/>
                    </a:move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3" y="11"/>
                    </a:lnTo>
                    <a:lnTo>
                      <a:pt x="34" y="31"/>
                    </a:lnTo>
                    <a:lnTo>
                      <a:pt x="49" y="40"/>
                    </a:lnTo>
                    <a:lnTo>
                      <a:pt x="51" y="40"/>
                    </a:lnTo>
                    <a:lnTo>
                      <a:pt x="54" y="40"/>
                    </a:lnTo>
                    <a:lnTo>
                      <a:pt x="56" y="40"/>
                    </a:lnTo>
                    <a:lnTo>
                      <a:pt x="58" y="37"/>
                    </a:lnTo>
                    <a:lnTo>
                      <a:pt x="58" y="35"/>
                    </a:lnTo>
                    <a:lnTo>
                      <a:pt x="58" y="33"/>
                    </a:lnTo>
                    <a:lnTo>
                      <a:pt x="58" y="31"/>
                    </a:lnTo>
                    <a:lnTo>
                      <a:pt x="56" y="29"/>
                    </a:lnTo>
                    <a:lnTo>
                      <a:pt x="40" y="2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6" name="Freeform 21"/>
              <p:cNvSpPr/>
              <p:nvPr/>
            </p:nvSpPr>
            <p:spPr>
              <a:xfrm>
                <a:off x="2260" y="2633"/>
                <a:ext cx="63" cy="3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3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3" y="9"/>
                  </a:cxn>
                  <a:cxn ang="0">
                    <a:pos x="5" y="11"/>
                  </a:cxn>
                  <a:cxn ang="0">
                    <a:pos x="7" y="14"/>
                  </a:cxn>
                  <a:cxn ang="0">
                    <a:pos x="54" y="34"/>
                  </a:cxn>
                  <a:cxn ang="0">
                    <a:pos x="56" y="34"/>
                  </a:cxn>
                  <a:cxn ang="0">
                    <a:pos x="58" y="34"/>
                  </a:cxn>
                  <a:cxn ang="0">
                    <a:pos x="60" y="34"/>
                  </a:cxn>
                  <a:cxn ang="0">
                    <a:pos x="63" y="32"/>
                  </a:cxn>
                  <a:cxn ang="0">
                    <a:pos x="63" y="29"/>
                  </a:cxn>
                  <a:cxn ang="0">
                    <a:pos x="63" y="27"/>
                  </a:cxn>
                  <a:cxn ang="0">
                    <a:pos x="63" y="25"/>
                  </a:cxn>
                  <a:cxn ang="0">
                    <a:pos x="60" y="23"/>
                  </a:cxn>
                  <a:cxn ang="0">
                    <a:pos x="58" y="20"/>
                  </a:cxn>
                  <a:cxn ang="0">
                    <a:pos x="56" y="20"/>
                  </a:cxn>
                  <a:cxn ang="0">
                    <a:pos x="9" y="0"/>
                  </a:cxn>
                </a:cxnLst>
                <a:pathLst>
                  <a:path w="63" h="34">
                    <a:moveTo>
                      <a:pt x="9" y="0"/>
                    </a:moveTo>
                    <a:lnTo>
                      <a:pt x="7" y="0"/>
                    </a:lnTo>
                    <a:lnTo>
                      <a:pt x="5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7" y="14"/>
                    </a:lnTo>
                    <a:lnTo>
                      <a:pt x="54" y="34"/>
                    </a:lnTo>
                    <a:lnTo>
                      <a:pt x="56" y="34"/>
                    </a:lnTo>
                    <a:lnTo>
                      <a:pt x="58" y="34"/>
                    </a:lnTo>
                    <a:lnTo>
                      <a:pt x="60" y="34"/>
                    </a:lnTo>
                    <a:lnTo>
                      <a:pt x="63" y="32"/>
                    </a:lnTo>
                    <a:lnTo>
                      <a:pt x="63" y="29"/>
                    </a:lnTo>
                    <a:lnTo>
                      <a:pt x="63" y="27"/>
                    </a:lnTo>
                    <a:lnTo>
                      <a:pt x="63" y="25"/>
                    </a:lnTo>
                    <a:lnTo>
                      <a:pt x="60" y="23"/>
                    </a:lnTo>
                    <a:lnTo>
                      <a:pt x="58" y="20"/>
                    </a:lnTo>
                    <a:lnTo>
                      <a:pt x="56" y="2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7" name="Freeform 22"/>
              <p:cNvSpPr/>
              <p:nvPr/>
            </p:nvSpPr>
            <p:spPr>
              <a:xfrm>
                <a:off x="2347" y="2667"/>
                <a:ext cx="64" cy="31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  <a:cxn ang="0">
                    <a:pos x="22" y="20"/>
                  </a:cxn>
                  <a:cxn ang="0">
                    <a:pos x="58" y="31"/>
                  </a:cxn>
                  <a:cxn ang="0">
                    <a:pos x="60" y="31"/>
                  </a:cxn>
                  <a:cxn ang="0">
                    <a:pos x="62" y="29"/>
                  </a:cxn>
                  <a:cxn ang="0">
                    <a:pos x="64" y="26"/>
                  </a:cxn>
                  <a:cxn ang="0">
                    <a:pos x="64" y="24"/>
                  </a:cxn>
                  <a:cxn ang="0">
                    <a:pos x="64" y="22"/>
                  </a:cxn>
                  <a:cxn ang="0">
                    <a:pos x="64" y="20"/>
                  </a:cxn>
                  <a:cxn ang="0">
                    <a:pos x="62" y="18"/>
                  </a:cxn>
                  <a:cxn ang="0">
                    <a:pos x="60" y="18"/>
                  </a:cxn>
                  <a:cxn ang="0">
                    <a:pos x="24" y="6"/>
                  </a:cxn>
                  <a:cxn ang="0">
                    <a:pos x="9" y="0"/>
                  </a:cxn>
                </a:cxnLst>
                <a:pathLst>
                  <a:path w="64" h="31">
                    <a:moveTo>
                      <a:pt x="9" y="0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22" y="20"/>
                    </a:lnTo>
                    <a:lnTo>
                      <a:pt x="58" y="31"/>
                    </a:lnTo>
                    <a:lnTo>
                      <a:pt x="60" y="31"/>
                    </a:lnTo>
                    <a:lnTo>
                      <a:pt x="62" y="29"/>
                    </a:lnTo>
                    <a:lnTo>
                      <a:pt x="64" y="26"/>
                    </a:lnTo>
                    <a:lnTo>
                      <a:pt x="64" y="24"/>
                    </a:lnTo>
                    <a:lnTo>
                      <a:pt x="64" y="22"/>
                    </a:lnTo>
                    <a:lnTo>
                      <a:pt x="64" y="20"/>
                    </a:lnTo>
                    <a:lnTo>
                      <a:pt x="62" y="18"/>
                    </a:lnTo>
                    <a:lnTo>
                      <a:pt x="60" y="18"/>
                    </a:lnTo>
                    <a:lnTo>
                      <a:pt x="24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8" name="Freeform 23"/>
              <p:cNvSpPr/>
              <p:nvPr/>
            </p:nvSpPr>
            <p:spPr>
              <a:xfrm>
                <a:off x="2436" y="2696"/>
                <a:ext cx="66" cy="2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6" y="13"/>
                  </a:cxn>
                  <a:cxn ang="0">
                    <a:pos x="58" y="24"/>
                  </a:cxn>
                  <a:cxn ang="0">
                    <a:pos x="60" y="24"/>
                  </a:cxn>
                  <a:cxn ang="0">
                    <a:pos x="62" y="24"/>
                  </a:cxn>
                  <a:cxn ang="0">
                    <a:pos x="64" y="22"/>
                  </a:cxn>
                  <a:cxn ang="0">
                    <a:pos x="66" y="20"/>
                  </a:cxn>
                  <a:cxn ang="0">
                    <a:pos x="66" y="17"/>
                  </a:cxn>
                  <a:cxn ang="0">
                    <a:pos x="64" y="15"/>
                  </a:cxn>
                  <a:cxn ang="0">
                    <a:pos x="62" y="13"/>
                  </a:cxn>
                  <a:cxn ang="0">
                    <a:pos x="60" y="11"/>
                  </a:cxn>
                  <a:cxn ang="0">
                    <a:pos x="9" y="0"/>
                  </a:cxn>
                </a:cxnLst>
                <a:pathLst>
                  <a:path w="66" h="24">
                    <a:moveTo>
                      <a:pt x="9" y="0"/>
                    </a:move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2" y="9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58" y="24"/>
                    </a:lnTo>
                    <a:lnTo>
                      <a:pt x="60" y="24"/>
                    </a:lnTo>
                    <a:lnTo>
                      <a:pt x="62" y="24"/>
                    </a:lnTo>
                    <a:lnTo>
                      <a:pt x="64" y="22"/>
                    </a:lnTo>
                    <a:lnTo>
                      <a:pt x="66" y="20"/>
                    </a:lnTo>
                    <a:lnTo>
                      <a:pt x="66" y="17"/>
                    </a:lnTo>
                    <a:lnTo>
                      <a:pt x="64" y="15"/>
                    </a:lnTo>
                    <a:lnTo>
                      <a:pt x="62" y="13"/>
                    </a:lnTo>
                    <a:lnTo>
                      <a:pt x="6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9" name="Freeform 24"/>
              <p:cNvSpPr/>
              <p:nvPr/>
            </p:nvSpPr>
            <p:spPr>
              <a:xfrm>
                <a:off x="2527" y="2716"/>
                <a:ext cx="66" cy="22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7" y="13"/>
                  </a:cxn>
                  <a:cxn ang="0">
                    <a:pos x="40" y="20"/>
                  </a:cxn>
                  <a:cxn ang="0">
                    <a:pos x="58" y="22"/>
                  </a:cxn>
                  <a:cxn ang="0">
                    <a:pos x="60" y="22"/>
                  </a:cxn>
                  <a:cxn ang="0">
                    <a:pos x="62" y="20"/>
                  </a:cxn>
                  <a:cxn ang="0">
                    <a:pos x="64" y="17"/>
                  </a:cxn>
                  <a:cxn ang="0">
                    <a:pos x="66" y="15"/>
                  </a:cxn>
                  <a:cxn ang="0">
                    <a:pos x="66" y="13"/>
                  </a:cxn>
                  <a:cxn ang="0">
                    <a:pos x="64" y="11"/>
                  </a:cxn>
                  <a:cxn ang="0">
                    <a:pos x="62" y="9"/>
                  </a:cxn>
                  <a:cxn ang="0">
                    <a:pos x="60" y="9"/>
                  </a:cxn>
                  <a:cxn ang="0">
                    <a:pos x="42" y="6"/>
                  </a:cxn>
                  <a:cxn ang="0">
                    <a:pos x="9" y="0"/>
                  </a:cxn>
                </a:cxnLst>
                <a:pathLst>
                  <a:path w="66" h="22">
                    <a:moveTo>
                      <a:pt x="9" y="0"/>
                    </a:moveTo>
                    <a:lnTo>
                      <a:pt x="7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2" y="9"/>
                    </a:lnTo>
                    <a:lnTo>
                      <a:pt x="4" y="11"/>
                    </a:lnTo>
                    <a:lnTo>
                      <a:pt x="7" y="13"/>
                    </a:lnTo>
                    <a:lnTo>
                      <a:pt x="40" y="20"/>
                    </a:lnTo>
                    <a:lnTo>
                      <a:pt x="58" y="22"/>
                    </a:lnTo>
                    <a:lnTo>
                      <a:pt x="60" y="22"/>
                    </a:lnTo>
                    <a:lnTo>
                      <a:pt x="62" y="20"/>
                    </a:lnTo>
                    <a:lnTo>
                      <a:pt x="64" y="17"/>
                    </a:lnTo>
                    <a:lnTo>
                      <a:pt x="66" y="15"/>
                    </a:lnTo>
                    <a:lnTo>
                      <a:pt x="66" y="13"/>
                    </a:lnTo>
                    <a:lnTo>
                      <a:pt x="64" y="11"/>
                    </a:lnTo>
                    <a:lnTo>
                      <a:pt x="62" y="9"/>
                    </a:lnTo>
                    <a:lnTo>
                      <a:pt x="60" y="9"/>
                    </a:lnTo>
                    <a:lnTo>
                      <a:pt x="42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0" name="Freeform 25"/>
              <p:cNvSpPr/>
              <p:nvPr/>
            </p:nvSpPr>
            <p:spPr>
              <a:xfrm>
                <a:off x="2620" y="2731"/>
                <a:ext cx="67" cy="1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5" y="14"/>
                  </a:cxn>
                  <a:cxn ang="0">
                    <a:pos x="20" y="16"/>
                  </a:cxn>
                  <a:cxn ang="0">
                    <a:pos x="58" y="18"/>
                  </a:cxn>
                  <a:cxn ang="0">
                    <a:pos x="60" y="18"/>
                  </a:cxn>
                  <a:cxn ang="0">
                    <a:pos x="62" y="18"/>
                  </a:cxn>
                  <a:cxn ang="0">
                    <a:pos x="65" y="16"/>
                  </a:cxn>
                  <a:cxn ang="0">
                    <a:pos x="67" y="14"/>
                  </a:cxn>
                  <a:cxn ang="0">
                    <a:pos x="67" y="11"/>
                  </a:cxn>
                  <a:cxn ang="0">
                    <a:pos x="65" y="9"/>
                  </a:cxn>
                  <a:cxn ang="0">
                    <a:pos x="62" y="7"/>
                  </a:cxn>
                  <a:cxn ang="0">
                    <a:pos x="60" y="5"/>
                  </a:cxn>
                  <a:cxn ang="0">
                    <a:pos x="22" y="2"/>
                  </a:cxn>
                  <a:cxn ang="0">
                    <a:pos x="7" y="0"/>
                  </a:cxn>
                </a:cxnLst>
                <a:pathLst>
                  <a:path w="67" h="18">
                    <a:moveTo>
                      <a:pt x="7" y="0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5" y="14"/>
                    </a:lnTo>
                    <a:lnTo>
                      <a:pt x="20" y="16"/>
                    </a:lnTo>
                    <a:lnTo>
                      <a:pt x="58" y="18"/>
                    </a:lnTo>
                    <a:lnTo>
                      <a:pt x="60" y="18"/>
                    </a:lnTo>
                    <a:lnTo>
                      <a:pt x="62" y="18"/>
                    </a:lnTo>
                    <a:lnTo>
                      <a:pt x="65" y="16"/>
                    </a:lnTo>
                    <a:lnTo>
                      <a:pt x="67" y="14"/>
                    </a:lnTo>
                    <a:lnTo>
                      <a:pt x="67" y="11"/>
                    </a:lnTo>
                    <a:lnTo>
                      <a:pt x="65" y="9"/>
                    </a:lnTo>
                    <a:lnTo>
                      <a:pt x="62" y="7"/>
                    </a:lnTo>
                    <a:lnTo>
                      <a:pt x="60" y="5"/>
                    </a:lnTo>
                    <a:lnTo>
                      <a:pt x="22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1" name="Freeform 26"/>
              <p:cNvSpPr/>
              <p:nvPr/>
            </p:nvSpPr>
            <p:spPr>
              <a:xfrm>
                <a:off x="2713" y="2740"/>
                <a:ext cx="65" cy="1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5" y="0"/>
                  </a:cxn>
                  <a:cxn ang="0">
                    <a:pos x="3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3" y="13"/>
                  </a:cxn>
                  <a:cxn ang="0">
                    <a:pos x="5" y="13"/>
                  </a:cxn>
                  <a:cxn ang="0">
                    <a:pos x="58" y="18"/>
                  </a:cxn>
                  <a:cxn ang="0">
                    <a:pos x="60" y="18"/>
                  </a:cxn>
                  <a:cxn ang="0">
                    <a:pos x="63" y="16"/>
                  </a:cxn>
                  <a:cxn ang="0">
                    <a:pos x="65" y="13"/>
                  </a:cxn>
                  <a:cxn ang="0">
                    <a:pos x="65" y="11"/>
                  </a:cxn>
                  <a:cxn ang="0">
                    <a:pos x="65" y="9"/>
                  </a:cxn>
                  <a:cxn ang="0">
                    <a:pos x="65" y="7"/>
                  </a:cxn>
                  <a:cxn ang="0">
                    <a:pos x="63" y="5"/>
                  </a:cxn>
                  <a:cxn ang="0">
                    <a:pos x="60" y="5"/>
                  </a:cxn>
                  <a:cxn ang="0">
                    <a:pos x="7" y="0"/>
                  </a:cxn>
                </a:cxnLst>
                <a:pathLst>
                  <a:path w="65" h="18">
                    <a:moveTo>
                      <a:pt x="7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3" y="13"/>
                    </a:lnTo>
                    <a:lnTo>
                      <a:pt x="5" y="13"/>
                    </a:lnTo>
                    <a:lnTo>
                      <a:pt x="58" y="18"/>
                    </a:lnTo>
                    <a:lnTo>
                      <a:pt x="60" y="18"/>
                    </a:lnTo>
                    <a:lnTo>
                      <a:pt x="63" y="16"/>
                    </a:lnTo>
                    <a:lnTo>
                      <a:pt x="65" y="13"/>
                    </a:lnTo>
                    <a:lnTo>
                      <a:pt x="65" y="11"/>
                    </a:lnTo>
                    <a:lnTo>
                      <a:pt x="65" y="9"/>
                    </a:lnTo>
                    <a:lnTo>
                      <a:pt x="65" y="7"/>
                    </a:lnTo>
                    <a:lnTo>
                      <a:pt x="63" y="5"/>
                    </a:lnTo>
                    <a:lnTo>
                      <a:pt x="60" y="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2" name="Freeform 27"/>
              <p:cNvSpPr/>
              <p:nvPr/>
            </p:nvSpPr>
            <p:spPr>
              <a:xfrm>
                <a:off x="2804" y="2745"/>
                <a:ext cx="67" cy="1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5" y="2"/>
                  </a:cxn>
                  <a:cxn ang="0">
                    <a:pos x="3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  <a:cxn ang="0">
                    <a:pos x="60" y="15"/>
                  </a:cxn>
                  <a:cxn ang="0">
                    <a:pos x="63" y="15"/>
                  </a:cxn>
                  <a:cxn ang="0">
                    <a:pos x="65" y="13"/>
                  </a:cxn>
                  <a:cxn ang="0">
                    <a:pos x="67" y="11"/>
                  </a:cxn>
                  <a:cxn ang="0">
                    <a:pos x="67" y="8"/>
                  </a:cxn>
                  <a:cxn ang="0">
                    <a:pos x="67" y="6"/>
                  </a:cxn>
                  <a:cxn ang="0">
                    <a:pos x="67" y="4"/>
                  </a:cxn>
                  <a:cxn ang="0">
                    <a:pos x="65" y="2"/>
                  </a:cxn>
                  <a:cxn ang="0">
                    <a:pos x="63" y="2"/>
                  </a:cxn>
                  <a:cxn ang="0">
                    <a:pos x="9" y="0"/>
                  </a:cxn>
                </a:cxnLst>
                <a:pathLst>
                  <a:path w="67" h="15">
                    <a:moveTo>
                      <a:pt x="9" y="0"/>
                    </a:moveTo>
                    <a:lnTo>
                      <a:pt x="7" y="0"/>
                    </a:lnTo>
                    <a:lnTo>
                      <a:pt x="5" y="2"/>
                    </a:lnTo>
                    <a:lnTo>
                      <a:pt x="3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lnTo>
                      <a:pt x="60" y="15"/>
                    </a:lnTo>
                    <a:lnTo>
                      <a:pt x="63" y="15"/>
                    </a:lnTo>
                    <a:lnTo>
                      <a:pt x="65" y="13"/>
                    </a:lnTo>
                    <a:lnTo>
                      <a:pt x="67" y="11"/>
                    </a:lnTo>
                    <a:lnTo>
                      <a:pt x="67" y="8"/>
                    </a:lnTo>
                    <a:lnTo>
                      <a:pt x="67" y="6"/>
                    </a:lnTo>
                    <a:lnTo>
                      <a:pt x="67" y="4"/>
                    </a:lnTo>
                    <a:lnTo>
                      <a:pt x="65" y="2"/>
                    </a:lnTo>
                    <a:lnTo>
                      <a:pt x="63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3" name="Freeform 28"/>
              <p:cNvSpPr/>
              <p:nvPr/>
            </p:nvSpPr>
            <p:spPr>
              <a:xfrm>
                <a:off x="2898" y="2745"/>
                <a:ext cx="66" cy="15"/>
              </a:xfrm>
              <a:custGeom>
                <a:avLst/>
                <a:gdLst/>
                <a:ahLst/>
                <a:cxnLst>
                  <a:cxn ang="0">
                    <a:pos x="9" y="2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5"/>
                  </a:cxn>
                  <a:cxn ang="0">
                    <a:pos x="60" y="13"/>
                  </a:cxn>
                  <a:cxn ang="0">
                    <a:pos x="62" y="13"/>
                  </a:cxn>
                  <a:cxn ang="0">
                    <a:pos x="64" y="13"/>
                  </a:cxn>
                  <a:cxn ang="0">
                    <a:pos x="66" y="11"/>
                  </a:cxn>
                  <a:cxn ang="0">
                    <a:pos x="66" y="8"/>
                  </a:cxn>
                  <a:cxn ang="0">
                    <a:pos x="66" y="6"/>
                  </a:cxn>
                  <a:cxn ang="0">
                    <a:pos x="66" y="4"/>
                  </a:cxn>
                  <a:cxn ang="0">
                    <a:pos x="64" y="2"/>
                  </a:cxn>
                  <a:cxn ang="0">
                    <a:pos x="62" y="0"/>
                  </a:cxn>
                  <a:cxn ang="0">
                    <a:pos x="9" y="2"/>
                  </a:cxn>
                </a:cxnLst>
                <a:pathLst>
                  <a:path w="66" h="15">
                    <a:moveTo>
                      <a:pt x="9" y="2"/>
                    </a:moveTo>
                    <a:lnTo>
                      <a:pt x="6" y="2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5"/>
                    </a:lnTo>
                    <a:lnTo>
                      <a:pt x="60" y="13"/>
                    </a:lnTo>
                    <a:lnTo>
                      <a:pt x="62" y="13"/>
                    </a:lnTo>
                    <a:lnTo>
                      <a:pt x="64" y="13"/>
                    </a:lnTo>
                    <a:lnTo>
                      <a:pt x="66" y="11"/>
                    </a:lnTo>
                    <a:lnTo>
                      <a:pt x="66" y="8"/>
                    </a:lnTo>
                    <a:lnTo>
                      <a:pt x="66" y="6"/>
                    </a:lnTo>
                    <a:lnTo>
                      <a:pt x="66" y="4"/>
                    </a:lnTo>
                    <a:lnTo>
                      <a:pt x="64" y="2"/>
                    </a:lnTo>
                    <a:lnTo>
                      <a:pt x="62" y="0"/>
                    </a:lnTo>
                    <a:lnTo>
                      <a:pt x="9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4" name="Freeform 29"/>
              <p:cNvSpPr/>
              <p:nvPr/>
            </p:nvSpPr>
            <p:spPr>
              <a:xfrm>
                <a:off x="2991" y="2740"/>
                <a:ext cx="67" cy="16"/>
              </a:xfrm>
              <a:custGeom>
                <a:avLst/>
                <a:gdLst/>
                <a:ahLst/>
                <a:cxnLst>
                  <a:cxn ang="0">
                    <a:pos x="7" y="2"/>
                  </a:cxn>
                  <a:cxn ang="0">
                    <a:pos x="4" y="5"/>
                  </a:cxn>
                  <a:cxn ang="0">
                    <a:pos x="2" y="7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2" y="13"/>
                  </a:cxn>
                  <a:cxn ang="0">
                    <a:pos x="4" y="16"/>
                  </a:cxn>
                  <a:cxn ang="0">
                    <a:pos x="7" y="16"/>
                  </a:cxn>
                  <a:cxn ang="0">
                    <a:pos x="9" y="16"/>
                  </a:cxn>
                  <a:cxn ang="0">
                    <a:pos x="51" y="13"/>
                  </a:cxn>
                  <a:cxn ang="0">
                    <a:pos x="62" y="13"/>
                  </a:cxn>
                  <a:cxn ang="0">
                    <a:pos x="64" y="11"/>
                  </a:cxn>
                  <a:cxn ang="0">
                    <a:pos x="67" y="9"/>
                  </a:cxn>
                  <a:cxn ang="0">
                    <a:pos x="67" y="7"/>
                  </a:cxn>
                  <a:cxn ang="0">
                    <a:pos x="67" y="5"/>
                  </a:cxn>
                  <a:cxn ang="0">
                    <a:pos x="67" y="2"/>
                  </a:cxn>
                  <a:cxn ang="0">
                    <a:pos x="64" y="0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49" y="0"/>
                  </a:cxn>
                  <a:cxn ang="0">
                    <a:pos x="7" y="2"/>
                  </a:cxn>
                </a:cxnLst>
                <a:pathLst>
                  <a:path w="67" h="16">
                    <a:moveTo>
                      <a:pt x="7" y="2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2" y="13"/>
                    </a:lnTo>
                    <a:lnTo>
                      <a:pt x="4" y="16"/>
                    </a:lnTo>
                    <a:lnTo>
                      <a:pt x="7" y="16"/>
                    </a:lnTo>
                    <a:lnTo>
                      <a:pt x="9" y="16"/>
                    </a:lnTo>
                    <a:lnTo>
                      <a:pt x="51" y="13"/>
                    </a:lnTo>
                    <a:lnTo>
                      <a:pt x="62" y="13"/>
                    </a:lnTo>
                    <a:lnTo>
                      <a:pt x="64" y="11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7" y="2"/>
                    </a:lnTo>
                    <a:lnTo>
                      <a:pt x="64" y="0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49" y="0"/>
                    </a:lnTo>
                    <a:lnTo>
                      <a:pt x="7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5" name="Freeform 30"/>
              <p:cNvSpPr/>
              <p:nvPr/>
            </p:nvSpPr>
            <p:spPr>
              <a:xfrm>
                <a:off x="3084" y="2729"/>
                <a:ext cx="67" cy="20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5" y="7"/>
                  </a:cxn>
                  <a:cxn ang="0">
                    <a:pos x="3" y="9"/>
                  </a:cxn>
                  <a:cxn ang="0">
                    <a:pos x="0" y="11"/>
                  </a:cxn>
                  <a:cxn ang="0">
                    <a:pos x="0" y="13"/>
                  </a:cxn>
                  <a:cxn ang="0">
                    <a:pos x="3" y="16"/>
                  </a:cxn>
                  <a:cxn ang="0">
                    <a:pos x="5" y="18"/>
                  </a:cxn>
                  <a:cxn ang="0">
                    <a:pos x="7" y="20"/>
                  </a:cxn>
                  <a:cxn ang="0">
                    <a:pos x="9" y="20"/>
                  </a:cxn>
                  <a:cxn ang="0">
                    <a:pos x="36" y="18"/>
                  </a:cxn>
                  <a:cxn ang="0">
                    <a:pos x="63" y="13"/>
                  </a:cxn>
                  <a:cxn ang="0">
                    <a:pos x="65" y="11"/>
                  </a:cxn>
                  <a:cxn ang="0">
                    <a:pos x="67" y="9"/>
                  </a:cxn>
                  <a:cxn ang="0">
                    <a:pos x="67" y="7"/>
                  </a:cxn>
                  <a:cxn ang="0">
                    <a:pos x="67" y="4"/>
                  </a:cxn>
                  <a:cxn ang="0">
                    <a:pos x="67" y="2"/>
                  </a:cxn>
                  <a:cxn ang="0">
                    <a:pos x="65" y="0"/>
                  </a:cxn>
                  <a:cxn ang="0">
                    <a:pos x="63" y="0"/>
                  </a:cxn>
                  <a:cxn ang="0">
                    <a:pos x="60" y="0"/>
                  </a:cxn>
                  <a:cxn ang="0">
                    <a:pos x="34" y="4"/>
                  </a:cxn>
                  <a:cxn ang="0">
                    <a:pos x="7" y="7"/>
                  </a:cxn>
                </a:cxnLst>
                <a:pathLst>
                  <a:path w="67" h="20">
                    <a:moveTo>
                      <a:pt x="7" y="7"/>
                    </a:moveTo>
                    <a:lnTo>
                      <a:pt x="5" y="7"/>
                    </a:lnTo>
                    <a:lnTo>
                      <a:pt x="3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5" y="18"/>
                    </a:lnTo>
                    <a:lnTo>
                      <a:pt x="7" y="20"/>
                    </a:lnTo>
                    <a:lnTo>
                      <a:pt x="9" y="20"/>
                    </a:lnTo>
                    <a:lnTo>
                      <a:pt x="36" y="18"/>
                    </a:lnTo>
                    <a:lnTo>
                      <a:pt x="63" y="13"/>
                    </a:lnTo>
                    <a:lnTo>
                      <a:pt x="65" y="11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4"/>
                    </a:lnTo>
                    <a:lnTo>
                      <a:pt x="67" y="2"/>
                    </a:lnTo>
                    <a:lnTo>
                      <a:pt x="65" y="0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34" y="4"/>
                    </a:ln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6" name="Freeform 31"/>
              <p:cNvSpPr/>
              <p:nvPr/>
            </p:nvSpPr>
            <p:spPr>
              <a:xfrm>
                <a:off x="3178" y="2713"/>
                <a:ext cx="64" cy="23"/>
              </a:xfrm>
              <a:custGeom>
                <a:avLst/>
                <a:gdLst/>
                <a:ahLst/>
                <a:cxnLst>
                  <a:cxn ang="0">
                    <a:pos x="4" y="9"/>
                  </a:cxn>
                  <a:cxn ang="0">
                    <a:pos x="2" y="12"/>
                  </a:cxn>
                  <a:cxn ang="0">
                    <a:pos x="0" y="14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2" y="23"/>
                  </a:cxn>
                  <a:cxn ang="0">
                    <a:pos x="4" y="23"/>
                  </a:cxn>
                  <a:cxn ang="0">
                    <a:pos x="6" y="23"/>
                  </a:cxn>
                  <a:cxn ang="0">
                    <a:pos x="15" y="23"/>
                  </a:cxn>
                  <a:cxn ang="0">
                    <a:pos x="60" y="14"/>
                  </a:cxn>
                  <a:cxn ang="0">
                    <a:pos x="62" y="12"/>
                  </a:cxn>
                  <a:cxn ang="0">
                    <a:pos x="64" y="9"/>
                  </a:cxn>
                  <a:cxn ang="0">
                    <a:pos x="64" y="7"/>
                  </a:cxn>
                  <a:cxn ang="0">
                    <a:pos x="64" y="5"/>
                  </a:cxn>
                  <a:cxn ang="0">
                    <a:pos x="64" y="3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57" y="0"/>
                  </a:cxn>
                  <a:cxn ang="0">
                    <a:pos x="13" y="9"/>
                  </a:cxn>
                  <a:cxn ang="0">
                    <a:pos x="4" y="9"/>
                  </a:cxn>
                </a:cxnLst>
                <a:pathLst>
                  <a:path w="64" h="23">
                    <a:moveTo>
                      <a:pt x="4" y="9"/>
                    </a:moveTo>
                    <a:lnTo>
                      <a:pt x="2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2" y="23"/>
                    </a:lnTo>
                    <a:lnTo>
                      <a:pt x="4" y="23"/>
                    </a:lnTo>
                    <a:lnTo>
                      <a:pt x="6" y="23"/>
                    </a:lnTo>
                    <a:lnTo>
                      <a:pt x="15" y="23"/>
                    </a:lnTo>
                    <a:lnTo>
                      <a:pt x="60" y="14"/>
                    </a:lnTo>
                    <a:lnTo>
                      <a:pt x="62" y="12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4" y="5"/>
                    </a:lnTo>
                    <a:lnTo>
                      <a:pt x="64" y="3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57" y="0"/>
                    </a:lnTo>
                    <a:lnTo>
                      <a:pt x="13" y="9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7" name="Freeform 32"/>
              <p:cNvSpPr/>
              <p:nvPr/>
            </p:nvSpPr>
            <p:spPr>
              <a:xfrm>
                <a:off x="3269" y="2693"/>
                <a:ext cx="64" cy="25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4" y="14"/>
                  </a:cxn>
                  <a:cxn ang="0">
                    <a:pos x="2" y="16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2" y="23"/>
                  </a:cxn>
                  <a:cxn ang="0">
                    <a:pos x="4" y="25"/>
                  </a:cxn>
                  <a:cxn ang="0">
                    <a:pos x="6" y="25"/>
                  </a:cxn>
                  <a:cxn ang="0">
                    <a:pos x="9" y="25"/>
                  </a:cxn>
                  <a:cxn ang="0">
                    <a:pos x="60" y="14"/>
                  </a:cxn>
                  <a:cxn ang="0">
                    <a:pos x="60" y="14"/>
                  </a:cxn>
                  <a:cxn ang="0">
                    <a:pos x="62" y="12"/>
                  </a:cxn>
                  <a:cxn ang="0">
                    <a:pos x="64" y="9"/>
                  </a:cxn>
                  <a:cxn ang="0">
                    <a:pos x="64" y="7"/>
                  </a:cxn>
                  <a:cxn ang="0">
                    <a:pos x="64" y="5"/>
                  </a:cxn>
                  <a:cxn ang="0">
                    <a:pos x="64" y="3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57" y="0"/>
                  </a:cxn>
                  <a:cxn ang="0">
                    <a:pos x="57" y="0"/>
                  </a:cxn>
                  <a:cxn ang="0">
                    <a:pos x="6" y="12"/>
                  </a:cxn>
                </a:cxnLst>
                <a:pathLst>
                  <a:path w="64" h="25">
                    <a:moveTo>
                      <a:pt x="6" y="12"/>
                    </a:moveTo>
                    <a:lnTo>
                      <a:pt x="4" y="14"/>
                    </a:lnTo>
                    <a:lnTo>
                      <a:pt x="2" y="16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6" y="25"/>
                    </a:lnTo>
                    <a:lnTo>
                      <a:pt x="9" y="25"/>
                    </a:lnTo>
                    <a:lnTo>
                      <a:pt x="60" y="14"/>
                    </a:lnTo>
                    <a:lnTo>
                      <a:pt x="62" y="12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4" y="5"/>
                    </a:lnTo>
                    <a:lnTo>
                      <a:pt x="64" y="3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57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8" name="Freeform 33"/>
              <p:cNvSpPr/>
              <p:nvPr/>
            </p:nvSpPr>
            <p:spPr>
              <a:xfrm>
                <a:off x="3360" y="2665"/>
                <a:ext cx="62" cy="28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2" y="17"/>
                  </a:cxn>
                  <a:cxn ang="0">
                    <a:pos x="0" y="20"/>
                  </a:cxn>
                  <a:cxn ang="0">
                    <a:pos x="0" y="22"/>
                  </a:cxn>
                  <a:cxn ang="0">
                    <a:pos x="0" y="24"/>
                  </a:cxn>
                  <a:cxn ang="0">
                    <a:pos x="0" y="26"/>
                  </a:cxn>
                  <a:cxn ang="0">
                    <a:pos x="2" y="28"/>
                  </a:cxn>
                  <a:cxn ang="0">
                    <a:pos x="4" y="28"/>
                  </a:cxn>
                  <a:cxn ang="0">
                    <a:pos x="6" y="28"/>
                  </a:cxn>
                  <a:cxn ang="0">
                    <a:pos x="31" y="22"/>
                  </a:cxn>
                  <a:cxn ang="0">
                    <a:pos x="57" y="13"/>
                  </a:cxn>
                  <a:cxn ang="0">
                    <a:pos x="60" y="11"/>
                  </a:cxn>
                  <a:cxn ang="0">
                    <a:pos x="62" y="8"/>
                  </a:cxn>
                  <a:cxn ang="0">
                    <a:pos x="62" y="6"/>
                  </a:cxn>
                  <a:cxn ang="0">
                    <a:pos x="62" y="4"/>
                  </a:cxn>
                  <a:cxn ang="0">
                    <a:pos x="62" y="2"/>
                  </a:cxn>
                  <a:cxn ang="0">
                    <a:pos x="60" y="0"/>
                  </a:cxn>
                  <a:cxn ang="0">
                    <a:pos x="57" y="0"/>
                  </a:cxn>
                  <a:cxn ang="0">
                    <a:pos x="55" y="0"/>
                  </a:cxn>
                  <a:cxn ang="0">
                    <a:pos x="29" y="8"/>
                  </a:cxn>
                  <a:cxn ang="0">
                    <a:pos x="4" y="15"/>
                  </a:cxn>
                </a:cxnLst>
                <a:pathLst>
                  <a:path w="62" h="28">
                    <a:moveTo>
                      <a:pt x="4" y="15"/>
                    </a:moveTo>
                    <a:lnTo>
                      <a:pt x="2" y="17"/>
                    </a:lnTo>
                    <a:lnTo>
                      <a:pt x="0" y="20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0" y="26"/>
                    </a:lnTo>
                    <a:lnTo>
                      <a:pt x="2" y="28"/>
                    </a:lnTo>
                    <a:lnTo>
                      <a:pt x="4" y="28"/>
                    </a:lnTo>
                    <a:lnTo>
                      <a:pt x="6" y="28"/>
                    </a:lnTo>
                    <a:lnTo>
                      <a:pt x="31" y="22"/>
                    </a:lnTo>
                    <a:lnTo>
                      <a:pt x="57" y="13"/>
                    </a:lnTo>
                    <a:lnTo>
                      <a:pt x="60" y="11"/>
                    </a:lnTo>
                    <a:lnTo>
                      <a:pt x="62" y="8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2"/>
                    </a:lnTo>
                    <a:lnTo>
                      <a:pt x="60" y="0"/>
                    </a:lnTo>
                    <a:lnTo>
                      <a:pt x="57" y="0"/>
                    </a:lnTo>
                    <a:lnTo>
                      <a:pt x="55" y="0"/>
                    </a:lnTo>
                    <a:lnTo>
                      <a:pt x="29" y="8"/>
                    </a:lnTo>
                    <a:lnTo>
                      <a:pt x="4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9" name="Freeform 34"/>
              <p:cNvSpPr/>
              <p:nvPr/>
            </p:nvSpPr>
            <p:spPr>
              <a:xfrm>
                <a:off x="3446" y="2629"/>
                <a:ext cx="63" cy="33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5" y="22"/>
                  </a:cxn>
                  <a:cxn ang="0">
                    <a:pos x="3" y="24"/>
                  </a:cxn>
                  <a:cxn ang="0">
                    <a:pos x="0" y="27"/>
                  </a:cxn>
                  <a:cxn ang="0">
                    <a:pos x="0" y="29"/>
                  </a:cxn>
                  <a:cxn ang="0">
                    <a:pos x="3" y="31"/>
                  </a:cxn>
                  <a:cxn ang="0">
                    <a:pos x="5" y="33"/>
                  </a:cxn>
                  <a:cxn ang="0">
                    <a:pos x="7" y="33"/>
                  </a:cxn>
                  <a:cxn ang="0">
                    <a:pos x="9" y="33"/>
                  </a:cxn>
                  <a:cxn ang="0">
                    <a:pos x="51" y="15"/>
                  </a:cxn>
                  <a:cxn ang="0">
                    <a:pos x="54" y="13"/>
                  </a:cxn>
                  <a:cxn ang="0">
                    <a:pos x="60" y="11"/>
                  </a:cxn>
                  <a:cxn ang="0">
                    <a:pos x="63" y="9"/>
                  </a:cxn>
                  <a:cxn ang="0">
                    <a:pos x="63" y="7"/>
                  </a:cxn>
                  <a:cxn ang="0">
                    <a:pos x="63" y="4"/>
                  </a:cxn>
                  <a:cxn ang="0">
                    <a:pos x="63" y="2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56" y="0"/>
                  </a:cxn>
                  <a:cxn ang="0">
                    <a:pos x="54" y="0"/>
                  </a:cxn>
                  <a:cxn ang="0">
                    <a:pos x="47" y="2"/>
                  </a:cxn>
                  <a:cxn ang="0">
                    <a:pos x="51" y="9"/>
                  </a:cxn>
                  <a:cxn ang="0">
                    <a:pos x="49" y="2"/>
                  </a:cxn>
                  <a:cxn ang="0">
                    <a:pos x="7" y="20"/>
                  </a:cxn>
                </a:cxnLst>
                <a:pathLst>
                  <a:path w="63" h="33">
                    <a:moveTo>
                      <a:pt x="7" y="20"/>
                    </a:moveTo>
                    <a:lnTo>
                      <a:pt x="5" y="22"/>
                    </a:lnTo>
                    <a:lnTo>
                      <a:pt x="3" y="24"/>
                    </a:lnTo>
                    <a:lnTo>
                      <a:pt x="0" y="27"/>
                    </a:lnTo>
                    <a:lnTo>
                      <a:pt x="0" y="29"/>
                    </a:lnTo>
                    <a:lnTo>
                      <a:pt x="3" y="31"/>
                    </a:lnTo>
                    <a:lnTo>
                      <a:pt x="5" y="33"/>
                    </a:lnTo>
                    <a:lnTo>
                      <a:pt x="7" y="33"/>
                    </a:lnTo>
                    <a:lnTo>
                      <a:pt x="9" y="33"/>
                    </a:lnTo>
                    <a:lnTo>
                      <a:pt x="51" y="15"/>
                    </a:lnTo>
                    <a:lnTo>
                      <a:pt x="54" y="13"/>
                    </a:lnTo>
                    <a:lnTo>
                      <a:pt x="60" y="11"/>
                    </a:lnTo>
                    <a:lnTo>
                      <a:pt x="63" y="9"/>
                    </a:lnTo>
                    <a:lnTo>
                      <a:pt x="63" y="7"/>
                    </a:lnTo>
                    <a:lnTo>
                      <a:pt x="63" y="4"/>
                    </a:lnTo>
                    <a:lnTo>
                      <a:pt x="63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6" y="0"/>
                    </a:lnTo>
                    <a:lnTo>
                      <a:pt x="54" y="0"/>
                    </a:lnTo>
                    <a:lnTo>
                      <a:pt x="47" y="2"/>
                    </a:lnTo>
                    <a:lnTo>
                      <a:pt x="51" y="9"/>
                    </a:lnTo>
                    <a:lnTo>
                      <a:pt x="49" y="2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0" name="Freeform 35"/>
              <p:cNvSpPr/>
              <p:nvPr/>
            </p:nvSpPr>
            <p:spPr>
              <a:xfrm>
                <a:off x="3531" y="2580"/>
                <a:ext cx="58" cy="42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2" y="33"/>
                  </a:cxn>
                  <a:cxn ang="0">
                    <a:pos x="0" y="36"/>
                  </a:cxn>
                  <a:cxn ang="0">
                    <a:pos x="0" y="38"/>
                  </a:cxn>
                  <a:cxn ang="0">
                    <a:pos x="2" y="40"/>
                  </a:cxn>
                  <a:cxn ang="0">
                    <a:pos x="4" y="42"/>
                  </a:cxn>
                  <a:cxn ang="0">
                    <a:pos x="6" y="42"/>
                  </a:cxn>
                  <a:cxn ang="0">
                    <a:pos x="9" y="42"/>
                  </a:cxn>
                  <a:cxn ang="0">
                    <a:pos x="11" y="42"/>
                  </a:cxn>
                  <a:cxn ang="0">
                    <a:pos x="15" y="38"/>
                  </a:cxn>
                  <a:cxn ang="0">
                    <a:pos x="55" y="13"/>
                  </a:cxn>
                  <a:cxn ang="0">
                    <a:pos x="58" y="11"/>
                  </a:cxn>
                  <a:cxn ang="0">
                    <a:pos x="58" y="9"/>
                  </a:cxn>
                  <a:cxn ang="0">
                    <a:pos x="58" y="7"/>
                  </a:cxn>
                  <a:cxn ang="0">
                    <a:pos x="58" y="4"/>
                  </a:cxn>
                  <a:cxn ang="0">
                    <a:pos x="55" y="2"/>
                  </a:cxn>
                  <a:cxn ang="0">
                    <a:pos x="53" y="0"/>
                  </a:cxn>
                  <a:cxn ang="0">
                    <a:pos x="51" y="0"/>
                  </a:cxn>
                  <a:cxn ang="0">
                    <a:pos x="49" y="2"/>
                  </a:cxn>
                  <a:cxn ang="0">
                    <a:pos x="9" y="27"/>
                  </a:cxn>
                  <a:cxn ang="0">
                    <a:pos x="4" y="31"/>
                  </a:cxn>
                </a:cxnLst>
                <a:pathLst>
                  <a:path w="58" h="42">
                    <a:moveTo>
                      <a:pt x="4" y="31"/>
                    </a:moveTo>
                    <a:lnTo>
                      <a:pt x="2" y="33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2" y="40"/>
                    </a:lnTo>
                    <a:lnTo>
                      <a:pt x="4" y="42"/>
                    </a:lnTo>
                    <a:lnTo>
                      <a:pt x="6" y="42"/>
                    </a:lnTo>
                    <a:lnTo>
                      <a:pt x="9" y="42"/>
                    </a:lnTo>
                    <a:lnTo>
                      <a:pt x="11" y="42"/>
                    </a:lnTo>
                    <a:lnTo>
                      <a:pt x="15" y="38"/>
                    </a:lnTo>
                    <a:lnTo>
                      <a:pt x="55" y="13"/>
                    </a:lnTo>
                    <a:lnTo>
                      <a:pt x="58" y="11"/>
                    </a:lnTo>
                    <a:lnTo>
                      <a:pt x="58" y="9"/>
                    </a:lnTo>
                    <a:lnTo>
                      <a:pt x="58" y="7"/>
                    </a:lnTo>
                    <a:lnTo>
                      <a:pt x="58" y="4"/>
                    </a:lnTo>
                    <a:lnTo>
                      <a:pt x="55" y="2"/>
                    </a:lnTo>
                    <a:lnTo>
                      <a:pt x="53" y="0"/>
                    </a:lnTo>
                    <a:lnTo>
                      <a:pt x="51" y="0"/>
                    </a:lnTo>
                    <a:lnTo>
                      <a:pt x="49" y="2"/>
                    </a:lnTo>
                    <a:lnTo>
                      <a:pt x="9" y="27"/>
                    </a:ln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1" name="Freeform 36"/>
              <p:cNvSpPr/>
              <p:nvPr/>
            </p:nvSpPr>
            <p:spPr>
              <a:xfrm>
                <a:off x="3606" y="2516"/>
                <a:ext cx="49" cy="53"/>
              </a:xfrm>
              <a:custGeom>
                <a:avLst/>
                <a:gdLst/>
                <a:ahLst/>
                <a:cxnLst>
                  <a:cxn ang="0">
                    <a:pos x="5" y="40"/>
                  </a:cxn>
                  <a:cxn ang="0">
                    <a:pos x="3" y="42"/>
                  </a:cxn>
                  <a:cxn ang="0">
                    <a:pos x="0" y="44"/>
                  </a:cxn>
                  <a:cxn ang="0">
                    <a:pos x="0" y="46"/>
                  </a:cxn>
                  <a:cxn ang="0">
                    <a:pos x="3" y="48"/>
                  </a:cxn>
                  <a:cxn ang="0">
                    <a:pos x="5" y="51"/>
                  </a:cxn>
                  <a:cxn ang="0">
                    <a:pos x="7" y="53"/>
                  </a:cxn>
                  <a:cxn ang="0">
                    <a:pos x="9" y="53"/>
                  </a:cxn>
                  <a:cxn ang="0">
                    <a:pos x="11" y="51"/>
                  </a:cxn>
                  <a:cxn ang="0">
                    <a:pos x="14" y="48"/>
                  </a:cxn>
                  <a:cxn ang="0">
                    <a:pos x="16" y="46"/>
                  </a:cxn>
                  <a:cxn ang="0">
                    <a:pos x="42" y="17"/>
                  </a:cxn>
                  <a:cxn ang="0">
                    <a:pos x="47" y="8"/>
                  </a:cxn>
                  <a:cxn ang="0">
                    <a:pos x="49" y="6"/>
                  </a:cxn>
                  <a:cxn ang="0">
                    <a:pos x="49" y="4"/>
                  </a:cxn>
                  <a:cxn ang="0">
                    <a:pos x="47" y="2"/>
                  </a:cxn>
                  <a:cxn ang="0">
                    <a:pos x="45" y="0"/>
                  </a:cxn>
                  <a:cxn ang="0">
                    <a:pos x="42" y="0"/>
                  </a:cxn>
                  <a:cxn ang="0">
                    <a:pos x="40" y="0"/>
                  </a:cxn>
                  <a:cxn ang="0">
                    <a:pos x="38" y="0"/>
                  </a:cxn>
                  <a:cxn ang="0">
                    <a:pos x="36" y="2"/>
                  </a:cxn>
                  <a:cxn ang="0">
                    <a:pos x="31" y="11"/>
                  </a:cxn>
                  <a:cxn ang="0">
                    <a:pos x="5" y="40"/>
                  </a:cxn>
                  <a:cxn ang="0">
                    <a:pos x="11" y="42"/>
                  </a:cxn>
                  <a:cxn ang="0">
                    <a:pos x="7" y="37"/>
                  </a:cxn>
                  <a:cxn ang="0">
                    <a:pos x="5" y="40"/>
                  </a:cxn>
                </a:cxnLst>
                <a:pathLst>
                  <a:path w="49" h="53">
                    <a:moveTo>
                      <a:pt x="5" y="40"/>
                    </a:moveTo>
                    <a:lnTo>
                      <a:pt x="3" y="42"/>
                    </a:lnTo>
                    <a:lnTo>
                      <a:pt x="0" y="44"/>
                    </a:lnTo>
                    <a:lnTo>
                      <a:pt x="0" y="46"/>
                    </a:lnTo>
                    <a:lnTo>
                      <a:pt x="3" y="48"/>
                    </a:lnTo>
                    <a:lnTo>
                      <a:pt x="5" y="51"/>
                    </a:lnTo>
                    <a:lnTo>
                      <a:pt x="7" y="53"/>
                    </a:lnTo>
                    <a:lnTo>
                      <a:pt x="9" y="53"/>
                    </a:lnTo>
                    <a:lnTo>
                      <a:pt x="11" y="51"/>
                    </a:lnTo>
                    <a:lnTo>
                      <a:pt x="14" y="48"/>
                    </a:lnTo>
                    <a:lnTo>
                      <a:pt x="16" y="46"/>
                    </a:lnTo>
                    <a:lnTo>
                      <a:pt x="42" y="17"/>
                    </a:lnTo>
                    <a:lnTo>
                      <a:pt x="47" y="8"/>
                    </a:lnTo>
                    <a:lnTo>
                      <a:pt x="49" y="6"/>
                    </a:lnTo>
                    <a:lnTo>
                      <a:pt x="49" y="4"/>
                    </a:lnTo>
                    <a:lnTo>
                      <a:pt x="47" y="2"/>
                    </a:lnTo>
                    <a:lnTo>
                      <a:pt x="45" y="0"/>
                    </a:lnTo>
                    <a:lnTo>
                      <a:pt x="42" y="0"/>
                    </a:lnTo>
                    <a:lnTo>
                      <a:pt x="40" y="0"/>
                    </a:lnTo>
                    <a:lnTo>
                      <a:pt x="38" y="0"/>
                    </a:lnTo>
                    <a:lnTo>
                      <a:pt x="36" y="2"/>
                    </a:lnTo>
                    <a:lnTo>
                      <a:pt x="31" y="11"/>
                    </a:lnTo>
                    <a:lnTo>
                      <a:pt x="5" y="40"/>
                    </a:lnTo>
                    <a:lnTo>
                      <a:pt x="11" y="42"/>
                    </a:lnTo>
                    <a:lnTo>
                      <a:pt x="7" y="37"/>
                    </a:lnTo>
                    <a:lnTo>
                      <a:pt x="5" y="4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2" name="Freeform 37"/>
              <p:cNvSpPr/>
              <p:nvPr/>
            </p:nvSpPr>
            <p:spPr>
              <a:xfrm>
                <a:off x="3662" y="2429"/>
                <a:ext cx="24" cy="64"/>
              </a:xfrm>
              <a:custGeom>
                <a:avLst/>
                <a:gdLst/>
                <a:ahLst/>
                <a:cxnLst>
                  <a:cxn ang="0">
                    <a:pos x="0" y="58"/>
                  </a:cxn>
                  <a:cxn ang="0">
                    <a:pos x="0" y="60"/>
                  </a:cxn>
                  <a:cxn ang="0">
                    <a:pos x="0" y="62"/>
                  </a:cxn>
                  <a:cxn ang="0">
                    <a:pos x="2" y="64"/>
                  </a:cxn>
                  <a:cxn ang="0">
                    <a:pos x="4" y="64"/>
                  </a:cxn>
                  <a:cxn ang="0">
                    <a:pos x="6" y="64"/>
                  </a:cxn>
                  <a:cxn ang="0">
                    <a:pos x="9" y="64"/>
                  </a:cxn>
                  <a:cxn ang="0">
                    <a:pos x="11" y="62"/>
                  </a:cxn>
                  <a:cxn ang="0">
                    <a:pos x="13" y="60"/>
                  </a:cxn>
                  <a:cxn ang="0">
                    <a:pos x="20" y="38"/>
                  </a:cxn>
                  <a:cxn ang="0">
                    <a:pos x="20" y="35"/>
                  </a:cxn>
                  <a:cxn ang="0">
                    <a:pos x="24" y="4"/>
                  </a:cxn>
                  <a:cxn ang="0">
                    <a:pos x="22" y="2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5" y="0"/>
                  </a:cxn>
                  <a:cxn ang="0">
                    <a:pos x="13" y="0"/>
                  </a:cxn>
                  <a:cxn ang="0">
                    <a:pos x="11" y="2"/>
                  </a:cxn>
                  <a:cxn ang="0">
                    <a:pos x="11" y="4"/>
                  </a:cxn>
                  <a:cxn ang="0">
                    <a:pos x="11" y="7"/>
                  </a:cxn>
                  <a:cxn ang="0">
                    <a:pos x="6" y="38"/>
                  </a:cxn>
                  <a:cxn ang="0">
                    <a:pos x="13" y="38"/>
                  </a:cxn>
                  <a:cxn ang="0">
                    <a:pos x="6" y="35"/>
                  </a:cxn>
                  <a:cxn ang="0">
                    <a:pos x="0" y="58"/>
                  </a:cxn>
                </a:cxnLst>
                <a:pathLst>
                  <a:path w="24" h="64">
                    <a:moveTo>
                      <a:pt x="0" y="58"/>
                    </a:moveTo>
                    <a:lnTo>
                      <a:pt x="0" y="60"/>
                    </a:lnTo>
                    <a:lnTo>
                      <a:pt x="0" y="62"/>
                    </a:lnTo>
                    <a:lnTo>
                      <a:pt x="2" y="64"/>
                    </a:lnTo>
                    <a:lnTo>
                      <a:pt x="4" y="64"/>
                    </a:lnTo>
                    <a:lnTo>
                      <a:pt x="6" y="64"/>
                    </a:lnTo>
                    <a:lnTo>
                      <a:pt x="9" y="64"/>
                    </a:lnTo>
                    <a:lnTo>
                      <a:pt x="11" y="62"/>
                    </a:lnTo>
                    <a:lnTo>
                      <a:pt x="13" y="60"/>
                    </a:lnTo>
                    <a:lnTo>
                      <a:pt x="20" y="38"/>
                    </a:lnTo>
                    <a:lnTo>
                      <a:pt x="20" y="35"/>
                    </a:lnTo>
                    <a:lnTo>
                      <a:pt x="24" y="4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1" y="2"/>
                    </a:lnTo>
                    <a:lnTo>
                      <a:pt x="11" y="4"/>
                    </a:lnTo>
                    <a:lnTo>
                      <a:pt x="11" y="7"/>
                    </a:lnTo>
                    <a:lnTo>
                      <a:pt x="6" y="38"/>
                    </a:lnTo>
                    <a:lnTo>
                      <a:pt x="13" y="38"/>
                    </a:lnTo>
                    <a:lnTo>
                      <a:pt x="6" y="35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3" name="Freeform 38"/>
              <p:cNvSpPr/>
              <p:nvPr/>
            </p:nvSpPr>
            <p:spPr>
              <a:xfrm>
                <a:off x="3644" y="2342"/>
                <a:ext cx="36" cy="60"/>
              </a:xfrm>
              <a:custGeom>
                <a:avLst/>
                <a:gdLst/>
                <a:ahLst/>
                <a:cxnLst>
                  <a:cxn ang="0">
                    <a:pos x="22" y="56"/>
                  </a:cxn>
                  <a:cxn ang="0">
                    <a:pos x="24" y="58"/>
                  </a:cxn>
                  <a:cxn ang="0">
                    <a:pos x="27" y="60"/>
                  </a:cxn>
                  <a:cxn ang="0">
                    <a:pos x="29" y="60"/>
                  </a:cxn>
                  <a:cxn ang="0">
                    <a:pos x="31" y="60"/>
                  </a:cxn>
                  <a:cxn ang="0">
                    <a:pos x="33" y="60"/>
                  </a:cxn>
                  <a:cxn ang="0">
                    <a:pos x="36" y="58"/>
                  </a:cxn>
                  <a:cxn ang="0">
                    <a:pos x="36" y="56"/>
                  </a:cxn>
                  <a:cxn ang="0">
                    <a:pos x="36" y="54"/>
                  </a:cxn>
                  <a:cxn ang="0">
                    <a:pos x="27" y="25"/>
                  </a:cxn>
                  <a:cxn ang="0">
                    <a:pos x="24" y="22"/>
                  </a:cxn>
                  <a:cxn ang="0">
                    <a:pos x="11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13" y="29"/>
                  </a:cxn>
                  <a:cxn ang="0">
                    <a:pos x="20" y="27"/>
                  </a:cxn>
                  <a:cxn ang="0">
                    <a:pos x="13" y="27"/>
                  </a:cxn>
                  <a:cxn ang="0">
                    <a:pos x="22" y="56"/>
                  </a:cxn>
                </a:cxnLst>
                <a:pathLst>
                  <a:path w="36" h="60">
                    <a:moveTo>
                      <a:pt x="22" y="56"/>
                    </a:moveTo>
                    <a:lnTo>
                      <a:pt x="24" y="58"/>
                    </a:lnTo>
                    <a:lnTo>
                      <a:pt x="27" y="60"/>
                    </a:lnTo>
                    <a:lnTo>
                      <a:pt x="29" y="60"/>
                    </a:lnTo>
                    <a:lnTo>
                      <a:pt x="31" y="60"/>
                    </a:lnTo>
                    <a:lnTo>
                      <a:pt x="33" y="60"/>
                    </a:lnTo>
                    <a:lnTo>
                      <a:pt x="36" y="58"/>
                    </a:lnTo>
                    <a:lnTo>
                      <a:pt x="36" y="56"/>
                    </a:lnTo>
                    <a:lnTo>
                      <a:pt x="36" y="54"/>
                    </a:lnTo>
                    <a:lnTo>
                      <a:pt x="27" y="25"/>
                    </a:lnTo>
                    <a:lnTo>
                      <a:pt x="24" y="22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13" y="29"/>
                    </a:lnTo>
                    <a:lnTo>
                      <a:pt x="20" y="27"/>
                    </a:lnTo>
                    <a:lnTo>
                      <a:pt x="13" y="27"/>
                    </a:lnTo>
                    <a:lnTo>
                      <a:pt x="22" y="5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4" name="Freeform 39"/>
              <p:cNvSpPr/>
              <p:nvPr/>
            </p:nvSpPr>
            <p:spPr>
              <a:xfrm>
                <a:off x="3577" y="2275"/>
                <a:ext cx="54" cy="49"/>
              </a:xfrm>
              <a:custGeom>
                <a:avLst/>
                <a:gdLst/>
                <a:ahLst/>
                <a:cxnLst>
                  <a:cxn ang="0">
                    <a:pos x="43" y="45"/>
                  </a:cxn>
                  <a:cxn ang="0">
                    <a:pos x="45" y="47"/>
                  </a:cxn>
                  <a:cxn ang="0">
                    <a:pos x="47" y="49"/>
                  </a:cxn>
                  <a:cxn ang="0">
                    <a:pos x="49" y="49"/>
                  </a:cxn>
                  <a:cxn ang="0">
                    <a:pos x="52" y="47"/>
                  </a:cxn>
                  <a:cxn ang="0">
                    <a:pos x="54" y="45"/>
                  </a:cxn>
                  <a:cxn ang="0">
                    <a:pos x="54" y="43"/>
                  </a:cxn>
                  <a:cxn ang="0">
                    <a:pos x="54" y="40"/>
                  </a:cxn>
                  <a:cxn ang="0">
                    <a:pos x="54" y="38"/>
                  </a:cxn>
                  <a:cxn ang="0">
                    <a:pos x="45" y="29"/>
                  </a:cxn>
                  <a:cxn ang="0">
                    <a:pos x="43" y="27"/>
                  </a:cxn>
                  <a:cxn ang="0">
                    <a:pos x="12" y="0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3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3" y="9"/>
                  </a:cxn>
                  <a:cxn ang="0">
                    <a:pos x="5" y="12"/>
                  </a:cxn>
                  <a:cxn ang="0">
                    <a:pos x="36" y="38"/>
                  </a:cxn>
                  <a:cxn ang="0">
                    <a:pos x="40" y="34"/>
                  </a:cxn>
                  <a:cxn ang="0">
                    <a:pos x="34" y="36"/>
                  </a:cxn>
                  <a:cxn ang="0">
                    <a:pos x="43" y="45"/>
                  </a:cxn>
                </a:cxnLst>
                <a:pathLst>
                  <a:path w="54" h="49">
                    <a:moveTo>
                      <a:pt x="43" y="45"/>
                    </a:moveTo>
                    <a:lnTo>
                      <a:pt x="45" y="47"/>
                    </a:lnTo>
                    <a:lnTo>
                      <a:pt x="47" y="49"/>
                    </a:lnTo>
                    <a:lnTo>
                      <a:pt x="49" y="49"/>
                    </a:lnTo>
                    <a:lnTo>
                      <a:pt x="52" y="47"/>
                    </a:lnTo>
                    <a:lnTo>
                      <a:pt x="54" y="45"/>
                    </a:lnTo>
                    <a:lnTo>
                      <a:pt x="54" y="43"/>
                    </a:lnTo>
                    <a:lnTo>
                      <a:pt x="54" y="40"/>
                    </a:lnTo>
                    <a:lnTo>
                      <a:pt x="54" y="38"/>
                    </a:lnTo>
                    <a:lnTo>
                      <a:pt x="45" y="29"/>
                    </a:lnTo>
                    <a:lnTo>
                      <a:pt x="43" y="2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3" y="9"/>
                    </a:lnTo>
                    <a:lnTo>
                      <a:pt x="5" y="12"/>
                    </a:lnTo>
                    <a:lnTo>
                      <a:pt x="36" y="38"/>
                    </a:lnTo>
                    <a:lnTo>
                      <a:pt x="40" y="34"/>
                    </a:lnTo>
                    <a:lnTo>
                      <a:pt x="34" y="36"/>
                    </a:lnTo>
                    <a:lnTo>
                      <a:pt x="43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5" name="Freeform 40"/>
              <p:cNvSpPr/>
              <p:nvPr/>
            </p:nvSpPr>
            <p:spPr>
              <a:xfrm>
                <a:off x="3500" y="2227"/>
                <a:ext cx="60" cy="40"/>
              </a:xfrm>
              <a:custGeom>
                <a:avLst/>
                <a:gdLst/>
                <a:ahLst/>
                <a:cxnLst>
                  <a:cxn ang="0">
                    <a:pos x="49" y="37"/>
                  </a:cxn>
                  <a:cxn ang="0">
                    <a:pos x="51" y="40"/>
                  </a:cxn>
                  <a:cxn ang="0">
                    <a:pos x="53" y="40"/>
                  </a:cxn>
                  <a:cxn ang="0">
                    <a:pos x="55" y="37"/>
                  </a:cxn>
                  <a:cxn ang="0">
                    <a:pos x="57" y="35"/>
                  </a:cxn>
                  <a:cxn ang="0">
                    <a:pos x="60" y="33"/>
                  </a:cxn>
                  <a:cxn ang="0">
                    <a:pos x="60" y="31"/>
                  </a:cxn>
                  <a:cxn ang="0">
                    <a:pos x="57" y="28"/>
                  </a:cxn>
                  <a:cxn ang="0">
                    <a:pos x="55" y="26"/>
                  </a:cxn>
                  <a:cxn ang="0">
                    <a:pos x="46" y="22"/>
                  </a:cxn>
                  <a:cxn ang="0">
                    <a:pos x="9" y="2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11"/>
                  </a:cxn>
                  <a:cxn ang="0">
                    <a:pos x="2" y="13"/>
                  </a:cxn>
                  <a:cxn ang="0">
                    <a:pos x="40" y="33"/>
                  </a:cxn>
                  <a:cxn ang="0">
                    <a:pos x="49" y="37"/>
                  </a:cxn>
                </a:cxnLst>
                <a:pathLst>
                  <a:path w="60" h="40">
                    <a:moveTo>
                      <a:pt x="49" y="37"/>
                    </a:moveTo>
                    <a:lnTo>
                      <a:pt x="51" y="40"/>
                    </a:lnTo>
                    <a:lnTo>
                      <a:pt x="53" y="40"/>
                    </a:lnTo>
                    <a:lnTo>
                      <a:pt x="55" y="37"/>
                    </a:lnTo>
                    <a:lnTo>
                      <a:pt x="57" y="35"/>
                    </a:lnTo>
                    <a:lnTo>
                      <a:pt x="60" y="33"/>
                    </a:lnTo>
                    <a:lnTo>
                      <a:pt x="60" y="31"/>
                    </a:lnTo>
                    <a:lnTo>
                      <a:pt x="57" y="28"/>
                    </a:lnTo>
                    <a:lnTo>
                      <a:pt x="55" y="26"/>
                    </a:lnTo>
                    <a:lnTo>
                      <a:pt x="46" y="22"/>
                    </a:lnTo>
                    <a:lnTo>
                      <a:pt x="9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2" y="13"/>
                    </a:lnTo>
                    <a:lnTo>
                      <a:pt x="40" y="33"/>
                    </a:lnTo>
                    <a:lnTo>
                      <a:pt x="4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6" name="Freeform 41"/>
              <p:cNvSpPr/>
              <p:nvPr/>
            </p:nvSpPr>
            <p:spPr>
              <a:xfrm>
                <a:off x="3413" y="2191"/>
                <a:ext cx="62" cy="33"/>
              </a:xfrm>
              <a:custGeom>
                <a:avLst/>
                <a:gdLst/>
                <a:ahLst/>
                <a:cxnLst>
                  <a:cxn ang="0">
                    <a:pos x="56" y="33"/>
                  </a:cxn>
                  <a:cxn ang="0">
                    <a:pos x="58" y="33"/>
                  </a:cxn>
                  <a:cxn ang="0">
                    <a:pos x="60" y="31"/>
                  </a:cxn>
                  <a:cxn ang="0">
                    <a:pos x="62" y="29"/>
                  </a:cxn>
                  <a:cxn ang="0">
                    <a:pos x="62" y="27"/>
                  </a:cxn>
                  <a:cxn ang="0">
                    <a:pos x="62" y="24"/>
                  </a:cxn>
                  <a:cxn ang="0">
                    <a:pos x="62" y="22"/>
                  </a:cxn>
                  <a:cxn ang="0">
                    <a:pos x="60" y="20"/>
                  </a:cxn>
                  <a:cxn ang="0">
                    <a:pos x="58" y="20"/>
                  </a:cxn>
                  <a:cxn ang="0">
                    <a:pos x="33" y="9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31" y="22"/>
                  </a:cxn>
                  <a:cxn ang="0">
                    <a:pos x="56" y="33"/>
                  </a:cxn>
                </a:cxnLst>
                <a:pathLst>
                  <a:path w="62" h="33">
                    <a:moveTo>
                      <a:pt x="56" y="33"/>
                    </a:moveTo>
                    <a:lnTo>
                      <a:pt x="58" y="33"/>
                    </a:lnTo>
                    <a:lnTo>
                      <a:pt x="60" y="31"/>
                    </a:lnTo>
                    <a:lnTo>
                      <a:pt x="62" y="29"/>
                    </a:lnTo>
                    <a:lnTo>
                      <a:pt x="62" y="27"/>
                    </a:lnTo>
                    <a:lnTo>
                      <a:pt x="62" y="24"/>
                    </a:lnTo>
                    <a:lnTo>
                      <a:pt x="62" y="22"/>
                    </a:lnTo>
                    <a:lnTo>
                      <a:pt x="60" y="20"/>
                    </a:lnTo>
                    <a:lnTo>
                      <a:pt x="58" y="20"/>
                    </a:lnTo>
                    <a:lnTo>
                      <a:pt x="33" y="9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31" y="22"/>
                    </a:lnTo>
                    <a:lnTo>
                      <a:pt x="56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7" name="Freeform 42"/>
              <p:cNvSpPr/>
              <p:nvPr/>
            </p:nvSpPr>
            <p:spPr>
              <a:xfrm>
                <a:off x="3324" y="2162"/>
                <a:ext cx="65" cy="29"/>
              </a:xfrm>
              <a:custGeom>
                <a:avLst/>
                <a:gdLst/>
                <a:ahLst/>
                <a:cxnLst>
                  <a:cxn ang="0">
                    <a:pos x="58" y="29"/>
                  </a:cxn>
                  <a:cxn ang="0">
                    <a:pos x="60" y="29"/>
                  </a:cxn>
                  <a:cxn ang="0">
                    <a:pos x="62" y="27"/>
                  </a:cxn>
                  <a:cxn ang="0">
                    <a:pos x="65" y="25"/>
                  </a:cxn>
                  <a:cxn ang="0">
                    <a:pos x="65" y="22"/>
                  </a:cxn>
                  <a:cxn ang="0">
                    <a:pos x="65" y="20"/>
                  </a:cxn>
                  <a:cxn ang="0">
                    <a:pos x="65" y="18"/>
                  </a:cxn>
                  <a:cxn ang="0">
                    <a:pos x="62" y="16"/>
                  </a:cxn>
                  <a:cxn ang="0">
                    <a:pos x="60" y="16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2" y="9"/>
                  </a:cxn>
                  <a:cxn ang="0">
                    <a:pos x="5" y="11"/>
                  </a:cxn>
                  <a:cxn ang="0">
                    <a:pos x="7" y="13"/>
                  </a:cxn>
                  <a:cxn ang="0">
                    <a:pos x="58" y="29"/>
                  </a:cxn>
                </a:cxnLst>
                <a:pathLst>
                  <a:path w="65" h="29">
                    <a:moveTo>
                      <a:pt x="58" y="29"/>
                    </a:moveTo>
                    <a:lnTo>
                      <a:pt x="60" y="29"/>
                    </a:lnTo>
                    <a:lnTo>
                      <a:pt x="62" y="27"/>
                    </a:lnTo>
                    <a:lnTo>
                      <a:pt x="65" y="25"/>
                    </a:lnTo>
                    <a:lnTo>
                      <a:pt x="65" y="22"/>
                    </a:lnTo>
                    <a:lnTo>
                      <a:pt x="65" y="20"/>
                    </a:lnTo>
                    <a:lnTo>
                      <a:pt x="65" y="18"/>
                    </a:lnTo>
                    <a:lnTo>
                      <a:pt x="62" y="16"/>
                    </a:lnTo>
                    <a:lnTo>
                      <a:pt x="60" y="16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11"/>
                    </a:lnTo>
                    <a:lnTo>
                      <a:pt x="7" y="13"/>
                    </a:lnTo>
                    <a:lnTo>
                      <a:pt x="58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8" name="Freeform 43"/>
              <p:cNvSpPr/>
              <p:nvPr/>
            </p:nvSpPr>
            <p:spPr>
              <a:xfrm>
                <a:off x="3233" y="2140"/>
                <a:ext cx="67" cy="27"/>
              </a:xfrm>
              <a:custGeom>
                <a:avLst/>
                <a:gdLst/>
                <a:ahLst/>
                <a:cxnLst>
                  <a:cxn ang="0">
                    <a:pos x="58" y="27"/>
                  </a:cxn>
                  <a:cxn ang="0">
                    <a:pos x="60" y="27"/>
                  </a:cxn>
                  <a:cxn ang="0">
                    <a:pos x="62" y="24"/>
                  </a:cxn>
                  <a:cxn ang="0">
                    <a:pos x="65" y="22"/>
                  </a:cxn>
                  <a:cxn ang="0">
                    <a:pos x="67" y="20"/>
                  </a:cxn>
                  <a:cxn ang="0">
                    <a:pos x="67" y="18"/>
                  </a:cxn>
                  <a:cxn ang="0">
                    <a:pos x="65" y="15"/>
                  </a:cxn>
                  <a:cxn ang="0">
                    <a:pos x="62" y="13"/>
                  </a:cxn>
                  <a:cxn ang="0">
                    <a:pos x="60" y="13"/>
                  </a:cxn>
                  <a:cxn ang="0">
                    <a:pos x="29" y="4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2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  <a:cxn ang="0">
                    <a:pos x="27" y="18"/>
                  </a:cxn>
                  <a:cxn ang="0">
                    <a:pos x="58" y="27"/>
                  </a:cxn>
                </a:cxnLst>
                <a:pathLst>
                  <a:path w="67" h="27">
                    <a:moveTo>
                      <a:pt x="58" y="27"/>
                    </a:moveTo>
                    <a:lnTo>
                      <a:pt x="60" y="27"/>
                    </a:lnTo>
                    <a:lnTo>
                      <a:pt x="62" y="24"/>
                    </a:lnTo>
                    <a:lnTo>
                      <a:pt x="65" y="22"/>
                    </a:lnTo>
                    <a:lnTo>
                      <a:pt x="67" y="20"/>
                    </a:lnTo>
                    <a:lnTo>
                      <a:pt x="67" y="18"/>
                    </a:lnTo>
                    <a:lnTo>
                      <a:pt x="65" y="15"/>
                    </a:lnTo>
                    <a:lnTo>
                      <a:pt x="62" y="13"/>
                    </a:lnTo>
                    <a:lnTo>
                      <a:pt x="60" y="13"/>
                    </a:lnTo>
                    <a:lnTo>
                      <a:pt x="29" y="4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lnTo>
                      <a:pt x="27" y="18"/>
                    </a:lnTo>
                    <a:lnTo>
                      <a:pt x="58" y="2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9" name="Freeform 44"/>
              <p:cNvSpPr/>
              <p:nvPr/>
            </p:nvSpPr>
            <p:spPr>
              <a:xfrm>
                <a:off x="3142" y="2124"/>
                <a:ext cx="64" cy="23"/>
              </a:xfrm>
              <a:custGeom>
                <a:avLst/>
                <a:gdLst/>
                <a:ahLst/>
                <a:cxnLst>
                  <a:cxn ang="0">
                    <a:pos x="58" y="23"/>
                  </a:cxn>
                  <a:cxn ang="0">
                    <a:pos x="60" y="23"/>
                  </a:cxn>
                  <a:cxn ang="0">
                    <a:pos x="62" y="23"/>
                  </a:cxn>
                  <a:cxn ang="0">
                    <a:pos x="64" y="20"/>
                  </a:cxn>
                  <a:cxn ang="0">
                    <a:pos x="64" y="18"/>
                  </a:cxn>
                  <a:cxn ang="0">
                    <a:pos x="64" y="16"/>
                  </a:cxn>
                  <a:cxn ang="0">
                    <a:pos x="64" y="14"/>
                  </a:cxn>
                  <a:cxn ang="0">
                    <a:pos x="62" y="11"/>
                  </a:cxn>
                  <a:cxn ang="0">
                    <a:pos x="60" y="9"/>
                  </a:cxn>
                  <a:cxn ang="0">
                    <a:pos x="51" y="7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2" y="14"/>
                  </a:cxn>
                  <a:cxn ang="0">
                    <a:pos x="5" y="14"/>
                  </a:cxn>
                  <a:cxn ang="0">
                    <a:pos x="49" y="20"/>
                  </a:cxn>
                  <a:cxn ang="0">
                    <a:pos x="58" y="23"/>
                  </a:cxn>
                </a:cxnLst>
                <a:pathLst>
                  <a:path w="64" h="23">
                    <a:moveTo>
                      <a:pt x="58" y="23"/>
                    </a:moveTo>
                    <a:lnTo>
                      <a:pt x="60" y="23"/>
                    </a:lnTo>
                    <a:lnTo>
                      <a:pt x="62" y="23"/>
                    </a:lnTo>
                    <a:lnTo>
                      <a:pt x="64" y="20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4"/>
                    </a:lnTo>
                    <a:lnTo>
                      <a:pt x="62" y="11"/>
                    </a:lnTo>
                    <a:lnTo>
                      <a:pt x="60" y="9"/>
                    </a:lnTo>
                    <a:lnTo>
                      <a:pt x="51" y="7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2" y="14"/>
                    </a:lnTo>
                    <a:lnTo>
                      <a:pt x="5" y="14"/>
                    </a:lnTo>
                    <a:lnTo>
                      <a:pt x="49" y="20"/>
                    </a:lnTo>
                    <a:lnTo>
                      <a:pt x="58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0" name="Freeform 45"/>
              <p:cNvSpPr/>
              <p:nvPr/>
            </p:nvSpPr>
            <p:spPr>
              <a:xfrm>
                <a:off x="3049" y="2115"/>
                <a:ext cx="66" cy="18"/>
              </a:xfrm>
              <a:custGeom>
                <a:avLst/>
                <a:gdLst/>
                <a:ahLst/>
                <a:cxnLst>
                  <a:cxn ang="0">
                    <a:pos x="58" y="18"/>
                  </a:cxn>
                  <a:cxn ang="0">
                    <a:pos x="60" y="18"/>
                  </a:cxn>
                  <a:cxn ang="0">
                    <a:pos x="62" y="18"/>
                  </a:cxn>
                  <a:cxn ang="0">
                    <a:pos x="64" y="16"/>
                  </a:cxn>
                  <a:cxn ang="0">
                    <a:pos x="66" y="14"/>
                  </a:cxn>
                  <a:cxn ang="0">
                    <a:pos x="66" y="12"/>
                  </a:cxn>
                  <a:cxn ang="0">
                    <a:pos x="64" y="9"/>
                  </a:cxn>
                  <a:cxn ang="0">
                    <a:pos x="62" y="7"/>
                  </a:cxn>
                  <a:cxn ang="0">
                    <a:pos x="60" y="5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2" y="9"/>
                  </a:cxn>
                  <a:cxn ang="0">
                    <a:pos x="4" y="12"/>
                  </a:cxn>
                  <a:cxn ang="0">
                    <a:pos x="6" y="14"/>
                  </a:cxn>
                  <a:cxn ang="0">
                    <a:pos x="58" y="18"/>
                  </a:cxn>
                </a:cxnLst>
                <a:pathLst>
                  <a:path w="66" h="18">
                    <a:moveTo>
                      <a:pt x="58" y="18"/>
                    </a:moveTo>
                    <a:lnTo>
                      <a:pt x="60" y="18"/>
                    </a:lnTo>
                    <a:lnTo>
                      <a:pt x="62" y="18"/>
                    </a:lnTo>
                    <a:lnTo>
                      <a:pt x="64" y="16"/>
                    </a:lnTo>
                    <a:lnTo>
                      <a:pt x="66" y="14"/>
                    </a:lnTo>
                    <a:lnTo>
                      <a:pt x="66" y="12"/>
                    </a:lnTo>
                    <a:lnTo>
                      <a:pt x="64" y="9"/>
                    </a:lnTo>
                    <a:lnTo>
                      <a:pt x="62" y="7"/>
                    </a:lnTo>
                    <a:lnTo>
                      <a:pt x="60" y="5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4" y="12"/>
                    </a:lnTo>
                    <a:lnTo>
                      <a:pt x="6" y="14"/>
                    </a:lnTo>
                    <a:lnTo>
                      <a:pt x="58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1" name="Freeform 46"/>
              <p:cNvSpPr/>
              <p:nvPr/>
            </p:nvSpPr>
            <p:spPr>
              <a:xfrm>
                <a:off x="2956" y="2109"/>
                <a:ext cx="66" cy="15"/>
              </a:xfrm>
              <a:custGeom>
                <a:avLst/>
                <a:gdLst/>
                <a:ahLst/>
                <a:cxnLst>
                  <a:cxn ang="0">
                    <a:pos x="59" y="15"/>
                  </a:cxn>
                  <a:cxn ang="0">
                    <a:pos x="62" y="15"/>
                  </a:cxn>
                  <a:cxn ang="0">
                    <a:pos x="64" y="15"/>
                  </a:cxn>
                  <a:cxn ang="0">
                    <a:pos x="66" y="13"/>
                  </a:cxn>
                  <a:cxn ang="0">
                    <a:pos x="66" y="11"/>
                  </a:cxn>
                  <a:cxn ang="0">
                    <a:pos x="66" y="9"/>
                  </a:cxn>
                  <a:cxn ang="0">
                    <a:pos x="66" y="6"/>
                  </a:cxn>
                  <a:cxn ang="0">
                    <a:pos x="64" y="4"/>
                  </a:cxn>
                  <a:cxn ang="0">
                    <a:pos x="62" y="2"/>
                  </a:cxn>
                  <a:cxn ang="0">
                    <a:pos x="8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6" y="13"/>
                  </a:cxn>
                  <a:cxn ang="0">
                    <a:pos x="59" y="15"/>
                  </a:cxn>
                </a:cxnLst>
                <a:pathLst>
                  <a:path w="66" h="15">
                    <a:moveTo>
                      <a:pt x="59" y="15"/>
                    </a:moveTo>
                    <a:lnTo>
                      <a:pt x="62" y="15"/>
                    </a:lnTo>
                    <a:lnTo>
                      <a:pt x="64" y="15"/>
                    </a:lnTo>
                    <a:lnTo>
                      <a:pt x="66" y="13"/>
                    </a:lnTo>
                    <a:lnTo>
                      <a:pt x="66" y="11"/>
                    </a:lnTo>
                    <a:lnTo>
                      <a:pt x="66" y="9"/>
                    </a:lnTo>
                    <a:lnTo>
                      <a:pt x="66" y="6"/>
                    </a:lnTo>
                    <a:lnTo>
                      <a:pt x="64" y="4"/>
                    </a:lnTo>
                    <a:lnTo>
                      <a:pt x="62" y="2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2" y="9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59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9742" name="Group 47"/>
            <p:cNvGrpSpPr/>
            <p:nvPr/>
          </p:nvGrpSpPr>
          <p:grpSpPr>
            <a:xfrm>
              <a:off x="4061" y="2472"/>
              <a:ext cx="13" cy="627"/>
              <a:chOff x="2927" y="2427"/>
              <a:chExt cx="13" cy="627"/>
            </a:xfrm>
          </p:grpSpPr>
          <p:sp>
            <p:nvSpPr>
              <p:cNvPr id="29743" name="Freeform 48"/>
              <p:cNvSpPr/>
              <p:nvPr/>
            </p:nvSpPr>
            <p:spPr>
              <a:xfrm>
                <a:off x="2927" y="2427"/>
                <a:ext cx="13" cy="66"/>
              </a:xfrm>
              <a:custGeom>
                <a:avLst/>
                <a:gdLst/>
                <a:ahLst/>
                <a:cxnLst>
                  <a:cxn ang="0">
                    <a:pos x="13" y="9"/>
                  </a:cxn>
                  <a:cxn ang="0">
                    <a:pos x="13" y="6"/>
                  </a:cxn>
                  <a:cxn ang="0">
                    <a:pos x="11" y="4"/>
                  </a:cxn>
                  <a:cxn ang="0">
                    <a:pos x="9" y="2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57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6"/>
                  </a:cxn>
                  <a:cxn ang="0">
                    <a:pos x="9" y="66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9"/>
                  </a:cxn>
                </a:cxnLst>
                <a:pathLst>
                  <a:path w="13" h="66">
                    <a:moveTo>
                      <a:pt x="13" y="9"/>
                    </a:moveTo>
                    <a:lnTo>
                      <a:pt x="13" y="6"/>
                    </a:lnTo>
                    <a:lnTo>
                      <a:pt x="11" y="4"/>
                    </a:lnTo>
                    <a:lnTo>
                      <a:pt x="9" y="2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6"/>
                    </a:lnTo>
                    <a:lnTo>
                      <a:pt x="9" y="66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4" name="Freeform 49"/>
              <p:cNvSpPr/>
              <p:nvPr/>
            </p:nvSpPr>
            <p:spPr>
              <a:xfrm>
                <a:off x="2927" y="2520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4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4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5" name="Freeform 50"/>
              <p:cNvSpPr/>
              <p:nvPr/>
            </p:nvSpPr>
            <p:spPr>
              <a:xfrm>
                <a:off x="2927" y="2613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5"/>
                  </a:cxn>
                  <a:cxn ang="0">
                    <a:pos x="13" y="3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3"/>
                  </a:cxn>
                  <a:cxn ang="0">
                    <a:pos x="4" y="65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5"/>
                  </a:cxn>
                  <a:cxn ang="0">
                    <a:pos x="13" y="63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5"/>
                    </a:lnTo>
                    <a:lnTo>
                      <a:pt x="13" y="3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3"/>
                    </a:lnTo>
                    <a:lnTo>
                      <a:pt x="4" y="65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5"/>
                    </a:lnTo>
                    <a:lnTo>
                      <a:pt x="13" y="63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6" name="Freeform 51"/>
              <p:cNvSpPr/>
              <p:nvPr/>
            </p:nvSpPr>
            <p:spPr>
              <a:xfrm>
                <a:off x="2927" y="2707"/>
                <a:ext cx="13" cy="66"/>
              </a:xfrm>
              <a:custGeom>
                <a:avLst/>
                <a:gdLst/>
                <a:ahLst/>
                <a:cxnLst>
                  <a:cxn ang="0">
                    <a:pos x="13" y="6"/>
                  </a:cxn>
                  <a:cxn ang="0">
                    <a:pos x="13" y="4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6"/>
                  </a:cxn>
                  <a:cxn ang="0">
                    <a:pos x="9" y="66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6"/>
                  </a:cxn>
                </a:cxnLst>
                <a:pathLst>
                  <a:path w="13" h="66">
                    <a:moveTo>
                      <a:pt x="13" y="6"/>
                    </a:moveTo>
                    <a:lnTo>
                      <a:pt x="13" y="4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6"/>
                    </a:lnTo>
                    <a:lnTo>
                      <a:pt x="9" y="66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7" name="Freeform 52"/>
              <p:cNvSpPr/>
              <p:nvPr/>
            </p:nvSpPr>
            <p:spPr>
              <a:xfrm>
                <a:off x="2927" y="2800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5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5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5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5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5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5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5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8" name="Freeform 53"/>
              <p:cNvSpPr/>
              <p:nvPr/>
            </p:nvSpPr>
            <p:spPr>
              <a:xfrm>
                <a:off x="2927" y="2893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5"/>
                  </a:cxn>
                  <a:cxn ang="0">
                    <a:pos x="13" y="3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3"/>
                  </a:cxn>
                  <a:cxn ang="0">
                    <a:pos x="4" y="65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5"/>
                  </a:cxn>
                  <a:cxn ang="0">
                    <a:pos x="13" y="63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5"/>
                    </a:lnTo>
                    <a:lnTo>
                      <a:pt x="13" y="3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3"/>
                    </a:lnTo>
                    <a:lnTo>
                      <a:pt x="4" y="65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5"/>
                    </a:lnTo>
                    <a:lnTo>
                      <a:pt x="13" y="63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49" name="Freeform 54"/>
              <p:cNvSpPr/>
              <p:nvPr/>
            </p:nvSpPr>
            <p:spPr>
              <a:xfrm>
                <a:off x="2927" y="2987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4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4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50" name="Oval 55"/>
            <p:cNvSpPr/>
            <p:nvPr/>
          </p:nvSpPr>
          <p:spPr>
            <a:xfrm>
              <a:off x="3205" y="2318"/>
              <a:ext cx="109" cy="1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  <a:tileRect/>
            </a:gradFill>
            <a:ln w="2063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1" name="Line 56"/>
            <p:cNvSpPr/>
            <p:nvPr/>
          </p:nvSpPr>
          <p:spPr>
            <a:xfrm>
              <a:off x="3321" y="2372"/>
              <a:ext cx="746" cy="106"/>
            </a:xfrm>
            <a:prstGeom prst="line">
              <a:avLst/>
            </a:prstGeom>
            <a:ln w="20638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52" name="Rectangle 57"/>
            <p:cNvSpPr/>
            <p:nvPr/>
          </p:nvSpPr>
          <p:spPr>
            <a:xfrm>
              <a:off x="3983" y="3506"/>
              <a:ext cx="14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7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lang="en-US" altLang="zh-CN" dirty="0">
                <a:solidFill>
                  <a:srgbClr val="000066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29753" name="Rectangle 58"/>
            <p:cNvSpPr/>
            <p:nvPr/>
          </p:nvSpPr>
          <p:spPr>
            <a:xfrm>
              <a:off x="2895" y="2307"/>
              <a:ext cx="428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4" name="Rectangle 59"/>
            <p:cNvSpPr/>
            <p:nvPr/>
          </p:nvSpPr>
          <p:spPr>
            <a:xfrm>
              <a:off x="3023" y="2385"/>
              <a:ext cx="15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7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endParaRPr lang="en-US" altLang="zh-CN" dirty="0">
                <a:solidFill>
                  <a:srgbClr val="000066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29755" name="Rectangle 60"/>
            <p:cNvSpPr/>
            <p:nvPr/>
          </p:nvSpPr>
          <p:spPr>
            <a:xfrm>
              <a:off x="3428" y="2372"/>
              <a:ext cx="428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6" name="Rectangle 61"/>
            <p:cNvSpPr/>
            <p:nvPr/>
          </p:nvSpPr>
          <p:spPr>
            <a:xfrm>
              <a:off x="3556" y="2450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7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dirty="0">
                <a:solidFill>
                  <a:srgbClr val="000066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29757" name="Line 62"/>
            <p:cNvSpPr/>
            <p:nvPr/>
          </p:nvSpPr>
          <p:spPr>
            <a:xfrm>
              <a:off x="4064" y="3012"/>
              <a:ext cx="19" cy="526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</p:spTree>
  </p:cSld>
  <p:clrMapOvr>
    <a:masterClrMapping/>
  </p:clrMapOvr>
  <p:transition spd="med">
    <p:pull dir="r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/>
          <p:nvPr/>
        </p:nvSpPr>
        <p:spPr>
          <a:xfrm>
            <a:off x="415925" y="1484313"/>
            <a:ext cx="13096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1258888" y="1484313"/>
          <a:ext cx="33178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1" imgW="1473200" imgH="254000" progId="Equation.DSMT4">
                  <p:embed/>
                </p:oleObj>
              </mc:Choice>
              <mc:Fallback>
                <p:oleObj name="" r:id="rId1" imgW="1473200" imgH="254000" progId="Equation.DSMT4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484313"/>
                        <a:ext cx="3317875" cy="59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1258888" y="2139950"/>
          <a:ext cx="36925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3" imgW="1778000" imgH="508000" progId="Equation.DSMT4">
                  <p:embed/>
                </p:oleObj>
              </mc:Choice>
              <mc:Fallback>
                <p:oleObj name="" r:id="rId3" imgW="1778000" imgH="508000" progId="Equation.DSMT4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2139950"/>
                        <a:ext cx="3692525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4"/>
          <p:cNvGraphicFramePr>
            <a:graphicFrameLocks noChangeAspect="1"/>
          </p:cNvGraphicFramePr>
          <p:nvPr/>
        </p:nvGraphicFramePr>
        <p:xfrm>
          <a:off x="1258888" y="3348038"/>
          <a:ext cx="16351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5" imgW="762000" imgH="228600" progId="Equation.DSMT4">
                  <p:embed/>
                </p:oleObj>
              </mc:Choice>
              <mc:Fallback>
                <p:oleObj name="" r:id="rId5" imgW="762000" imgH="228600" progId="Equation.DSMT4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3348038"/>
                        <a:ext cx="16351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5"/>
          <p:cNvGraphicFramePr>
            <a:graphicFrameLocks noChangeAspect="1"/>
          </p:cNvGraphicFramePr>
          <p:nvPr/>
        </p:nvGraphicFramePr>
        <p:xfrm>
          <a:off x="1136650" y="4087813"/>
          <a:ext cx="15906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7" imgW="660400" imgH="228600" progId="Equation.DSMT4">
                  <p:embed/>
                </p:oleObj>
              </mc:Choice>
              <mc:Fallback>
                <p:oleObj name="" r:id="rId7" imgW="660400" imgH="228600" progId="Equation.DSMT4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36650" y="4087813"/>
                        <a:ext cx="1590675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7"/>
          <p:cNvGrpSpPr/>
          <p:nvPr/>
        </p:nvGrpSpPr>
        <p:grpSpPr>
          <a:xfrm>
            <a:off x="5419725" y="188913"/>
            <a:ext cx="3724275" cy="3168650"/>
            <a:chOff x="2517" y="1945"/>
            <a:chExt cx="2994" cy="2392"/>
          </a:xfrm>
        </p:grpSpPr>
        <p:sp>
          <p:nvSpPr>
            <p:cNvPr id="30727" name="AutoShape 8"/>
            <p:cNvSpPr>
              <a:spLocks noChangeAspect="1" noTextEdit="1"/>
            </p:cNvSpPr>
            <p:nvPr/>
          </p:nvSpPr>
          <p:spPr>
            <a:xfrm>
              <a:off x="2517" y="2034"/>
              <a:ext cx="2994" cy="23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28" name="Rectangle 9"/>
            <p:cNvSpPr/>
            <p:nvPr/>
          </p:nvSpPr>
          <p:spPr>
            <a:xfrm>
              <a:off x="3854" y="3801"/>
              <a:ext cx="64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29" name="Freeform 10"/>
            <p:cNvSpPr/>
            <p:nvPr/>
          </p:nvSpPr>
          <p:spPr>
            <a:xfrm>
              <a:off x="2575" y="1945"/>
              <a:ext cx="2878" cy="1067"/>
            </a:xfrm>
            <a:custGeom>
              <a:avLst/>
              <a:gdLst/>
              <a:ahLst/>
              <a:cxnLst>
                <a:cxn ang="0">
                  <a:pos x="719" y="0"/>
                </a:cxn>
                <a:cxn ang="0">
                  <a:pos x="0" y="1067"/>
                </a:cxn>
                <a:cxn ang="0">
                  <a:pos x="2159" y="1067"/>
                </a:cxn>
                <a:cxn ang="0">
                  <a:pos x="2878" y="0"/>
                </a:cxn>
                <a:cxn ang="0">
                  <a:pos x="719" y="0"/>
                </a:cxn>
              </a:cxnLst>
              <a:pathLst>
                <a:path w="2878" h="1067">
                  <a:moveTo>
                    <a:pt x="719" y="0"/>
                  </a:moveTo>
                  <a:lnTo>
                    <a:pt x="0" y="1067"/>
                  </a:lnTo>
                  <a:lnTo>
                    <a:pt x="2159" y="1067"/>
                  </a:lnTo>
                  <a:lnTo>
                    <a:pt x="2878" y="0"/>
                  </a:lnTo>
                  <a:lnTo>
                    <a:pt x="719" y="0"/>
                  </a:lnTo>
                  <a:close/>
                </a:path>
              </a:pathLst>
            </a:custGeom>
            <a:noFill/>
            <a:ln w="20638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30730" name="Group 11"/>
            <p:cNvGrpSpPr/>
            <p:nvPr/>
          </p:nvGrpSpPr>
          <p:grpSpPr>
            <a:xfrm>
              <a:off x="3210" y="2152"/>
              <a:ext cx="1610" cy="653"/>
              <a:chOff x="2076" y="2107"/>
              <a:chExt cx="1610" cy="653"/>
            </a:xfrm>
          </p:grpSpPr>
          <p:sp>
            <p:nvSpPr>
              <p:cNvPr id="30731" name="Freeform 12"/>
              <p:cNvSpPr/>
              <p:nvPr/>
            </p:nvSpPr>
            <p:spPr>
              <a:xfrm>
                <a:off x="2820" y="2107"/>
                <a:ext cx="109" cy="13"/>
              </a:xfrm>
              <a:custGeom>
                <a:avLst/>
                <a:gdLst/>
                <a:ahLst/>
                <a:cxnLst>
                  <a:cxn ang="0">
                    <a:pos x="62" y="13"/>
                  </a:cxn>
                  <a:cxn ang="0">
                    <a:pos x="104" y="13"/>
                  </a:cxn>
                  <a:cxn ang="0">
                    <a:pos x="107" y="13"/>
                  </a:cxn>
                  <a:cxn ang="0">
                    <a:pos x="109" y="11"/>
                  </a:cxn>
                  <a:cxn ang="0">
                    <a:pos x="109" y="8"/>
                  </a:cxn>
                  <a:cxn ang="0">
                    <a:pos x="109" y="6"/>
                  </a:cxn>
                  <a:cxn ang="0">
                    <a:pos x="109" y="4"/>
                  </a:cxn>
                  <a:cxn ang="0">
                    <a:pos x="107" y="2"/>
                  </a:cxn>
                  <a:cxn ang="0">
                    <a:pos x="104" y="0"/>
                  </a:cxn>
                  <a:cxn ang="0">
                    <a:pos x="102" y="0"/>
                  </a:cxn>
                  <a:cxn ang="0">
                    <a:pos x="60" y="0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  <a:cxn ang="0">
                    <a:pos x="9" y="13"/>
                  </a:cxn>
                  <a:cxn ang="0">
                    <a:pos x="62" y="13"/>
                  </a:cxn>
                </a:cxnLst>
                <a:pathLst>
                  <a:path w="109" h="13">
                    <a:moveTo>
                      <a:pt x="62" y="13"/>
                    </a:moveTo>
                    <a:lnTo>
                      <a:pt x="104" y="13"/>
                    </a:lnTo>
                    <a:lnTo>
                      <a:pt x="107" y="13"/>
                    </a:lnTo>
                    <a:lnTo>
                      <a:pt x="109" y="11"/>
                    </a:lnTo>
                    <a:lnTo>
                      <a:pt x="109" y="8"/>
                    </a:lnTo>
                    <a:lnTo>
                      <a:pt x="109" y="6"/>
                    </a:lnTo>
                    <a:lnTo>
                      <a:pt x="109" y="4"/>
                    </a:lnTo>
                    <a:lnTo>
                      <a:pt x="107" y="2"/>
                    </a:lnTo>
                    <a:lnTo>
                      <a:pt x="104" y="0"/>
                    </a:lnTo>
                    <a:lnTo>
                      <a:pt x="102" y="0"/>
                    </a:lnTo>
                    <a:lnTo>
                      <a:pt x="60" y="0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9" y="13"/>
                    </a:lnTo>
                    <a:lnTo>
                      <a:pt x="62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2" name="Freeform 13"/>
              <p:cNvSpPr/>
              <p:nvPr/>
            </p:nvSpPr>
            <p:spPr>
              <a:xfrm>
                <a:off x="2727" y="2109"/>
                <a:ext cx="66" cy="18"/>
              </a:xfrm>
              <a:custGeom>
                <a:avLst/>
                <a:gdLst/>
                <a:ahLst/>
                <a:cxnLst>
                  <a:cxn ang="0">
                    <a:pos x="62" y="13"/>
                  </a:cxn>
                  <a:cxn ang="0">
                    <a:pos x="64" y="13"/>
                  </a:cxn>
                  <a:cxn ang="0">
                    <a:pos x="66" y="11"/>
                  </a:cxn>
                  <a:cxn ang="0">
                    <a:pos x="66" y="9"/>
                  </a:cxn>
                  <a:cxn ang="0">
                    <a:pos x="66" y="6"/>
                  </a:cxn>
                  <a:cxn ang="0">
                    <a:pos x="66" y="4"/>
                  </a:cxn>
                  <a:cxn ang="0">
                    <a:pos x="64" y="2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6" y="4"/>
                  </a:cxn>
                  <a:cxn ang="0">
                    <a:pos x="4" y="4"/>
                  </a:cxn>
                  <a:cxn ang="0">
                    <a:pos x="2" y="6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2" y="13"/>
                  </a:cxn>
                  <a:cxn ang="0">
                    <a:pos x="4" y="15"/>
                  </a:cxn>
                  <a:cxn ang="0">
                    <a:pos x="6" y="18"/>
                  </a:cxn>
                  <a:cxn ang="0">
                    <a:pos x="9" y="18"/>
                  </a:cxn>
                  <a:cxn ang="0">
                    <a:pos x="62" y="13"/>
                  </a:cxn>
                </a:cxnLst>
                <a:pathLst>
                  <a:path w="66" h="18">
                    <a:moveTo>
                      <a:pt x="62" y="13"/>
                    </a:moveTo>
                    <a:lnTo>
                      <a:pt x="64" y="13"/>
                    </a:lnTo>
                    <a:lnTo>
                      <a:pt x="66" y="11"/>
                    </a:lnTo>
                    <a:lnTo>
                      <a:pt x="66" y="9"/>
                    </a:lnTo>
                    <a:lnTo>
                      <a:pt x="66" y="6"/>
                    </a:lnTo>
                    <a:lnTo>
                      <a:pt x="66" y="4"/>
                    </a:lnTo>
                    <a:lnTo>
                      <a:pt x="64" y="2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2" y="13"/>
                    </a:lnTo>
                    <a:lnTo>
                      <a:pt x="4" y="15"/>
                    </a:lnTo>
                    <a:lnTo>
                      <a:pt x="6" y="18"/>
                    </a:lnTo>
                    <a:lnTo>
                      <a:pt x="9" y="18"/>
                    </a:lnTo>
                    <a:lnTo>
                      <a:pt x="62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3" name="Freeform 14"/>
              <p:cNvSpPr/>
              <p:nvPr/>
            </p:nvSpPr>
            <p:spPr>
              <a:xfrm>
                <a:off x="2633" y="2115"/>
                <a:ext cx="67" cy="20"/>
              </a:xfrm>
              <a:custGeom>
                <a:avLst/>
                <a:gdLst/>
                <a:ahLst/>
                <a:cxnLst>
                  <a:cxn ang="0">
                    <a:pos x="63" y="14"/>
                  </a:cxn>
                  <a:cxn ang="0">
                    <a:pos x="65" y="14"/>
                  </a:cxn>
                  <a:cxn ang="0">
                    <a:pos x="67" y="12"/>
                  </a:cxn>
                  <a:cxn ang="0">
                    <a:pos x="67" y="9"/>
                  </a:cxn>
                  <a:cxn ang="0">
                    <a:pos x="67" y="7"/>
                  </a:cxn>
                  <a:cxn ang="0">
                    <a:pos x="67" y="5"/>
                  </a:cxn>
                  <a:cxn ang="0">
                    <a:pos x="65" y="3"/>
                  </a:cxn>
                  <a:cxn ang="0">
                    <a:pos x="63" y="0"/>
                  </a:cxn>
                  <a:cxn ang="0">
                    <a:pos x="60" y="0"/>
                  </a:cxn>
                  <a:cxn ang="0">
                    <a:pos x="7" y="5"/>
                  </a:cxn>
                  <a:cxn ang="0">
                    <a:pos x="7" y="7"/>
                  </a:cxn>
                  <a:cxn ang="0">
                    <a:pos x="5" y="7"/>
                  </a:cxn>
                  <a:cxn ang="0">
                    <a:pos x="3" y="9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3" y="16"/>
                  </a:cxn>
                  <a:cxn ang="0">
                    <a:pos x="5" y="18"/>
                  </a:cxn>
                  <a:cxn ang="0">
                    <a:pos x="7" y="20"/>
                  </a:cxn>
                  <a:cxn ang="0">
                    <a:pos x="9" y="20"/>
                  </a:cxn>
                  <a:cxn ang="0">
                    <a:pos x="9" y="18"/>
                  </a:cxn>
                  <a:cxn ang="0">
                    <a:pos x="63" y="14"/>
                  </a:cxn>
                </a:cxnLst>
                <a:pathLst>
                  <a:path w="67" h="20">
                    <a:moveTo>
                      <a:pt x="63" y="14"/>
                    </a:moveTo>
                    <a:lnTo>
                      <a:pt x="65" y="14"/>
                    </a:lnTo>
                    <a:lnTo>
                      <a:pt x="67" y="12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5" y="3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5" y="7"/>
                    </a:lnTo>
                    <a:lnTo>
                      <a:pt x="3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3" y="16"/>
                    </a:lnTo>
                    <a:lnTo>
                      <a:pt x="5" y="18"/>
                    </a:lnTo>
                    <a:lnTo>
                      <a:pt x="7" y="20"/>
                    </a:lnTo>
                    <a:lnTo>
                      <a:pt x="9" y="20"/>
                    </a:lnTo>
                    <a:lnTo>
                      <a:pt x="9" y="18"/>
                    </a:lnTo>
                    <a:lnTo>
                      <a:pt x="63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4" name="Freeform 15"/>
              <p:cNvSpPr/>
              <p:nvPr/>
            </p:nvSpPr>
            <p:spPr>
              <a:xfrm>
                <a:off x="2542" y="2127"/>
                <a:ext cx="65" cy="22"/>
              </a:xfrm>
              <a:custGeom>
                <a:avLst/>
                <a:gdLst/>
                <a:ahLst/>
                <a:cxnLst>
                  <a:cxn ang="0">
                    <a:pos x="60" y="13"/>
                  </a:cxn>
                  <a:cxn ang="0">
                    <a:pos x="63" y="13"/>
                  </a:cxn>
                  <a:cxn ang="0">
                    <a:pos x="65" y="11"/>
                  </a:cxn>
                  <a:cxn ang="0">
                    <a:pos x="65" y="8"/>
                  </a:cxn>
                  <a:cxn ang="0">
                    <a:pos x="65" y="6"/>
                  </a:cxn>
                  <a:cxn ang="0">
                    <a:pos x="65" y="4"/>
                  </a:cxn>
                  <a:cxn ang="0">
                    <a:pos x="63" y="2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25" y="4"/>
                  </a:cxn>
                  <a:cxn ang="0">
                    <a:pos x="5" y="8"/>
                  </a:cxn>
                  <a:cxn ang="0">
                    <a:pos x="3" y="8"/>
                  </a:cxn>
                  <a:cxn ang="0">
                    <a:pos x="0" y="11"/>
                  </a:cxn>
                  <a:cxn ang="0">
                    <a:pos x="0" y="13"/>
                  </a:cxn>
                  <a:cxn ang="0">
                    <a:pos x="0" y="15"/>
                  </a:cxn>
                  <a:cxn ang="0">
                    <a:pos x="0" y="17"/>
                  </a:cxn>
                  <a:cxn ang="0">
                    <a:pos x="3" y="20"/>
                  </a:cxn>
                  <a:cxn ang="0">
                    <a:pos x="5" y="22"/>
                  </a:cxn>
                  <a:cxn ang="0">
                    <a:pos x="7" y="22"/>
                  </a:cxn>
                  <a:cxn ang="0">
                    <a:pos x="27" y="17"/>
                  </a:cxn>
                  <a:cxn ang="0">
                    <a:pos x="60" y="13"/>
                  </a:cxn>
                </a:cxnLst>
                <a:pathLst>
                  <a:path w="65" h="22">
                    <a:moveTo>
                      <a:pt x="60" y="13"/>
                    </a:moveTo>
                    <a:lnTo>
                      <a:pt x="63" y="13"/>
                    </a:lnTo>
                    <a:lnTo>
                      <a:pt x="65" y="11"/>
                    </a:lnTo>
                    <a:lnTo>
                      <a:pt x="65" y="8"/>
                    </a:lnTo>
                    <a:lnTo>
                      <a:pt x="65" y="6"/>
                    </a:lnTo>
                    <a:lnTo>
                      <a:pt x="65" y="4"/>
                    </a:lnTo>
                    <a:lnTo>
                      <a:pt x="63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25" y="4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3" y="20"/>
                    </a:lnTo>
                    <a:lnTo>
                      <a:pt x="5" y="22"/>
                    </a:lnTo>
                    <a:lnTo>
                      <a:pt x="7" y="22"/>
                    </a:lnTo>
                    <a:lnTo>
                      <a:pt x="27" y="17"/>
                    </a:lnTo>
                    <a:lnTo>
                      <a:pt x="6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5" name="Freeform 16"/>
              <p:cNvSpPr/>
              <p:nvPr/>
            </p:nvSpPr>
            <p:spPr>
              <a:xfrm>
                <a:off x="2451" y="2142"/>
                <a:ext cx="65" cy="27"/>
              </a:xfrm>
              <a:custGeom>
                <a:avLst/>
                <a:gdLst/>
                <a:ahLst/>
                <a:cxnLst>
                  <a:cxn ang="0">
                    <a:pos x="60" y="13"/>
                  </a:cxn>
                  <a:cxn ang="0">
                    <a:pos x="63" y="13"/>
                  </a:cxn>
                  <a:cxn ang="0">
                    <a:pos x="65" y="11"/>
                  </a:cxn>
                  <a:cxn ang="0">
                    <a:pos x="65" y="9"/>
                  </a:cxn>
                  <a:cxn ang="0">
                    <a:pos x="65" y="7"/>
                  </a:cxn>
                  <a:cxn ang="0">
                    <a:pos x="65" y="5"/>
                  </a:cxn>
                  <a:cxn ang="0">
                    <a:pos x="63" y="2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47" y="2"/>
                  </a:cxn>
                  <a:cxn ang="0">
                    <a:pos x="5" y="13"/>
                  </a:cxn>
                  <a:cxn ang="0">
                    <a:pos x="3" y="13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0" y="22"/>
                  </a:cxn>
                  <a:cxn ang="0">
                    <a:pos x="3" y="25"/>
                  </a:cxn>
                  <a:cxn ang="0">
                    <a:pos x="5" y="27"/>
                  </a:cxn>
                  <a:cxn ang="0">
                    <a:pos x="7" y="27"/>
                  </a:cxn>
                  <a:cxn ang="0">
                    <a:pos x="49" y="16"/>
                  </a:cxn>
                  <a:cxn ang="0">
                    <a:pos x="60" y="13"/>
                  </a:cxn>
                </a:cxnLst>
                <a:pathLst>
                  <a:path w="65" h="27">
                    <a:moveTo>
                      <a:pt x="60" y="13"/>
                    </a:moveTo>
                    <a:lnTo>
                      <a:pt x="63" y="13"/>
                    </a:lnTo>
                    <a:lnTo>
                      <a:pt x="65" y="11"/>
                    </a:lnTo>
                    <a:lnTo>
                      <a:pt x="65" y="9"/>
                    </a:lnTo>
                    <a:lnTo>
                      <a:pt x="65" y="7"/>
                    </a:lnTo>
                    <a:lnTo>
                      <a:pt x="65" y="5"/>
                    </a:lnTo>
                    <a:lnTo>
                      <a:pt x="63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47" y="2"/>
                    </a:lnTo>
                    <a:lnTo>
                      <a:pt x="5" y="13"/>
                    </a:lnTo>
                    <a:lnTo>
                      <a:pt x="3" y="13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0" y="22"/>
                    </a:lnTo>
                    <a:lnTo>
                      <a:pt x="3" y="25"/>
                    </a:lnTo>
                    <a:lnTo>
                      <a:pt x="5" y="27"/>
                    </a:lnTo>
                    <a:lnTo>
                      <a:pt x="7" y="27"/>
                    </a:lnTo>
                    <a:lnTo>
                      <a:pt x="49" y="16"/>
                    </a:lnTo>
                    <a:lnTo>
                      <a:pt x="60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6" name="Freeform 17"/>
              <p:cNvSpPr/>
              <p:nvPr/>
            </p:nvSpPr>
            <p:spPr>
              <a:xfrm>
                <a:off x="2360" y="2164"/>
                <a:ext cx="65" cy="29"/>
              </a:xfrm>
              <a:custGeom>
                <a:avLst/>
                <a:gdLst/>
                <a:ahLst/>
                <a:cxnLst>
                  <a:cxn ang="0">
                    <a:pos x="60" y="14"/>
                  </a:cxn>
                  <a:cxn ang="0">
                    <a:pos x="62" y="14"/>
                  </a:cxn>
                  <a:cxn ang="0">
                    <a:pos x="65" y="11"/>
                  </a:cxn>
                  <a:cxn ang="0">
                    <a:pos x="65" y="9"/>
                  </a:cxn>
                  <a:cxn ang="0">
                    <a:pos x="65" y="7"/>
                  </a:cxn>
                  <a:cxn ang="0">
                    <a:pos x="65" y="5"/>
                  </a:cxn>
                  <a:cxn ang="0">
                    <a:pos x="62" y="3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8"/>
                  </a:cxn>
                  <a:cxn ang="0">
                    <a:pos x="2" y="20"/>
                  </a:cxn>
                  <a:cxn ang="0">
                    <a:pos x="0" y="23"/>
                  </a:cxn>
                  <a:cxn ang="0">
                    <a:pos x="0" y="25"/>
                  </a:cxn>
                  <a:cxn ang="0">
                    <a:pos x="2" y="27"/>
                  </a:cxn>
                  <a:cxn ang="0">
                    <a:pos x="5" y="29"/>
                  </a:cxn>
                  <a:cxn ang="0">
                    <a:pos x="7" y="29"/>
                  </a:cxn>
                  <a:cxn ang="0">
                    <a:pos x="9" y="29"/>
                  </a:cxn>
                  <a:cxn ang="0">
                    <a:pos x="11" y="29"/>
                  </a:cxn>
                  <a:cxn ang="0">
                    <a:pos x="60" y="14"/>
                  </a:cxn>
                </a:cxnLst>
                <a:pathLst>
                  <a:path w="65" h="29">
                    <a:moveTo>
                      <a:pt x="60" y="14"/>
                    </a:moveTo>
                    <a:lnTo>
                      <a:pt x="62" y="14"/>
                    </a:lnTo>
                    <a:lnTo>
                      <a:pt x="65" y="11"/>
                    </a:lnTo>
                    <a:lnTo>
                      <a:pt x="65" y="9"/>
                    </a:lnTo>
                    <a:lnTo>
                      <a:pt x="65" y="7"/>
                    </a:lnTo>
                    <a:lnTo>
                      <a:pt x="65" y="5"/>
                    </a:lnTo>
                    <a:lnTo>
                      <a:pt x="62" y="3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8"/>
                    </a:lnTo>
                    <a:lnTo>
                      <a:pt x="2" y="20"/>
                    </a:lnTo>
                    <a:lnTo>
                      <a:pt x="0" y="23"/>
                    </a:lnTo>
                    <a:lnTo>
                      <a:pt x="0" y="25"/>
                    </a:lnTo>
                    <a:lnTo>
                      <a:pt x="2" y="27"/>
                    </a:lnTo>
                    <a:lnTo>
                      <a:pt x="5" y="29"/>
                    </a:lnTo>
                    <a:lnTo>
                      <a:pt x="7" y="29"/>
                    </a:lnTo>
                    <a:lnTo>
                      <a:pt x="9" y="29"/>
                    </a:lnTo>
                    <a:lnTo>
                      <a:pt x="11" y="29"/>
                    </a:lnTo>
                    <a:lnTo>
                      <a:pt x="60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7" name="Freeform 18"/>
              <p:cNvSpPr/>
              <p:nvPr/>
            </p:nvSpPr>
            <p:spPr>
              <a:xfrm>
                <a:off x="2274" y="2193"/>
                <a:ext cx="62" cy="36"/>
              </a:xfrm>
              <a:custGeom>
                <a:avLst/>
                <a:gdLst/>
                <a:ahLst/>
                <a:cxnLst>
                  <a:cxn ang="0">
                    <a:pos x="57" y="14"/>
                  </a:cxn>
                  <a:cxn ang="0">
                    <a:pos x="60" y="14"/>
                  </a:cxn>
                  <a:cxn ang="0">
                    <a:pos x="62" y="11"/>
                  </a:cxn>
                  <a:cxn ang="0">
                    <a:pos x="62" y="9"/>
                  </a:cxn>
                  <a:cxn ang="0">
                    <a:pos x="62" y="7"/>
                  </a:cxn>
                  <a:cxn ang="0">
                    <a:pos x="62" y="5"/>
                  </a:cxn>
                  <a:cxn ang="0">
                    <a:pos x="60" y="2"/>
                  </a:cxn>
                  <a:cxn ang="0">
                    <a:pos x="57" y="0"/>
                  </a:cxn>
                  <a:cxn ang="0">
                    <a:pos x="55" y="0"/>
                  </a:cxn>
                  <a:cxn ang="0">
                    <a:pos x="40" y="7"/>
                  </a:cxn>
                  <a:cxn ang="0">
                    <a:pos x="6" y="22"/>
                  </a:cxn>
                  <a:cxn ang="0">
                    <a:pos x="4" y="22"/>
                  </a:cxn>
                  <a:cxn ang="0">
                    <a:pos x="2" y="25"/>
                  </a:cxn>
                  <a:cxn ang="0">
                    <a:pos x="0" y="27"/>
                  </a:cxn>
                  <a:cxn ang="0">
                    <a:pos x="0" y="29"/>
                  </a:cxn>
                  <a:cxn ang="0">
                    <a:pos x="2" y="31"/>
                  </a:cxn>
                  <a:cxn ang="0">
                    <a:pos x="4" y="34"/>
                  </a:cxn>
                  <a:cxn ang="0">
                    <a:pos x="6" y="36"/>
                  </a:cxn>
                  <a:cxn ang="0">
                    <a:pos x="9" y="36"/>
                  </a:cxn>
                  <a:cxn ang="0">
                    <a:pos x="42" y="20"/>
                  </a:cxn>
                  <a:cxn ang="0">
                    <a:pos x="57" y="14"/>
                  </a:cxn>
                </a:cxnLst>
                <a:pathLst>
                  <a:path w="62" h="36">
                    <a:moveTo>
                      <a:pt x="57" y="14"/>
                    </a:moveTo>
                    <a:lnTo>
                      <a:pt x="60" y="14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2" y="7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57" y="0"/>
                    </a:lnTo>
                    <a:lnTo>
                      <a:pt x="55" y="0"/>
                    </a:lnTo>
                    <a:lnTo>
                      <a:pt x="40" y="7"/>
                    </a:lnTo>
                    <a:lnTo>
                      <a:pt x="6" y="22"/>
                    </a:lnTo>
                    <a:lnTo>
                      <a:pt x="4" y="22"/>
                    </a:lnTo>
                    <a:lnTo>
                      <a:pt x="2" y="25"/>
                    </a:lnTo>
                    <a:lnTo>
                      <a:pt x="0" y="27"/>
                    </a:lnTo>
                    <a:lnTo>
                      <a:pt x="0" y="29"/>
                    </a:lnTo>
                    <a:lnTo>
                      <a:pt x="2" y="31"/>
                    </a:lnTo>
                    <a:lnTo>
                      <a:pt x="4" y="34"/>
                    </a:lnTo>
                    <a:lnTo>
                      <a:pt x="6" y="36"/>
                    </a:lnTo>
                    <a:lnTo>
                      <a:pt x="9" y="36"/>
                    </a:lnTo>
                    <a:lnTo>
                      <a:pt x="42" y="20"/>
                    </a:lnTo>
                    <a:lnTo>
                      <a:pt x="57" y="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8" name="Freeform 19"/>
              <p:cNvSpPr/>
              <p:nvPr/>
            </p:nvSpPr>
            <p:spPr>
              <a:xfrm>
                <a:off x="2191" y="2233"/>
                <a:ext cx="60" cy="40"/>
              </a:xfrm>
              <a:custGeom>
                <a:avLst/>
                <a:gdLst/>
                <a:ahLst/>
                <a:cxnLst>
                  <a:cxn ang="0">
                    <a:pos x="58" y="11"/>
                  </a:cxn>
                  <a:cxn ang="0">
                    <a:pos x="60" y="9"/>
                  </a:cxn>
                  <a:cxn ang="0">
                    <a:pos x="60" y="7"/>
                  </a:cxn>
                  <a:cxn ang="0">
                    <a:pos x="60" y="5"/>
                  </a:cxn>
                  <a:cxn ang="0">
                    <a:pos x="60" y="2"/>
                  </a:cxn>
                  <a:cxn ang="0">
                    <a:pos x="58" y="0"/>
                  </a:cxn>
                  <a:cxn ang="0">
                    <a:pos x="56" y="0"/>
                  </a:cxn>
                  <a:cxn ang="0">
                    <a:pos x="54" y="0"/>
                  </a:cxn>
                  <a:cxn ang="0">
                    <a:pos x="52" y="0"/>
                  </a:cxn>
                  <a:cxn ang="0">
                    <a:pos x="23" y="16"/>
                  </a:cxn>
                  <a:cxn ang="0">
                    <a:pos x="5" y="27"/>
                  </a:cxn>
                  <a:cxn ang="0">
                    <a:pos x="3" y="29"/>
                  </a:cxn>
                  <a:cxn ang="0">
                    <a:pos x="0" y="31"/>
                  </a:cxn>
                  <a:cxn ang="0">
                    <a:pos x="0" y="34"/>
                  </a:cxn>
                  <a:cxn ang="0">
                    <a:pos x="3" y="36"/>
                  </a:cxn>
                  <a:cxn ang="0">
                    <a:pos x="5" y="38"/>
                  </a:cxn>
                  <a:cxn ang="0">
                    <a:pos x="7" y="40"/>
                  </a:cxn>
                  <a:cxn ang="0">
                    <a:pos x="9" y="40"/>
                  </a:cxn>
                  <a:cxn ang="0">
                    <a:pos x="12" y="38"/>
                  </a:cxn>
                  <a:cxn ang="0">
                    <a:pos x="29" y="27"/>
                  </a:cxn>
                  <a:cxn ang="0">
                    <a:pos x="58" y="11"/>
                  </a:cxn>
                </a:cxnLst>
                <a:pathLst>
                  <a:path w="60" h="40">
                    <a:moveTo>
                      <a:pt x="58" y="11"/>
                    </a:moveTo>
                    <a:lnTo>
                      <a:pt x="60" y="9"/>
                    </a:lnTo>
                    <a:lnTo>
                      <a:pt x="60" y="7"/>
                    </a:lnTo>
                    <a:lnTo>
                      <a:pt x="60" y="5"/>
                    </a:lnTo>
                    <a:lnTo>
                      <a:pt x="60" y="2"/>
                    </a:lnTo>
                    <a:lnTo>
                      <a:pt x="58" y="0"/>
                    </a:lnTo>
                    <a:lnTo>
                      <a:pt x="56" y="0"/>
                    </a:lnTo>
                    <a:lnTo>
                      <a:pt x="54" y="0"/>
                    </a:lnTo>
                    <a:lnTo>
                      <a:pt x="52" y="0"/>
                    </a:lnTo>
                    <a:lnTo>
                      <a:pt x="23" y="16"/>
                    </a:lnTo>
                    <a:lnTo>
                      <a:pt x="5" y="27"/>
                    </a:lnTo>
                    <a:lnTo>
                      <a:pt x="3" y="29"/>
                    </a:lnTo>
                    <a:lnTo>
                      <a:pt x="0" y="31"/>
                    </a:lnTo>
                    <a:lnTo>
                      <a:pt x="0" y="34"/>
                    </a:lnTo>
                    <a:lnTo>
                      <a:pt x="3" y="36"/>
                    </a:lnTo>
                    <a:lnTo>
                      <a:pt x="5" y="38"/>
                    </a:lnTo>
                    <a:lnTo>
                      <a:pt x="7" y="40"/>
                    </a:lnTo>
                    <a:lnTo>
                      <a:pt x="9" y="40"/>
                    </a:lnTo>
                    <a:lnTo>
                      <a:pt x="12" y="38"/>
                    </a:lnTo>
                    <a:lnTo>
                      <a:pt x="29" y="27"/>
                    </a:lnTo>
                    <a:lnTo>
                      <a:pt x="58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39" name="Freeform 20"/>
              <p:cNvSpPr/>
              <p:nvPr/>
            </p:nvSpPr>
            <p:spPr>
              <a:xfrm>
                <a:off x="2120" y="2282"/>
                <a:ext cx="54" cy="49"/>
              </a:xfrm>
              <a:custGeom>
                <a:avLst/>
                <a:gdLst/>
                <a:ahLst/>
                <a:cxnLst>
                  <a:cxn ang="0">
                    <a:pos x="49" y="13"/>
                  </a:cxn>
                  <a:cxn ang="0">
                    <a:pos x="51" y="11"/>
                  </a:cxn>
                  <a:cxn ang="0">
                    <a:pos x="54" y="9"/>
                  </a:cxn>
                  <a:cxn ang="0">
                    <a:pos x="54" y="7"/>
                  </a:cxn>
                  <a:cxn ang="0">
                    <a:pos x="51" y="5"/>
                  </a:cxn>
                  <a:cxn ang="0">
                    <a:pos x="49" y="2"/>
                  </a:cxn>
                  <a:cxn ang="0">
                    <a:pos x="47" y="0"/>
                  </a:cxn>
                  <a:cxn ang="0">
                    <a:pos x="45" y="0"/>
                  </a:cxn>
                  <a:cxn ang="0">
                    <a:pos x="43" y="2"/>
                  </a:cxn>
                  <a:cxn ang="0">
                    <a:pos x="20" y="20"/>
                  </a:cxn>
                  <a:cxn ang="0">
                    <a:pos x="18" y="22"/>
                  </a:cxn>
                  <a:cxn ang="0">
                    <a:pos x="3" y="40"/>
                  </a:cxn>
                  <a:cxn ang="0">
                    <a:pos x="0" y="42"/>
                  </a:cxn>
                  <a:cxn ang="0">
                    <a:pos x="0" y="45"/>
                  </a:cxn>
                  <a:cxn ang="0">
                    <a:pos x="3" y="47"/>
                  </a:cxn>
                  <a:cxn ang="0">
                    <a:pos x="5" y="49"/>
                  </a:cxn>
                  <a:cxn ang="0">
                    <a:pos x="7" y="49"/>
                  </a:cxn>
                  <a:cxn ang="0">
                    <a:pos x="9" y="49"/>
                  </a:cxn>
                  <a:cxn ang="0">
                    <a:pos x="12" y="49"/>
                  </a:cxn>
                  <a:cxn ang="0">
                    <a:pos x="14" y="47"/>
                  </a:cxn>
                  <a:cxn ang="0">
                    <a:pos x="29" y="29"/>
                  </a:cxn>
                  <a:cxn ang="0">
                    <a:pos x="23" y="27"/>
                  </a:cxn>
                  <a:cxn ang="0">
                    <a:pos x="27" y="31"/>
                  </a:cxn>
                  <a:cxn ang="0">
                    <a:pos x="49" y="13"/>
                  </a:cxn>
                </a:cxnLst>
                <a:pathLst>
                  <a:path w="54" h="49">
                    <a:moveTo>
                      <a:pt x="49" y="13"/>
                    </a:moveTo>
                    <a:lnTo>
                      <a:pt x="51" y="11"/>
                    </a:lnTo>
                    <a:lnTo>
                      <a:pt x="54" y="9"/>
                    </a:lnTo>
                    <a:lnTo>
                      <a:pt x="54" y="7"/>
                    </a:lnTo>
                    <a:lnTo>
                      <a:pt x="51" y="5"/>
                    </a:lnTo>
                    <a:lnTo>
                      <a:pt x="49" y="2"/>
                    </a:lnTo>
                    <a:lnTo>
                      <a:pt x="47" y="0"/>
                    </a:lnTo>
                    <a:lnTo>
                      <a:pt x="45" y="0"/>
                    </a:lnTo>
                    <a:lnTo>
                      <a:pt x="43" y="2"/>
                    </a:lnTo>
                    <a:lnTo>
                      <a:pt x="20" y="20"/>
                    </a:lnTo>
                    <a:lnTo>
                      <a:pt x="18" y="22"/>
                    </a:lnTo>
                    <a:lnTo>
                      <a:pt x="3" y="40"/>
                    </a:lnTo>
                    <a:lnTo>
                      <a:pt x="0" y="42"/>
                    </a:lnTo>
                    <a:lnTo>
                      <a:pt x="0" y="45"/>
                    </a:lnTo>
                    <a:lnTo>
                      <a:pt x="3" y="47"/>
                    </a:lnTo>
                    <a:lnTo>
                      <a:pt x="5" y="49"/>
                    </a:lnTo>
                    <a:lnTo>
                      <a:pt x="7" y="49"/>
                    </a:lnTo>
                    <a:lnTo>
                      <a:pt x="9" y="49"/>
                    </a:lnTo>
                    <a:lnTo>
                      <a:pt x="12" y="49"/>
                    </a:lnTo>
                    <a:lnTo>
                      <a:pt x="14" y="47"/>
                    </a:lnTo>
                    <a:lnTo>
                      <a:pt x="29" y="29"/>
                    </a:lnTo>
                    <a:lnTo>
                      <a:pt x="23" y="27"/>
                    </a:lnTo>
                    <a:lnTo>
                      <a:pt x="27" y="31"/>
                    </a:lnTo>
                    <a:lnTo>
                      <a:pt x="49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0" name="Freeform 21"/>
              <p:cNvSpPr/>
              <p:nvPr/>
            </p:nvSpPr>
            <p:spPr>
              <a:xfrm>
                <a:off x="2078" y="2351"/>
                <a:ext cx="34" cy="62"/>
              </a:xfrm>
              <a:custGeom>
                <a:avLst/>
                <a:gdLst/>
                <a:ahLst/>
                <a:cxnLst>
                  <a:cxn ang="0">
                    <a:pos x="31" y="9"/>
                  </a:cxn>
                  <a:cxn ang="0">
                    <a:pos x="34" y="7"/>
                  </a:cxn>
                  <a:cxn ang="0">
                    <a:pos x="34" y="5"/>
                  </a:cxn>
                  <a:cxn ang="0">
                    <a:pos x="31" y="2"/>
                  </a:cxn>
                  <a:cxn ang="0">
                    <a:pos x="29" y="0"/>
                  </a:cxn>
                  <a:cxn ang="0">
                    <a:pos x="27" y="0"/>
                  </a:cxn>
                  <a:cxn ang="0">
                    <a:pos x="25" y="0"/>
                  </a:cxn>
                  <a:cxn ang="0">
                    <a:pos x="22" y="0"/>
                  </a:cxn>
                  <a:cxn ang="0">
                    <a:pos x="20" y="2"/>
                  </a:cxn>
                  <a:cxn ang="0">
                    <a:pos x="14" y="13"/>
                  </a:cxn>
                  <a:cxn ang="0">
                    <a:pos x="11" y="16"/>
                  </a:cxn>
                  <a:cxn ang="0">
                    <a:pos x="0" y="49"/>
                  </a:cxn>
                  <a:cxn ang="0">
                    <a:pos x="0" y="53"/>
                  </a:cxn>
                  <a:cxn ang="0">
                    <a:pos x="0" y="56"/>
                  </a:cxn>
                  <a:cxn ang="0">
                    <a:pos x="0" y="58"/>
                  </a:cxn>
                  <a:cxn ang="0">
                    <a:pos x="2" y="60"/>
                  </a:cxn>
                  <a:cxn ang="0">
                    <a:pos x="5" y="62"/>
                  </a:cxn>
                  <a:cxn ang="0">
                    <a:pos x="7" y="62"/>
                  </a:cxn>
                  <a:cxn ang="0">
                    <a:pos x="9" y="60"/>
                  </a:cxn>
                  <a:cxn ang="0">
                    <a:pos x="11" y="58"/>
                  </a:cxn>
                  <a:cxn ang="0">
                    <a:pos x="14" y="56"/>
                  </a:cxn>
                  <a:cxn ang="0">
                    <a:pos x="14" y="51"/>
                  </a:cxn>
                  <a:cxn ang="0">
                    <a:pos x="25" y="18"/>
                  </a:cxn>
                  <a:cxn ang="0">
                    <a:pos x="18" y="18"/>
                  </a:cxn>
                  <a:cxn ang="0">
                    <a:pos x="25" y="20"/>
                  </a:cxn>
                  <a:cxn ang="0">
                    <a:pos x="31" y="9"/>
                  </a:cxn>
                </a:cxnLst>
                <a:pathLst>
                  <a:path w="34" h="62">
                    <a:moveTo>
                      <a:pt x="31" y="9"/>
                    </a:moveTo>
                    <a:lnTo>
                      <a:pt x="34" y="7"/>
                    </a:lnTo>
                    <a:lnTo>
                      <a:pt x="34" y="5"/>
                    </a:lnTo>
                    <a:lnTo>
                      <a:pt x="31" y="2"/>
                    </a:lnTo>
                    <a:lnTo>
                      <a:pt x="29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2" y="0"/>
                    </a:lnTo>
                    <a:lnTo>
                      <a:pt x="20" y="2"/>
                    </a:lnTo>
                    <a:lnTo>
                      <a:pt x="14" y="13"/>
                    </a:lnTo>
                    <a:lnTo>
                      <a:pt x="11" y="16"/>
                    </a:lnTo>
                    <a:lnTo>
                      <a:pt x="0" y="49"/>
                    </a:lnTo>
                    <a:lnTo>
                      <a:pt x="0" y="53"/>
                    </a:lnTo>
                    <a:lnTo>
                      <a:pt x="0" y="56"/>
                    </a:lnTo>
                    <a:lnTo>
                      <a:pt x="0" y="58"/>
                    </a:lnTo>
                    <a:lnTo>
                      <a:pt x="2" y="60"/>
                    </a:lnTo>
                    <a:lnTo>
                      <a:pt x="5" y="62"/>
                    </a:lnTo>
                    <a:lnTo>
                      <a:pt x="7" y="62"/>
                    </a:lnTo>
                    <a:lnTo>
                      <a:pt x="9" y="60"/>
                    </a:lnTo>
                    <a:lnTo>
                      <a:pt x="11" y="58"/>
                    </a:lnTo>
                    <a:lnTo>
                      <a:pt x="14" y="56"/>
                    </a:lnTo>
                    <a:lnTo>
                      <a:pt x="14" y="51"/>
                    </a:lnTo>
                    <a:lnTo>
                      <a:pt x="25" y="18"/>
                    </a:lnTo>
                    <a:lnTo>
                      <a:pt x="18" y="18"/>
                    </a:lnTo>
                    <a:lnTo>
                      <a:pt x="25" y="20"/>
                    </a:lnTo>
                    <a:lnTo>
                      <a:pt x="31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1" name="Freeform 22"/>
              <p:cNvSpPr/>
              <p:nvPr/>
            </p:nvSpPr>
            <p:spPr>
              <a:xfrm>
                <a:off x="2076" y="2440"/>
                <a:ext cx="27" cy="64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4"/>
                  </a:cxn>
                  <a:cxn ang="0">
                    <a:pos x="11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2" y="24"/>
                  </a:cxn>
                  <a:cxn ang="0">
                    <a:pos x="2" y="27"/>
                  </a:cxn>
                  <a:cxn ang="0">
                    <a:pos x="13" y="58"/>
                  </a:cxn>
                  <a:cxn ang="0">
                    <a:pos x="16" y="60"/>
                  </a:cxn>
                  <a:cxn ang="0">
                    <a:pos x="18" y="62"/>
                  </a:cxn>
                  <a:cxn ang="0">
                    <a:pos x="20" y="64"/>
                  </a:cxn>
                  <a:cxn ang="0">
                    <a:pos x="22" y="64"/>
                  </a:cxn>
                  <a:cxn ang="0">
                    <a:pos x="24" y="62"/>
                  </a:cxn>
                  <a:cxn ang="0">
                    <a:pos x="27" y="60"/>
                  </a:cxn>
                  <a:cxn ang="0">
                    <a:pos x="27" y="58"/>
                  </a:cxn>
                  <a:cxn ang="0">
                    <a:pos x="27" y="56"/>
                  </a:cxn>
                  <a:cxn ang="0">
                    <a:pos x="16" y="24"/>
                  </a:cxn>
                  <a:cxn ang="0">
                    <a:pos x="9" y="27"/>
                  </a:cxn>
                  <a:cxn ang="0">
                    <a:pos x="16" y="27"/>
                  </a:cxn>
                  <a:cxn ang="0">
                    <a:pos x="13" y="7"/>
                  </a:cxn>
                </a:cxnLst>
                <a:pathLst>
                  <a:path w="27" h="64">
                    <a:moveTo>
                      <a:pt x="13" y="7"/>
                    </a:moveTo>
                    <a:lnTo>
                      <a:pt x="13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24"/>
                    </a:lnTo>
                    <a:lnTo>
                      <a:pt x="2" y="27"/>
                    </a:lnTo>
                    <a:lnTo>
                      <a:pt x="13" y="58"/>
                    </a:lnTo>
                    <a:lnTo>
                      <a:pt x="16" y="60"/>
                    </a:lnTo>
                    <a:lnTo>
                      <a:pt x="18" y="62"/>
                    </a:lnTo>
                    <a:lnTo>
                      <a:pt x="20" y="64"/>
                    </a:lnTo>
                    <a:lnTo>
                      <a:pt x="22" y="64"/>
                    </a:lnTo>
                    <a:lnTo>
                      <a:pt x="24" y="62"/>
                    </a:lnTo>
                    <a:lnTo>
                      <a:pt x="27" y="60"/>
                    </a:lnTo>
                    <a:lnTo>
                      <a:pt x="27" y="58"/>
                    </a:lnTo>
                    <a:lnTo>
                      <a:pt x="27" y="56"/>
                    </a:lnTo>
                    <a:lnTo>
                      <a:pt x="16" y="24"/>
                    </a:lnTo>
                    <a:lnTo>
                      <a:pt x="9" y="27"/>
                    </a:lnTo>
                    <a:lnTo>
                      <a:pt x="16" y="27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2" name="Freeform 23"/>
              <p:cNvSpPr/>
              <p:nvPr/>
            </p:nvSpPr>
            <p:spPr>
              <a:xfrm>
                <a:off x="2112" y="2524"/>
                <a:ext cx="51" cy="52"/>
              </a:xfrm>
              <a:custGeom>
                <a:avLst/>
                <a:gdLst/>
                <a:ahLst/>
                <a:cxnLst>
                  <a:cxn ang="0">
                    <a:pos x="11" y="3"/>
                  </a:cxn>
                  <a:cxn ang="0">
                    <a:pos x="8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6" y="38"/>
                  </a:cxn>
                  <a:cxn ang="0">
                    <a:pos x="28" y="40"/>
                  </a:cxn>
                  <a:cxn ang="0">
                    <a:pos x="39" y="49"/>
                  </a:cxn>
                  <a:cxn ang="0">
                    <a:pos x="42" y="52"/>
                  </a:cxn>
                  <a:cxn ang="0">
                    <a:pos x="44" y="52"/>
                  </a:cxn>
                  <a:cxn ang="0">
                    <a:pos x="46" y="49"/>
                  </a:cxn>
                  <a:cxn ang="0">
                    <a:pos x="48" y="47"/>
                  </a:cxn>
                  <a:cxn ang="0">
                    <a:pos x="51" y="45"/>
                  </a:cxn>
                  <a:cxn ang="0">
                    <a:pos x="51" y="43"/>
                  </a:cxn>
                  <a:cxn ang="0">
                    <a:pos x="48" y="40"/>
                  </a:cxn>
                  <a:cxn ang="0">
                    <a:pos x="46" y="38"/>
                  </a:cxn>
                  <a:cxn ang="0">
                    <a:pos x="35" y="29"/>
                  </a:cxn>
                  <a:cxn ang="0">
                    <a:pos x="31" y="34"/>
                  </a:cxn>
                  <a:cxn ang="0">
                    <a:pos x="37" y="32"/>
                  </a:cxn>
                  <a:cxn ang="0">
                    <a:pos x="11" y="3"/>
                  </a:cxn>
                </a:cxnLst>
                <a:pathLst>
                  <a:path w="51" h="52">
                    <a:moveTo>
                      <a:pt x="11" y="3"/>
                    </a:move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6" y="38"/>
                    </a:lnTo>
                    <a:lnTo>
                      <a:pt x="28" y="40"/>
                    </a:lnTo>
                    <a:lnTo>
                      <a:pt x="39" y="49"/>
                    </a:lnTo>
                    <a:lnTo>
                      <a:pt x="42" y="52"/>
                    </a:lnTo>
                    <a:lnTo>
                      <a:pt x="44" y="52"/>
                    </a:lnTo>
                    <a:lnTo>
                      <a:pt x="46" y="49"/>
                    </a:lnTo>
                    <a:lnTo>
                      <a:pt x="48" y="47"/>
                    </a:lnTo>
                    <a:lnTo>
                      <a:pt x="51" y="45"/>
                    </a:lnTo>
                    <a:lnTo>
                      <a:pt x="51" y="43"/>
                    </a:lnTo>
                    <a:lnTo>
                      <a:pt x="48" y="40"/>
                    </a:lnTo>
                    <a:lnTo>
                      <a:pt x="46" y="38"/>
                    </a:lnTo>
                    <a:lnTo>
                      <a:pt x="35" y="29"/>
                    </a:lnTo>
                    <a:lnTo>
                      <a:pt x="31" y="34"/>
                    </a:lnTo>
                    <a:lnTo>
                      <a:pt x="37" y="3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3" name="Freeform 24"/>
              <p:cNvSpPr/>
              <p:nvPr/>
            </p:nvSpPr>
            <p:spPr>
              <a:xfrm>
                <a:off x="2180" y="2587"/>
                <a:ext cx="58" cy="40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3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1"/>
                  </a:cxn>
                  <a:cxn ang="0">
                    <a:pos x="34" y="31"/>
                  </a:cxn>
                  <a:cxn ang="0">
                    <a:pos x="49" y="40"/>
                  </a:cxn>
                  <a:cxn ang="0">
                    <a:pos x="51" y="40"/>
                  </a:cxn>
                  <a:cxn ang="0">
                    <a:pos x="54" y="40"/>
                  </a:cxn>
                  <a:cxn ang="0">
                    <a:pos x="56" y="40"/>
                  </a:cxn>
                  <a:cxn ang="0">
                    <a:pos x="58" y="37"/>
                  </a:cxn>
                  <a:cxn ang="0">
                    <a:pos x="58" y="35"/>
                  </a:cxn>
                  <a:cxn ang="0">
                    <a:pos x="58" y="33"/>
                  </a:cxn>
                  <a:cxn ang="0">
                    <a:pos x="58" y="31"/>
                  </a:cxn>
                  <a:cxn ang="0">
                    <a:pos x="56" y="29"/>
                  </a:cxn>
                  <a:cxn ang="0">
                    <a:pos x="40" y="20"/>
                  </a:cxn>
                  <a:cxn ang="0">
                    <a:pos x="9" y="0"/>
                  </a:cxn>
                </a:cxnLst>
                <a:pathLst>
                  <a:path w="58" h="40">
                    <a:moveTo>
                      <a:pt x="9" y="0"/>
                    </a:move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3" y="11"/>
                    </a:lnTo>
                    <a:lnTo>
                      <a:pt x="34" y="31"/>
                    </a:lnTo>
                    <a:lnTo>
                      <a:pt x="49" y="40"/>
                    </a:lnTo>
                    <a:lnTo>
                      <a:pt x="51" y="40"/>
                    </a:lnTo>
                    <a:lnTo>
                      <a:pt x="54" y="40"/>
                    </a:lnTo>
                    <a:lnTo>
                      <a:pt x="56" y="40"/>
                    </a:lnTo>
                    <a:lnTo>
                      <a:pt x="58" y="37"/>
                    </a:lnTo>
                    <a:lnTo>
                      <a:pt x="58" y="35"/>
                    </a:lnTo>
                    <a:lnTo>
                      <a:pt x="58" y="33"/>
                    </a:lnTo>
                    <a:lnTo>
                      <a:pt x="58" y="31"/>
                    </a:lnTo>
                    <a:lnTo>
                      <a:pt x="56" y="29"/>
                    </a:lnTo>
                    <a:lnTo>
                      <a:pt x="40" y="2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4" name="Freeform 25"/>
              <p:cNvSpPr/>
              <p:nvPr/>
            </p:nvSpPr>
            <p:spPr>
              <a:xfrm>
                <a:off x="2260" y="2633"/>
                <a:ext cx="63" cy="3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3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3" y="9"/>
                  </a:cxn>
                  <a:cxn ang="0">
                    <a:pos x="5" y="11"/>
                  </a:cxn>
                  <a:cxn ang="0">
                    <a:pos x="7" y="14"/>
                  </a:cxn>
                  <a:cxn ang="0">
                    <a:pos x="54" y="34"/>
                  </a:cxn>
                  <a:cxn ang="0">
                    <a:pos x="56" y="34"/>
                  </a:cxn>
                  <a:cxn ang="0">
                    <a:pos x="58" y="34"/>
                  </a:cxn>
                  <a:cxn ang="0">
                    <a:pos x="60" y="34"/>
                  </a:cxn>
                  <a:cxn ang="0">
                    <a:pos x="63" y="32"/>
                  </a:cxn>
                  <a:cxn ang="0">
                    <a:pos x="63" y="29"/>
                  </a:cxn>
                  <a:cxn ang="0">
                    <a:pos x="63" y="27"/>
                  </a:cxn>
                  <a:cxn ang="0">
                    <a:pos x="63" y="25"/>
                  </a:cxn>
                  <a:cxn ang="0">
                    <a:pos x="60" y="23"/>
                  </a:cxn>
                  <a:cxn ang="0">
                    <a:pos x="58" y="20"/>
                  </a:cxn>
                  <a:cxn ang="0">
                    <a:pos x="56" y="20"/>
                  </a:cxn>
                  <a:cxn ang="0">
                    <a:pos x="9" y="0"/>
                  </a:cxn>
                </a:cxnLst>
                <a:pathLst>
                  <a:path w="63" h="34">
                    <a:moveTo>
                      <a:pt x="9" y="0"/>
                    </a:moveTo>
                    <a:lnTo>
                      <a:pt x="7" y="0"/>
                    </a:lnTo>
                    <a:lnTo>
                      <a:pt x="5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7" y="14"/>
                    </a:lnTo>
                    <a:lnTo>
                      <a:pt x="54" y="34"/>
                    </a:lnTo>
                    <a:lnTo>
                      <a:pt x="56" y="34"/>
                    </a:lnTo>
                    <a:lnTo>
                      <a:pt x="58" y="34"/>
                    </a:lnTo>
                    <a:lnTo>
                      <a:pt x="60" y="34"/>
                    </a:lnTo>
                    <a:lnTo>
                      <a:pt x="63" y="32"/>
                    </a:lnTo>
                    <a:lnTo>
                      <a:pt x="63" y="29"/>
                    </a:lnTo>
                    <a:lnTo>
                      <a:pt x="63" y="27"/>
                    </a:lnTo>
                    <a:lnTo>
                      <a:pt x="63" y="25"/>
                    </a:lnTo>
                    <a:lnTo>
                      <a:pt x="60" y="23"/>
                    </a:lnTo>
                    <a:lnTo>
                      <a:pt x="58" y="20"/>
                    </a:lnTo>
                    <a:lnTo>
                      <a:pt x="56" y="2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5" name="Freeform 26"/>
              <p:cNvSpPr/>
              <p:nvPr/>
            </p:nvSpPr>
            <p:spPr>
              <a:xfrm>
                <a:off x="2347" y="2667"/>
                <a:ext cx="64" cy="31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  <a:cxn ang="0">
                    <a:pos x="22" y="20"/>
                  </a:cxn>
                  <a:cxn ang="0">
                    <a:pos x="58" y="31"/>
                  </a:cxn>
                  <a:cxn ang="0">
                    <a:pos x="60" y="31"/>
                  </a:cxn>
                  <a:cxn ang="0">
                    <a:pos x="62" y="29"/>
                  </a:cxn>
                  <a:cxn ang="0">
                    <a:pos x="64" y="26"/>
                  </a:cxn>
                  <a:cxn ang="0">
                    <a:pos x="64" y="24"/>
                  </a:cxn>
                  <a:cxn ang="0">
                    <a:pos x="64" y="22"/>
                  </a:cxn>
                  <a:cxn ang="0">
                    <a:pos x="64" y="20"/>
                  </a:cxn>
                  <a:cxn ang="0">
                    <a:pos x="62" y="18"/>
                  </a:cxn>
                  <a:cxn ang="0">
                    <a:pos x="60" y="18"/>
                  </a:cxn>
                  <a:cxn ang="0">
                    <a:pos x="24" y="6"/>
                  </a:cxn>
                  <a:cxn ang="0">
                    <a:pos x="9" y="0"/>
                  </a:cxn>
                </a:cxnLst>
                <a:pathLst>
                  <a:path w="64" h="31">
                    <a:moveTo>
                      <a:pt x="9" y="0"/>
                    </a:move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lnTo>
                      <a:pt x="22" y="20"/>
                    </a:lnTo>
                    <a:lnTo>
                      <a:pt x="58" y="31"/>
                    </a:lnTo>
                    <a:lnTo>
                      <a:pt x="60" y="31"/>
                    </a:lnTo>
                    <a:lnTo>
                      <a:pt x="62" y="29"/>
                    </a:lnTo>
                    <a:lnTo>
                      <a:pt x="64" y="26"/>
                    </a:lnTo>
                    <a:lnTo>
                      <a:pt x="64" y="24"/>
                    </a:lnTo>
                    <a:lnTo>
                      <a:pt x="64" y="22"/>
                    </a:lnTo>
                    <a:lnTo>
                      <a:pt x="64" y="20"/>
                    </a:lnTo>
                    <a:lnTo>
                      <a:pt x="62" y="18"/>
                    </a:lnTo>
                    <a:lnTo>
                      <a:pt x="60" y="18"/>
                    </a:lnTo>
                    <a:lnTo>
                      <a:pt x="24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6" name="Freeform 27"/>
              <p:cNvSpPr/>
              <p:nvPr/>
            </p:nvSpPr>
            <p:spPr>
              <a:xfrm>
                <a:off x="2436" y="2696"/>
                <a:ext cx="66" cy="2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6" y="13"/>
                  </a:cxn>
                  <a:cxn ang="0">
                    <a:pos x="58" y="24"/>
                  </a:cxn>
                  <a:cxn ang="0">
                    <a:pos x="60" y="24"/>
                  </a:cxn>
                  <a:cxn ang="0">
                    <a:pos x="62" y="24"/>
                  </a:cxn>
                  <a:cxn ang="0">
                    <a:pos x="64" y="22"/>
                  </a:cxn>
                  <a:cxn ang="0">
                    <a:pos x="66" y="20"/>
                  </a:cxn>
                  <a:cxn ang="0">
                    <a:pos x="66" y="17"/>
                  </a:cxn>
                  <a:cxn ang="0">
                    <a:pos x="64" y="15"/>
                  </a:cxn>
                  <a:cxn ang="0">
                    <a:pos x="62" y="13"/>
                  </a:cxn>
                  <a:cxn ang="0">
                    <a:pos x="60" y="11"/>
                  </a:cxn>
                  <a:cxn ang="0">
                    <a:pos x="9" y="0"/>
                  </a:cxn>
                </a:cxnLst>
                <a:pathLst>
                  <a:path w="66" h="24">
                    <a:moveTo>
                      <a:pt x="9" y="0"/>
                    </a:move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2" y="9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58" y="24"/>
                    </a:lnTo>
                    <a:lnTo>
                      <a:pt x="60" y="24"/>
                    </a:lnTo>
                    <a:lnTo>
                      <a:pt x="62" y="24"/>
                    </a:lnTo>
                    <a:lnTo>
                      <a:pt x="64" y="22"/>
                    </a:lnTo>
                    <a:lnTo>
                      <a:pt x="66" y="20"/>
                    </a:lnTo>
                    <a:lnTo>
                      <a:pt x="66" y="17"/>
                    </a:lnTo>
                    <a:lnTo>
                      <a:pt x="64" y="15"/>
                    </a:lnTo>
                    <a:lnTo>
                      <a:pt x="62" y="13"/>
                    </a:lnTo>
                    <a:lnTo>
                      <a:pt x="6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7" name="Freeform 28"/>
              <p:cNvSpPr/>
              <p:nvPr/>
            </p:nvSpPr>
            <p:spPr>
              <a:xfrm>
                <a:off x="2527" y="2716"/>
                <a:ext cx="66" cy="22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7" y="13"/>
                  </a:cxn>
                  <a:cxn ang="0">
                    <a:pos x="40" y="20"/>
                  </a:cxn>
                  <a:cxn ang="0">
                    <a:pos x="58" y="22"/>
                  </a:cxn>
                  <a:cxn ang="0">
                    <a:pos x="60" y="22"/>
                  </a:cxn>
                  <a:cxn ang="0">
                    <a:pos x="62" y="20"/>
                  </a:cxn>
                  <a:cxn ang="0">
                    <a:pos x="64" y="17"/>
                  </a:cxn>
                  <a:cxn ang="0">
                    <a:pos x="66" y="15"/>
                  </a:cxn>
                  <a:cxn ang="0">
                    <a:pos x="66" y="13"/>
                  </a:cxn>
                  <a:cxn ang="0">
                    <a:pos x="64" y="11"/>
                  </a:cxn>
                  <a:cxn ang="0">
                    <a:pos x="62" y="9"/>
                  </a:cxn>
                  <a:cxn ang="0">
                    <a:pos x="60" y="9"/>
                  </a:cxn>
                  <a:cxn ang="0">
                    <a:pos x="42" y="6"/>
                  </a:cxn>
                  <a:cxn ang="0">
                    <a:pos x="9" y="0"/>
                  </a:cxn>
                </a:cxnLst>
                <a:pathLst>
                  <a:path w="66" h="22">
                    <a:moveTo>
                      <a:pt x="9" y="0"/>
                    </a:moveTo>
                    <a:lnTo>
                      <a:pt x="7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2" y="9"/>
                    </a:lnTo>
                    <a:lnTo>
                      <a:pt x="4" y="11"/>
                    </a:lnTo>
                    <a:lnTo>
                      <a:pt x="7" y="13"/>
                    </a:lnTo>
                    <a:lnTo>
                      <a:pt x="40" y="20"/>
                    </a:lnTo>
                    <a:lnTo>
                      <a:pt x="58" y="22"/>
                    </a:lnTo>
                    <a:lnTo>
                      <a:pt x="60" y="22"/>
                    </a:lnTo>
                    <a:lnTo>
                      <a:pt x="62" y="20"/>
                    </a:lnTo>
                    <a:lnTo>
                      <a:pt x="64" y="17"/>
                    </a:lnTo>
                    <a:lnTo>
                      <a:pt x="66" y="15"/>
                    </a:lnTo>
                    <a:lnTo>
                      <a:pt x="66" y="13"/>
                    </a:lnTo>
                    <a:lnTo>
                      <a:pt x="64" y="11"/>
                    </a:lnTo>
                    <a:lnTo>
                      <a:pt x="62" y="9"/>
                    </a:lnTo>
                    <a:lnTo>
                      <a:pt x="60" y="9"/>
                    </a:lnTo>
                    <a:lnTo>
                      <a:pt x="42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8" name="Freeform 29"/>
              <p:cNvSpPr/>
              <p:nvPr/>
            </p:nvSpPr>
            <p:spPr>
              <a:xfrm>
                <a:off x="2620" y="2731"/>
                <a:ext cx="67" cy="1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5" y="14"/>
                  </a:cxn>
                  <a:cxn ang="0">
                    <a:pos x="20" y="16"/>
                  </a:cxn>
                  <a:cxn ang="0">
                    <a:pos x="58" y="18"/>
                  </a:cxn>
                  <a:cxn ang="0">
                    <a:pos x="60" y="18"/>
                  </a:cxn>
                  <a:cxn ang="0">
                    <a:pos x="62" y="18"/>
                  </a:cxn>
                  <a:cxn ang="0">
                    <a:pos x="65" y="16"/>
                  </a:cxn>
                  <a:cxn ang="0">
                    <a:pos x="67" y="14"/>
                  </a:cxn>
                  <a:cxn ang="0">
                    <a:pos x="67" y="11"/>
                  </a:cxn>
                  <a:cxn ang="0">
                    <a:pos x="65" y="9"/>
                  </a:cxn>
                  <a:cxn ang="0">
                    <a:pos x="62" y="7"/>
                  </a:cxn>
                  <a:cxn ang="0">
                    <a:pos x="60" y="5"/>
                  </a:cxn>
                  <a:cxn ang="0">
                    <a:pos x="22" y="2"/>
                  </a:cxn>
                  <a:cxn ang="0">
                    <a:pos x="7" y="0"/>
                  </a:cxn>
                </a:cxnLst>
                <a:pathLst>
                  <a:path w="67" h="18">
                    <a:moveTo>
                      <a:pt x="7" y="0"/>
                    </a:moveTo>
                    <a:lnTo>
                      <a:pt x="5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5" y="14"/>
                    </a:lnTo>
                    <a:lnTo>
                      <a:pt x="20" y="16"/>
                    </a:lnTo>
                    <a:lnTo>
                      <a:pt x="58" y="18"/>
                    </a:lnTo>
                    <a:lnTo>
                      <a:pt x="60" y="18"/>
                    </a:lnTo>
                    <a:lnTo>
                      <a:pt x="62" y="18"/>
                    </a:lnTo>
                    <a:lnTo>
                      <a:pt x="65" y="16"/>
                    </a:lnTo>
                    <a:lnTo>
                      <a:pt x="67" y="14"/>
                    </a:lnTo>
                    <a:lnTo>
                      <a:pt x="67" y="11"/>
                    </a:lnTo>
                    <a:lnTo>
                      <a:pt x="65" y="9"/>
                    </a:lnTo>
                    <a:lnTo>
                      <a:pt x="62" y="7"/>
                    </a:lnTo>
                    <a:lnTo>
                      <a:pt x="60" y="5"/>
                    </a:lnTo>
                    <a:lnTo>
                      <a:pt x="22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49" name="Freeform 30"/>
              <p:cNvSpPr/>
              <p:nvPr/>
            </p:nvSpPr>
            <p:spPr>
              <a:xfrm>
                <a:off x="2713" y="2740"/>
                <a:ext cx="65" cy="1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5" y="0"/>
                  </a:cxn>
                  <a:cxn ang="0">
                    <a:pos x="3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3" y="13"/>
                  </a:cxn>
                  <a:cxn ang="0">
                    <a:pos x="5" y="13"/>
                  </a:cxn>
                  <a:cxn ang="0">
                    <a:pos x="58" y="18"/>
                  </a:cxn>
                  <a:cxn ang="0">
                    <a:pos x="60" y="18"/>
                  </a:cxn>
                  <a:cxn ang="0">
                    <a:pos x="63" y="16"/>
                  </a:cxn>
                  <a:cxn ang="0">
                    <a:pos x="65" y="13"/>
                  </a:cxn>
                  <a:cxn ang="0">
                    <a:pos x="65" y="11"/>
                  </a:cxn>
                  <a:cxn ang="0">
                    <a:pos x="65" y="9"/>
                  </a:cxn>
                  <a:cxn ang="0">
                    <a:pos x="65" y="7"/>
                  </a:cxn>
                  <a:cxn ang="0">
                    <a:pos x="63" y="5"/>
                  </a:cxn>
                  <a:cxn ang="0">
                    <a:pos x="60" y="5"/>
                  </a:cxn>
                  <a:cxn ang="0">
                    <a:pos x="7" y="0"/>
                  </a:cxn>
                </a:cxnLst>
                <a:pathLst>
                  <a:path w="65" h="18">
                    <a:moveTo>
                      <a:pt x="7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3" y="13"/>
                    </a:lnTo>
                    <a:lnTo>
                      <a:pt x="5" y="13"/>
                    </a:lnTo>
                    <a:lnTo>
                      <a:pt x="58" y="18"/>
                    </a:lnTo>
                    <a:lnTo>
                      <a:pt x="60" y="18"/>
                    </a:lnTo>
                    <a:lnTo>
                      <a:pt x="63" y="16"/>
                    </a:lnTo>
                    <a:lnTo>
                      <a:pt x="65" y="13"/>
                    </a:lnTo>
                    <a:lnTo>
                      <a:pt x="65" y="11"/>
                    </a:lnTo>
                    <a:lnTo>
                      <a:pt x="65" y="9"/>
                    </a:lnTo>
                    <a:lnTo>
                      <a:pt x="65" y="7"/>
                    </a:lnTo>
                    <a:lnTo>
                      <a:pt x="63" y="5"/>
                    </a:lnTo>
                    <a:lnTo>
                      <a:pt x="60" y="5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0" name="Freeform 31"/>
              <p:cNvSpPr/>
              <p:nvPr/>
            </p:nvSpPr>
            <p:spPr>
              <a:xfrm>
                <a:off x="2804" y="2745"/>
                <a:ext cx="67" cy="1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7" y="0"/>
                  </a:cxn>
                  <a:cxn ang="0">
                    <a:pos x="5" y="2"/>
                  </a:cxn>
                  <a:cxn ang="0">
                    <a:pos x="3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  <a:cxn ang="0">
                    <a:pos x="60" y="15"/>
                  </a:cxn>
                  <a:cxn ang="0">
                    <a:pos x="63" y="15"/>
                  </a:cxn>
                  <a:cxn ang="0">
                    <a:pos x="65" y="13"/>
                  </a:cxn>
                  <a:cxn ang="0">
                    <a:pos x="67" y="11"/>
                  </a:cxn>
                  <a:cxn ang="0">
                    <a:pos x="67" y="8"/>
                  </a:cxn>
                  <a:cxn ang="0">
                    <a:pos x="67" y="6"/>
                  </a:cxn>
                  <a:cxn ang="0">
                    <a:pos x="67" y="4"/>
                  </a:cxn>
                  <a:cxn ang="0">
                    <a:pos x="65" y="2"/>
                  </a:cxn>
                  <a:cxn ang="0">
                    <a:pos x="63" y="2"/>
                  </a:cxn>
                  <a:cxn ang="0">
                    <a:pos x="9" y="0"/>
                  </a:cxn>
                </a:cxnLst>
                <a:pathLst>
                  <a:path w="67" h="15">
                    <a:moveTo>
                      <a:pt x="9" y="0"/>
                    </a:moveTo>
                    <a:lnTo>
                      <a:pt x="7" y="0"/>
                    </a:lnTo>
                    <a:lnTo>
                      <a:pt x="5" y="2"/>
                    </a:lnTo>
                    <a:lnTo>
                      <a:pt x="3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lnTo>
                      <a:pt x="60" y="15"/>
                    </a:lnTo>
                    <a:lnTo>
                      <a:pt x="63" y="15"/>
                    </a:lnTo>
                    <a:lnTo>
                      <a:pt x="65" y="13"/>
                    </a:lnTo>
                    <a:lnTo>
                      <a:pt x="67" y="11"/>
                    </a:lnTo>
                    <a:lnTo>
                      <a:pt x="67" y="8"/>
                    </a:lnTo>
                    <a:lnTo>
                      <a:pt x="67" y="6"/>
                    </a:lnTo>
                    <a:lnTo>
                      <a:pt x="67" y="4"/>
                    </a:lnTo>
                    <a:lnTo>
                      <a:pt x="65" y="2"/>
                    </a:lnTo>
                    <a:lnTo>
                      <a:pt x="63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1" name="Freeform 32"/>
              <p:cNvSpPr/>
              <p:nvPr/>
            </p:nvSpPr>
            <p:spPr>
              <a:xfrm>
                <a:off x="2898" y="2745"/>
                <a:ext cx="66" cy="15"/>
              </a:xfrm>
              <a:custGeom>
                <a:avLst/>
                <a:gdLst/>
                <a:ahLst/>
                <a:cxnLst>
                  <a:cxn ang="0">
                    <a:pos x="9" y="2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5"/>
                  </a:cxn>
                  <a:cxn ang="0">
                    <a:pos x="60" y="13"/>
                  </a:cxn>
                  <a:cxn ang="0">
                    <a:pos x="62" y="13"/>
                  </a:cxn>
                  <a:cxn ang="0">
                    <a:pos x="64" y="13"/>
                  </a:cxn>
                  <a:cxn ang="0">
                    <a:pos x="66" y="11"/>
                  </a:cxn>
                  <a:cxn ang="0">
                    <a:pos x="66" y="8"/>
                  </a:cxn>
                  <a:cxn ang="0">
                    <a:pos x="66" y="6"/>
                  </a:cxn>
                  <a:cxn ang="0">
                    <a:pos x="66" y="4"/>
                  </a:cxn>
                  <a:cxn ang="0">
                    <a:pos x="64" y="2"/>
                  </a:cxn>
                  <a:cxn ang="0">
                    <a:pos x="62" y="0"/>
                  </a:cxn>
                  <a:cxn ang="0">
                    <a:pos x="9" y="2"/>
                  </a:cxn>
                </a:cxnLst>
                <a:pathLst>
                  <a:path w="66" h="15">
                    <a:moveTo>
                      <a:pt x="9" y="2"/>
                    </a:moveTo>
                    <a:lnTo>
                      <a:pt x="6" y="2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5"/>
                    </a:lnTo>
                    <a:lnTo>
                      <a:pt x="60" y="13"/>
                    </a:lnTo>
                    <a:lnTo>
                      <a:pt x="62" y="13"/>
                    </a:lnTo>
                    <a:lnTo>
                      <a:pt x="64" y="13"/>
                    </a:lnTo>
                    <a:lnTo>
                      <a:pt x="66" y="11"/>
                    </a:lnTo>
                    <a:lnTo>
                      <a:pt x="66" y="8"/>
                    </a:lnTo>
                    <a:lnTo>
                      <a:pt x="66" y="6"/>
                    </a:lnTo>
                    <a:lnTo>
                      <a:pt x="66" y="4"/>
                    </a:lnTo>
                    <a:lnTo>
                      <a:pt x="64" y="2"/>
                    </a:lnTo>
                    <a:lnTo>
                      <a:pt x="62" y="0"/>
                    </a:lnTo>
                    <a:lnTo>
                      <a:pt x="9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2" name="Freeform 33"/>
              <p:cNvSpPr/>
              <p:nvPr/>
            </p:nvSpPr>
            <p:spPr>
              <a:xfrm>
                <a:off x="2991" y="2740"/>
                <a:ext cx="67" cy="16"/>
              </a:xfrm>
              <a:custGeom>
                <a:avLst/>
                <a:gdLst/>
                <a:ahLst/>
                <a:cxnLst>
                  <a:cxn ang="0">
                    <a:pos x="7" y="2"/>
                  </a:cxn>
                  <a:cxn ang="0">
                    <a:pos x="4" y="5"/>
                  </a:cxn>
                  <a:cxn ang="0">
                    <a:pos x="2" y="7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2" y="13"/>
                  </a:cxn>
                  <a:cxn ang="0">
                    <a:pos x="4" y="16"/>
                  </a:cxn>
                  <a:cxn ang="0">
                    <a:pos x="7" y="16"/>
                  </a:cxn>
                  <a:cxn ang="0">
                    <a:pos x="9" y="16"/>
                  </a:cxn>
                  <a:cxn ang="0">
                    <a:pos x="51" y="13"/>
                  </a:cxn>
                  <a:cxn ang="0">
                    <a:pos x="62" y="13"/>
                  </a:cxn>
                  <a:cxn ang="0">
                    <a:pos x="64" y="11"/>
                  </a:cxn>
                  <a:cxn ang="0">
                    <a:pos x="67" y="9"/>
                  </a:cxn>
                  <a:cxn ang="0">
                    <a:pos x="67" y="7"/>
                  </a:cxn>
                  <a:cxn ang="0">
                    <a:pos x="67" y="5"/>
                  </a:cxn>
                  <a:cxn ang="0">
                    <a:pos x="67" y="2"/>
                  </a:cxn>
                  <a:cxn ang="0">
                    <a:pos x="64" y="0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49" y="0"/>
                  </a:cxn>
                  <a:cxn ang="0">
                    <a:pos x="7" y="2"/>
                  </a:cxn>
                </a:cxnLst>
                <a:pathLst>
                  <a:path w="67" h="16">
                    <a:moveTo>
                      <a:pt x="7" y="2"/>
                    </a:moveTo>
                    <a:lnTo>
                      <a:pt x="4" y="5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2" y="13"/>
                    </a:lnTo>
                    <a:lnTo>
                      <a:pt x="4" y="16"/>
                    </a:lnTo>
                    <a:lnTo>
                      <a:pt x="7" y="16"/>
                    </a:lnTo>
                    <a:lnTo>
                      <a:pt x="9" y="16"/>
                    </a:lnTo>
                    <a:lnTo>
                      <a:pt x="51" y="13"/>
                    </a:lnTo>
                    <a:lnTo>
                      <a:pt x="62" y="13"/>
                    </a:lnTo>
                    <a:lnTo>
                      <a:pt x="64" y="11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5"/>
                    </a:lnTo>
                    <a:lnTo>
                      <a:pt x="67" y="2"/>
                    </a:lnTo>
                    <a:lnTo>
                      <a:pt x="64" y="0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49" y="0"/>
                    </a:lnTo>
                    <a:lnTo>
                      <a:pt x="7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3" name="Freeform 34"/>
              <p:cNvSpPr/>
              <p:nvPr/>
            </p:nvSpPr>
            <p:spPr>
              <a:xfrm>
                <a:off x="3084" y="2729"/>
                <a:ext cx="67" cy="20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5" y="7"/>
                  </a:cxn>
                  <a:cxn ang="0">
                    <a:pos x="3" y="9"/>
                  </a:cxn>
                  <a:cxn ang="0">
                    <a:pos x="0" y="11"/>
                  </a:cxn>
                  <a:cxn ang="0">
                    <a:pos x="0" y="13"/>
                  </a:cxn>
                  <a:cxn ang="0">
                    <a:pos x="3" y="16"/>
                  </a:cxn>
                  <a:cxn ang="0">
                    <a:pos x="5" y="18"/>
                  </a:cxn>
                  <a:cxn ang="0">
                    <a:pos x="7" y="20"/>
                  </a:cxn>
                  <a:cxn ang="0">
                    <a:pos x="9" y="20"/>
                  </a:cxn>
                  <a:cxn ang="0">
                    <a:pos x="36" y="18"/>
                  </a:cxn>
                  <a:cxn ang="0">
                    <a:pos x="63" y="13"/>
                  </a:cxn>
                  <a:cxn ang="0">
                    <a:pos x="65" y="11"/>
                  </a:cxn>
                  <a:cxn ang="0">
                    <a:pos x="67" y="9"/>
                  </a:cxn>
                  <a:cxn ang="0">
                    <a:pos x="67" y="7"/>
                  </a:cxn>
                  <a:cxn ang="0">
                    <a:pos x="67" y="4"/>
                  </a:cxn>
                  <a:cxn ang="0">
                    <a:pos x="67" y="2"/>
                  </a:cxn>
                  <a:cxn ang="0">
                    <a:pos x="65" y="0"/>
                  </a:cxn>
                  <a:cxn ang="0">
                    <a:pos x="63" y="0"/>
                  </a:cxn>
                  <a:cxn ang="0">
                    <a:pos x="60" y="0"/>
                  </a:cxn>
                  <a:cxn ang="0">
                    <a:pos x="34" y="4"/>
                  </a:cxn>
                  <a:cxn ang="0">
                    <a:pos x="7" y="7"/>
                  </a:cxn>
                </a:cxnLst>
                <a:pathLst>
                  <a:path w="67" h="20">
                    <a:moveTo>
                      <a:pt x="7" y="7"/>
                    </a:moveTo>
                    <a:lnTo>
                      <a:pt x="5" y="7"/>
                    </a:lnTo>
                    <a:lnTo>
                      <a:pt x="3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3" y="16"/>
                    </a:lnTo>
                    <a:lnTo>
                      <a:pt x="5" y="18"/>
                    </a:lnTo>
                    <a:lnTo>
                      <a:pt x="7" y="20"/>
                    </a:lnTo>
                    <a:lnTo>
                      <a:pt x="9" y="20"/>
                    </a:lnTo>
                    <a:lnTo>
                      <a:pt x="36" y="18"/>
                    </a:lnTo>
                    <a:lnTo>
                      <a:pt x="63" y="13"/>
                    </a:lnTo>
                    <a:lnTo>
                      <a:pt x="65" y="11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67" y="4"/>
                    </a:lnTo>
                    <a:lnTo>
                      <a:pt x="67" y="2"/>
                    </a:lnTo>
                    <a:lnTo>
                      <a:pt x="65" y="0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34" y="4"/>
                    </a:ln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4" name="Freeform 35"/>
              <p:cNvSpPr/>
              <p:nvPr/>
            </p:nvSpPr>
            <p:spPr>
              <a:xfrm>
                <a:off x="3178" y="2713"/>
                <a:ext cx="64" cy="23"/>
              </a:xfrm>
              <a:custGeom>
                <a:avLst/>
                <a:gdLst/>
                <a:ahLst/>
                <a:cxnLst>
                  <a:cxn ang="0">
                    <a:pos x="4" y="9"/>
                  </a:cxn>
                  <a:cxn ang="0">
                    <a:pos x="2" y="12"/>
                  </a:cxn>
                  <a:cxn ang="0">
                    <a:pos x="0" y="14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2" y="23"/>
                  </a:cxn>
                  <a:cxn ang="0">
                    <a:pos x="4" y="23"/>
                  </a:cxn>
                  <a:cxn ang="0">
                    <a:pos x="6" y="23"/>
                  </a:cxn>
                  <a:cxn ang="0">
                    <a:pos x="15" y="23"/>
                  </a:cxn>
                  <a:cxn ang="0">
                    <a:pos x="60" y="14"/>
                  </a:cxn>
                  <a:cxn ang="0">
                    <a:pos x="62" y="12"/>
                  </a:cxn>
                  <a:cxn ang="0">
                    <a:pos x="64" y="9"/>
                  </a:cxn>
                  <a:cxn ang="0">
                    <a:pos x="64" y="7"/>
                  </a:cxn>
                  <a:cxn ang="0">
                    <a:pos x="64" y="5"/>
                  </a:cxn>
                  <a:cxn ang="0">
                    <a:pos x="64" y="3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57" y="0"/>
                  </a:cxn>
                  <a:cxn ang="0">
                    <a:pos x="13" y="9"/>
                  </a:cxn>
                  <a:cxn ang="0">
                    <a:pos x="4" y="9"/>
                  </a:cxn>
                </a:cxnLst>
                <a:pathLst>
                  <a:path w="64" h="23">
                    <a:moveTo>
                      <a:pt x="4" y="9"/>
                    </a:moveTo>
                    <a:lnTo>
                      <a:pt x="2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2" y="23"/>
                    </a:lnTo>
                    <a:lnTo>
                      <a:pt x="4" y="23"/>
                    </a:lnTo>
                    <a:lnTo>
                      <a:pt x="6" y="23"/>
                    </a:lnTo>
                    <a:lnTo>
                      <a:pt x="15" y="23"/>
                    </a:lnTo>
                    <a:lnTo>
                      <a:pt x="60" y="14"/>
                    </a:lnTo>
                    <a:lnTo>
                      <a:pt x="62" y="12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4" y="5"/>
                    </a:lnTo>
                    <a:lnTo>
                      <a:pt x="64" y="3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57" y="0"/>
                    </a:lnTo>
                    <a:lnTo>
                      <a:pt x="13" y="9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5" name="Freeform 36"/>
              <p:cNvSpPr/>
              <p:nvPr/>
            </p:nvSpPr>
            <p:spPr>
              <a:xfrm>
                <a:off x="3269" y="2693"/>
                <a:ext cx="64" cy="25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4" y="14"/>
                  </a:cxn>
                  <a:cxn ang="0">
                    <a:pos x="2" y="16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2" y="23"/>
                  </a:cxn>
                  <a:cxn ang="0">
                    <a:pos x="4" y="25"/>
                  </a:cxn>
                  <a:cxn ang="0">
                    <a:pos x="6" y="25"/>
                  </a:cxn>
                  <a:cxn ang="0">
                    <a:pos x="9" y="25"/>
                  </a:cxn>
                  <a:cxn ang="0">
                    <a:pos x="60" y="14"/>
                  </a:cxn>
                  <a:cxn ang="0">
                    <a:pos x="60" y="14"/>
                  </a:cxn>
                  <a:cxn ang="0">
                    <a:pos x="62" y="12"/>
                  </a:cxn>
                  <a:cxn ang="0">
                    <a:pos x="64" y="9"/>
                  </a:cxn>
                  <a:cxn ang="0">
                    <a:pos x="64" y="7"/>
                  </a:cxn>
                  <a:cxn ang="0">
                    <a:pos x="64" y="5"/>
                  </a:cxn>
                  <a:cxn ang="0">
                    <a:pos x="64" y="3"/>
                  </a:cxn>
                  <a:cxn ang="0">
                    <a:pos x="62" y="0"/>
                  </a:cxn>
                  <a:cxn ang="0">
                    <a:pos x="60" y="0"/>
                  </a:cxn>
                  <a:cxn ang="0">
                    <a:pos x="57" y="0"/>
                  </a:cxn>
                  <a:cxn ang="0">
                    <a:pos x="57" y="0"/>
                  </a:cxn>
                  <a:cxn ang="0">
                    <a:pos x="6" y="12"/>
                  </a:cxn>
                </a:cxnLst>
                <a:pathLst>
                  <a:path w="64" h="25">
                    <a:moveTo>
                      <a:pt x="6" y="12"/>
                    </a:moveTo>
                    <a:lnTo>
                      <a:pt x="4" y="14"/>
                    </a:lnTo>
                    <a:lnTo>
                      <a:pt x="2" y="16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6" y="25"/>
                    </a:lnTo>
                    <a:lnTo>
                      <a:pt x="9" y="25"/>
                    </a:lnTo>
                    <a:lnTo>
                      <a:pt x="60" y="14"/>
                    </a:lnTo>
                    <a:lnTo>
                      <a:pt x="62" y="12"/>
                    </a:lnTo>
                    <a:lnTo>
                      <a:pt x="64" y="9"/>
                    </a:lnTo>
                    <a:lnTo>
                      <a:pt x="64" y="7"/>
                    </a:lnTo>
                    <a:lnTo>
                      <a:pt x="64" y="5"/>
                    </a:lnTo>
                    <a:lnTo>
                      <a:pt x="64" y="3"/>
                    </a:lnTo>
                    <a:lnTo>
                      <a:pt x="62" y="0"/>
                    </a:lnTo>
                    <a:lnTo>
                      <a:pt x="60" y="0"/>
                    </a:lnTo>
                    <a:lnTo>
                      <a:pt x="57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6" name="Freeform 37"/>
              <p:cNvSpPr/>
              <p:nvPr/>
            </p:nvSpPr>
            <p:spPr>
              <a:xfrm>
                <a:off x="3360" y="2665"/>
                <a:ext cx="62" cy="28"/>
              </a:xfrm>
              <a:custGeom>
                <a:avLst/>
                <a:gdLst/>
                <a:ahLst/>
                <a:cxnLst>
                  <a:cxn ang="0">
                    <a:pos x="4" y="15"/>
                  </a:cxn>
                  <a:cxn ang="0">
                    <a:pos x="2" y="17"/>
                  </a:cxn>
                  <a:cxn ang="0">
                    <a:pos x="0" y="20"/>
                  </a:cxn>
                  <a:cxn ang="0">
                    <a:pos x="0" y="22"/>
                  </a:cxn>
                  <a:cxn ang="0">
                    <a:pos x="0" y="24"/>
                  </a:cxn>
                  <a:cxn ang="0">
                    <a:pos x="0" y="26"/>
                  </a:cxn>
                  <a:cxn ang="0">
                    <a:pos x="2" y="28"/>
                  </a:cxn>
                  <a:cxn ang="0">
                    <a:pos x="4" y="28"/>
                  </a:cxn>
                  <a:cxn ang="0">
                    <a:pos x="6" y="28"/>
                  </a:cxn>
                  <a:cxn ang="0">
                    <a:pos x="31" y="22"/>
                  </a:cxn>
                  <a:cxn ang="0">
                    <a:pos x="57" y="13"/>
                  </a:cxn>
                  <a:cxn ang="0">
                    <a:pos x="60" y="11"/>
                  </a:cxn>
                  <a:cxn ang="0">
                    <a:pos x="62" y="8"/>
                  </a:cxn>
                  <a:cxn ang="0">
                    <a:pos x="62" y="6"/>
                  </a:cxn>
                  <a:cxn ang="0">
                    <a:pos x="62" y="4"/>
                  </a:cxn>
                  <a:cxn ang="0">
                    <a:pos x="62" y="2"/>
                  </a:cxn>
                  <a:cxn ang="0">
                    <a:pos x="60" y="0"/>
                  </a:cxn>
                  <a:cxn ang="0">
                    <a:pos x="57" y="0"/>
                  </a:cxn>
                  <a:cxn ang="0">
                    <a:pos x="55" y="0"/>
                  </a:cxn>
                  <a:cxn ang="0">
                    <a:pos x="29" y="8"/>
                  </a:cxn>
                  <a:cxn ang="0">
                    <a:pos x="4" y="15"/>
                  </a:cxn>
                </a:cxnLst>
                <a:pathLst>
                  <a:path w="62" h="28">
                    <a:moveTo>
                      <a:pt x="4" y="15"/>
                    </a:moveTo>
                    <a:lnTo>
                      <a:pt x="2" y="17"/>
                    </a:lnTo>
                    <a:lnTo>
                      <a:pt x="0" y="20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0" y="26"/>
                    </a:lnTo>
                    <a:lnTo>
                      <a:pt x="2" y="28"/>
                    </a:lnTo>
                    <a:lnTo>
                      <a:pt x="4" y="28"/>
                    </a:lnTo>
                    <a:lnTo>
                      <a:pt x="6" y="28"/>
                    </a:lnTo>
                    <a:lnTo>
                      <a:pt x="31" y="22"/>
                    </a:lnTo>
                    <a:lnTo>
                      <a:pt x="57" y="13"/>
                    </a:lnTo>
                    <a:lnTo>
                      <a:pt x="60" y="11"/>
                    </a:lnTo>
                    <a:lnTo>
                      <a:pt x="62" y="8"/>
                    </a:lnTo>
                    <a:lnTo>
                      <a:pt x="62" y="6"/>
                    </a:lnTo>
                    <a:lnTo>
                      <a:pt x="62" y="4"/>
                    </a:lnTo>
                    <a:lnTo>
                      <a:pt x="62" y="2"/>
                    </a:lnTo>
                    <a:lnTo>
                      <a:pt x="60" y="0"/>
                    </a:lnTo>
                    <a:lnTo>
                      <a:pt x="57" y="0"/>
                    </a:lnTo>
                    <a:lnTo>
                      <a:pt x="55" y="0"/>
                    </a:lnTo>
                    <a:lnTo>
                      <a:pt x="29" y="8"/>
                    </a:lnTo>
                    <a:lnTo>
                      <a:pt x="4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7" name="Freeform 38"/>
              <p:cNvSpPr/>
              <p:nvPr/>
            </p:nvSpPr>
            <p:spPr>
              <a:xfrm>
                <a:off x="3446" y="2629"/>
                <a:ext cx="63" cy="33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5" y="22"/>
                  </a:cxn>
                  <a:cxn ang="0">
                    <a:pos x="3" y="24"/>
                  </a:cxn>
                  <a:cxn ang="0">
                    <a:pos x="0" y="27"/>
                  </a:cxn>
                  <a:cxn ang="0">
                    <a:pos x="0" y="29"/>
                  </a:cxn>
                  <a:cxn ang="0">
                    <a:pos x="3" y="31"/>
                  </a:cxn>
                  <a:cxn ang="0">
                    <a:pos x="5" y="33"/>
                  </a:cxn>
                  <a:cxn ang="0">
                    <a:pos x="7" y="33"/>
                  </a:cxn>
                  <a:cxn ang="0">
                    <a:pos x="9" y="33"/>
                  </a:cxn>
                  <a:cxn ang="0">
                    <a:pos x="51" y="15"/>
                  </a:cxn>
                  <a:cxn ang="0">
                    <a:pos x="54" y="13"/>
                  </a:cxn>
                  <a:cxn ang="0">
                    <a:pos x="60" y="11"/>
                  </a:cxn>
                  <a:cxn ang="0">
                    <a:pos x="63" y="9"/>
                  </a:cxn>
                  <a:cxn ang="0">
                    <a:pos x="63" y="7"/>
                  </a:cxn>
                  <a:cxn ang="0">
                    <a:pos x="63" y="4"/>
                  </a:cxn>
                  <a:cxn ang="0">
                    <a:pos x="63" y="2"/>
                  </a:cxn>
                  <a:cxn ang="0">
                    <a:pos x="60" y="0"/>
                  </a:cxn>
                  <a:cxn ang="0">
                    <a:pos x="58" y="0"/>
                  </a:cxn>
                  <a:cxn ang="0">
                    <a:pos x="56" y="0"/>
                  </a:cxn>
                  <a:cxn ang="0">
                    <a:pos x="54" y="0"/>
                  </a:cxn>
                  <a:cxn ang="0">
                    <a:pos x="47" y="2"/>
                  </a:cxn>
                  <a:cxn ang="0">
                    <a:pos x="51" y="9"/>
                  </a:cxn>
                  <a:cxn ang="0">
                    <a:pos x="49" y="2"/>
                  </a:cxn>
                  <a:cxn ang="0">
                    <a:pos x="7" y="20"/>
                  </a:cxn>
                </a:cxnLst>
                <a:pathLst>
                  <a:path w="63" h="33">
                    <a:moveTo>
                      <a:pt x="7" y="20"/>
                    </a:moveTo>
                    <a:lnTo>
                      <a:pt x="5" y="22"/>
                    </a:lnTo>
                    <a:lnTo>
                      <a:pt x="3" y="24"/>
                    </a:lnTo>
                    <a:lnTo>
                      <a:pt x="0" y="27"/>
                    </a:lnTo>
                    <a:lnTo>
                      <a:pt x="0" y="29"/>
                    </a:lnTo>
                    <a:lnTo>
                      <a:pt x="3" y="31"/>
                    </a:lnTo>
                    <a:lnTo>
                      <a:pt x="5" y="33"/>
                    </a:lnTo>
                    <a:lnTo>
                      <a:pt x="7" y="33"/>
                    </a:lnTo>
                    <a:lnTo>
                      <a:pt x="9" y="33"/>
                    </a:lnTo>
                    <a:lnTo>
                      <a:pt x="51" y="15"/>
                    </a:lnTo>
                    <a:lnTo>
                      <a:pt x="54" y="13"/>
                    </a:lnTo>
                    <a:lnTo>
                      <a:pt x="60" y="11"/>
                    </a:lnTo>
                    <a:lnTo>
                      <a:pt x="63" y="9"/>
                    </a:lnTo>
                    <a:lnTo>
                      <a:pt x="63" y="7"/>
                    </a:lnTo>
                    <a:lnTo>
                      <a:pt x="63" y="4"/>
                    </a:lnTo>
                    <a:lnTo>
                      <a:pt x="63" y="2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6" y="0"/>
                    </a:lnTo>
                    <a:lnTo>
                      <a:pt x="54" y="0"/>
                    </a:lnTo>
                    <a:lnTo>
                      <a:pt x="47" y="2"/>
                    </a:lnTo>
                    <a:lnTo>
                      <a:pt x="51" y="9"/>
                    </a:lnTo>
                    <a:lnTo>
                      <a:pt x="49" y="2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8" name="Freeform 39"/>
              <p:cNvSpPr/>
              <p:nvPr/>
            </p:nvSpPr>
            <p:spPr>
              <a:xfrm>
                <a:off x="3531" y="2580"/>
                <a:ext cx="58" cy="42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2" y="33"/>
                  </a:cxn>
                  <a:cxn ang="0">
                    <a:pos x="0" y="36"/>
                  </a:cxn>
                  <a:cxn ang="0">
                    <a:pos x="0" y="38"/>
                  </a:cxn>
                  <a:cxn ang="0">
                    <a:pos x="2" y="40"/>
                  </a:cxn>
                  <a:cxn ang="0">
                    <a:pos x="4" y="42"/>
                  </a:cxn>
                  <a:cxn ang="0">
                    <a:pos x="6" y="42"/>
                  </a:cxn>
                  <a:cxn ang="0">
                    <a:pos x="9" y="42"/>
                  </a:cxn>
                  <a:cxn ang="0">
                    <a:pos x="11" y="42"/>
                  </a:cxn>
                  <a:cxn ang="0">
                    <a:pos x="15" y="38"/>
                  </a:cxn>
                  <a:cxn ang="0">
                    <a:pos x="55" y="13"/>
                  </a:cxn>
                  <a:cxn ang="0">
                    <a:pos x="58" y="11"/>
                  </a:cxn>
                  <a:cxn ang="0">
                    <a:pos x="58" y="9"/>
                  </a:cxn>
                  <a:cxn ang="0">
                    <a:pos x="58" y="7"/>
                  </a:cxn>
                  <a:cxn ang="0">
                    <a:pos x="58" y="4"/>
                  </a:cxn>
                  <a:cxn ang="0">
                    <a:pos x="55" y="2"/>
                  </a:cxn>
                  <a:cxn ang="0">
                    <a:pos x="53" y="0"/>
                  </a:cxn>
                  <a:cxn ang="0">
                    <a:pos x="51" y="0"/>
                  </a:cxn>
                  <a:cxn ang="0">
                    <a:pos x="49" y="2"/>
                  </a:cxn>
                  <a:cxn ang="0">
                    <a:pos x="9" y="27"/>
                  </a:cxn>
                  <a:cxn ang="0">
                    <a:pos x="4" y="31"/>
                  </a:cxn>
                </a:cxnLst>
                <a:pathLst>
                  <a:path w="58" h="42">
                    <a:moveTo>
                      <a:pt x="4" y="31"/>
                    </a:moveTo>
                    <a:lnTo>
                      <a:pt x="2" y="33"/>
                    </a:lnTo>
                    <a:lnTo>
                      <a:pt x="0" y="36"/>
                    </a:lnTo>
                    <a:lnTo>
                      <a:pt x="0" y="38"/>
                    </a:lnTo>
                    <a:lnTo>
                      <a:pt x="2" y="40"/>
                    </a:lnTo>
                    <a:lnTo>
                      <a:pt x="4" y="42"/>
                    </a:lnTo>
                    <a:lnTo>
                      <a:pt x="6" y="42"/>
                    </a:lnTo>
                    <a:lnTo>
                      <a:pt x="9" y="42"/>
                    </a:lnTo>
                    <a:lnTo>
                      <a:pt x="11" y="42"/>
                    </a:lnTo>
                    <a:lnTo>
                      <a:pt x="15" y="38"/>
                    </a:lnTo>
                    <a:lnTo>
                      <a:pt x="55" y="13"/>
                    </a:lnTo>
                    <a:lnTo>
                      <a:pt x="58" y="11"/>
                    </a:lnTo>
                    <a:lnTo>
                      <a:pt x="58" y="9"/>
                    </a:lnTo>
                    <a:lnTo>
                      <a:pt x="58" y="7"/>
                    </a:lnTo>
                    <a:lnTo>
                      <a:pt x="58" y="4"/>
                    </a:lnTo>
                    <a:lnTo>
                      <a:pt x="55" y="2"/>
                    </a:lnTo>
                    <a:lnTo>
                      <a:pt x="53" y="0"/>
                    </a:lnTo>
                    <a:lnTo>
                      <a:pt x="51" y="0"/>
                    </a:lnTo>
                    <a:lnTo>
                      <a:pt x="49" y="2"/>
                    </a:lnTo>
                    <a:lnTo>
                      <a:pt x="9" y="27"/>
                    </a:ln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9" name="Freeform 40"/>
              <p:cNvSpPr/>
              <p:nvPr/>
            </p:nvSpPr>
            <p:spPr>
              <a:xfrm>
                <a:off x="3606" y="2516"/>
                <a:ext cx="49" cy="53"/>
              </a:xfrm>
              <a:custGeom>
                <a:avLst/>
                <a:gdLst/>
                <a:ahLst/>
                <a:cxnLst>
                  <a:cxn ang="0">
                    <a:pos x="5" y="40"/>
                  </a:cxn>
                  <a:cxn ang="0">
                    <a:pos x="3" y="42"/>
                  </a:cxn>
                  <a:cxn ang="0">
                    <a:pos x="0" y="44"/>
                  </a:cxn>
                  <a:cxn ang="0">
                    <a:pos x="0" y="46"/>
                  </a:cxn>
                  <a:cxn ang="0">
                    <a:pos x="3" y="48"/>
                  </a:cxn>
                  <a:cxn ang="0">
                    <a:pos x="5" y="51"/>
                  </a:cxn>
                  <a:cxn ang="0">
                    <a:pos x="7" y="53"/>
                  </a:cxn>
                  <a:cxn ang="0">
                    <a:pos x="9" y="53"/>
                  </a:cxn>
                  <a:cxn ang="0">
                    <a:pos x="11" y="51"/>
                  </a:cxn>
                  <a:cxn ang="0">
                    <a:pos x="14" y="48"/>
                  </a:cxn>
                  <a:cxn ang="0">
                    <a:pos x="16" y="46"/>
                  </a:cxn>
                  <a:cxn ang="0">
                    <a:pos x="42" y="17"/>
                  </a:cxn>
                  <a:cxn ang="0">
                    <a:pos x="47" y="8"/>
                  </a:cxn>
                  <a:cxn ang="0">
                    <a:pos x="49" y="6"/>
                  </a:cxn>
                  <a:cxn ang="0">
                    <a:pos x="49" y="4"/>
                  </a:cxn>
                  <a:cxn ang="0">
                    <a:pos x="47" y="2"/>
                  </a:cxn>
                  <a:cxn ang="0">
                    <a:pos x="45" y="0"/>
                  </a:cxn>
                  <a:cxn ang="0">
                    <a:pos x="42" y="0"/>
                  </a:cxn>
                  <a:cxn ang="0">
                    <a:pos x="40" y="0"/>
                  </a:cxn>
                  <a:cxn ang="0">
                    <a:pos x="38" y="0"/>
                  </a:cxn>
                  <a:cxn ang="0">
                    <a:pos x="36" y="2"/>
                  </a:cxn>
                  <a:cxn ang="0">
                    <a:pos x="31" y="11"/>
                  </a:cxn>
                  <a:cxn ang="0">
                    <a:pos x="5" y="40"/>
                  </a:cxn>
                  <a:cxn ang="0">
                    <a:pos x="11" y="42"/>
                  </a:cxn>
                  <a:cxn ang="0">
                    <a:pos x="7" y="37"/>
                  </a:cxn>
                  <a:cxn ang="0">
                    <a:pos x="5" y="40"/>
                  </a:cxn>
                </a:cxnLst>
                <a:pathLst>
                  <a:path w="49" h="53">
                    <a:moveTo>
                      <a:pt x="5" y="40"/>
                    </a:moveTo>
                    <a:lnTo>
                      <a:pt x="3" y="42"/>
                    </a:lnTo>
                    <a:lnTo>
                      <a:pt x="0" y="44"/>
                    </a:lnTo>
                    <a:lnTo>
                      <a:pt x="0" y="46"/>
                    </a:lnTo>
                    <a:lnTo>
                      <a:pt x="3" y="48"/>
                    </a:lnTo>
                    <a:lnTo>
                      <a:pt x="5" y="51"/>
                    </a:lnTo>
                    <a:lnTo>
                      <a:pt x="7" y="53"/>
                    </a:lnTo>
                    <a:lnTo>
                      <a:pt x="9" y="53"/>
                    </a:lnTo>
                    <a:lnTo>
                      <a:pt x="11" y="51"/>
                    </a:lnTo>
                    <a:lnTo>
                      <a:pt x="14" y="48"/>
                    </a:lnTo>
                    <a:lnTo>
                      <a:pt x="16" y="46"/>
                    </a:lnTo>
                    <a:lnTo>
                      <a:pt x="42" y="17"/>
                    </a:lnTo>
                    <a:lnTo>
                      <a:pt x="47" y="8"/>
                    </a:lnTo>
                    <a:lnTo>
                      <a:pt x="49" y="6"/>
                    </a:lnTo>
                    <a:lnTo>
                      <a:pt x="49" y="4"/>
                    </a:lnTo>
                    <a:lnTo>
                      <a:pt x="47" y="2"/>
                    </a:lnTo>
                    <a:lnTo>
                      <a:pt x="45" y="0"/>
                    </a:lnTo>
                    <a:lnTo>
                      <a:pt x="42" y="0"/>
                    </a:lnTo>
                    <a:lnTo>
                      <a:pt x="40" y="0"/>
                    </a:lnTo>
                    <a:lnTo>
                      <a:pt x="38" y="0"/>
                    </a:lnTo>
                    <a:lnTo>
                      <a:pt x="36" y="2"/>
                    </a:lnTo>
                    <a:lnTo>
                      <a:pt x="31" y="11"/>
                    </a:lnTo>
                    <a:lnTo>
                      <a:pt x="5" y="40"/>
                    </a:lnTo>
                    <a:lnTo>
                      <a:pt x="11" y="42"/>
                    </a:lnTo>
                    <a:lnTo>
                      <a:pt x="7" y="37"/>
                    </a:lnTo>
                    <a:lnTo>
                      <a:pt x="5" y="4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0" name="Freeform 41"/>
              <p:cNvSpPr/>
              <p:nvPr/>
            </p:nvSpPr>
            <p:spPr>
              <a:xfrm>
                <a:off x="3662" y="2429"/>
                <a:ext cx="24" cy="64"/>
              </a:xfrm>
              <a:custGeom>
                <a:avLst/>
                <a:gdLst/>
                <a:ahLst/>
                <a:cxnLst>
                  <a:cxn ang="0">
                    <a:pos x="0" y="58"/>
                  </a:cxn>
                  <a:cxn ang="0">
                    <a:pos x="0" y="60"/>
                  </a:cxn>
                  <a:cxn ang="0">
                    <a:pos x="0" y="62"/>
                  </a:cxn>
                  <a:cxn ang="0">
                    <a:pos x="2" y="64"/>
                  </a:cxn>
                  <a:cxn ang="0">
                    <a:pos x="4" y="64"/>
                  </a:cxn>
                  <a:cxn ang="0">
                    <a:pos x="6" y="64"/>
                  </a:cxn>
                  <a:cxn ang="0">
                    <a:pos x="9" y="64"/>
                  </a:cxn>
                  <a:cxn ang="0">
                    <a:pos x="11" y="62"/>
                  </a:cxn>
                  <a:cxn ang="0">
                    <a:pos x="13" y="60"/>
                  </a:cxn>
                  <a:cxn ang="0">
                    <a:pos x="20" y="38"/>
                  </a:cxn>
                  <a:cxn ang="0">
                    <a:pos x="20" y="35"/>
                  </a:cxn>
                  <a:cxn ang="0">
                    <a:pos x="24" y="4"/>
                  </a:cxn>
                  <a:cxn ang="0">
                    <a:pos x="22" y="2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5" y="0"/>
                  </a:cxn>
                  <a:cxn ang="0">
                    <a:pos x="13" y="0"/>
                  </a:cxn>
                  <a:cxn ang="0">
                    <a:pos x="11" y="2"/>
                  </a:cxn>
                  <a:cxn ang="0">
                    <a:pos x="11" y="4"/>
                  </a:cxn>
                  <a:cxn ang="0">
                    <a:pos x="11" y="7"/>
                  </a:cxn>
                  <a:cxn ang="0">
                    <a:pos x="6" y="38"/>
                  </a:cxn>
                  <a:cxn ang="0">
                    <a:pos x="13" y="38"/>
                  </a:cxn>
                  <a:cxn ang="0">
                    <a:pos x="6" y="35"/>
                  </a:cxn>
                  <a:cxn ang="0">
                    <a:pos x="0" y="58"/>
                  </a:cxn>
                </a:cxnLst>
                <a:pathLst>
                  <a:path w="24" h="64">
                    <a:moveTo>
                      <a:pt x="0" y="58"/>
                    </a:moveTo>
                    <a:lnTo>
                      <a:pt x="0" y="60"/>
                    </a:lnTo>
                    <a:lnTo>
                      <a:pt x="0" y="62"/>
                    </a:lnTo>
                    <a:lnTo>
                      <a:pt x="2" y="64"/>
                    </a:lnTo>
                    <a:lnTo>
                      <a:pt x="4" y="64"/>
                    </a:lnTo>
                    <a:lnTo>
                      <a:pt x="6" y="64"/>
                    </a:lnTo>
                    <a:lnTo>
                      <a:pt x="9" y="64"/>
                    </a:lnTo>
                    <a:lnTo>
                      <a:pt x="11" y="62"/>
                    </a:lnTo>
                    <a:lnTo>
                      <a:pt x="13" y="60"/>
                    </a:lnTo>
                    <a:lnTo>
                      <a:pt x="20" y="38"/>
                    </a:lnTo>
                    <a:lnTo>
                      <a:pt x="20" y="35"/>
                    </a:lnTo>
                    <a:lnTo>
                      <a:pt x="24" y="4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1" y="2"/>
                    </a:lnTo>
                    <a:lnTo>
                      <a:pt x="11" y="4"/>
                    </a:lnTo>
                    <a:lnTo>
                      <a:pt x="11" y="7"/>
                    </a:lnTo>
                    <a:lnTo>
                      <a:pt x="6" y="38"/>
                    </a:lnTo>
                    <a:lnTo>
                      <a:pt x="13" y="38"/>
                    </a:lnTo>
                    <a:lnTo>
                      <a:pt x="6" y="35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1" name="Freeform 42"/>
              <p:cNvSpPr/>
              <p:nvPr/>
            </p:nvSpPr>
            <p:spPr>
              <a:xfrm>
                <a:off x="3644" y="2342"/>
                <a:ext cx="36" cy="60"/>
              </a:xfrm>
              <a:custGeom>
                <a:avLst/>
                <a:gdLst/>
                <a:ahLst/>
                <a:cxnLst>
                  <a:cxn ang="0">
                    <a:pos x="22" y="56"/>
                  </a:cxn>
                  <a:cxn ang="0">
                    <a:pos x="24" y="58"/>
                  </a:cxn>
                  <a:cxn ang="0">
                    <a:pos x="27" y="60"/>
                  </a:cxn>
                  <a:cxn ang="0">
                    <a:pos x="29" y="60"/>
                  </a:cxn>
                  <a:cxn ang="0">
                    <a:pos x="31" y="60"/>
                  </a:cxn>
                  <a:cxn ang="0">
                    <a:pos x="33" y="60"/>
                  </a:cxn>
                  <a:cxn ang="0">
                    <a:pos x="36" y="58"/>
                  </a:cxn>
                  <a:cxn ang="0">
                    <a:pos x="36" y="56"/>
                  </a:cxn>
                  <a:cxn ang="0">
                    <a:pos x="36" y="54"/>
                  </a:cxn>
                  <a:cxn ang="0">
                    <a:pos x="27" y="25"/>
                  </a:cxn>
                  <a:cxn ang="0">
                    <a:pos x="24" y="22"/>
                  </a:cxn>
                  <a:cxn ang="0">
                    <a:pos x="11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13" y="29"/>
                  </a:cxn>
                  <a:cxn ang="0">
                    <a:pos x="20" y="27"/>
                  </a:cxn>
                  <a:cxn ang="0">
                    <a:pos x="13" y="27"/>
                  </a:cxn>
                  <a:cxn ang="0">
                    <a:pos x="22" y="56"/>
                  </a:cxn>
                </a:cxnLst>
                <a:pathLst>
                  <a:path w="36" h="60">
                    <a:moveTo>
                      <a:pt x="22" y="56"/>
                    </a:moveTo>
                    <a:lnTo>
                      <a:pt x="24" y="58"/>
                    </a:lnTo>
                    <a:lnTo>
                      <a:pt x="27" y="60"/>
                    </a:lnTo>
                    <a:lnTo>
                      <a:pt x="29" y="60"/>
                    </a:lnTo>
                    <a:lnTo>
                      <a:pt x="31" y="60"/>
                    </a:lnTo>
                    <a:lnTo>
                      <a:pt x="33" y="60"/>
                    </a:lnTo>
                    <a:lnTo>
                      <a:pt x="36" y="58"/>
                    </a:lnTo>
                    <a:lnTo>
                      <a:pt x="36" y="56"/>
                    </a:lnTo>
                    <a:lnTo>
                      <a:pt x="36" y="54"/>
                    </a:lnTo>
                    <a:lnTo>
                      <a:pt x="27" y="25"/>
                    </a:lnTo>
                    <a:lnTo>
                      <a:pt x="24" y="22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13" y="29"/>
                    </a:lnTo>
                    <a:lnTo>
                      <a:pt x="20" y="27"/>
                    </a:lnTo>
                    <a:lnTo>
                      <a:pt x="13" y="27"/>
                    </a:lnTo>
                    <a:lnTo>
                      <a:pt x="22" y="5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2" name="Freeform 43"/>
              <p:cNvSpPr/>
              <p:nvPr/>
            </p:nvSpPr>
            <p:spPr>
              <a:xfrm>
                <a:off x="3577" y="2275"/>
                <a:ext cx="54" cy="49"/>
              </a:xfrm>
              <a:custGeom>
                <a:avLst/>
                <a:gdLst/>
                <a:ahLst/>
                <a:cxnLst>
                  <a:cxn ang="0">
                    <a:pos x="43" y="45"/>
                  </a:cxn>
                  <a:cxn ang="0">
                    <a:pos x="45" y="47"/>
                  </a:cxn>
                  <a:cxn ang="0">
                    <a:pos x="47" y="49"/>
                  </a:cxn>
                  <a:cxn ang="0">
                    <a:pos x="49" y="49"/>
                  </a:cxn>
                  <a:cxn ang="0">
                    <a:pos x="52" y="47"/>
                  </a:cxn>
                  <a:cxn ang="0">
                    <a:pos x="54" y="45"/>
                  </a:cxn>
                  <a:cxn ang="0">
                    <a:pos x="54" y="43"/>
                  </a:cxn>
                  <a:cxn ang="0">
                    <a:pos x="54" y="40"/>
                  </a:cxn>
                  <a:cxn ang="0">
                    <a:pos x="54" y="38"/>
                  </a:cxn>
                  <a:cxn ang="0">
                    <a:pos x="45" y="29"/>
                  </a:cxn>
                  <a:cxn ang="0">
                    <a:pos x="43" y="27"/>
                  </a:cxn>
                  <a:cxn ang="0">
                    <a:pos x="12" y="0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3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3" y="9"/>
                  </a:cxn>
                  <a:cxn ang="0">
                    <a:pos x="5" y="12"/>
                  </a:cxn>
                  <a:cxn ang="0">
                    <a:pos x="36" y="38"/>
                  </a:cxn>
                  <a:cxn ang="0">
                    <a:pos x="40" y="34"/>
                  </a:cxn>
                  <a:cxn ang="0">
                    <a:pos x="34" y="36"/>
                  </a:cxn>
                  <a:cxn ang="0">
                    <a:pos x="43" y="45"/>
                  </a:cxn>
                </a:cxnLst>
                <a:pathLst>
                  <a:path w="54" h="49">
                    <a:moveTo>
                      <a:pt x="43" y="45"/>
                    </a:moveTo>
                    <a:lnTo>
                      <a:pt x="45" y="47"/>
                    </a:lnTo>
                    <a:lnTo>
                      <a:pt x="47" y="49"/>
                    </a:lnTo>
                    <a:lnTo>
                      <a:pt x="49" y="49"/>
                    </a:lnTo>
                    <a:lnTo>
                      <a:pt x="52" y="47"/>
                    </a:lnTo>
                    <a:lnTo>
                      <a:pt x="54" y="45"/>
                    </a:lnTo>
                    <a:lnTo>
                      <a:pt x="54" y="43"/>
                    </a:lnTo>
                    <a:lnTo>
                      <a:pt x="54" y="40"/>
                    </a:lnTo>
                    <a:lnTo>
                      <a:pt x="54" y="38"/>
                    </a:lnTo>
                    <a:lnTo>
                      <a:pt x="45" y="29"/>
                    </a:lnTo>
                    <a:lnTo>
                      <a:pt x="43" y="2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3" y="9"/>
                    </a:lnTo>
                    <a:lnTo>
                      <a:pt x="5" y="12"/>
                    </a:lnTo>
                    <a:lnTo>
                      <a:pt x="36" y="38"/>
                    </a:lnTo>
                    <a:lnTo>
                      <a:pt x="40" y="34"/>
                    </a:lnTo>
                    <a:lnTo>
                      <a:pt x="34" y="36"/>
                    </a:lnTo>
                    <a:lnTo>
                      <a:pt x="43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3" name="Freeform 44"/>
              <p:cNvSpPr/>
              <p:nvPr/>
            </p:nvSpPr>
            <p:spPr>
              <a:xfrm>
                <a:off x="3500" y="2227"/>
                <a:ext cx="60" cy="40"/>
              </a:xfrm>
              <a:custGeom>
                <a:avLst/>
                <a:gdLst/>
                <a:ahLst/>
                <a:cxnLst>
                  <a:cxn ang="0">
                    <a:pos x="49" y="37"/>
                  </a:cxn>
                  <a:cxn ang="0">
                    <a:pos x="51" y="40"/>
                  </a:cxn>
                  <a:cxn ang="0">
                    <a:pos x="53" y="40"/>
                  </a:cxn>
                  <a:cxn ang="0">
                    <a:pos x="55" y="37"/>
                  </a:cxn>
                  <a:cxn ang="0">
                    <a:pos x="57" y="35"/>
                  </a:cxn>
                  <a:cxn ang="0">
                    <a:pos x="60" y="33"/>
                  </a:cxn>
                  <a:cxn ang="0">
                    <a:pos x="60" y="31"/>
                  </a:cxn>
                  <a:cxn ang="0">
                    <a:pos x="57" y="28"/>
                  </a:cxn>
                  <a:cxn ang="0">
                    <a:pos x="55" y="26"/>
                  </a:cxn>
                  <a:cxn ang="0">
                    <a:pos x="46" y="22"/>
                  </a:cxn>
                  <a:cxn ang="0">
                    <a:pos x="9" y="2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0" y="11"/>
                  </a:cxn>
                  <a:cxn ang="0">
                    <a:pos x="2" y="13"/>
                  </a:cxn>
                  <a:cxn ang="0">
                    <a:pos x="40" y="33"/>
                  </a:cxn>
                  <a:cxn ang="0">
                    <a:pos x="49" y="37"/>
                  </a:cxn>
                </a:cxnLst>
                <a:pathLst>
                  <a:path w="60" h="40">
                    <a:moveTo>
                      <a:pt x="49" y="37"/>
                    </a:moveTo>
                    <a:lnTo>
                      <a:pt x="51" y="40"/>
                    </a:lnTo>
                    <a:lnTo>
                      <a:pt x="53" y="40"/>
                    </a:lnTo>
                    <a:lnTo>
                      <a:pt x="55" y="37"/>
                    </a:lnTo>
                    <a:lnTo>
                      <a:pt x="57" y="35"/>
                    </a:lnTo>
                    <a:lnTo>
                      <a:pt x="60" y="33"/>
                    </a:lnTo>
                    <a:lnTo>
                      <a:pt x="60" y="31"/>
                    </a:lnTo>
                    <a:lnTo>
                      <a:pt x="57" y="28"/>
                    </a:lnTo>
                    <a:lnTo>
                      <a:pt x="55" y="26"/>
                    </a:lnTo>
                    <a:lnTo>
                      <a:pt x="46" y="22"/>
                    </a:lnTo>
                    <a:lnTo>
                      <a:pt x="9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2" y="13"/>
                    </a:lnTo>
                    <a:lnTo>
                      <a:pt x="40" y="33"/>
                    </a:lnTo>
                    <a:lnTo>
                      <a:pt x="4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4" name="Freeform 45"/>
              <p:cNvSpPr/>
              <p:nvPr/>
            </p:nvSpPr>
            <p:spPr>
              <a:xfrm>
                <a:off x="3413" y="2191"/>
                <a:ext cx="62" cy="33"/>
              </a:xfrm>
              <a:custGeom>
                <a:avLst/>
                <a:gdLst/>
                <a:ahLst/>
                <a:cxnLst>
                  <a:cxn ang="0">
                    <a:pos x="56" y="33"/>
                  </a:cxn>
                  <a:cxn ang="0">
                    <a:pos x="58" y="33"/>
                  </a:cxn>
                  <a:cxn ang="0">
                    <a:pos x="60" y="31"/>
                  </a:cxn>
                  <a:cxn ang="0">
                    <a:pos x="62" y="29"/>
                  </a:cxn>
                  <a:cxn ang="0">
                    <a:pos x="62" y="27"/>
                  </a:cxn>
                  <a:cxn ang="0">
                    <a:pos x="62" y="24"/>
                  </a:cxn>
                  <a:cxn ang="0">
                    <a:pos x="62" y="22"/>
                  </a:cxn>
                  <a:cxn ang="0">
                    <a:pos x="60" y="20"/>
                  </a:cxn>
                  <a:cxn ang="0">
                    <a:pos x="58" y="20"/>
                  </a:cxn>
                  <a:cxn ang="0">
                    <a:pos x="33" y="9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31" y="22"/>
                  </a:cxn>
                  <a:cxn ang="0">
                    <a:pos x="56" y="33"/>
                  </a:cxn>
                </a:cxnLst>
                <a:pathLst>
                  <a:path w="62" h="33">
                    <a:moveTo>
                      <a:pt x="56" y="33"/>
                    </a:moveTo>
                    <a:lnTo>
                      <a:pt x="58" y="33"/>
                    </a:lnTo>
                    <a:lnTo>
                      <a:pt x="60" y="31"/>
                    </a:lnTo>
                    <a:lnTo>
                      <a:pt x="62" y="29"/>
                    </a:lnTo>
                    <a:lnTo>
                      <a:pt x="62" y="27"/>
                    </a:lnTo>
                    <a:lnTo>
                      <a:pt x="62" y="24"/>
                    </a:lnTo>
                    <a:lnTo>
                      <a:pt x="62" y="22"/>
                    </a:lnTo>
                    <a:lnTo>
                      <a:pt x="60" y="20"/>
                    </a:lnTo>
                    <a:lnTo>
                      <a:pt x="58" y="20"/>
                    </a:lnTo>
                    <a:lnTo>
                      <a:pt x="33" y="9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31" y="22"/>
                    </a:lnTo>
                    <a:lnTo>
                      <a:pt x="56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5" name="Freeform 46"/>
              <p:cNvSpPr/>
              <p:nvPr/>
            </p:nvSpPr>
            <p:spPr>
              <a:xfrm>
                <a:off x="3324" y="2162"/>
                <a:ext cx="65" cy="29"/>
              </a:xfrm>
              <a:custGeom>
                <a:avLst/>
                <a:gdLst/>
                <a:ahLst/>
                <a:cxnLst>
                  <a:cxn ang="0">
                    <a:pos x="58" y="29"/>
                  </a:cxn>
                  <a:cxn ang="0">
                    <a:pos x="60" y="29"/>
                  </a:cxn>
                  <a:cxn ang="0">
                    <a:pos x="62" y="27"/>
                  </a:cxn>
                  <a:cxn ang="0">
                    <a:pos x="65" y="25"/>
                  </a:cxn>
                  <a:cxn ang="0">
                    <a:pos x="65" y="22"/>
                  </a:cxn>
                  <a:cxn ang="0">
                    <a:pos x="65" y="20"/>
                  </a:cxn>
                  <a:cxn ang="0">
                    <a:pos x="65" y="18"/>
                  </a:cxn>
                  <a:cxn ang="0">
                    <a:pos x="62" y="16"/>
                  </a:cxn>
                  <a:cxn ang="0">
                    <a:pos x="60" y="16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2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2" y="9"/>
                  </a:cxn>
                  <a:cxn ang="0">
                    <a:pos x="5" y="11"/>
                  </a:cxn>
                  <a:cxn ang="0">
                    <a:pos x="7" y="13"/>
                  </a:cxn>
                  <a:cxn ang="0">
                    <a:pos x="58" y="29"/>
                  </a:cxn>
                </a:cxnLst>
                <a:pathLst>
                  <a:path w="65" h="29">
                    <a:moveTo>
                      <a:pt x="58" y="29"/>
                    </a:moveTo>
                    <a:lnTo>
                      <a:pt x="60" y="29"/>
                    </a:lnTo>
                    <a:lnTo>
                      <a:pt x="62" y="27"/>
                    </a:lnTo>
                    <a:lnTo>
                      <a:pt x="65" y="25"/>
                    </a:lnTo>
                    <a:lnTo>
                      <a:pt x="65" y="22"/>
                    </a:lnTo>
                    <a:lnTo>
                      <a:pt x="65" y="20"/>
                    </a:lnTo>
                    <a:lnTo>
                      <a:pt x="65" y="18"/>
                    </a:lnTo>
                    <a:lnTo>
                      <a:pt x="62" y="16"/>
                    </a:lnTo>
                    <a:lnTo>
                      <a:pt x="60" y="16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5" y="11"/>
                    </a:lnTo>
                    <a:lnTo>
                      <a:pt x="7" y="13"/>
                    </a:lnTo>
                    <a:lnTo>
                      <a:pt x="58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6" name="Freeform 47"/>
              <p:cNvSpPr/>
              <p:nvPr/>
            </p:nvSpPr>
            <p:spPr>
              <a:xfrm>
                <a:off x="3233" y="2140"/>
                <a:ext cx="67" cy="27"/>
              </a:xfrm>
              <a:custGeom>
                <a:avLst/>
                <a:gdLst/>
                <a:ahLst/>
                <a:cxnLst>
                  <a:cxn ang="0">
                    <a:pos x="58" y="27"/>
                  </a:cxn>
                  <a:cxn ang="0">
                    <a:pos x="60" y="27"/>
                  </a:cxn>
                  <a:cxn ang="0">
                    <a:pos x="62" y="24"/>
                  </a:cxn>
                  <a:cxn ang="0">
                    <a:pos x="65" y="22"/>
                  </a:cxn>
                  <a:cxn ang="0">
                    <a:pos x="67" y="20"/>
                  </a:cxn>
                  <a:cxn ang="0">
                    <a:pos x="67" y="18"/>
                  </a:cxn>
                  <a:cxn ang="0">
                    <a:pos x="65" y="15"/>
                  </a:cxn>
                  <a:cxn ang="0">
                    <a:pos x="62" y="13"/>
                  </a:cxn>
                  <a:cxn ang="0">
                    <a:pos x="60" y="13"/>
                  </a:cxn>
                  <a:cxn ang="0">
                    <a:pos x="29" y="4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2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  <a:cxn ang="0">
                    <a:pos x="27" y="18"/>
                  </a:cxn>
                  <a:cxn ang="0">
                    <a:pos x="58" y="27"/>
                  </a:cxn>
                </a:cxnLst>
                <a:pathLst>
                  <a:path w="67" h="27">
                    <a:moveTo>
                      <a:pt x="58" y="27"/>
                    </a:moveTo>
                    <a:lnTo>
                      <a:pt x="60" y="27"/>
                    </a:lnTo>
                    <a:lnTo>
                      <a:pt x="62" y="24"/>
                    </a:lnTo>
                    <a:lnTo>
                      <a:pt x="65" y="22"/>
                    </a:lnTo>
                    <a:lnTo>
                      <a:pt x="67" y="20"/>
                    </a:lnTo>
                    <a:lnTo>
                      <a:pt x="67" y="18"/>
                    </a:lnTo>
                    <a:lnTo>
                      <a:pt x="65" y="15"/>
                    </a:lnTo>
                    <a:lnTo>
                      <a:pt x="62" y="13"/>
                    </a:lnTo>
                    <a:lnTo>
                      <a:pt x="60" y="13"/>
                    </a:lnTo>
                    <a:lnTo>
                      <a:pt x="29" y="4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lnTo>
                      <a:pt x="27" y="18"/>
                    </a:lnTo>
                    <a:lnTo>
                      <a:pt x="58" y="2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7" name="Freeform 48"/>
              <p:cNvSpPr/>
              <p:nvPr/>
            </p:nvSpPr>
            <p:spPr>
              <a:xfrm>
                <a:off x="3142" y="2124"/>
                <a:ext cx="64" cy="23"/>
              </a:xfrm>
              <a:custGeom>
                <a:avLst/>
                <a:gdLst/>
                <a:ahLst/>
                <a:cxnLst>
                  <a:cxn ang="0">
                    <a:pos x="58" y="23"/>
                  </a:cxn>
                  <a:cxn ang="0">
                    <a:pos x="60" y="23"/>
                  </a:cxn>
                  <a:cxn ang="0">
                    <a:pos x="62" y="23"/>
                  </a:cxn>
                  <a:cxn ang="0">
                    <a:pos x="64" y="20"/>
                  </a:cxn>
                  <a:cxn ang="0">
                    <a:pos x="64" y="18"/>
                  </a:cxn>
                  <a:cxn ang="0">
                    <a:pos x="64" y="16"/>
                  </a:cxn>
                  <a:cxn ang="0">
                    <a:pos x="64" y="14"/>
                  </a:cxn>
                  <a:cxn ang="0">
                    <a:pos x="62" y="11"/>
                  </a:cxn>
                  <a:cxn ang="0">
                    <a:pos x="60" y="9"/>
                  </a:cxn>
                  <a:cxn ang="0">
                    <a:pos x="51" y="7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0" y="11"/>
                  </a:cxn>
                  <a:cxn ang="0">
                    <a:pos x="2" y="14"/>
                  </a:cxn>
                  <a:cxn ang="0">
                    <a:pos x="5" y="14"/>
                  </a:cxn>
                  <a:cxn ang="0">
                    <a:pos x="49" y="20"/>
                  </a:cxn>
                  <a:cxn ang="0">
                    <a:pos x="58" y="23"/>
                  </a:cxn>
                </a:cxnLst>
                <a:pathLst>
                  <a:path w="64" h="23">
                    <a:moveTo>
                      <a:pt x="58" y="23"/>
                    </a:moveTo>
                    <a:lnTo>
                      <a:pt x="60" y="23"/>
                    </a:lnTo>
                    <a:lnTo>
                      <a:pt x="62" y="23"/>
                    </a:lnTo>
                    <a:lnTo>
                      <a:pt x="64" y="20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4"/>
                    </a:lnTo>
                    <a:lnTo>
                      <a:pt x="62" y="11"/>
                    </a:lnTo>
                    <a:lnTo>
                      <a:pt x="60" y="9"/>
                    </a:lnTo>
                    <a:lnTo>
                      <a:pt x="51" y="7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2" y="14"/>
                    </a:lnTo>
                    <a:lnTo>
                      <a:pt x="5" y="14"/>
                    </a:lnTo>
                    <a:lnTo>
                      <a:pt x="49" y="20"/>
                    </a:lnTo>
                    <a:lnTo>
                      <a:pt x="58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8" name="Freeform 49"/>
              <p:cNvSpPr/>
              <p:nvPr/>
            </p:nvSpPr>
            <p:spPr>
              <a:xfrm>
                <a:off x="3049" y="2115"/>
                <a:ext cx="66" cy="18"/>
              </a:xfrm>
              <a:custGeom>
                <a:avLst/>
                <a:gdLst/>
                <a:ahLst/>
                <a:cxnLst>
                  <a:cxn ang="0">
                    <a:pos x="58" y="18"/>
                  </a:cxn>
                  <a:cxn ang="0">
                    <a:pos x="60" y="18"/>
                  </a:cxn>
                  <a:cxn ang="0">
                    <a:pos x="62" y="18"/>
                  </a:cxn>
                  <a:cxn ang="0">
                    <a:pos x="64" y="16"/>
                  </a:cxn>
                  <a:cxn ang="0">
                    <a:pos x="66" y="14"/>
                  </a:cxn>
                  <a:cxn ang="0">
                    <a:pos x="66" y="12"/>
                  </a:cxn>
                  <a:cxn ang="0">
                    <a:pos x="64" y="9"/>
                  </a:cxn>
                  <a:cxn ang="0">
                    <a:pos x="62" y="7"/>
                  </a:cxn>
                  <a:cxn ang="0">
                    <a:pos x="60" y="5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7"/>
                  </a:cxn>
                  <a:cxn ang="0">
                    <a:pos x="2" y="9"/>
                  </a:cxn>
                  <a:cxn ang="0">
                    <a:pos x="4" y="12"/>
                  </a:cxn>
                  <a:cxn ang="0">
                    <a:pos x="6" y="14"/>
                  </a:cxn>
                  <a:cxn ang="0">
                    <a:pos x="58" y="18"/>
                  </a:cxn>
                </a:cxnLst>
                <a:pathLst>
                  <a:path w="66" h="18">
                    <a:moveTo>
                      <a:pt x="58" y="18"/>
                    </a:moveTo>
                    <a:lnTo>
                      <a:pt x="60" y="18"/>
                    </a:lnTo>
                    <a:lnTo>
                      <a:pt x="62" y="18"/>
                    </a:lnTo>
                    <a:lnTo>
                      <a:pt x="64" y="16"/>
                    </a:lnTo>
                    <a:lnTo>
                      <a:pt x="66" y="14"/>
                    </a:lnTo>
                    <a:lnTo>
                      <a:pt x="66" y="12"/>
                    </a:lnTo>
                    <a:lnTo>
                      <a:pt x="64" y="9"/>
                    </a:lnTo>
                    <a:lnTo>
                      <a:pt x="62" y="7"/>
                    </a:lnTo>
                    <a:lnTo>
                      <a:pt x="60" y="5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2" y="9"/>
                    </a:lnTo>
                    <a:lnTo>
                      <a:pt x="4" y="12"/>
                    </a:lnTo>
                    <a:lnTo>
                      <a:pt x="6" y="14"/>
                    </a:lnTo>
                    <a:lnTo>
                      <a:pt x="58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9" name="Freeform 50"/>
              <p:cNvSpPr/>
              <p:nvPr/>
            </p:nvSpPr>
            <p:spPr>
              <a:xfrm>
                <a:off x="2956" y="2109"/>
                <a:ext cx="66" cy="15"/>
              </a:xfrm>
              <a:custGeom>
                <a:avLst/>
                <a:gdLst/>
                <a:ahLst/>
                <a:cxnLst>
                  <a:cxn ang="0">
                    <a:pos x="59" y="15"/>
                  </a:cxn>
                  <a:cxn ang="0">
                    <a:pos x="62" y="15"/>
                  </a:cxn>
                  <a:cxn ang="0">
                    <a:pos x="64" y="15"/>
                  </a:cxn>
                  <a:cxn ang="0">
                    <a:pos x="66" y="13"/>
                  </a:cxn>
                  <a:cxn ang="0">
                    <a:pos x="66" y="11"/>
                  </a:cxn>
                  <a:cxn ang="0">
                    <a:pos x="66" y="9"/>
                  </a:cxn>
                  <a:cxn ang="0">
                    <a:pos x="66" y="6"/>
                  </a:cxn>
                  <a:cxn ang="0">
                    <a:pos x="64" y="4"/>
                  </a:cxn>
                  <a:cxn ang="0">
                    <a:pos x="62" y="2"/>
                  </a:cxn>
                  <a:cxn ang="0">
                    <a:pos x="8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11"/>
                  </a:cxn>
                  <a:cxn ang="0">
                    <a:pos x="6" y="13"/>
                  </a:cxn>
                  <a:cxn ang="0">
                    <a:pos x="59" y="15"/>
                  </a:cxn>
                </a:cxnLst>
                <a:pathLst>
                  <a:path w="66" h="15">
                    <a:moveTo>
                      <a:pt x="59" y="15"/>
                    </a:moveTo>
                    <a:lnTo>
                      <a:pt x="62" y="15"/>
                    </a:lnTo>
                    <a:lnTo>
                      <a:pt x="64" y="15"/>
                    </a:lnTo>
                    <a:lnTo>
                      <a:pt x="66" y="13"/>
                    </a:lnTo>
                    <a:lnTo>
                      <a:pt x="66" y="11"/>
                    </a:lnTo>
                    <a:lnTo>
                      <a:pt x="66" y="9"/>
                    </a:lnTo>
                    <a:lnTo>
                      <a:pt x="66" y="6"/>
                    </a:lnTo>
                    <a:lnTo>
                      <a:pt x="64" y="4"/>
                    </a:lnTo>
                    <a:lnTo>
                      <a:pt x="62" y="2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2" y="9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59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770" name="Group 51"/>
            <p:cNvGrpSpPr/>
            <p:nvPr/>
          </p:nvGrpSpPr>
          <p:grpSpPr>
            <a:xfrm>
              <a:off x="4061" y="2472"/>
              <a:ext cx="13" cy="627"/>
              <a:chOff x="2927" y="2427"/>
              <a:chExt cx="13" cy="627"/>
            </a:xfrm>
          </p:grpSpPr>
          <p:sp>
            <p:nvSpPr>
              <p:cNvPr id="30771" name="Freeform 52"/>
              <p:cNvSpPr/>
              <p:nvPr/>
            </p:nvSpPr>
            <p:spPr>
              <a:xfrm>
                <a:off x="2927" y="2427"/>
                <a:ext cx="13" cy="66"/>
              </a:xfrm>
              <a:custGeom>
                <a:avLst/>
                <a:gdLst/>
                <a:ahLst/>
                <a:cxnLst>
                  <a:cxn ang="0">
                    <a:pos x="13" y="9"/>
                  </a:cxn>
                  <a:cxn ang="0">
                    <a:pos x="13" y="6"/>
                  </a:cxn>
                  <a:cxn ang="0">
                    <a:pos x="11" y="4"/>
                  </a:cxn>
                  <a:cxn ang="0">
                    <a:pos x="9" y="2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57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6"/>
                  </a:cxn>
                  <a:cxn ang="0">
                    <a:pos x="9" y="66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9"/>
                  </a:cxn>
                </a:cxnLst>
                <a:pathLst>
                  <a:path w="13" h="66">
                    <a:moveTo>
                      <a:pt x="13" y="9"/>
                    </a:moveTo>
                    <a:lnTo>
                      <a:pt x="13" y="6"/>
                    </a:lnTo>
                    <a:lnTo>
                      <a:pt x="11" y="4"/>
                    </a:lnTo>
                    <a:lnTo>
                      <a:pt x="9" y="2"/>
                    </a:lnTo>
                    <a:lnTo>
                      <a:pt x="6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6"/>
                    </a:lnTo>
                    <a:lnTo>
                      <a:pt x="9" y="66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72" name="Freeform 53"/>
              <p:cNvSpPr/>
              <p:nvPr/>
            </p:nvSpPr>
            <p:spPr>
              <a:xfrm>
                <a:off x="2927" y="2520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4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4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73" name="Freeform 54"/>
              <p:cNvSpPr/>
              <p:nvPr/>
            </p:nvSpPr>
            <p:spPr>
              <a:xfrm>
                <a:off x="2927" y="2613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5"/>
                  </a:cxn>
                  <a:cxn ang="0">
                    <a:pos x="13" y="3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3"/>
                  </a:cxn>
                  <a:cxn ang="0">
                    <a:pos x="4" y="65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5"/>
                  </a:cxn>
                  <a:cxn ang="0">
                    <a:pos x="13" y="63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5"/>
                    </a:lnTo>
                    <a:lnTo>
                      <a:pt x="13" y="3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3"/>
                    </a:lnTo>
                    <a:lnTo>
                      <a:pt x="4" y="65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5"/>
                    </a:lnTo>
                    <a:lnTo>
                      <a:pt x="13" y="63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74" name="Freeform 55"/>
              <p:cNvSpPr/>
              <p:nvPr/>
            </p:nvSpPr>
            <p:spPr>
              <a:xfrm>
                <a:off x="2927" y="2707"/>
                <a:ext cx="13" cy="66"/>
              </a:xfrm>
              <a:custGeom>
                <a:avLst/>
                <a:gdLst/>
                <a:ahLst/>
                <a:cxnLst>
                  <a:cxn ang="0">
                    <a:pos x="13" y="6"/>
                  </a:cxn>
                  <a:cxn ang="0">
                    <a:pos x="13" y="4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6"/>
                  </a:cxn>
                  <a:cxn ang="0">
                    <a:pos x="9" y="66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6"/>
                  </a:cxn>
                </a:cxnLst>
                <a:pathLst>
                  <a:path w="13" h="66">
                    <a:moveTo>
                      <a:pt x="13" y="6"/>
                    </a:moveTo>
                    <a:lnTo>
                      <a:pt x="13" y="4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6"/>
                    </a:lnTo>
                    <a:lnTo>
                      <a:pt x="9" y="66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75" name="Freeform 56"/>
              <p:cNvSpPr/>
              <p:nvPr/>
            </p:nvSpPr>
            <p:spPr>
              <a:xfrm>
                <a:off x="2927" y="2800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5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5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5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5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5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5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5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76" name="Freeform 57"/>
              <p:cNvSpPr/>
              <p:nvPr/>
            </p:nvSpPr>
            <p:spPr>
              <a:xfrm>
                <a:off x="2927" y="2893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5"/>
                  </a:cxn>
                  <a:cxn ang="0">
                    <a:pos x="13" y="3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3"/>
                  </a:cxn>
                  <a:cxn ang="0">
                    <a:pos x="4" y="65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5"/>
                  </a:cxn>
                  <a:cxn ang="0">
                    <a:pos x="13" y="63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5"/>
                    </a:lnTo>
                    <a:lnTo>
                      <a:pt x="13" y="3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3"/>
                    </a:lnTo>
                    <a:lnTo>
                      <a:pt x="4" y="65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5"/>
                    </a:lnTo>
                    <a:lnTo>
                      <a:pt x="13" y="63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77" name="Freeform 58"/>
              <p:cNvSpPr/>
              <p:nvPr/>
            </p:nvSpPr>
            <p:spPr>
              <a:xfrm>
                <a:off x="2927" y="2987"/>
                <a:ext cx="13" cy="67"/>
              </a:xfrm>
              <a:custGeom>
                <a:avLst/>
                <a:gdLst/>
                <a:ahLst/>
                <a:cxnLst>
                  <a:cxn ang="0">
                    <a:pos x="13" y="7"/>
                  </a:cxn>
                  <a:cxn ang="0">
                    <a:pos x="13" y="4"/>
                  </a:cxn>
                  <a:cxn ang="0">
                    <a:pos x="13" y="2"/>
                  </a:cxn>
                  <a:cxn ang="0">
                    <a:pos x="11" y="0"/>
                  </a:cxn>
                  <a:cxn ang="0">
                    <a:pos x="9" y="0"/>
                  </a:cxn>
                  <a:cxn ang="0">
                    <a:pos x="6" y="0"/>
                  </a:cxn>
                  <a:cxn ang="0">
                    <a:pos x="4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58"/>
                  </a:cxn>
                  <a:cxn ang="0">
                    <a:pos x="0" y="60"/>
                  </a:cxn>
                  <a:cxn ang="0">
                    <a:pos x="2" y="62"/>
                  </a:cxn>
                  <a:cxn ang="0">
                    <a:pos x="4" y="64"/>
                  </a:cxn>
                  <a:cxn ang="0">
                    <a:pos x="6" y="67"/>
                  </a:cxn>
                  <a:cxn ang="0">
                    <a:pos x="9" y="67"/>
                  </a:cxn>
                  <a:cxn ang="0">
                    <a:pos x="11" y="64"/>
                  </a:cxn>
                  <a:cxn ang="0">
                    <a:pos x="13" y="62"/>
                  </a:cxn>
                  <a:cxn ang="0">
                    <a:pos x="13" y="60"/>
                  </a:cxn>
                  <a:cxn ang="0">
                    <a:pos x="13" y="7"/>
                  </a:cxn>
                </a:cxnLst>
                <a:pathLst>
                  <a:path w="13" h="67">
                    <a:moveTo>
                      <a:pt x="13" y="7"/>
                    </a:moveTo>
                    <a:lnTo>
                      <a:pt x="13" y="4"/>
                    </a:lnTo>
                    <a:lnTo>
                      <a:pt x="13" y="2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8"/>
                    </a:lnTo>
                    <a:lnTo>
                      <a:pt x="0" y="60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7"/>
                    </a:lnTo>
                    <a:lnTo>
                      <a:pt x="9" y="67"/>
                    </a:lnTo>
                    <a:lnTo>
                      <a:pt x="11" y="64"/>
                    </a:lnTo>
                    <a:lnTo>
                      <a:pt x="13" y="62"/>
                    </a:lnTo>
                    <a:lnTo>
                      <a:pt x="13" y="60"/>
                    </a:ln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0778" name="Oval 59"/>
            <p:cNvSpPr/>
            <p:nvPr/>
          </p:nvSpPr>
          <p:spPr>
            <a:xfrm>
              <a:off x="3205" y="2318"/>
              <a:ext cx="109" cy="109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  <a:tileRect/>
            </a:gradFill>
            <a:ln w="20638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9" name="Line 60"/>
            <p:cNvSpPr/>
            <p:nvPr/>
          </p:nvSpPr>
          <p:spPr>
            <a:xfrm>
              <a:off x="3321" y="2372"/>
              <a:ext cx="746" cy="106"/>
            </a:xfrm>
            <a:prstGeom prst="line">
              <a:avLst/>
            </a:prstGeom>
            <a:ln w="20638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80" name="Rectangle 61"/>
            <p:cNvSpPr/>
            <p:nvPr/>
          </p:nvSpPr>
          <p:spPr>
            <a:xfrm>
              <a:off x="3983" y="3506"/>
              <a:ext cx="14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7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lang="en-US" altLang="zh-CN" dirty="0">
                <a:solidFill>
                  <a:srgbClr val="000066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30781" name="Rectangle 62"/>
            <p:cNvSpPr/>
            <p:nvPr/>
          </p:nvSpPr>
          <p:spPr>
            <a:xfrm>
              <a:off x="2895" y="2307"/>
              <a:ext cx="428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82" name="Rectangle 63"/>
            <p:cNvSpPr/>
            <p:nvPr/>
          </p:nvSpPr>
          <p:spPr>
            <a:xfrm>
              <a:off x="3023" y="2385"/>
              <a:ext cx="15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7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endParaRPr lang="en-US" altLang="zh-CN" dirty="0">
                <a:solidFill>
                  <a:srgbClr val="000066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30783" name="Rectangle 64"/>
            <p:cNvSpPr/>
            <p:nvPr/>
          </p:nvSpPr>
          <p:spPr>
            <a:xfrm>
              <a:off x="3428" y="2372"/>
              <a:ext cx="428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84" name="Rectangle 65"/>
            <p:cNvSpPr/>
            <p:nvPr/>
          </p:nvSpPr>
          <p:spPr>
            <a:xfrm>
              <a:off x="3556" y="2450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7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dirty="0">
                <a:solidFill>
                  <a:srgbClr val="000066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30785" name="Line 66"/>
            <p:cNvSpPr/>
            <p:nvPr/>
          </p:nvSpPr>
          <p:spPr>
            <a:xfrm>
              <a:off x="4064" y="3012"/>
              <a:ext cx="19" cy="526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sp>
        <p:nvSpPr>
          <p:cNvPr id="69" name="Rectangle 33"/>
          <p:cNvSpPr/>
          <p:nvPr/>
        </p:nvSpPr>
        <p:spPr>
          <a:xfrm>
            <a:off x="539750" y="5300663"/>
            <a:ext cx="5624513" cy="1117600"/>
          </a:xfrm>
          <a:prstGeom prst="rect">
            <a:avLst/>
          </a:prstGeom>
          <a:noFill/>
          <a:ln w="38100">
            <a:noFill/>
          </a:ln>
        </p:spPr>
        <p:txBody>
          <a:bodyPr lIns="92075" tIns="46038" rIns="92075" bIns="46038" anchor="t" anchorCtr="0"/>
          <a:p>
            <a:pPr eaLnBrk="0" hangingPunct="0">
              <a:lnSpc>
                <a:spcPct val="115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00487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绳缓慢拉下，每一瞬时均可看作小球近似作圆周运动。</a:t>
            </a: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0787" name="ShockwaveFlash1" r:id="rId9" imgW="3058795" imgH="3144520"/>
        </mc:Choice>
        <mc:Fallback>
          <p:control name="ShockwaveFlash1" r:id="rId9" imgW="3058795" imgH="3144520">
            <p:pic>
              <p:nvPicPr>
                <p:cNvPr id="0" name="ShockwaveFlash1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5205" y="3357880"/>
                  <a:ext cx="3058795" cy="314452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/>
          <p:nvPr/>
        </p:nvSpPr>
        <p:spPr>
          <a:xfrm>
            <a:off x="5270500" y="1409700"/>
            <a:ext cx="3432175" cy="3962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8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6" name="Text Box 3"/>
          <p:cNvSpPr txBox="1"/>
          <p:nvPr/>
        </p:nvSpPr>
        <p:spPr>
          <a:xfrm>
            <a:off x="1187450" y="0"/>
            <a:ext cx="4681538" cy="676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刚体定轴转动的角动量</a:t>
            </a:r>
            <a:endParaRPr lang="zh-CN" altLang="en-US" sz="3200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460" name="AutoShape 4"/>
          <p:cNvSpPr>
            <a:spLocks noChangeArrowheads="1"/>
          </p:cNvSpPr>
          <p:nvPr/>
        </p:nvSpPr>
        <p:spPr bwMode="auto">
          <a:xfrm>
            <a:off x="6299200" y="2705100"/>
            <a:ext cx="1447800" cy="2209800"/>
          </a:xfrm>
          <a:prstGeom prst="flowChartMagneticDisk">
            <a:avLst/>
          </a:prstGeom>
          <a:gradFill rotWithShape="0">
            <a:gsLst>
              <a:gs pos="0">
                <a:schemeClr val="accent1">
                  <a:gamma/>
                  <a:shade val="6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66275"/>
                  <a:invGamma/>
                </a:schemeClr>
              </a:gs>
            </a:gsLst>
            <a:lin ang="0" scaled="1"/>
          </a:gradFill>
          <a:ln w="19050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8" name="AutoShape 5"/>
          <p:cNvSpPr/>
          <p:nvPr/>
        </p:nvSpPr>
        <p:spPr>
          <a:xfrm>
            <a:off x="5384800" y="2933700"/>
            <a:ext cx="3276600" cy="1447800"/>
          </a:xfrm>
          <a:prstGeom prst="parallelogram">
            <a:avLst>
              <a:gd name="adj" fmla="val 50156"/>
            </a:avLst>
          </a:pr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Line 6"/>
          <p:cNvSpPr/>
          <p:nvPr/>
        </p:nvSpPr>
        <p:spPr>
          <a:xfrm>
            <a:off x="6985000" y="3009900"/>
            <a:ext cx="0" cy="182880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1750" name="Line 7"/>
          <p:cNvSpPr/>
          <p:nvPr/>
        </p:nvSpPr>
        <p:spPr>
          <a:xfrm>
            <a:off x="6985000" y="4914900"/>
            <a:ext cx="0" cy="30480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31751" name="Object 8"/>
          <p:cNvGraphicFramePr>
            <a:graphicFrameLocks noChangeAspect="1"/>
          </p:cNvGraphicFramePr>
          <p:nvPr/>
        </p:nvGraphicFramePr>
        <p:xfrm>
          <a:off x="7061200" y="2095500"/>
          <a:ext cx="5191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" imgW="127000" imgH="114300" progId="Equation.3">
                  <p:embed/>
                </p:oleObj>
              </mc:Choice>
              <mc:Fallback>
                <p:oleObj name="" r:id="rId1" imgW="127000" imgH="1143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61200" y="2095500"/>
                        <a:ext cx="519113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1009650" y="3336925"/>
          <a:ext cx="25812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3" imgW="850265" imgH="355600" progId="Equation.3">
                  <p:embed/>
                </p:oleObj>
              </mc:Choice>
              <mc:Fallback>
                <p:oleObj name="" r:id="rId3" imgW="850265" imgH="3556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9650" y="3336925"/>
                        <a:ext cx="2581275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6451600" y="3390900"/>
            <a:ext cx="1066800" cy="685800"/>
            <a:chOff x="3792" y="1824"/>
            <a:chExt cx="672" cy="432"/>
          </a:xfrm>
        </p:grpSpPr>
        <p:sp>
          <p:nvSpPr>
            <p:cNvPr id="31754" name="Oval 12"/>
            <p:cNvSpPr/>
            <p:nvPr/>
          </p:nvSpPr>
          <p:spPr>
            <a:xfrm>
              <a:off x="3792" y="192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5" name="Line 13"/>
            <p:cNvSpPr/>
            <p:nvPr/>
          </p:nvSpPr>
          <p:spPr>
            <a:xfrm>
              <a:off x="4128" y="2064"/>
              <a:ext cx="240" cy="144"/>
            </a:xfrm>
            <a:prstGeom prst="line">
              <a:avLst/>
            </a:prstGeom>
            <a:ln w="38100" cap="flat" cmpd="sng">
              <a:solidFill>
                <a:srgbClr val="FF33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1756" name="Text Box 14"/>
            <p:cNvSpPr txBox="1"/>
            <p:nvPr/>
          </p:nvSpPr>
          <p:spPr>
            <a:xfrm>
              <a:off x="3888" y="196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57" name="Object 15"/>
            <p:cNvGraphicFramePr>
              <a:graphicFrameLocks noChangeAspect="1"/>
            </p:cNvGraphicFramePr>
            <p:nvPr/>
          </p:nvGraphicFramePr>
          <p:xfrm>
            <a:off x="4176" y="1824"/>
            <a:ext cx="22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5" imgW="127000" imgH="228600" progId="Equation.3">
                    <p:embed/>
                  </p:oleObj>
                </mc:Choice>
                <mc:Fallback>
                  <p:oleObj name="" r:id="rId5" imgW="127000" imgH="2286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76" y="1824"/>
                          <a:ext cx="22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8" name="Line 16"/>
            <p:cNvSpPr/>
            <p:nvPr/>
          </p:nvSpPr>
          <p:spPr>
            <a:xfrm flipV="1">
              <a:off x="4128" y="1968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" name="Group 17"/>
          <p:cNvGrpSpPr/>
          <p:nvPr/>
        </p:nvGrpSpPr>
        <p:grpSpPr>
          <a:xfrm>
            <a:off x="7223125" y="3313113"/>
            <a:ext cx="1008063" cy="1223962"/>
            <a:chOff x="4278" y="1775"/>
            <a:chExt cx="635" cy="771"/>
          </a:xfrm>
        </p:grpSpPr>
        <p:sp>
          <p:nvSpPr>
            <p:cNvPr id="31760" name="Rectangle 18"/>
            <p:cNvSpPr/>
            <p:nvPr/>
          </p:nvSpPr>
          <p:spPr>
            <a:xfrm>
              <a:off x="4320" y="2160"/>
              <a:ext cx="96" cy="96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1" name="Line 19"/>
            <p:cNvSpPr/>
            <p:nvPr/>
          </p:nvSpPr>
          <p:spPr>
            <a:xfrm flipV="1">
              <a:off x="4368" y="1968"/>
              <a:ext cx="336" cy="240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31762" name="Object 20"/>
            <p:cNvGraphicFramePr>
              <a:graphicFrameLocks noChangeAspect="1"/>
            </p:cNvGraphicFramePr>
            <p:nvPr/>
          </p:nvGraphicFramePr>
          <p:xfrm>
            <a:off x="4278" y="2166"/>
            <a:ext cx="32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7" imgW="190500" imgH="228600" progId="Equation.3">
                    <p:embed/>
                  </p:oleObj>
                </mc:Choice>
                <mc:Fallback>
                  <p:oleObj name="" r:id="rId7" imgW="190500" imgH="2286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78" y="2166"/>
                          <a:ext cx="320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ct 21"/>
            <p:cNvGraphicFramePr>
              <a:graphicFrameLocks noChangeAspect="1"/>
            </p:cNvGraphicFramePr>
            <p:nvPr/>
          </p:nvGraphicFramePr>
          <p:xfrm>
            <a:off x="4620" y="1775"/>
            <a:ext cx="293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9" imgW="152400" imgH="228600" progId="Equation.3">
                    <p:embed/>
                  </p:oleObj>
                </mc:Choice>
                <mc:Fallback>
                  <p:oleObj name="" r:id="rId9" imgW="152400" imgH="2286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620" y="1775"/>
                          <a:ext cx="293" cy="4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78" name="Object 22"/>
          <p:cNvGraphicFramePr>
            <a:graphicFrameLocks noChangeAspect="1"/>
          </p:cNvGraphicFramePr>
          <p:nvPr/>
        </p:nvGraphicFramePr>
        <p:xfrm>
          <a:off x="3132138" y="5445125"/>
          <a:ext cx="15081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1" imgW="482600" imgH="203200" progId="Equation.3">
                  <p:embed/>
                </p:oleObj>
              </mc:Choice>
              <mc:Fallback>
                <p:oleObj name="" r:id="rId11" imgW="482600" imgH="2032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2138" y="5445125"/>
                        <a:ext cx="1508125" cy="6318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9" name="Oval 23"/>
          <p:cNvSpPr>
            <a:spLocks noChangeArrowheads="1"/>
          </p:cNvSpPr>
          <p:nvPr/>
        </p:nvSpPr>
        <p:spPr bwMode="auto">
          <a:xfrm>
            <a:off x="6299200" y="2705100"/>
            <a:ext cx="1447800" cy="6858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66275"/>
                  <a:invGamma/>
                </a:schemeClr>
              </a:gs>
            </a:gsLst>
            <a:lin ang="5400000" scaled="1"/>
          </a:gradFill>
          <a:ln w="9525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66" name="Line 24"/>
          <p:cNvSpPr/>
          <p:nvPr/>
        </p:nvSpPr>
        <p:spPr>
          <a:xfrm flipV="1">
            <a:off x="6985000" y="1638300"/>
            <a:ext cx="0" cy="13716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1767" name="Line 25"/>
          <p:cNvSpPr/>
          <p:nvPr/>
        </p:nvSpPr>
        <p:spPr>
          <a:xfrm flipV="1">
            <a:off x="6985000" y="2171700"/>
            <a:ext cx="0" cy="838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sp>
      <p:graphicFrame>
        <p:nvGraphicFramePr>
          <p:cNvPr id="31768" name="Object 26"/>
          <p:cNvGraphicFramePr>
            <a:graphicFrameLocks noChangeAspect="1"/>
          </p:cNvGraphicFramePr>
          <p:nvPr/>
        </p:nvGraphicFramePr>
        <p:xfrm>
          <a:off x="7061200" y="16383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3" imgW="165100" imgH="165100" progId="Equation.3">
                  <p:embed/>
                </p:oleObj>
              </mc:Choice>
              <mc:Fallback>
                <p:oleObj name="" r:id="rId13" imgW="165100" imgH="1651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61200" y="1638300"/>
                        <a:ext cx="381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3" name="Object 27"/>
          <p:cNvGraphicFramePr>
            <a:graphicFrameLocks noChangeAspect="1"/>
          </p:cNvGraphicFramePr>
          <p:nvPr/>
        </p:nvGraphicFramePr>
        <p:xfrm>
          <a:off x="1290638" y="4359275"/>
          <a:ext cx="24892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5" imgW="825500" imgH="342900" progId="Equation.3">
                  <p:embed/>
                </p:oleObj>
              </mc:Choice>
              <mc:Fallback>
                <p:oleObj name="" r:id="rId15" imgW="825500" imgH="3429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90638" y="4359275"/>
                        <a:ext cx="2489200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0" name="Text Box 41"/>
          <p:cNvSpPr txBox="1"/>
          <p:nvPr/>
        </p:nvSpPr>
        <p:spPr>
          <a:xfrm>
            <a:off x="287338" y="777875"/>
            <a:ext cx="4876800" cy="9461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rgbClr val="808080">
                <a:alpha val="50000"/>
              </a:srgbClr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487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将刚体视为质点系处理，对每一个质点有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3242" name="Object 7"/>
          <p:cNvGraphicFramePr>
            <a:graphicFrameLocks noChangeAspect="1"/>
          </p:cNvGraphicFramePr>
          <p:nvPr/>
        </p:nvGraphicFramePr>
        <p:xfrm>
          <a:off x="2924175" y="1882775"/>
          <a:ext cx="192563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7" imgW="685800" imgH="254000" progId="Equation.3">
                  <p:embed/>
                </p:oleObj>
              </mc:Choice>
              <mc:Fallback>
                <p:oleObj name="" r:id="rId17" imgW="685800" imgH="2540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24175" y="1882775"/>
                        <a:ext cx="1925638" cy="741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9" name="Text Box 43"/>
          <p:cNvSpPr txBox="1"/>
          <p:nvPr/>
        </p:nvSpPr>
        <p:spPr>
          <a:xfrm>
            <a:off x="149225" y="2697163"/>
            <a:ext cx="4267200" cy="519112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rgbClr val="808080">
                <a:alpha val="50000"/>
              </a:srgbClr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487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对整个刚体求和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0" name="Text Box 47"/>
          <p:cNvSpPr txBox="1"/>
          <p:nvPr/>
        </p:nvSpPr>
        <p:spPr>
          <a:xfrm>
            <a:off x="468313" y="5518150"/>
            <a:ext cx="2362200" cy="604838"/>
          </a:xfrm>
          <a:prstGeom prst="rect">
            <a:avLst/>
          </a:prstGeom>
          <a:solidFill>
            <a:srgbClr val="FFFF99"/>
          </a:solidFill>
          <a:ln w="9525">
            <a:noFill/>
          </a:ln>
          <a:effectLst>
            <a:prstShdw prst="shdw13" dist="53882" dir="13499999">
              <a:srgbClr val="808080">
                <a:alpha val="50000"/>
              </a:srgbClr>
            </a:prstShdw>
          </a:effectLst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zh-CN" altLang="en-US" sz="2800" b="1" dirty="0">
                <a:solidFill>
                  <a:srgbClr val="00487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刚体的角动量</a:t>
            </a:r>
            <a:endParaRPr lang="zh-CN" altLang="en-US" sz="2800" b="1" dirty="0">
              <a:solidFill>
                <a:srgbClr val="00487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3274" name="对象 223273"/>
          <p:cNvGraphicFramePr/>
          <p:nvPr/>
        </p:nvGraphicFramePr>
        <p:xfrm>
          <a:off x="287338" y="1882775"/>
          <a:ext cx="23161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9" imgW="787400" imgH="228600" progId="Equation.3">
                  <p:embed/>
                </p:oleObj>
              </mc:Choice>
              <mc:Fallback>
                <p:oleObj name="" r:id="rId19" imgW="787400" imgH="2286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7338" y="1882775"/>
                        <a:ext cx="2316162" cy="671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7"/>
          <p:cNvSpPr txBox="1"/>
          <p:nvPr/>
        </p:nvSpPr>
        <p:spPr>
          <a:xfrm>
            <a:off x="3190875" y="1263650"/>
            <a:ext cx="1741488" cy="460375"/>
          </a:xfrm>
          <a:prstGeom prst="rect">
            <a:avLst/>
          </a:prstGeom>
          <a:solidFill>
            <a:srgbClr val="FFFF99"/>
          </a:solidFill>
          <a:ln w="9525">
            <a:noFill/>
          </a:ln>
          <a:effectLst>
            <a:prstShdw prst="shdw13" dist="53882" dir="13499999">
              <a:srgbClr val="808080">
                <a:alpha val="50000"/>
              </a:srgbClr>
            </a:prstShdw>
          </a:effectLst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zh-CN" altLang="en-US" sz="2000" b="1" dirty="0">
                <a:solidFill>
                  <a:srgbClr val="00487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质点圆周运动</a:t>
            </a:r>
            <a:endParaRPr lang="zh-CN" altLang="en-US" sz="2000" b="1" dirty="0">
              <a:solidFill>
                <a:srgbClr val="00487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776" name="对象 223265"/>
          <p:cNvGraphicFramePr/>
          <p:nvPr/>
        </p:nvGraphicFramePr>
        <p:xfrm>
          <a:off x="5080000" y="5470525"/>
          <a:ext cx="19050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21" imgW="481965" imgH="177800" progId="Equation.3">
                  <p:embed/>
                </p:oleObj>
              </mc:Choice>
              <mc:Fallback>
                <p:oleObj name="" r:id="rId21" imgW="481965" imgH="1778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80000" y="5470525"/>
                        <a:ext cx="1905000" cy="700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3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3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9" grpId="0" bldLvl="0" animBg="1"/>
      <p:bldP spid="27670" grpId="0" bldLvl="0" animBg="1"/>
      <p:bldP spid="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714" name="文本框 371713"/>
          <p:cNvSpPr txBox="1"/>
          <p:nvPr/>
        </p:nvSpPr>
        <p:spPr>
          <a:xfrm>
            <a:off x="209550" y="3468688"/>
            <a:ext cx="3611563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对定轴转动的刚体　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1716" name="文本框 371715"/>
          <p:cNvSpPr txBox="1"/>
          <p:nvPr/>
        </p:nvSpPr>
        <p:spPr>
          <a:xfrm>
            <a:off x="436563" y="873125"/>
            <a:ext cx="19716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质元</a:t>
            </a:r>
            <a:r>
              <a:rPr lang="en-US" altLang="zh-CN" sz="32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71717" name="内容占位符 371716"/>
          <p:cNvGraphicFramePr>
            <a:graphicFrameLocks noGrp="1"/>
          </p:cNvGraphicFramePr>
          <p:nvPr>
            <p:ph sz="quarter" idx="1"/>
          </p:nvPr>
        </p:nvGraphicFramePr>
        <p:xfrm>
          <a:off x="555625" y="2160588"/>
          <a:ext cx="1852613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" imgW="609600" imgH="419100" progId="Equation.3">
                  <p:embed/>
                </p:oleObj>
              </mc:Choice>
              <mc:Fallback>
                <p:oleObj name="" r:id="rId1" imgW="609600" imgH="4191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5625" y="2160588"/>
                        <a:ext cx="1852613" cy="1273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1721" name="文本框 371720"/>
          <p:cNvSpPr txBox="1"/>
          <p:nvPr/>
        </p:nvSpPr>
        <p:spPr>
          <a:xfrm>
            <a:off x="712788" y="1482725"/>
            <a:ext cx="355441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包括</a:t>
            </a:r>
            <a:r>
              <a:rPr lang="en-US" altLang="zh-CN" sz="32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ex</a:t>
            </a:r>
            <a:r>
              <a:rPr lang="zh-CN" altLang="en-US" sz="3200">
                <a:latin typeface="Arial" panose="020B0604020202020204" pitchFamily="34" charset="0"/>
                <a:ea typeface="宋体" panose="02010600030101010101" pitchFamily="2" charset="-122"/>
              </a:rPr>
              <a:t>、 </a:t>
            </a:r>
            <a:r>
              <a:rPr lang="en-US" altLang="zh-CN" sz="32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2773" name="组合 371723"/>
          <p:cNvGrpSpPr/>
          <p:nvPr/>
        </p:nvGrpSpPr>
        <p:grpSpPr>
          <a:xfrm>
            <a:off x="2066925" y="-41275"/>
            <a:ext cx="2200275" cy="914400"/>
            <a:chOff x="1172" y="-26"/>
            <a:chExt cx="1386" cy="576"/>
          </a:xfrm>
        </p:grpSpPr>
        <p:sp>
          <p:nvSpPr>
            <p:cNvPr id="32774" name="矩形 371724"/>
            <p:cNvSpPr/>
            <p:nvPr/>
          </p:nvSpPr>
          <p:spPr>
            <a:xfrm>
              <a:off x="1172" y="67"/>
              <a:ext cx="97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质点</a:t>
              </a:r>
              <a:endPara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2775" name="对象 371725"/>
            <p:cNvGraphicFramePr/>
            <p:nvPr/>
          </p:nvGraphicFramePr>
          <p:xfrm>
            <a:off x="1802" y="-26"/>
            <a:ext cx="756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3" imgW="546100" imgH="419100" progId="Equation.3">
                    <p:embed/>
                  </p:oleObj>
                </mc:Choice>
                <mc:Fallback>
                  <p:oleObj name="" r:id="rId3" imgW="546100" imgH="4191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02" y="-26"/>
                          <a:ext cx="756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6" name="矩形 371726"/>
          <p:cNvSpPr/>
          <p:nvPr/>
        </p:nvSpPr>
        <p:spPr>
          <a:xfrm>
            <a:off x="1108075" y="106363"/>
            <a:ext cx="14827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</a:t>
            </a: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2777" name="组合 371727"/>
          <p:cNvGrpSpPr/>
          <p:nvPr/>
        </p:nvGrpSpPr>
        <p:grpSpPr>
          <a:xfrm>
            <a:off x="4535488" y="17463"/>
            <a:ext cx="2246312" cy="939800"/>
            <a:chOff x="3375" y="-7"/>
            <a:chExt cx="1415" cy="592"/>
          </a:xfrm>
        </p:grpSpPr>
        <p:sp>
          <p:nvSpPr>
            <p:cNvPr id="32778" name="矩形 371728"/>
            <p:cNvSpPr/>
            <p:nvPr/>
          </p:nvSpPr>
          <p:spPr>
            <a:xfrm>
              <a:off x="3375" y="114"/>
              <a:ext cx="97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刚体</a:t>
              </a:r>
              <a:endPara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2779" name="对象 371729"/>
            <p:cNvGraphicFramePr/>
            <p:nvPr/>
          </p:nvGraphicFramePr>
          <p:xfrm>
            <a:off x="4070" y="-7"/>
            <a:ext cx="720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5" imgW="457200" imgH="419100" progId="Equation.3">
                    <p:embed/>
                  </p:oleObj>
                </mc:Choice>
                <mc:Fallback>
                  <p:oleObj name="" r:id="rId5" imgW="457200" imgH="419100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70" y="-7"/>
                          <a:ext cx="720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80" name="组合 371754"/>
          <p:cNvGrpSpPr/>
          <p:nvPr/>
        </p:nvGrpSpPr>
        <p:grpSpPr>
          <a:xfrm>
            <a:off x="5427663" y="1022350"/>
            <a:ext cx="3432175" cy="3962400"/>
            <a:chOff x="3419" y="915"/>
            <a:chExt cx="2162" cy="2496"/>
          </a:xfrm>
        </p:grpSpPr>
        <p:sp>
          <p:nvSpPr>
            <p:cNvPr id="32781" name="矩形 371733"/>
            <p:cNvSpPr/>
            <p:nvPr/>
          </p:nvSpPr>
          <p:spPr>
            <a:xfrm>
              <a:off x="3419" y="915"/>
              <a:ext cx="2162" cy="24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流程图: 磁盘 371734"/>
            <p:cNvSpPr/>
            <p:nvPr/>
          </p:nvSpPr>
          <p:spPr>
            <a:xfrm>
              <a:off x="3997" y="1731"/>
              <a:ext cx="912" cy="1392"/>
            </a:xfrm>
            <a:prstGeom prst="flowChartMagneticDisk">
              <a:avLst/>
            </a:prstGeom>
            <a:gradFill rotWithShape="0">
              <a:gsLst>
                <a:gs pos="0">
                  <a:srgbClr val="7C9496"/>
                </a:gs>
                <a:gs pos="50000">
                  <a:schemeClr val="accent1"/>
                </a:gs>
                <a:gs pos="100000">
                  <a:srgbClr val="7C9496"/>
                </a:gs>
              </a:gsLst>
              <a:lin ang="0" scaled="1"/>
              <a:tileRect/>
            </a:gradFill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3" name="平行四边形 371735"/>
            <p:cNvSpPr/>
            <p:nvPr/>
          </p:nvSpPr>
          <p:spPr>
            <a:xfrm>
              <a:off x="3421" y="1875"/>
              <a:ext cx="2064" cy="912"/>
            </a:xfrm>
            <a:prstGeom prst="parallelogram">
              <a:avLst>
                <a:gd name="adj" fmla="val 50156"/>
              </a:avLst>
            </a:prstGeom>
            <a:noFill/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4" name="直接连接符 371736"/>
            <p:cNvSpPr/>
            <p:nvPr/>
          </p:nvSpPr>
          <p:spPr>
            <a:xfrm>
              <a:off x="4429" y="1923"/>
              <a:ext cx="0" cy="115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2785" name="直接连接符 371737"/>
            <p:cNvSpPr/>
            <p:nvPr/>
          </p:nvSpPr>
          <p:spPr>
            <a:xfrm>
              <a:off x="4429" y="3123"/>
              <a:ext cx="0" cy="19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32786" name="对象 371738"/>
            <p:cNvGraphicFramePr/>
            <p:nvPr/>
          </p:nvGraphicFramePr>
          <p:xfrm>
            <a:off x="4477" y="1347"/>
            <a:ext cx="327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" r:id="rId7" imgW="127000" imgH="114300" progId="Equation.3">
                    <p:embed/>
                  </p:oleObj>
                </mc:Choice>
                <mc:Fallback>
                  <p:oleObj name="" r:id="rId7" imgW="127000" imgH="1143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77" y="1347"/>
                          <a:ext cx="327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87" name="组合 371739"/>
            <p:cNvGrpSpPr/>
            <p:nvPr/>
          </p:nvGrpSpPr>
          <p:grpSpPr>
            <a:xfrm>
              <a:off x="4093" y="2163"/>
              <a:ext cx="672" cy="432"/>
              <a:chOff x="3792" y="1824"/>
              <a:chExt cx="672" cy="432"/>
            </a:xfrm>
          </p:grpSpPr>
          <p:sp>
            <p:nvSpPr>
              <p:cNvPr id="32788" name="椭圆 371740"/>
              <p:cNvSpPr/>
              <p:nvPr/>
            </p:nvSpPr>
            <p:spPr>
              <a:xfrm>
                <a:off x="3792" y="1920"/>
                <a:ext cx="672" cy="3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89" name="直接连接符 371741"/>
              <p:cNvSpPr/>
              <p:nvPr/>
            </p:nvSpPr>
            <p:spPr>
              <a:xfrm>
                <a:off x="4128" y="2064"/>
                <a:ext cx="240" cy="144"/>
              </a:xfrm>
              <a:prstGeom prst="line">
                <a:avLst/>
              </a:prstGeom>
              <a:ln w="38100" cap="flat" cmpd="sng">
                <a:solidFill>
                  <a:srgbClr val="FF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2790" name="文本框 371742"/>
              <p:cNvSpPr txBox="1"/>
              <p:nvPr/>
            </p:nvSpPr>
            <p:spPr>
              <a:xfrm>
                <a:off x="3888" y="1968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2791" name="对象 371743"/>
              <p:cNvGraphicFramePr/>
              <p:nvPr/>
            </p:nvGraphicFramePr>
            <p:xfrm>
              <a:off x="4176" y="1824"/>
              <a:ext cx="225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1" name="" r:id="rId9" imgW="127000" imgH="228600" progId="Equation.3">
                      <p:embed/>
                    </p:oleObj>
                  </mc:Choice>
                  <mc:Fallback>
                    <p:oleObj name="" r:id="rId9" imgW="127000" imgH="228600" progId="Equation.3">
                      <p:embed/>
                      <p:pic>
                        <p:nvPicPr>
                          <p:cNvPr id="0" name="图片 3190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176" y="1824"/>
                            <a:ext cx="225" cy="4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92" name="直接连接符 371744"/>
              <p:cNvSpPr/>
              <p:nvPr/>
            </p:nvSpPr>
            <p:spPr>
              <a:xfrm flipV="1">
                <a:off x="4128" y="1968"/>
                <a:ext cx="0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793" name="组合 371745"/>
            <p:cNvGrpSpPr/>
            <p:nvPr/>
          </p:nvGrpSpPr>
          <p:grpSpPr>
            <a:xfrm>
              <a:off x="4579" y="2114"/>
              <a:ext cx="635" cy="771"/>
              <a:chOff x="4278" y="1775"/>
              <a:chExt cx="635" cy="771"/>
            </a:xfrm>
          </p:grpSpPr>
          <p:sp>
            <p:nvSpPr>
              <p:cNvPr id="32794" name="矩形 371746"/>
              <p:cNvSpPr/>
              <p:nvPr/>
            </p:nvSpPr>
            <p:spPr>
              <a:xfrm>
                <a:off x="4320" y="2160"/>
                <a:ext cx="96" cy="96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95" name="直接连接符 371747"/>
              <p:cNvSpPr/>
              <p:nvPr/>
            </p:nvSpPr>
            <p:spPr>
              <a:xfrm flipV="1">
                <a:off x="4368" y="1968"/>
                <a:ext cx="336" cy="240"/>
              </a:xfrm>
              <a:prstGeom prst="line">
                <a:avLst/>
              </a:prstGeom>
              <a:ln w="38100" cap="flat" cmpd="sng">
                <a:solidFill>
                  <a:srgbClr val="00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32796" name="对象 371748"/>
              <p:cNvGraphicFramePr/>
              <p:nvPr/>
            </p:nvGraphicFramePr>
            <p:xfrm>
              <a:off x="4278" y="2166"/>
              <a:ext cx="320" cy="3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1" name="" r:id="rId11" imgW="190500" imgH="228600" progId="Equation.3">
                      <p:embed/>
                    </p:oleObj>
                  </mc:Choice>
                  <mc:Fallback>
                    <p:oleObj name="" r:id="rId11" imgW="190500" imgH="228600" progId="Equation.3">
                      <p:embed/>
                      <p:pic>
                        <p:nvPicPr>
                          <p:cNvPr id="0" name="图片 321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278" y="2166"/>
                            <a:ext cx="320" cy="3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7" name="对象 371749"/>
              <p:cNvGraphicFramePr/>
              <p:nvPr/>
            </p:nvGraphicFramePr>
            <p:xfrm>
              <a:off x="4620" y="1775"/>
              <a:ext cx="293" cy="4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4" name="" r:id="rId13" imgW="152400" imgH="228600" progId="Equation.3">
                      <p:embed/>
                    </p:oleObj>
                  </mc:Choice>
                  <mc:Fallback>
                    <p:oleObj name="" r:id="rId13" imgW="152400" imgH="228600" progId="Equation.3">
                      <p:embed/>
                      <p:pic>
                        <p:nvPicPr>
                          <p:cNvPr id="0" name="图片 3203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620" y="1775"/>
                            <a:ext cx="293" cy="44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798" name="椭圆 371750"/>
            <p:cNvSpPr/>
            <p:nvPr/>
          </p:nvSpPr>
          <p:spPr>
            <a:xfrm>
              <a:off x="3997" y="1731"/>
              <a:ext cx="912" cy="43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7C9496"/>
                </a:gs>
              </a:gsLst>
              <a:lin ang="5400000" scaled="1"/>
              <a:tileRect/>
            </a:gra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9" name="直接连接符 371751"/>
            <p:cNvSpPr/>
            <p:nvPr/>
          </p:nvSpPr>
          <p:spPr>
            <a:xfrm flipV="1">
              <a:off x="4429" y="1059"/>
              <a:ext cx="0" cy="864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2800" name="直接连接符 371752"/>
            <p:cNvSpPr/>
            <p:nvPr/>
          </p:nvSpPr>
          <p:spPr>
            <a:xfrm flipV="1">
              <a:off x="4429" y="1395"/>
              <a:ext cx="0" cy="52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32801" name="对象 371753"/>
            <p:cNvGraphicFramePr/>
            <p:nvPr/>
          </p:nvGraphicFramePr>
          <p:xfrm>
            <a:off x="4477" y="1059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15" imgW="165100" imgH="165100" progId="Equation.3">
                    <p:embed/>
                  </p:oleObj>
                </mc:Choice>
                <mc:Fallback>
                  <p:oleObj name="" r:id="rId15" imgW="165100" imgH="16510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77" y="1059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1759" name="对象 371758"/>
          <p:cNvGraphicFramePr/>
          <p:nvPr/>
        </p:nvGraphicFramePr>
        <p:xfrm>
          <a:off x="2590800" y="2214563"/>
          <a:ext cx="2506663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7" imgW="824865" imgH="393700" progId="Equation.3">
                  <p:embed/>
                </p:oleObj>
              </mc:Choice>
              <mc:Fallback>
                <p:oleObj name="" r:id="rId17" imgW="824865" imgH="3937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90800" y="2214563"/>
                        <a:ext cx="2506663" cy="1195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1760" name="文本框 371759"/>
          <p:cNvSpPr txBox="1"/>
          <p:nvPr/>
        </p:nvSpPr>
        <p:spPr>
          <a:xfrm>
            <a:off x="2066925" y="873125"/>
            <a:ext cx="25368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受合力矩</a:t>
            </a:r>
            <a:r>
              <a:rPr lang="en-US" altLang="zh-CN" sz="32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32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71761" name="内容占位符 371760"/>
          <p:cNvGraphicFramePr>
            <a:graphicFrameLocks noGrp="1"/>
          </p:cNvGraphicFramePr>
          <p:nvPr>
            <p:ph sz="quarter" idx="2"/>
          </p:nvPr>
        </p:nvGraphicFramePr>
        <p:xfrm>
          <a:off x="2795588" y="4722813"/>
          <a:ext cx="180816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9" imgW="622300" imgH="266700" progId="Equation.3">
                  <p:embed/>
                </p:oleObj>
              </mc:Choice>
              <mc:Fallback>
                <p:oleObj name="" r:id="rId19" imgW="622300" imgH="2667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95588" y="4722813"/>
                        <a:ext cx="1808162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62" name="对象 371761"/>
          <p:cNvGraphicFramePr/>
          <p:nvPr/>
        </p:nvGraphicFramePr>
        <p:xfrm>
          <a:off x="423863" y="4787900"/>
          <a:ext cx="21986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21" imgW="723265" imgH="266065" progId="Equation.3">
                  <p:embed/>
                </p:oleObj>
              </mc:Choice>
              <mc:Fallback>
                <p:oleObj name="" r:id="rId21" imgW="723265" imgH="266065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3863" y="4787900"/>
                        <a:ext cx="219868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Grp="1" noChangeAspect="1"/>
          </p:cNvGraphicFramePr>
          <p:nvPr/>
        </p:nvGraphicFramePr>
        <p:xfrm>
          <a:off x="3538538" y="3421063"/>
          <a:ext cx="18256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23" imgW="723900" imgH="266700" progId="Equation.3">
                  <p:embed/>
                </p:oleObj>
              </mc:Choice>
              <mc:Fallback>
                <p:oleObj name="" r:id="rId23" imgW="723900" imgH="2667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38538" y="3421063"/>
                        <a:ext cx="1825625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0"/>
          <p:cNvSpPr/>
          <p:nvPr/>
        </p:nvSpPr>
        <p:spPr>
          <a:xfrm>
            <a:off x="555625" y="4268788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合外力矩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9" name="Object 9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881063" y="5600700"/>
          <a:ext cx="42164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25" imgW="1536065" imgH="393700" progId="Equation.3">
                  <p:embed/>
                </p:oleObj>
              </mc:Choice>
              <mc:Fallback>
                <p:oleObj name="" r:id="rId25" imgW="1536065" imgH="3937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81063" y="5600700"/>
                        <a:ext cx="421640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64163" y="5280025"/>
          <a:ext cx="3146425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27" imgW="1091565" imgH="419100" progId="Equation.3">
                  <p:embed/>
                </p:oleObj>
              </mc:Choice>
              <mc:Fallback>
                <p:oleObj name="" r:id="rId27" imgW="1091565" imgH="4191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64163" y="5280025"/>
                        <a:ext cx="3146425" cy="12080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>
                        <a:solidFill>
                          <a:srgbClr val="00008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4" grpId="0"/>
      <p:bldP spid="371716" grpId="0"/>
      <p:bldP spid="371721" grpId="0"/>
      <p:bldP spid="371760" grpId="0"/>
      <p:bldP spid="2049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3" name="内容占位符 370695"/>
          <p:cNvGraphicFramePr>
            <a:graphicFrameLocks noGrp="1"/>
          </p:cNvGraphicFramePr>
          <p:nvPr>
            <p:ph sz="quarter" idx="3"/>
          </p:nvPr>
        </p:nvGraphicFramePr>
        <p:xfrm>
          <a:off x="2832100" y="950913"/>
          <a:ext cx="30988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1" imgW="1104900" imgH="393700" progId="Equation.3">
                  <p:embed/>
                </p:oleObj>
              </mc:Choice>
              <mc:Fallback>
                <p:oleObj name="" r:id="rId1" imgW="1104900" imgH="3937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2100" y="950913"/>
                        <a:ext cx="3098800" cy="11017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>
                        <a:solidFill>
                          <a:srgbClr val="00008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09" name="矩形 370708"/>
          <p:cNvSpPr/>
          <p:nvPr/>
        </p:nvSpPr>
        <p:spPr>
          <a:xfrm>
            <a:off x="747713" y="2273300"/>
            <a:ext cx="417353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方向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:  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与转轴平行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0715" name="对象 370714"/>
          <p:cNvGraphicFramePr/>
          <p:nvPr/>
        </p:nvGraphicFramePr>
        <p:xfrm>
          <a:off x="958850" y="3155950"/>
          <a:ext cx="28749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" imgW="850265" imgH="203200" progId="Equation.3">
                  <p:embed/>
                </p:oleObj>
              </mc:Choice>
              <mc:Fallback>
                <p:oleObj name="" r:id="rId3" imgW="850265" imgH="2032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8850" y="3155950"/>
                        <a:ext cx="2874963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17" name="对象 370716"/>
          <p:cNvGraphicFramePr/>
          <p:nvPr/>
        </p:nvGraphicFramePr>
        <p:xfrm>
          <a:off x="4487863" y="2768600"/>
          <a:ext cx="351472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5" imgW="1040765" imgH="495300" progId="Equation.3">
                  <p:embed/>
                </p:oleObj>
              </mc:Choice>
              <mc:Fallback>
                <p:oleObj name="" r:id="rId5" imgW="1040765" imgH="4953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87863" y="2768600"/>
                        <a:ext cx="3514725" cy="146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0719" name="组合 370718"/>
          <p:cNvGrpSpPr/>
          <p:nvPr/>
        </p:nvGrpSpPr>
        <p:grpSpPr>
          <a:xfrm>
            <a:off x="2644775" y="4073525"/>
            <a:ext cx="5035550" cy="1071563"/>
            <a:chOff x="677" y="3069"/>
            <a:chExt cx="3172" cy="675"/>
          </a:xfrm>
        </p:grpSpPr>
        <p:graphicFrame>
          <p:nvGraphicFramePr>
            <p:cNvPr id="33798" name="对象 370713"/>
            <p:cNvGraphicFramePr/>
            <p:nvPr/>
          </p:nvGraphicFramePr>
          <p:xfrm>
            <a:off x="1560" y="3069"/>
            <a:ext cx="2289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7" imgW="1205230" imgH="355600" progId="Equation.3">
                    <p:embed/>
                  </p:oleObj>
                </mc:Choice>
                <mc:Fallback>
                  <p:oleObj name="" r:id="rId7" imgW="1205230" imgH="3556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60" y="3069"/>
                          <a:ext cx="2289" cy="6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9" name="右箭头 370717"/>
            <p:cNvSpPr/>
            <p:nvPr/>
          </p:nvSpPr>
          <p:spPr>
            <a:xfrm>
              <a:off x="677" y="3282"/>
              <a:ext cx="374" cy="192"/>
            </a:xfrm>
            <a:prstGeom prst="rightArrow">
              <a:avLst>
                <a:gd name="adj1" fmla="val 50000"/>
                <a:gd name="adj2" fmla="val 48688"/>
              </a:avLst>
            </a:prstGeom>
            <a:solidFill>
              <a:srgbClr val="CC0066"/>
            </a:solidFill>
            <a:ln w="9525" cap="flat" cmpd="sng">
              <a:solidFill>
                <a:srgbClr val="CC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800" name="文本框 370721"/>
          <p:cNvSpPr txBox="1"/>
          <p:nvPr/>
        </p:nvSpPr>
        <p:spPr>
          <a:xfrm>
            <a:off x="890588" y="1096963"/>
            <a:ext cx="2132012" cy="584200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微分形式</a:t>
            </a:r>
            <a:endParaRPr lang="zh-CN" altLang="en-US" sz="3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1" name="Rectangle 19"/>
          <p:cNvSpPr/>
          <p:nvPr/>
        </p:nvSpPr>
        <p:spPr>
          <a:xfrm>
            <a:off x="1042988" y="188913"/>
            <a:ext cx="59245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刚体定轴转动的角动量定理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6" name="Rectangle 2"/>
          <p:cNvSpPr/>
          <p:nvPr/>
        </p:nvSpPr>
        <p:spPr>
          <a:xfrm>
            <a:off x="903288" y="5145088"/>
            <a:ext cx="62039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非刚体定轴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转动的角动量定理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789113" y="5607050"/>
          <a:ext cx="39941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9" imgW="1307465" imgH="355600" progId="Equation.3">
                  <p:embed/>
                </p:oleObj>
              </mc:Choice>
              <mc:Fallback>
                <p:oleObj name="" r:id="rId9" imgW="1307465" imgH="3556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9113" y="5607050"/>
                        <a:ext cx="3994150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915" name="矩形 335914"/>
          <p:cNvSpPr/>
          <p:nvPr/>
        </p:nvSpPr>
        <p:spPr>
          <a:xfrm>
            <a:off x="617538" y="4229100"/>
            <a:ext cx="2214562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积分形式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0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0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0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0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0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0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709" grpId="0"/>
      <p:bldP spid="21506" grpId="0"/>
      <p:bldP spid="3359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7" name="Rectangle 5"/>
          <p:cNvSpPr/>
          <p:nvPr/>
        </p:nvSpPr>
        <p:spPr>
          <a:xfrm>
            <a:off x="1071563" y="0"/>
            <a:ext cx="6610350" cy="676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刚体定轴转动的角动量守恒定律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361" name="Text Box 89"/>
          <p:cNvSpPr txBox="1"/>
          <p:nvPr/>
        </p:nvSpPr>
        <p:spPr>
          <a:xfrm>
            <a:off x="703263" y="3595688"/>
            <a:ext cx="7345362" cy="12128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当系统所受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合外力矩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为零时，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系统的角动量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将保持不变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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定轴转动的角动量守恒定律。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4819" name="组合 25"/>
          <p:cNvGrpSpPr/>
          <p:nvPr/>
        </p:nvGrpSpPr>
        <p:grpSpPr>
          <a:xfrm>
            <a:off x="1431925" y="2646363"/>
            <a:ext cx="5635625" cy="1079500"/>
            <a:chOff x="2267744" y="1006431"/>
            <a:chExt cx="5635823" cy="1079544"/>
          </a:xfrm>
        </p:grpSpPr>
        <p:sp>
          <p:nvSpPr>
            <p:cNvPr id="34820" name="Line 92"/>
            <p:cNvSpPr/>
            <p:nvPr/>
          </p:nvSpPr>
          <p:spPr>
            <a:xfrm>
              <a:off x="6162675" y="2085975"/>
              <a:ext cx="30956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4" name="Group 103"/>
            <p:cNvGrpSpPr/>
            <p:nvPr/>
          </p:nvGrpSpPr>
          <p:grpSpPr bwMode="auto">
            <a:xfrm>
              <a:off x="2267744" y="1052165"/>
              <a:ext cx="3642003" cy="584200"/>
              <a:chOff x="295" y="1253"/>
              <a:chExt cx="2086" cy="368"/>
            </a:xfrm>
            <a:solidFill>
              <a:schemeClr val="accent1"/>
            </a:solidFill>
          </p:grpSpPr>
          <p:sp>
            <p:nvSpPr>
              <p:cNvPr id="23562" name="Text Box 91"/>
              <p:cNvSpPr txBox="1">
                <a:spLocks noChangeArrowheads="1"/>
              </p:cNvSpPr>
              <p:nvPr/>
            </p:nvSpPr>
            <p:spPr bwMode="auto">
              <a:xfrm>
                <a:off x="295" y="1253"/>
                <a:ext cx="208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32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若 </a:t>
                </a:r>
                <a:r>
                  <a:rPr kumimoji="1" lang="zh-CN" altLang="en-US" sz="2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          ，则</a:t>
                </a:r>
                <a:endParaRPr kumimoji="1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34822" name="Object 7"/>
            <p:cNvGraphicFramePr>
              <a:graphicFrameLocks noChangeAspect="1"/>
            </p:cNvGraphicFramePr>
            <p:nvPr/>
          </p:nvGraphicFramePr>
          <p:xfrm>
            <a:off x="2843709" y="1006431"/>
            <a:ext cx="1236388" cy="605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1" imgW="431800" imgH="203200" progId="Equation.3">
                    <p:embed/>
                  </p:oleObj>
                </mc:Choice>
                <mc:Fallback>
                  <p:oleObj name="" r:id="rId1" imgW="431800" imgH="20320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43709" y="1006431"/>
                          <a:ext cx="1236388" cy="605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3" name="Object 11"/>
            <p:cNvGraphicFramePr>
              <a:graphicFrameLocks noChangeAspect="1"/>
            </p:cNvGraphicFramePr>
            <p:nvPr/>
          </p:nvGraphicFramePr>
          <p:xfrm>
            <a:off x="4853723" y="1092510"/>
            <a:ext cx="1329102" cy="461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3" imgW="482600" imgH="165100" progId="Equation.3">
                    <p:embed/>
                  </p:oleObj>
                </mc:Choice>
                <mc:Fallback>
                  <p:oleObj name="" r:id="rId3" imgW="482600" imgH="1651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53723" y="1092510"/>
                          <a:ext cx="1329102" cy="4617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4" name="Rectangle 21"/>
            <p:cNvSpPr/>
            <p:nvPr/>
          </p:nvSpPr>
          <p:spPr>
            <a:xfrm>
              <a:off x="6300192" y="1052736"/>
              <a:ext cx="1603375" cy="57943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3200" dirty="0">
                  <a:latin typeface="Verdana" panose="020B0604030504040204" pitchFamily="34" charset="0"/>
                  <a:ea typeface="宋体" panose="02010600030101010101" pitchFamily="2" charset="-122"/>
                </a:rPr>
                <a:t>=</a:t>
              </a:r>
              <a:r>
                <a:rPr lang="zh-CN" altLang="en-US" sz="3200" dirty="0">
                  <a:latin typeface="Verdana" panose="020B0604030504040204" pitchFamily="34" charset="0"/>
                  <a:ea typeface="宋体" panose="02010600030101010101" pitchFamily="2" charset="-122"/>
                </a:rPr>
                <a:t>常量</a:t>
              </a:r>
              <a:endParaRPr lang="zh-CN" altLang="en-US" sz="32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" name="Object 8"/>
          <p:cNvGraphicFramePr>
            <a:graphicFrameLocks noGrp="1" noChangeAspect="1"/>
          </p:cNvGraphicFramePr>
          <p:nvPr/>
        </p:nvGraphicFramePr>
        <p:xfrm>
          <a:off x="2168525" y="1057275"/>
          <a:ext cx="1573213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5" imgW="546100" imgH="419100" progId="Equation.3">
                  <p:embed/>
                </p:oleObj>
              </mc:Choice>
              <mc:Fallback>
                <p:oleObj name="" r:id="rId5" imgW="546100" imgH="4191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8525" y="1057275"/>
                        <a:ext cx="1573213" cy="12080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rgbClr val="00008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/>
      <p:bldP spid="5436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/>
          <p:nvPr/>
        </p:nvSpPr>
        <p:spPr>
          <a:xfrm>
            <a:off x="642938" y="5214938"/>
            <a:ext cx="8251825" cy="530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spcBef>
                <a:spcPct val="5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角动量守恒定律是自然界的一个基本定律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/>
          <p:nvPr/>
        </p:nvSpPr>
        <p:spPr>
          <a:xfrm>
            <a:off x="714375" y="3214688"/>
            <a:ext cx="6053138" cy="530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spcBef>
                <a:spcPct val="5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内力矩不改变系统的角动量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43" name="Group 4"/>
          <p:cNvGrpSpPr/>
          <p:nvPr/>
        </p:nvGrpSpPr>
        <p:grpSpPr>
          <a:xfrm>
            <a:off x="1119188" y="-34925"/>
            <a:ext cx="1219200" cy="762000"/>
            <a:chOff x="288" y="432"/>
            <a:chExt cx="672" cy="480"/>
          </a:xfrm>
        </p:grpSpPr>
        <p:sp>
          <p:nvSpPr>
            <p:cNvPr id="2" name="AutoShape 5"/>
            <p:cNvSpPr>
              <a:spLocks noChangeArrowheads="1"/>
            </p:cNvSpPr>
            <p:nvPr/>
          </p:nvSpPr>
          <p:spPr bwMode="auto">
            <a:xfrm>
              <a:off x="288" y="432"/>
              <a:ext cx="672" cy="480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845" name="Text Box 6"/>
            <p:cNvSpPr txBox="1"/>
            <p:nvPr/>
          </p:nvSpPr>
          <p:spPr>
            <a:xfrm>
              <a:off x="384" y="489"/>
              <a:ext cx="5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讨论</a:t>
              </a:r>
              <a:endPara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7"/>
          <p:cNvGrpSpPr/>
          <p:nvPr/>
        </p:nvGrpSpPr>
        <p:grpSpPr>
          <a:xfrm>
            <a:off x="642938" y="4071938"/>
            <a:ext cx="8394700" cy="636587"/>
            <a:chOff x="432" y="3345"/>
            <a:chExt cx="5288" cy="401"/>
          </a:xfrm>
        </p:grpSpPr>
        <p:graphicFrame>
          <p:nvGraphicFramePr>
            <p:cNvPr id="35847" name="Object 8"/>
            <p:cNvGraphicFramePr>
              <a:graphicFrameLocks noChangeAspect="1"/>
            </p:cNvGraphicFramePr>
            <p:nvPr/>
          </p:nvGraphicFramePr>
          <p:xfrm>
            <a:off x="2575" y="3345"/>
            <a:ext cx="1607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1" imgW="901065" imgH="190500" progId="Equation.3">
                    <p:embed/>
                  </p:oleObj>
                </mc:Choice>
                <mc:Fallback>
                  <p:oleObj name="" r:id="rId1" imgW="901065" imgH="19050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75" y="3345"/>
                          <a:ext cx="1607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8" name="Rectangle 9"/>
            <p:cNvSpPr/>
            <p:nvPr/>
          </p:nvSpPr>
          <p:spPr>
            <a:xfrm>
              <a:off x="432" y="3381"/>
              <a:ext cx="282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>
                  <a:srgbClr val="0000CC"/>
                </a:buClr>
                <a:buFont typeface="Wingdings" panose="05000000000000000000" pitchFamily="2" charset="2"/>
                <a:buChar char="Ø"/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在</a:t>
              </a:r>
              <a:r>
                <a:rPr lang="zh-CN" altLang="en-US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冲击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等问题中 </a:t>
              </a:r>
              <a:endPara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49" name="Object 10"/>
            <p:cNvGraphicFramePr>
              <a:graphicFrameLocks noChangeAspect="1"/>
            </p:cNvGraphicFramePr>
            <p:nvPr/>
          </p:nvGraphicFramePr>
          <p:xfrm>
            <a:off x="4198" y="3411"/>
            <a:ext cx="703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" name="" r:id="rId3" imgW="698500" imgH="266700" progId="Equation.3">
                    <p:embed/>
                  </p:oleObj>
                </mc:Choice>
                <mc:Fallback>
                  <p:oleObj name="" r:id="rId3" imgW="698500" imgH="266700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98" y="3411"/>
                          <a:ext cx="703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0" name="Text Box 11"/>
            <p:cNvSpPr txBox="1"/>
            <p:nvPr/>
          </p:nvSpPr>
          <p:spPr>
            <a:xfrm>
              <a:off x="4875" y="3369"/>
              <a:ext cx="84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>
                  <a:srgbClr val="0000CC"/>
                </a:buClr>
                <a:buFont typeface="Wingdings" panose="05000000000000000000" pitchFamily="2" charset="2"/>
              </a:pP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常量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712" name="Group 104"/>
          <p:cNvGrpSpPr/>
          <p:nvPr/>
        </p:nvGrpSpPr>
        <p:grpSpPr>
          <a:xfrm>
            <a:off x="827088" y="1071563"/>
            <a:ext cx="3573462" cy="530225"/>
            <a:chOff x="484" y="972"/>
            <a:chExt cx="2251" cy="334"/>
          </a:xfrm>
        </p:grpSpPr>
        <p:sp>
          <p:nvSpPr>
            <p:cNvPr id="35852" name="Rectangle 105"/>
            <p:cNvSpPr/>
            <p:nvPr/>
          </p:nvSpPr>
          <p:spPr>
            <a:xfrm>
              <a:off x="484" y="972"/>
              <a:ext cx="2251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90000"/>
                </a:lnSpc>
                <a:spcBef>
                  <a:spcPct val="50000"/>
                </a:spcBef>
                <a:buClr>
                  <a:srgbClr val="0000CC"/>
                </a:buClr>
                <a:buFont typeface="Wingdings" panose="05000000000000000000" pitchFamily="2" charset="2"/>
                <a:buChar char="Ø"/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守恒条件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53" name="Object 106"/>
            <p:cNvGraphicFramePr>
              <a:graphicFrameLocks noChangeAspect="1"/>
            </p:cNvGraphicFramePr>
            <p:nvPr/>
          </p:nvGraphicFramePr>
          <p:xfrm>
            <a:off x="1763" y="1008"/>
            <a:ext cx="76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5" imgW="673100" imgH="241300" progId="Equation.3">
                    <p:embed/>
                  </p:oleObj>
                </mc:Choice>
                <mc:Fallback>
                  <p:oleObj name="" r:id="rId5" imgW="673100" imgH="241300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63" y="1008"/>
                          <a:ext cx="768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13" name="Group 107"/>
          <p:cNvGrpSpPr/>
          <p:nvPr/>
        </p:nvGrpSpPr>
        <p:grpSpPr>
          <a:xfrm>
            <a:off x="1476375" y="1628775"/>
            <a:ext cx="5354638" cy="1147763"/>
            <a:chOff x="918" y="1108"/>
            <a:chExt cx="3373" cy="723"/>
          </a:xfrm>
        </p:grpSpPr>
        <p:sp>
          <p:nvSpPr>
            <p:cNvPr id="35855" name="Rectangle 108"/>
            <p:cNvSpPr/>
            <p:nvPr/>
          </p:nvSpPr>
          <p:spPr>
            <a:xfrm>
              <a:off x="918" y="1120"/>
              <a:ext cx="3373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若    不变，   不变；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若    变，   也变，但              不变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5856" name="Object 109"/>
            <p:cNvGraphicFramePr>
              <a:graphicFrameLocks noChangeAspect="1"/>
            </p:cNvGraphicFramePr>
            <p:nvPr/>
          </p:nvGraphicFramePr>
          <p:xfrm>
            <a:off x="1222" y="1199"/>
            <a:ext cx="23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7" imgW="203200" imgH="241300" progId="Equation.3">
                    <p:embed/>
                  </p:oleObj>
                </mc:Choice>
                <mc:Fallback>
                  <p:oleObj name="" r:id="rId7" imgW="203200" imgH="2413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22" y="1199"/>
                          <a:ext cx="239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7" name="Object 110"/>
            <p:cNvGraphicFramePr>
              <a:graphicFrameLocks noChangeAspect="1"/>
            </p:cNvGraphicFramePr>
            <p:nvPr/>
          </p:nvGraphicFramePr>
          <p:xfrm>
            <a:off x="1968" y="1108"/>
            <a:ext cx="40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9" imgW="127000" imgH="114300" progId="Equation.3">
                    <p:embed/>
                  </p:oleObj>
                </mc:Choice>
                <mc:Fallback>
                  <p:oleObj name="" r:id="rId9" imgW="127000" imgH="11430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68" y="1108"/>
                          <a:ext cx="40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8" name="Object 111"/>
            <p:cNvGraphicFramePr>
              <a:graphicFrameLocks noChangeAspect="1"/>
            </p:cNvGraphicFramePr>
            <p:nvPr/>
          </p:nvGraphicFramePr>
          <p:xfrm>
            <a:off x="1698" y="1468"/>
            <a:ext cx="40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11" imgW="127000" imgH="114300" progId="Equation.3">
                    <p:embed/>
                  </p:oleObj>
                </mc:Choice>
                <mc:Fallback>
                  <p:oleObj name="" r:id="rId11" imgW="127000" imgH="114300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98" y="1468"/>
                          <a:ext cx="40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9" name="Object 112"/>
            <p:cNvGraphicFramePr>
              <a:graphicFrameLocks noChangeAspect="1"/>
            </p:cNvGraphicFramePr>
            <p:nvPr/>
          </p:nvGraphicFramePr>
          <p:xfrm>
            <a:off x="2958" y="1513"/>
            <a:ext cx="78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" name="" r:id="rId12" imgW="774065" imgH="241300" progId="Equation.3">
                    <p:embed/>
                  </p:oleObj>
                </mc:Choice>
                <mc:Fallback>
                  <p:oleObj name="" r:id="rId12" imgW="774065" imgH="24130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958" y="1513"/>
                          <a:ext cx="788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0" name="Object 113"/>
            <p:cNvGraphicFramePr>
              <a:graphicFrameLocks noChangeAspect="1"/>
            </p:cNvGraphicFramePr>
            <p:nvPr/>
          </p:nvGraphicFramePr>
          <p:xfrm>
            <a:off x="1203" y="1513"/>
            <a:ext cx="23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" r:id="rId14" imgW="203200" imgH="241300" progId="Equation.3">
                    <p:embed/>
                  </p:oleObj>
                </mc:Choice>
                <mc:Fallback>
                  <p:oleObj name="" r:id="rId14" imgW="203200" imgH="2413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03" y="1513"/>
                          <a:ext cx="239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AutoShape 38"/>
          <p:cNvSpPr/>
          <p:nvPr/>
        </p:nvSpPr>
        <p:spPr>
          <a:xfrm>
            <a:off x="4286250" y="1143000"/>
            <a:ext cx="479425" cy="304800"/>
          </a:xfrm>
          <a:prstGeom prst="rightArrow">
            <a:avLst>
              <a:gd name="adj1" fmla="val 50000"/>
              <a:gd name="adj2" fmla="val 39315"/>
            </a:avLst>
          </a:prstGeom>
          <a:solidFill>
            <a:srgbClr val="CC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862" name="Group 37"/>
          <p:cNvGrpSpPr/>
          <p:nvPr/>
        </p:nvGrpSpPr>
        <p:grpSpPr>
          <a:xfrm>
            <a:off x="4973638" y="1106488"/>
            <a:ext cx="3032125" cy="579437"/>
            <a:chOff x="3361" y="382"/>
            <a:chExt cx="1910" cy="365"/>
          </a:xfrm>
        </p:grpSpPr>
        <p:graphicFrame>
          <p:nvGraphicFramePr>
            <p:cNvPr id="35863" name="Object 19"/>
            <p:cNvGraphicFramePr>
              <a:graphicFrameLocks noChangeAspect="1"/>
            </p:cNvGraphicFramePr>
            <p:nvPr/>
          </p:nvGraphicFramePr>
          <p:xfrm>
            <a:off x="3361" y="382"/>
            <a:ext cx="9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15" imgW="481965" imgH="177800" progId="Equation.3">
                    <p:embed/>
                  </p:oleObj>
                </mc:Choice>
                <mc:Fallback>
                  <p:oleObj name="" r:id="rId15" imgW="481965" imgH="177800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61" y="382"/>
                          <a:ext cx="920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4" name="Rectangle 35"/>
            <p:cNvSpPr/>
            <p:nvPr/>
          </p:nvSpPr>
          <p:spPr>
            <a:xfrm>
              <a:off x="4261" y="382"/>
              <a:ext cx="101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常量</a:t>
              </a:r>
              <a:endPara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" name="Object 8"/>
          <p:cNvGraphicFramePr>
            <a:graphicFrameLocks noGrp="1" noChangeAspect="1"/>
          </p:cNvGraphicFramePr>
          <p:nvPr/>
        </p:nvGraphicFramePr>
        <p:xfrm>
          <a:off x="2736850" y="-19050"/>
          <a:ext cx="10477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7" imgW="546100" imgH="419100" progId="Equation.3">
                  <p:embed/>
                </p:oleObj>
              </mc:Choice>
              <mc:Fallback>
                <p:oleObj name="" r:id="rId17" imgW="546100" imgH="4191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36850" y="-19050"/>
                        <a:ext cx="1047750" cy="8048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rgbClr val="00008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5" grpId="0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文本框 217089"/>
          <p:cNvSpPr txBox="1"/>
          <p:nvPr/>
        </p:nvSpPr>
        <p:spPr>
          <a:xfrm>
            <a:off x="785813" y="1230313"/>
            <a:ext cx="3519487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许多现象都可以用角动量守恒来说明</a:t>
            </a:r>
            <a:r>
              <a:rPr lang="en-US" altLang="zh-CN" sz="32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3200" b="1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8" name="文本框 217097"/>
          <p:cNvSpPr txBox="1"/>
          <p:nvPr/>
        </p:nvSpPr>
        <p:spPr>
          <a:xfrm>
            <a:off x="817563" y="3195638"/>
            <a:ext cx="3827462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花样滑冰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跳水运动员跳水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7891" name="图片 217103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113" y="1462088"/>
            <a:ext cx="3409950" cy="2771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2" name="矩形 217104"/>
          <p:cNvSpPr/>
          <p:nvPr/>
        </p:nvSpPr>
        <p:spPr>
          <a:xfrm>
            <a:off x="5645150" y="4494213"/>
            <a:ext cx="15557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dirty="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rPr>
              <a:t>点击图片播放</a:t>
            </a:r>
            <a:endParaRPr lang="zh-CN" altLang="en-US" dirty="0">
              <a:solidFill>
                <a:srgbClr val="1C1C1C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3" name="Text Box 13"/>
          <p:cNvSpPr txBox="1"/>
          <p:nvPr/>
        </p:nvSpPr>
        <p:spPr>
          <a:xfrm>
            <a:off x="1071563" y="142875"/>
            <a:ext cx="3240087" cy="6762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33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角动量守恒实例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598613" y="4548188"/>
          <a:ext cx="2062162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749300" imgH="685800" progId="Equation.3">
                  <p:embed/>
                </p:oleObj>
              </mc:Choice>
              <mc:Fallback>
                <p:oleObj name="" r:id="rId3" imgW="749300" imgH="6858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8613" y="4548188"/>
                        <a:ext cx="2062162" cy="188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322" name="Picture 2" descr="6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313" y="928688"/>
            <a:ext cx="3887787" cy="3087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4" name="Text Box 13"/>
          <p:cNvSpPr txBox="1"/>
          <p:nvPr/>
        </p:nvSpPr>
        <p:spPr>
          <a:xfrm>
            <a:off x="1071563" y="142875"/>
            <a:ext cx="3240087" cy="6762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33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角动量守恒实例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633" name="Object 9"/>
          <p:cNvGraphicFramePr>
            <a:graphicFrameLocks noChangeAspect="1"/>
          </p:cNvGraphicFramePr>
          <p:nvPr/>
        </p:nvGraphicFramePr>
        <p:xfrm>
          <a:off x="2000250" y="4143375"/>
          <a:ext cx="1506538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2" imgW="571500" imgH="711200" progId="Equation.3">
                  <p:embed/>
                </p:oleObj>
              </mc:Choice>
              <mc:Fallback>
                <p:oleObj name="" r:id="rId2" imgW="571500" imgH="7112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0250" y="4143375"/>
                        <a:ext cx="1506538" cy="187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4214813" y="4286250"/>
          <a:ext cx="255270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4" imgW="927100" imgH="685800" progId="Equation.3">
                  <p:embed/>
                </p:oleObj>
              </mc:Choice>
              <mc:Fallback>
                <p:oleObj name="" r:id="rId4" imgW="927100" imgH="6858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14813" y="4286250"/>
                        <a:ext cx="2552700" cy="188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/>
          <p:cNvGraphicFramePr>
            <a:graphicFrameLocks noChangeAspect="1"/>
          </p:cNvGraphicFramePr>
          <p:nvPr/>
        </p:nvGraphicFramePr>
        <p:xfrm>
          <a:off x="6524625" y="2185988"/>
          <a:ext cx="198913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6" imgW="1016000" imgH="444500" progId="Equation.3">
                  <p:embed/>
                </p:oleObj>
              </mc:Choice>
              <mc:Fallback>
                <p:oleObj name="" r:id="rId6" imgW="1016000" imgH="4445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4625" y="2185988"/>
                        <a:ext cx="1989138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5332" name="Object 3"/>
          <p:cNvGraphicFramePr/>
          <p:nvPr/>
        </p:nvGraphicFramePr>
        <p:xfrm>
          <a:off x="3808413" y="1357313"/>
          <a:ext cx="7731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1016000" imgH="533400" progId="Equation.3">
                  <p:embed/>
                </p:oleObj>
              </mc:Choice>
              <mc:Fallback>
                <p:oleObj name="" r:id="rId1" imgW="1016000" imgH="5334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08413" y="1357313"/>
                        <a:ext cx="773112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33" name="Line 5"/>
          <p:cNvSpPr/>
          <p:nvPr/>
        </p:nvSpPr>
        <p:spPr>
          <a:xfrm flipV="1">
            <a:off x="4605338" y="1400175"/>
            <a:ext cx="282575" cy="3222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55334" name="Object 4"/>
          <p:cNvGraphicFramePr/>
          <p:nvPr/>
        </p:nvGraphicFramePr>
        <p:xfrm>
          <a:off x="4986338" y="142081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" imgW="533400" imgH="355600" progId="Equation.3">
                  <p:embed/>
                </p:oleObj>
              </mc:Choice>
              <mc:Fallback>
                <p:oleObj name="" r:id="rId3" imgW="533400" imgH="3556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86338" y="1420813"/>
                        <a:ext cx="4064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35" name="Line 7"/>
          <p:cNvSpPr/>
          <p:nvPr/>
        </p:nvSpPr>
        <p:spPr>
          <a:xfrm>
            <a:off x="5464175" y="1452563"/>
            <a:ext cx="295275" cy="29527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55336" name="Object 5"/>
          <p:cNvGraphicFramePr/>
          <p:nvPr/>
        </p:nvGraphicFramePr>
        <p:xfrm>
          <a:off x="6275388" y="1357313"/>
          <a:ext cx="7731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5" imgW="1016000" imgH="533400" progId="Equation.3">
                  <p:embed/>
                </p:oleObj>
              </mc:Choice>
              <mc:Fallback>
                <p:oleObj name="" r:id="rId5" imgW="1016000" imgH="5334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75388" y="1357313"/>
                        <a:ext cx="773112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37" name="Line 9"/>
          <p:cNvSpPr/>
          <p:nvPr/>
        </p:nvSpPr>
        <p:spPr>
          <a:xfrm>
            <a:off x="7048500" y="1452563"/>
            <a:ext cx="295275" cy="29527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55338" name="Line 10"/>
          <p:cNvSpPr/>
          <p:nvPr/>
        </p:nvSpPr>
        <p:spPr>
          <a:xfrm flipV="1">
            <a:off x="7840663" y="1400175"/>
            <a:ext cx="282575" cy="3222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55339" name="Object 6"/>
          <p:cNvGraphicFramePr/>
          <p:nvPr/>
        </p:nvGraphicFramePr>
        <p:xfrm>
          <a:off x="7408863" y="142081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7" imgW="533400" imgH="355600" progId="Equation.3">
                  <p:embed/>
                </p:oleObj>
              </mc:Choice>
              <mc:Fallback>
                <p:oleObj name="" r:id="rId7" imgW="533400" imgH="3556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08863" y="1420813"/>
                        <a:ext cx="4064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41" name="AutoShape 13"/>
          <p:cNvSpPr/>
          <p:nvPr/>
        </p:nvSpPr>
        <p:spPr>
          <a:xfrm>
            <a:off x="3017838" y="1403350"/>
            <a:ext cx="719137" cy="284163"/>
          </a:xfrm>
          <a:prstGeom prst="rightArrow">
            <a:avLst>
              <a:gd name="adj1" fmla="val 50000"/>
              <a:gd name="adj2" fmla="val 63256"/>
            </a:avLst>
          </a:prstGeom>
          <a:solidFill>
            <a:srgbClr val="FF0000"/>
          </a:solidFill>
          <a:ln w="9525" cap="flat" cmpd="sng">
            <a:solidFill>
              <a:srgbClr val="FF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55342" name="Picture 14" descr="溜冰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1500" y="2151063"/>
            <a:ext cx="2792413" cy="3457575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55343" name="Picture 15" descr="溜冰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2224088"/>
            <a:ext cx="4149725" cy="3348037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4" name="Text Box 4"/>
          <p:cNvSpPr txBox="1"/>
          <p:nvPr/>
        </p:nvSpPr>
        <p:spPr>
          <a:xfrm>
            <a:off x="1071563" y="214313"/>
            <a:ext cx="1981200" cy="530225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花样滑冰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5862" name="Group 37"/>
          <p:cNvGrpSpPr/>
          <p:nvPr/>
        </p:nvGrpSpPr>
        <p:grpSpPr>
          <a:xfrm>
            <a:off x="537845" y="1181735"/>
            <a:ext cx="2519045" cy="583880"/>
            <a:chOff x="3361" y="382"/>
            <a:chExt cx="1910" cy="368"/>
          </a:xfrm>
        </p:grpSpPr>
        <p:graphicFrame>
          <p:nvGraphicFramePr>
            <p:cNvPr id="35863" name="Object 19"/>
            <p:cNvGraphicFramePr>
              <a:graphicFrameLocks noChangeAspect="1"/>
            </p:cNvGraphicFramePr>
            <p:nvPr/>
          </p:nvGraphicFramePr>
          <p:xfrm>
            <a:off x="3361" y="382"/>
            <a:ext cx="9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11" imgW="481965" imgH="177800" progId="Equation.3">
                    <p:embed/>
                  </p:oleObj>
                </mc:Choice>
                <mc:Fallback>
                  <p:oleObj name="" r:id="rId11" imgW="481965" imgH="177800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61" y="382"/>
                          <a:ext cx="920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4" name="Rectangle 35"/>
            <p:cNvSpPr/>
            <p:nvPr/>
          </p:nvSpPr>
          <p:spPr>
            <a:xfrm>
              <a:off x="4261" y="382"/>
              <a:ext cx="101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zh-CN" alt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常量</a:t>
              </a:r>
              <a:endPara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5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5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5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5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41" grpId="0" animBg="1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6" name="Text Box 4"/>
          <p:cNvSpPr txBox="1"/>
          <p:nvPr/>
        </p:nvSpPr>
        <p:spPr>
          <a:xfrm>
            <a:off x="762000" y="841375"/>
            <a:ext cx="2209800" cy="530225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hlinkClick r:id="rId1" action="ppaction://hlinkfile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hlinkClick r:id="rId1" action="ppaction://hlinkfile"/>
              </a:rPr>
              <a:t>: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hlinkClick r:id="rId1" action="ppaction://hlinkfile"/>
              </a:rPr>
              <a:t>跳水运动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7157" name="Picture 5" descr="F2005072009553700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9800"/>
            <a:ext cx="2727325" cy="342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7159" name="Text Box 7"/>
          <p:cNvSpPr txBox="1"/>
          <p:nvPr/>
        </p:nvSpPr>
        <p:spPr>
          <a:xfrm>
            <a:off x="4038600" y="4191000"/>
            <a:ext cx="4419600" cy="2282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rPr>
              <a:t>跳水运动员为了使身体快速旋转双手抱膝尽量蜷缩，当入水时必须把手脚舒展开使转速变慢入水。</a:t>
            </a:r>
            <a:endParaRPr lang="zh-CN" altLang="en-US" sz="24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Picture 12" descr="4-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3" y="857250"/>
            <a:ext cx="2952750" cy="29464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6786563" y="1357313"/>
          <a:ext cx="2062162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4" imgW="749300" imgH="685800" progId="Equation.3">
                  <p:embed/>
                </p:oleObj>
              </mc:Choice>
              <mc:Fallback>
                <p:oleObj name="" r:id="rId4" imgW="749300" imgH="6858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86563" y="1357313"/>
                        <a:ext cx="2062162" cy="188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/>
      <p:bldP spid="17715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Text Box 2"/>
          <p:cNvSpPr txBox="1"/>
          <p:nvPr/>
        </p:nvSpPr>
        <p:spPr>
          <a:xfrm>
            <a:off x="1658938" y="1279525"/>
            <a:ext cx="5334000" cy="5889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defTabSz="914400" eaLnBrk="0" hangingPunct="0"/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自然界中存在多种守恒定律</a:t>
            </a:r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644525" y="2201863"/>
            <a:ext cx="3733800" cy="2043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>
                <a:srgbClr val="0000FF"/>
              </a:buClr>
              <a:buFont typeface="Webdings" panose="05030102010509060703" pitchFamily="18" charset="2"/>
              <a:buChar char="2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动量守恒定律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ebdings" panose="05030102010509060703" pitchFamily="18" charset="2"/>
              <a:buChar char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能量守恒定律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ebdings" panose="05030102010509060703" pitchFamily="18" charset="2"/>
              <a:buChar char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角动量守恒定律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4" name="Text Box 4"/>
          <p:cNvSpPr txBox="1"/>
          <p:nvPr/>
        </p:nvSpPr>
        <p:spPr>
          <a:xfrm>
            <a:off x="5140325" y="2201863"/>
            <a:ext cx="3505200" cy="2043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>
                <a:srgbClr val="0000FF"/>
              </a:buClr>
              <a:buFont typeface="Webdings" panose="05030102010509060703" pitchFamily="18" charset="2"/>
              <a:buChar char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电荷守恒定律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ebdings" panose="05030102010509060703" pitchFamily="18" charset="2"/>
              <a:buChar char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质量守恒定律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ebdings" panose="05030102010509060703" pitchFamily="18" charset="2"/>
              <a:buChar char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宇称守恒定律等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5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charRg st="15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560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5604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5604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2560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Text Box 2"/>
          <p:cNvSpPr txBox="1"/>
          <p:nvPr/>
        </p:nvSpPr>
        <p:spPr>
          <a:xfrm>
            <a:off x="569913" y="803275"/>
            <a:ext cx="8170862" cy="4181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质量很小长度为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的均匀细杆，可绕过其中心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并与纸面垂直的轴在竖直平面内转动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当细杆静止于水平位置时，有一只小虫以速率</a:t>
            </a:r>
            <a:r>
              <a:rPr lang="zh-CN" altLang="en-US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垂直落在距点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/4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处，并背离点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向细杆的端点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爬行．设小虫与细杆的质量均为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．问：欲使细杆以恒定的角速度转动，小虫应以多大速率向细杆端点爬行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3010" name="Object 3"/>
          <p:cNvGraphicFramePr>
            <a:graphicFrameLocks noChangeAspect="1"/>
          </p:cNvGraphicFramePr>
          <p:nvPr/>
        </p:nvGraphicFramePr>
        <p:xfrm>
          <a:off x="2705100" y="2589213"/>
          <a:ext cx="5048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" imgW="177800" imgH="228600" progId="Equation.3">
                  <p:embed/>
                </p:oleObj>
              </mc:Choice>
              <mc:Fallback>
                <p:oleObj name="" r:id="rId1" imgW="177800" imgH="2286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5100" y="2589213"/>
                        <a:ext cx="50482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1" name="Group 4"/>
          <p:cNvGrpSpPr/>
          <p:nvPr/>
        </p:nvGrpSpPr>
        <p:grpSpPr>
          <a:xfrm>
            <a:off x="2336800" y="4876800"/>
            <a:ext cx="4411663" cy="1450975"/>
            <a:chOff x="1472" y="3072"/>
            <a:chExt cx="2779" cy="914"/>
          </a:xfrm>
        </p:grpSpPr>
        <p:sp>
          <p:nvSpPr>
            <p:cNvPr id="43012" name="Text Box 5"/>
            <p:cNvSpPr txBox="1"/>
            <p:nvPr/>
          </p:nvSpPr>
          <p:spPr>
            <a:xfrm>
              <a:off x="2978" y="3608"/>
              <a:ext cx="4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l/4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3" name="Rectangle 6"/>
            <p:cNvSpPr/>
            <p:nvPr/>
          </p:nvSpPr>
          <p:spPr>
            <a:xfrm>
              <a:off x="1685" y="3527"/>
              <a:ext cx="2304" cy="67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14" name="Freeform 7"/>
            <p:cNvSpPr/>
            <p:nvPr/>
          </p:nvSpPr>
          <p:spPr>
            <a:xfrm>
              <a:off x="2839" y="3518"/>
              <a:ext cx="1" cy="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4"/>
                </a:cxn>
              </a:cxnLst>
              <a:pathLst>
                <a:path w="1" h="84">
                  <a:moveTo>
                    <a:pt x="0" y="0"/>
                  </a:moveTo>
                  <a:lnTo>
                    <a:pt x="0" y="8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15" name="Freeform 8"/>
            <p:cNvSpPr/>
            <p:nvPr/>
          </p:nvSpPr>
          <p:spPr>
            <a:xfrm>
              <a:off x="3423" y="3526"/>
              <a:ext cx="1" cy="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4"/>
                </a:cxn>
              </a:cxnLst>
              <a:pathLst>
                <a:path w="1" h="84">
                  <a:moveTo>
                    <a:pt x="0" y="0"/>
                  </a:moveTo>
                  <a:lnTo>
                    <a:pt x="0" y="84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43016" name="Picture 9" descr="BD14752_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5" y="3102"/>
              <a:ext cx="174" cy="2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17" name="Text Box 10"/>
            <p:cNvSpPr txBox="1"/>
            <p:nvPr/>
          </p:nvSpPr>
          <p:spPr>
            <a:xfrm>
              <a:off x="2617" y="3260"/>
              <a:ext cx="2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8" name="Line 11"/>
            <p:cNvSpPr/>
            <p:nvPr/>
          </p:nvSpPr>
          <p:spPr>
            <a:xfrm>
              <a:off x="2839" y="3593"/>
              <a:ext cx="0" cy="2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9" name="Line 12"/>
            <p:cNvSpPr/>
            <p:nvPr/>
          </p:nvSpPr>
          <p:spPr>
            <a:xfrm>
              <a:off x="3418" y="3596"/>
              <a:ext cx="0" cy="2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0" name="Line 13"/>
            <p:cNvSpPr/>
            <p:nvPr/>
          </p:nvSpPr>
          <p:spPr>
            <a:xfrm>
              <a:off x="3248" y="3767"/>
              <a:ext cx="1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3021" name="Line 14"/>
            <p:cNvSpPr/>
            <p:nvPr/>
          </p:nvSpPr>
          <p:spPr>
            <a:xfrm flipH="1">
              <a:off x="2825" y="3769"/>
              <a:ext cx="1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3022" name="Rectangle 15"/>
            <p:cNvSpPr/>
            <p:nvPr/>
          </p:nvSpPr>
          <p:spPr>
            <a:xfrm>
              <a:off x="1472" y="3072"/>
              <a:ext cx="2779" cy="914"/>
            </a:xfrm>
            <a:prstGeom prst="rect">
              <a:avLst/>
            </a:prstGeom>
            <a:noFill/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strips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827088" y="3789363"/>
          <a:ext cx="5275262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" imgW="1739900" imgH="431800" progId="Equation.3">
                  <p:embed/>
                </p:oleObj>
              </mc:Choice>
              <mc:Fallback>
                <p:oleObj name="" r:id="rId1" imgW="1739900" imgH="4318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3789363"/>
                        <a:ext cx="5275262" cy="1312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1979613" y="5300663"/>
          <a:ext cx="1993900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3" imgW="660400" imgH="393700" progId="Equation.3">
                  <p:embed/>
                </p:oleObj>
              </mc:Choice>
              <mc:Fallback>
                <p:oleObj name="" r:id="rId3" imgW="660400" imgH="3937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5300663"/>
                        <a:ext cx="1993900" cy="1185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Text Box 4"/>
          <p:cNvSpPr txBox="1"/>
          <p:nvPr/>
        </p:nvSpPr>
        <p:spPr>
          <a:xfrm>
            <a:off x="725488" y="1016000"/>
            <a:ext cx="3502025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解　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虫与杆的碰撞前后，系统角动量守恒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4036" name="ShockwaveFlash1" r:id="rId5" imgW="4513580" imgH="3210560"/>
        </mc:Choice>
        <mc:Fallback>
          <p:control name="ShockwaveFlash1" r:id="rId5" imgW="4513580" imgH="3210560">
            <p:pic>
              <p:nvPicPr>
                <p:cNvPr id="0" name="ShockwaveFlash1"/>
                <p:cNvPicPr>
                  <a:picLocks noGr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27855" y="836930"/>
                  <a:ext cx="4513580" cy="321056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057" name="Object 3"/>
          <p:cNvGraphicFramePr>
            <a:graphicFrameLocks noChangeAspect="1"/>
          </p:cNvGraphicFramePr>
          <p:nvPr/>
        </p:nvGraphicFramePr>
        <p:xfrm>
          <a:off x="1417638" y="758825"/>
          <a:ext cx="16160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" imgW="660400" imgH="393700" progId="Equation.3">
                  <p:embed/>
                </p:oleObj>
              </mc:Choice>
              <mc:Fallback>
                <p:oleObj name="" r:id="rId1" imgW="660400" imgH="3937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7638" y="758825"/>
                        <a:ext cx="1616075" cy="963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Text Box 4"/>
          <p:cNvSpPr txBox="1"/>
          <p:nvPr/>
        </p:nvSpPr>
        <p:spPr>
          <a:xfrm>
            <a:off x="703263" y="1679575"/>
            <a:ext cx="30194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由角动量定理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728663" y="2406650"/>
          <a:ext cx="37512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3" imgW="1562100" imgH="393700" progId="Equation.3">
                  <p:embed/>
                </p:oleObj>
              </mc:Choice>
              <mc:Fallback>
                <p:oleObj name="" r:id="rId3" imgW="1562100" imgH="3937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8663" y="2406650"/>
                        <a:ext cx="3751262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744538" y="3535363"/>
          <a:ext cx="8151812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5" imgW="2679700" imgH="393700" progId="Equation.3">
                  <p:embed/>
                </p:oleObj>
              </mc:Choice>
              <mc:Fallback>
                <p:oleObj name="" r:id="rId5" imgW="2679700" imgH="3937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4538" y="3535363"/>
                        <a:ext cx="8151812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665163" y="4489450"/>
            <a:ext cx="2693987" cy="579438"/>
            <a:chOff x="419" y="2810"/>
            <a:chExt cx="1697" cy="365"/>
          </a:xfrm>
        </p:grpSpPr>
        <p:sp>
          <p:nvSpPr>
            <p:cNvPr id="45062" name="Text Box 8"/>
            <p:cNvSpPr txBox="1"/>
            <p:nvPr/>
          </p:nvSpPr>
          <p:spPr>
            <a:xfrm>
              <a:off x="419" y="2810"/>
              <a:ext cx="8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考虑到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5063" name="Object 9"/>
            <p:cNvGraphicFramePr>
              <a:graphicFrameLocks noChangeAspect="1"/>
            </p:cNvGraphicFramePr>
            <p:nvPr/>
          </p:nvGraphicFramePr>
          <p:xfrm>
            <a:off x="1273" y="2842"/>
            <a:ext cx="84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7" imgW="431165" imgH="177800" progId="Equation.3">
                    <p:embed/>
                  </p:oleObj>
                </mc:Choice>
                <mc:Fallback>
                  <p:oleObj name="" r:id="rId7" imgW="431165" imgH="1778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73" y="2842"/>
                          <a:ext cx="843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1577975" y="5080000"/>
          <a:ext cx="58547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9" imgW="2133600" imgH="444500" progId="Equation.3">
                  <p:embed/>
                </p:oleObj>
              </mc:Choice>
              <mc:Fallback>
                <p:oleObj name="" r:id="rId9" imgW="2133600" imgH="4445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77975" y="5080000"/>
                        <a:ext cx="5854700" cy="1220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spid="45065" name="ShockwaveFlash1" r:id="rId11" imgW="4256087" imgH="2968625"/>
        </mc:Choice>
        <mc:Fallback>
          <p:control name="ShockwaveFlash1" r:id="rId11" imgW="4256087" imgH="2968625">
            <p:pic>
              <p:nvPicPr>
                <p:cNvPr id="0" name="ShockwaveFlash1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00563" y="476250"/>
                  <a:ext cx="4256087" cy="2968625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Text Box 2"/>
          <p:cNvSpPr txBox="1"/>
          <p:nvPr/>
        </p:nvSpPr>
        <p:spPr>
          <a:xfrm>
            <a:off x="576263" y="898525"/>
            <a:ext cx="8096250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一杂技演员</a:t>
            </a:r>
            <a:r>
              <a:rPr lang="en-US" altLang="zh-CN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由距水平跷板高为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处自由下落到跷板的一端</a:t>
            </a:r>
            <a:r>
              <a:rPr lang="en-US" altLang="zh-CN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，并把跷板另一端的演员</a:t>
            </a:r>
            <a:r>
              <a:rPr lang="en-US" altLang="zh-CN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弹了起来．问演员</a:t>
            </a:r>
            <a:r>
              <a:rPr lang="en-US" altLang="zh-CN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可弹起多高</a:t>
            </a:r>
            <a:r>
              <a:rPr lang="en-US" altLang="zh-CN" sz="3200" b="1" dirty="0">
                <a:solidFill>
                  <a:srgbClr val="1C1C1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3200" b="1" dirty="0">
              <a:solidFill>
                <a:srgbClr val="1C1C1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6082" name="Group 3"/>
          <p:cNvGrpSpPr/>
          <p:nvPr/>
        </p:nvGrpSpPr>
        <p:grpSpPr>
          <a:xfrm>
            <a:off x="873125" y="2997200"/>
            <a:ext cx="4876800" cy="3200400"/>
            <a:chOff x="1409" y="1937"/>
            <a:chExt cx="3072" cy="2016"/>
          </a:xfrm>
        </p:grpSpPr>
        <p:sp>
          <p:nvSpPr>
            <p:cNvPr id="46083" name="Rectangle 4"/>
            <p:cNvSpPr/>
            <p:nvPr/>
          </p:nvSpPr>
          <p:spPr>
            <a:xfrm>
              <a:off x="1409" y="1937"/>
              <a:ext cx="3072" cy="2016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084" name="AutoShape 5"/>
            <p:cNvSpPr/>
            <p:nvPr/>
          </p:nvSpPr>
          <p:spPr>
            <a:xfrm>
              <a:off x="2801" y="3500"/>
              <a:ext cx="144" cy="144"/>
            </a:xfrm>
            <a:prstGeom prst="triangle">
              <a:avLst>
                <a:gd name="adj" fmla="val 50000"/>
              </a:avLst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085" name="Line 6"/>
            <p:cNvSpPr/>
            <p:nvPr/>
          </p:nvSpPr>
          <p:spPr>
            <a:xfrm>
              <a:off x="1601" y="3521"/>
              <a:ext cx="0" cy="336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6" name="Line 7"/>
            <p:cNvSpPr/>
            <p:nvPr/>
          </p:nvSpPr>
          <p:spPr>
            <a:xfrm>
              <a:off x="4193" y="3521"/>
              <a:ext cx="0" cy="336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7" name="Line 8"/>
            <p:cNvSpPr/>
            <p:nvPr/>
          </p:nvSpPr>
          <p:spPr>
            <a:xfrm>
              <a:off x="1601" y="3809"/>
              <a:ext cx="2592" cy="0"/>
            </a:xfrm>
            <a:prstGeom prst="line">
              <a:avLst/>
            </a:prstGeom>
            <a:ln w="31750" cap="flat" cmpd="sng">
              <a:solidFill>
                <a:srgbClr val="0066FF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46088" name="Line 9"/>
            <p:cNvSpPr/>
            <p:nvPr/>
          </p:nvSpPr>
          <p:spPr>
            <a:xfrm>
              <a:off x="2863" y="3659"/>
              <a:ext cx="0" cy="102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9" name="Line 10"/>
            <p:cNvSpPr/>
            <p:nvPr/>
          </p:nvSpPr>
          <p:spPr>
            <a:xfrm>
              <a:off x="2874" y="3713"/>
              <a:ext cx="1319" cy="0"/>
            </a:xfrm>
            <a:prstGeom prst="line">
              <a:avLst/>
            </a:prstGeom>
            <a:ln w="31750" cap="flat" cmpd="sng">
              <a:solidFill>
                <a:srgbClr val="0066FF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46090" name="Text Box 11"/>
            <p:cNvSpPr txBox="1"/>
            <p:nvPr/>
          </p:nvSpPr>
          <p:spPr>
            <a:xfrm>
              <a:off x="2375" y="3617"/>
              <a:ext cx="250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1" name="Text Box 12"/>
            <p:cNvSpPr txBox="1"/>
            <p:nvPr/>
          </p:nvSpPr>
          <p:spPr>
            <a:xfrm>
              <a:off x="3355" y="3479"/>
              <a:ext cx="37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2" name="Text Box 13"/>
            <p:cNvSpPr txBox="1"/>
            <p:nvPr/>
          </p:nvSpPr>
          <p:spPr>
            <a:xfrm>
              <a:off x="2728" y="3089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3" name="Text Box 14"/>
            <p:cNvSpPr txBox="1"/>
            <p:nvPr/>
          </p:nvSpPr>
          <p:spPr>
            <a:xfrm>
              <a:off x="3880" y="3089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4" name="Text Box 15"/>
            <p:cNvSpPr txBox="1"/>
            <p:nvPr/>
          </p:nvSpPr>
          <p:spPr>
            <a:xfrm>
              <a:off x="1601" y="3470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5" name="Text Box 16"/>
            <p:cNvSpPr txBox="1"/>
            <p:nvPr/>
          </p:nvSpPr>
          <p:spPr>
            <a:xfrm>
              <a:off x="3722" y="2234"/>
              <a:ext cx="3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6" name="Text Box 17"/>
            <p:cNvSpPr txBox="1"/>
            <p:nvPr/>
          </p:nvSpPr>
          <p:spPr>
            <a:xfrm>
              <a:off x="1817" y="3053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7" name="Text Box 18"/>
            <p:cNvSpPr txBox="1"/>
            <p:nvPr/>
          </p:nvSpPr>
          <p:spPr>
            <a:xfrm>
              <a:off x="4172" y="272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98" name="Line 19"/>
            <p:cNvSpPr/>
            <p:nvPr/>
          </p:nvSpPr>
          <p:spPr>
            <a:xfrm>
              <a:off x="4001" y="2495"/>
              <a:ext cx="384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99" name="Line 20"/>
            <p:cNvSpPr/>
            <p:nvPr/>
          </p:nvSpPr>
          <p:spPr>
            <a:xfrm>
              <a:off x="4001" y="3425"/>
              <a:ext cx="384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6100" name="AutoShape 21"/>
            <p:cNvCxnSpPr/>
            <p:nvPr/>
          </p:nvCxnSpPr>
          <p:spPr>
            <a:xfrm>
              <a:off x="4193" y="2474"/>
              <a:ext cx="1" cy="951"/>
            </a:xfrm>
            <a:prstGeom prst="straightConnector1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triangle" w="sm" len="lg"/>
              <a:tailEnd type="triangle" w="sm" len="lg"/>
            </a:ln>
          </p:spPr>
        </p:cxnSp>
        <p:grpSp>
          <p:nvGrpSpPr>
            <p:cNvPr id="46101" name="Group 22"/>
            <p:cNvGrpSpPr/>
            <p:nvPr/>
          </p:nvGrpSpPr>
          <p:grpSpPr>
            <a:xfrm>
              <a:off x="4023" y="2015"/>
              <a:ext cx="314" cy="480"/>
              <a:chOff x="2422" y="2050"/>
              <a:chExt cx="459" cy="694"/>
            </a:xfrm>
          </p:grpSpPr>
          <p:sp>
            <p:nvSpPr>
              <p:cNvPr id="46102" name="Freeform 23"/>
              <p:cNvSpPr/>
              <p:nvPr/>
            </p:nvSpPr>
            <p:spPr>
              <a:xfrm>
                <a:off x="2422" y="2050"/>
                <a:ext cx="459" cy="694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917" h="1388">
                    <a:moveTo>
                      <a:pt x="503" y="130"/>
                    </a:moveTo>
                    <a:lnTo>
                      <a:pt x="515" y="153"/>
                    </a:lnTo>
                    <a:lnTo>
                      <a:pt x="523" y="178"/>
                    </a:lnTo>
                    <a:lnTo>
                      <a:pt x="526" y="203"/>
                    </a:lnTo>
                    <a:lnTo>
                      <a:pt x="527" y="228"/>
                    </a:lnTo>
                    <a:lnTo>
                      <a:pt x="525" y="253"/>
                    </a:lnTo>
                    <a:lnTo>
                      <a:pt x="518" y="279"/>
                    </a:lnTo>
                    <a:lnTo>
                      <a:pt x="509" y="303"/>
                    </a:lnTo>
                    <a:lnTo>
                      <a:pt x="496" y="326"/>
                    </a:lnTo>
                    <a:lnTo>
                      <a:pt x="505" y="321"/>
                    </a:lnTo>
                    <a:lnTo>
                      <a:pt x="516" y="318"/>
                    </a:lnTo>
                    <a:lnTo>
                      <a:pt x="525" y="314"/>
                    </a:lnTo>
                    <a:lnTo>
                      <a:pt x="535" y="312"/>
                    </a:lnTo>
                    <a:lnTo>
                      <a:pt x="546" y="311"/>
                    </a:lnTo>
                    <a:lnTo>
                      <a:pt x="556" y="312"/>
                    </a:lnTo>
                    <a:lnTo>
                      <a:pt x="566" y="313"/>
                    </a:lnTo>
                    <a:lnTo>
                      <a:pt x="577" y="318"/>
                    </a:lnTo>
                    <a:lnTo>
                      <a:pt x="585" y="322"/>
                    </a:lnTo>
                    <a:lnTo>
                      <a:pt x="594" y="326"/>
                    </a:lnTo>
                    <a:lnTo>
                      <a:pt x="603" y="330"/>
                    </a:lnTo>
                    <a:lnTo>
                      <a:pt x="613" y="334"/>
                    </a:lnTo>
                    <a:lnTo>
                      <a:pt x="622" y="336"/>
                    </a:lnTo>
                    <a:lnTo>
                      <a:pt x="631" y="339"/>
                    </a:lnTo>
                    <a:lnTo>
                      <a:pt x="640" y="339"/>
                    </a:lnTo>
                    <a:lnTo>
                      <a:pt x="651" y="336"/>
                    </a:lnTo>
                    <a:lnTo>
                      <a:pt x="660" y="333"/>
                    </a:lnTo>
                    <a:lnTo>
                      <a:pt x="668" y="328"/>
                    </a:lnTo>
                    <a:lnTo>
                      <a:pt x="675" y="322"/>
                    </a:lnTo>
                    <a:lnTo>
                      <a:pt x="682" y="316"/>
                    </a:lnTo>
                    <a:lnTo>
                      <a:pt x="686" y="307"/>
                    </a:lnTo>
                    <a:lnTo>
                      <a:pt x="690" y="299"/>
                    </a:lnTo>
                    <a:lnTo>
                      <a:pt x="693" y="290"/>
                    </a:lnTo>
                    <a:lnTo>
                      <a:pt x="694" y="281"/>
                    </a:lnTo>
                    <a:lnTo>
                      <a:pt x="694" y="273"/>
                    </a:lnTo>
                    <a:lnTo>
                      <a:pt x="693" y="264"/>
                    </a:lnTo>
                    <a:lnTo>
                      <a:pt x="691" y="256"/>
                    </a:lnTo>
                    <a:lnTo>
                      <a:pt x="689" y="248"/>
                    </a:lnTo>
                    <a:lnTo>
                      <a:pt x="701" y="261"/>
                    </a:lnTo>
                    <a:lnTo>
                      <a:pt x="706" y="277"/>
                    </a:lnTo>
                    <a:lnTo>
                      <a:pt x="707" y="295"/>
                    </a:lnTo>
                    <a:lnTo>
                      <a:pt x="708" y="313"/>
                    </a:lnTo>
                    <a:lnTo>
                      <a:pt x="707" y="327"/>
                    </a:lnTo>
                    <a:lnTo>
                      <a:pt x="705" y="340"/>
                    </a:lnTo>
                    <a:lnTo>
                      <a:pt x="700" y="352"/>
                    </a:lnTo>
                    <a:lnTo>
                      <a:pt x="694" y="363"/>
                    </a:lnTo>
                    <a:lnTo>
                      <a:pt x="686" y="374"/>
                    </a:lnTo>
                    <a:lnTo>
                      <a:pt x="677" y="383"/>
                    </a:lnTo>
                    <a:lnTo>
                      <a:pt x="667" y="392"/>
                    </a:lnTo>
                    <a:lnTo>
                      <a:pt x="655" y="400"/>
                    </a:lnTo>
                    <a:lnTo>
                      <a:pt x="644" y="405"/>
                    </a:lnTo>
                    <a:lnTo>
                      <a:pt x="632" y="410"/>
                    </a:lnTo>
                    <a:lnTo>
                      <a:pt x="619" y="413"/>
                    </a:lnTo>
                    <a:lnTo>
                      <a:pt x="608" y="416"/>
                    </a:lnTo>
                    <a:lnTo>
                      <a:pt x="595" y="417"/>
                    </a:lnTo>
                    <a:lnTo>
                      <a:pt x="584" y="418"/>
                    </a:lnTo>
                    <a:lnTo>
                      <a:pt x="571" y="418"/>
                    </a:lnTo>
                    <a:lnTo>
                      <a:pt x="560" y="417"/>
                    </a:lnTo>
                    <a:lnTo>
                      <a:pt x="545" y="415"/>
                    </a:lnTo>
                    <a:lnTo>
                      <a:pt x="532" y="409"/>
                    </a:lnTo>
                    <a:lnTo>
                      <a:pt x="519" y="401"/>
                    </a:lnTo>
                    <a:lnTo>
                      <a:pt x="509" y="392"/>
                    </a:lnTo>
                    <a:lnTo>
                      <a:pt x="497" y="383"/>
                    </a:lnTo>
                    <a:lnTo>
                      <a:pt x="485" y="377"/>
                    </a:lnTo>
                    <a:lnTo>
                      <a:pt x="472" y="371"/>
                    </a:lnTo>
                    <a:lnTo>
                      <a:pt x="457" y="370"/>
                    </a:lnTo>
                    <a:lnTo>
                      <a:pt x="451" y="371"/>
                    </a:lnTo>
                    <a:lnTo>
                      <a:pt x="447" y="374"/>
                    </a:lnTo>
                    <a:lnTo>
                      <a:pt x="442" y="379"/>
                    </a:lnTo>
                    <a:lnTo>
                      <a:pt x="440" y="385"/>
                    </a:lnTo>
                    <a:lnTo>
                      <a:pt x="439" y="393"/>
                    </a:lnTo>
                    <a:lnTo>
                      <a:pt x="439" y="401"/>
                    </a:lnTo>
                    <a:lnTo>
                      <a:pt x="439" y="410"/>
                    </a:lnTo>
                    <a:lnTo>
                      <a:pt x="440" y="418"/>
                    </a:lnTo>
                    <a:lnTo>
                      <a:pt x="466" y="420"/>
                    </a:lnTo>
                    <a:lnTo>
                      <a:pt x="492" y="424"/>
                    </a:lnTo>
                    <a:lnTo>
                      <a:pt x="517" y="428"/>
                    </a:lnTo>
                    <a:lnTo>
                      <a:pt x="542" y="434"/>
                    </a:lnTo>
                    <a:lnTo>
                      <a:pt x="568" y="441"/>
                    </a:lnTo>
                    <a:lnTo>
                      <a:pt x="592" y="449"/>
                    </a:lnTo>
                    <a:lnTo>
                      <a:pt x="616" y="458"/>
                    </a:lnTo>
                    <a:lnTo>
                      <a:pt x="640" y="468"/>
                    </a:lnTo>
                    <a:lnTo>
                      <a:pt x="663" y="479"/>
                    </a:lnTo>
                    <a:lnTo>
                      <a:pt x="686" y="491"/>
                    </a:lnTo>
                    <a:lnTo>
                      <a:pt x="709" y="502"/>
                    </a:lnTo>
                    <a:lnTo>
                      <a:pt x="730" y="516"/>
                    </a:lnTo>
                    <a:lnTo>
                      <a:pt x="752" y="529"/>
                    </a:lnTo>
                    <a:lnTo>
                      <a:pt x="772" y="544"/>
                    </a:lnTo>
                    <a:lnTo>
                      <a:pt x="792" y="559"/>
                    </a:lnTo>
                    <a:lnTo>
                      <a:pt x="811" y="573"/>
                    </a:lnTo>
                    <a:lnTo>
                      <a:pt x="826" y="586"/>
                    </a:lnTo>
                    <a:lnTo>
                      <a:pt x="841" y="600"/>
                    </a:lnTo>
                    <a:lnTo>
                      <a:pt x="855" y="615"/>
                    </a:lnTo>
                    <a:lnTo>
                      <a:pt x="867" y="630"/>
                    </a:lnTo>
                    <a:lnTo>
                      <a:pt x="881" y="646"/>
                    </a:lnTo>
                    <a:lnTo>
                      <a:pt x="893" y="663"/>
                    </a:lnTo>
                    <a:lnTo>
                      <a:pt x="905" y="681"/>
                    </a:lnTo>
                    <a:lnTo>
                      <a:pt x="917" y="698"/>
                    </a:lnTo>
                    <a:lnTo>
                      <a:pt x="913" y="707"/>
                    </a:lnTo>
                    <a:lnTo>
                      <a:pt x="908" y="714"/>
                    </a:lnTo>
                    <a:lnTo>
                      <a:pt x="902" y="721"/>
                    </a:lnTo>
                    <a:lnTo>
                      <a:pt x="897" y="729"/>
                    </a:lnTo>
                    <a:lnTo>
                      <a:pt x="891" y="736"/>
                    </a:lnTo>
                    <a:lnTo>
                      <a:pt x="886" y="743"/>
                    </a:lnTo>
                    <a:lnTo>
                      <a:pt x="880" y="749"/>
                    </a:lnTo>
                    <a:lnTo>
                      <a:pt x="873" y="753"/>
                    </a:lnTo>
                    <a:lnTo>
                      <a:pt x="864" y="755"/>
                    </a:lnTo>
                    <a:lnTo>
                      <a:pt x="855" y="754"/>
                    </a:lnTo>
                    <a:lnTo>
                      <a:pt x="848" y="749"/>
                    </a:lnTo>
                    <a:lnTo>
                      <a:pt x="842" y="739"/>
                    </a:lnTo>
                    <a:lnTo>
                      <a:pt x="837" y="731"/>
                    </a:lnTo>
                    <a:lnTo>
                      <a:pt x="827" y="716"/>
                    </a:lnTo>
                    <a:lnTo>
                      <a:pt x="815" y="704"/>
                    </a:lnTo>
                    <a:lnTo>
                      <a:pt x="803" y="691"/>
                    </a:lnTo>
                    <a:lnTo>
                      <a:pt x="790" y="681"/>
                    </a:lnTo>
                    <a:lnTo>
                      <a:pt x="776" y="671"/>
                    </a:lnTo>
                    <a:lnTo>
                      <a:pt x="761" y="663"/>
                    </a:lnTo>
                    <a:lnTo>
                      <a:pt x="746" y="656"/>
                    </a:lnTo>
                    <a:lnTo>
                      <a:pt x="730" y="649"/>
                    </a:lnTo>
                    <a:lnTo>
                      <a:pt x="717" y="646"/>
                    </a:lnTo>
                    <a:lnTo>
                      <a:pt x="705" y="643"/>
                    </a:lnTo>
                    <a:lnTo>
                      <a:pt x="692" y="640"/>
                    </a:lnTo>
                    <a:lnTo>
                      <a:pt x="681" y="639"/>
                    </a:lnTo>
                    <a:lnTo>
                      <a:pt x="668" y="639"/>
                    </a:lnTo>
                    <a:lnTo>
                      <a:pt x="655" y="639"/>
                    </a:lnTo>
                    <a:lnTo>
                      <a:pt x="644" y="640"/>
                    </a:lnTo>
                    <a:lnTo>
                      <a:pt x="631" y="643"/>
                    </a:lnTo>
                    <a:lnTo>
                      <a:pt x="628" y="645"/>
                    </a:lnTo>
                    <a:lnTo>
                      <a:pt x="621" y="671"/>
                    </a:lnTo>
                    <a:lnTo>
                      <a:pt x="616" y="699"/>
                    </a:lnTo>
                    <a:lnTo>
                      <a:pt x="616" y="725"/>
                    </a:lnTo>
                    <a:lnTo>
                      <a:pt x="623" y="752"/>
                    </a:lnTo>
                    <a:lnTo>
                      <a:pt x="629" y="765"/>
                    </a:lnTo>
                    <a:lnTo>
                      <a:pt x="637" y="775"/>
                    </a:lnTo>
                    <a:lnTo>
                      <a:pt x="645" y="784"/>
                    </a:lnTo>
                    <a:lnTo>
                      <a:pt x="654" y="792"/>
                    </a:lnTo>
                    <a:lnTo>
                      <a:pt x="663" y="800"/>
                    </a:lnTo>
                    <a:lnTo>
                      <a:pt x="674" y="808"/>
                    </a:lnTo>
                    <a:lnTo>
                      <a:pt x="684" y="815"/>
                    </a:lnTo>
                    <a:lnTo>
                      <a:pt x="694" y="823"/>
                    </a:lnTo>
                    <a:lnTo>
                      <a:pt x="736" y="863"/>
                    </a:lnTo>
                    <a:lnTo>
                      <a:pt x="765" y="907"/>
                    </a:lnTo>
                    <a:lnTo>
                      <a:pt x="782" y="955"/>
                    </a:lnTo>
                    <a:lnTo>
                      <a:pt x="792" y="1001"/>
                    </a:lnTo>
                    <a:lnTo>
                      <a:pt x="797" y="1043"/>
                    </a:lnTo>
                    <a:lnTo>
                      <a:pt x="798" y="1081"/>
                    </a:lnTo>
                    <a:lnTo>
                      <a:pt x="799" y="1110"/>
                    </a:lnTo>
                    <a:lnTo>
                      <a:pt x="802" y="1127"/>
                    </a:lnTo>
                    <a:lnTo>
                      <a:pt x="808" y="1144"/>
                    </a:lnTo>
                    <a:lnTo>
                      <a:pt x="816" y="1160"/>
                    </a:lnTo>
                    <a:lnTo>
                      <a:pt x="826" y="1175"/>
                    </a:lnTo>
                    <a:lnTo>
                      <a:pt x="835" y="1191"/>
                    </a:lnTo>
                    <a:lnTo>
                      <a:pt x="844" y="1207"/>
                    </a:lnTo>
                    <a:lnTo>
                      <a:pt x="851" y="1222"/>
                    </a:lnTo>
                    <a:lnTo>
                      <a:pt x="858" y="1238"/>
                    </a:lnTo>
                    <a:lnTo>
                      <a:pt x="861" y="1254"/>
                    </a:lnTo>
                    <a:lnTo>
                      <a:pt x="860" y="1256"/>
                    </a:lnTo>
                    <a:lnTo>
                      <a:pt x="858" y="1258"/>
                    </a:lnTo>
                    <a:lnTo>
                      <a:pt x="855" y="1258"/>
                    </a:lnTo>
                    <a:lnTo>
                      <a:pt x="851" y="1258"/>
                    </a:lnTo>
                    <a:lnTo>
                      <a:pt x="834" y="1256"/>
                    </a:lnTo>
                    <a:lnTo>
                      <a:pt x="816" y="1254"/>
                    </a:lnTo>
                    <a:lnTo>
                      <a:pt x="798" y="1252"/>
                    </a:lnTo>
                    <a:lnTo>
                      <a:pt x="781" y="1250"/>
                    </a:lnTo>
                    <a:lnTo>
                      <a:pt x="763" y="1245"/>
                    </a:lnTo>
                    <a:lnTo>
                      <a:pt x="747" y="1238"/>
                    </a:lnTo>
                    <a:lnTo>
                      <a:pt x="735" y="1228"/>
                    </a:lnTo>
                    <a:lnTo>
                      <a:pt x="723" y="1215"/>
                    </a:lnTo>
                    <a:lnTo>
                      <a:pt x="716" y="1197"/>
                    </a:lnTo>
                    <a:lnTo>
                      <a:pt x="717" y="1176"/>
                    </a:lnTo>
                    <a:lnTo>
                      <a:pt x="721" y="1155"/>
                    </a:lnTo>
                    <a:lnTo>
                      <a:pt x="722" y="1134"/>
                    </a:lnTo>
                    <a:lnTo>
                      <a:pt x="721" y="1122"/>
                    </a:lnTo>
                    <a:lnTo>
                      <a:pt x="719" y="1110"/>
                    </a:lnTo>
                    <a:lnTo>
                      <a:pt x="715" y="1097"/>
                    </a:lnTo>
                    <a:lnTo>
                      <a:pt x="712" y="1085"/>
                    </a:lnTo>
                    <a:lnTo>
                      <a:pt x="707" y="1073"/>
                    </a:lnTo>
                    <a:lnTo>
                      <a:pt x="700" y="1062"/>
                    </a:lnTo>
                    <a:lnTo>
                      <a:pt x="693" y="1050"/>
                    </a:lnTo>
                    <a:lnTo>
                      <a:pt x="684" y="1040"/>
                    </a:lnTo>
                    <a:lnTo>
                      <a:pt x="671" y="1026"/>
                    </a:lnTo>
                    <a:lnTo>
                      <a:pt x="657" y="1013"/>
                    </a:lnTo>
                    <a:lnTo>
                      <a:pt x="642" y="1001"/>
                    </a:lnTo>
                    <a:lnTo>
                      <a:pt x="628" y="989"/>
                    </a:lnTo>
                    <a:lnTo>
                      <a:pt x="611" y="979"/>
                    </a:lnTo>
                    <a:lnTo>
                      <a:pt x="594" y="971"/>
                    </a:lnTo>
                    <a:lnTo>
                      <a:pt x="576" y="965"/>
                    </a:lnTo>
                    <a:lnTo>
                      <a:pt x="556" y="962"/>
                    </a:lnTo>
                    <a:lnTo>
                      <a:pt x="539" y="963"/>
                    </a:lnTo>
                    <a:lnTo>
                      <a:pt x="520" y="967"/>
                    </a:lnTo>
                    <a:lnTo>
                      <a:pt x="504" y="974"/>
                    </a:lnTo>
                    <a:lnTo>
                      <a:pt x="487" y="983"/>
                    </a:lnTo>
                    <a:lnTo>
                      <a:pt x="472" y="994"/>
                    </a:lnTo>
                    <a:lnTo>
                      <a:pt x="457" y="1007"/>
                    </a:lnTo>
                    <a:lnTo>
                      <a:pt x="443" y="1019"/>
                    </a:lnTo>
                    <a:lnTo>
                      <a:pt x="430" y="1032"/>
                    </a:lnTo>
                    <a:lnTo>
                      <a:pt x="414" y="1054"/>
                    </a:lnTo>
                    <a:lnTo>
                      <a:pt x="404" y="1077"/>
                    </a:lnTo>
                    <a:lnTo>
                      <a:pt x="397" y="1102"/>
                    </a:lnTo>
                    <a:lnTo>
                      <a:pt x="395" y="1127"/>
                    </a:lnTo>
                    <a:lnTo>
                      <a:pt x="396" y="1154"/>
                    </a:lnTo>
                    <a:lnTo>
                      <a:pt x="402" y="1179"/>
                    </a:lnTo>
                    <a:lnTo>
                      <a:pt x="409" y="1205"/>
                    </a:lnTo>
                    <a:lnTo>
                      <a:pt x="419" y="1229"/>
                    </a:lnTo>
                    <a:lnTo>
                      <a:pt x="428" y="1241"/>
                    </a:lnTo>
                    <a:lnTo>
                      <a:pt x="439" y="1252"/>
                    </a:lnTo>
                    <a:lnTo>
                      <a:pt x="448" y="1262"/>
                    </a:lnTo>
                    <a:lnTo>
                      <a:pt x="452" y="1275"/>
                    </a:lnTo>
                    <a:lnTo>
                      <a:pt x="451" y="1293"/>
                    </a:lnTo>
                    <a:lnTo>
                      <a:pt x="448" y="1311"/>
                    </a:lnTo>
                    <a:lnTo>
                      <a:pt x="441" y="1327"/>
                    </a:lnTo>
                    <a:lnTo>
                      <a:pt x="432" y="1340"/>
                    </a:lnTo>
                    <a:lnTo>
                      <a:pt x="419" y="1354"/>
                    </a:lnTo>
                    <a:lnTo>
                      <a:pt x="406" y="1367"/>
                    </a:lnTo>
                    <a:lnTo>
                      <a:pt x="391" y="1377"/>
                    </a:lnTo>
                    <a:lnTo>
                      <a:pt x="375" y="1387"/>
                    </a:lnTo>
                    <a:lnTo>
                      <a:pt x="371" y="1388"/>
                    </a:lnTo>
                    <a:lnTo>
                      <a:pt x="366" y="1388"/>
                    </a:lnTo>
                    <a:lnTo>
                      <a:pt x="361" y="1385"/>
                    </a:lnTo>
                    <a:lnTo>
                      <a:pt x="358" y="1383"/>
                    </a:lnTo>
                    <a:lnTo>
                      <a:pt x="344" y="1352"/>
                    </a:lnTo>
                    <a:lnTo>
                      <a:pt x="336" y="1319"/>
                    </a:lnTo>
                    <a:lnTo>
                      <a:pt x="334" y="1285"/>
                    </a:lnTo>
                    <a:lnTo>
                      <a:pt x="335" y="1251"/>
                    </a:lnTo>
                    <a:lnTo>
                      <a:pt x="334" y="1245"/>
                    </a:lnTo>
                    <a:lnTo>
                      <a:pt x="328" y="1240"/>
                    </a:lnTo>
                    <a:lnTo>
                      <a:pt x="322" y="1237"/>
                    </a:lnTo>
                    <a:lnTo>
                      <a:pt x="318" y="1231"/>
                    </a:lnTo>
                    <a:lnTo>
                      <a:pt x="303" y="1209"/>
                    </a:lnTo>
                    <a:lnTo>
                      <a:pt x="290" y="1187"/>
                    </a:lnTo>
                    <a:lnTo>
                      <a:pt x="280" y="1165"/>
                    </a:lnTo>
                    <a:lnTo>
                      <a:pt x="271" y="1142"/>
                    </a:lnTo>
                    <a:lnTo>
                      <a:pt x="265" y="1118"/>
                    </a:lnTo>
                    <a:lnTo>
                      <a:pt x="261" y="1095"/>
                    </a:lnTo>
                    <a:lnTo>
                      <a:pt x="258" y="1071"/>
                    </a:lnTo>
                    <a:lnTo>
                      <a:pt x="258" y="1047"/>
                    </a:lnTo>
                    <a:lnTo>
                      <a:pt x="259" y="1027"/>
                    </a:lnTo>
                    <a:lnTo>
                      <a:pt x="261" y="1007"/>
                    </a:lnTo>
                    <a:lnTo>
                      <a:pt x="266" y="986"/>
                    </a:lnTo>
                    <a:lnTo>
                      <a:pt x="271" y="965"/>
                    </a:lnTo>
                    <a:lnTo>
                      <a:pt x="277" y="944"/>
                    </a:lnTo>
                    <a:lnTo>
                      <a:pt x="284" y="925"/>
                    </a:lnTo>
                    <a:lnTo>
                      <a:pt x="292" y="905"/>
                    </a:lnTo>
                    <a:lnTo>
                      <a:pt x="301" y="887"/>
                    </a:lnTo>
                    <a:lnTo>
                      <a:pt x="305" y="871"/>
                    </a:lnTo>
                    <a:lnTo>
                      <a:pt x="303" y="854"/>
                    </a:lnTo>
                    <a:lnTo>
                      <a:pt x="296" y="838"/>
                    </a:lnTo>
                    <a:lnTo>
                      <a:pt x="286" y="823"/>
                    </a:lnTo>
                    <a:lnTo>
                      <a:pt x="277" y="814"/>
                    </a:lnTo>
                    <a:lnTo>
                      <a:pt x="267" y="806"/>
                    </a:lnTo>
                    <a:lnTo>
                      <a:pt x="255" y="799"/>
                    </a:lnTo>
                    <a:lnTo>
                      <a:pt x="243" y="792"/>
                    </a:lnTo>
                    <a:lnTo>
                      <a:pt x="231" y="785"/>
                    </a:lnTo>
                    <a:lnTo>
                      <a:pt x="220" y="778"/>
                    </a:lnTo>
                    <a:lnTo>
                      <a:pt x="209" y="769"/>
                    </a:lnTo>
                    <a:lnTo>
                      <a:pt x="201" y="758"/>
                    </a:lnTo>
                    <a:lnTo>
                      <a:pt x="194" y="759"/>
                    </a:lnTo>
                    <a:lnTo>
                      <a:pt x="187" y="762"/>
                    </a:lnTo>
                    <a:lnTo>
                      <a:pt x="183" y="767"/>
                    </a:lnTo>
                    <a:lnTo>
                      <a:pt x="177" y="773"/>
                    </a:lnTo>
                    <a:lnTo>
                      <a:pt x="157" y="792"/>
                    </a:lnTo>
                    <a:lnTo>
                      <a:pt x="140" y="812"/>
                    </a:lnTo>
                    <a:lnTo>
                      <a:pt x="123" y="834"/>
                    </a:lnTo>
                    <a:lnTo>
                      <a:pt x="108" y="857"/>
                    </a:lnTo>
                    <a:lnTo>
                      <a:pt x="94" y="881"/>
                    </a:lnTo>
                    <a:lnTo>
                      <a:pt x="84" y="907"/>
                    </a:lnTo>
                    <a:lnTo>
                      <a:pt x="77" y="935"/>
                    </a:lnTo>
                    <a:lnTo>
                      <a:pt x="72" y="964"/>
                    </a:lnTo>
                    <a:lnTo>
                      <a:pt x="72" y="1004"/>
                    </a:lnTo>
                    <a:lnTo>
                      <a:pt x="62" y="1003"/>
                    </a:lnTo>
                    <a:lnTo>
                      <a:pt x="51" y="1001"/>
                    </a:lnTo>
                    <a:lnTo>
                      <a:pt x="41" y="997"/>
                    </a:lnTo>
                    <a:lnTo>
                      <a:pt x="32" y="993"/>
                    </a:lnTo>
                    <a:lnTo>
                      <a:pt x="24" y="987"/>
                    </a:lnTo>
                    <a:lnTo>
                      <a:pt x="17" y="980"/>
                    </a:lnTo>
                    <a:lnTo>
                      <a:pt x="11" y="971"/>
                    </a:lnTo>
                    <a:lnTo>
                      <a:pt x="6" y="962"/>
                    </a:lnTo>
                    <a:lnTo>
                      <a:pt x="0" y="921"/>
                    </a:lnTo>
                    <a:lnTo>
                      <a:pt x="2" y="879"/>
                    </a:lnTo>
                    <a:lnTo>
                      <a:pt x="11" y="836"/>
                    </a:lnTo>
                    <a:lnTo>
                      <a:pt x="23" y="792"/>
                    </a:lnTo>
                    <a:lnTo>
                      <a:pt x="32" y="766"/>
                    </a:lnTo>
                    <a:lnTo>
                      <a:pt x="42" y="740"/>
                    </a:lnTo>
                    <a:lnTo>
                      <a:pt x="54" y="716"/>
                    </a:lnTo>
                    <a:lnTo>
                      <a:pt x="66" y="692"/>
                    </a:lnTo>
                    <a:lnTo>
                      <a:pt x="80" y="669"/>
                    </a:lnTo>
                    <a:lnTo>
                      <a:pt x="95" y="648"/>
                    </a:lnTo>
                    <a:lnTo>
                      <a:pt x="111" y="628"/>
                    </a:lnTo>
                    <a:lnTo>
                      <a:pt x="130" y="609"/>
                    </a:lnTo>
                    <a:lnTo>
                      <a:pt x="146" y="594"/>
                    </a:lnTo>
                    <a:lnTo>
                      <a:pt x="161" y="579"/>
                    </a:lnTo>
                    <a:lnTo>
                      <a:pt x="177" y="565"/>
                    </a:lnTo>
                    <a:lnTo>
                      <a:pt x="193" y="552"/>
                    </a:lnTo>
                    <a:lnTo>
                      <a:pt x="210" y="538"/>
                    </a:lnTo>
                    <a:lnTo>
                      <a:pt x="228" y="525"/>
                    </a:lnTo>
                    <a:lnTo>
                      <a:pt x="246" y="512"/>
                    </a:lnTo>
                    <a:lnTo>
                      <a:pt x="266" y="500"/>
                    </a:lnTo>
                    <a:lnTo>
                      <a:pt x="268" y="495"/>
                    </a:lnTo>
                    <a:lnTo>
                      <a:pt x="268" y="488"/>
                    </a:lnTo>
                    <a:lnTo>
                      <a:pt x="265" y="481"/>
                    </a:lnTo>
                    <a:lnTo>
                      <a:pt x="261" y="476"/>
                    </a:lnTo>
                    <a:lnTo>
                      <a:pt x="253" y="478"/>
                    </a:lnTo>
                    <a:lnTo>
                      <a:pt x="246" y="480"/>
                    </a:lnTo>
                    <a:lnTo>
                      <a:pt x="238" y="484"/>
                    </a:lnTo>
                    <a:lnTo>
                      <a:pt x="230" y="486"/>
                    </a:lnTo>
                    <a:lnTo>
                      <a:pt x="217" y="489"/>
                    </a:lnTo>
                    <a:lnTo>
                      <a:pt x="205" y="492"/>
                    </a:lnTo>
                    <a:lnTo>
                      <a:pt x="192" y="494"/>
                    </a:lnTo>
                    <a:lnTo>
                      <a:pt x="179" y="495"/>
                    </a:lnTo>
                    <a:lnTo>
                      <a:pt x="167" y="495"/>
                    </a:lnTo>
                    <a:lnTo>
                      <a:pt x="154" y="493"/>
                    </a:lnTo>
                    <a:lnTo>
                      <a:pt x="142" y="488"/>
                    </a:lnTo>
                    <a:lnTo>
                      <a:pt x="131" y="481"/>
                    </a:lnTo>
                    <a:lnTo>
                      <a:pt x="122" y="470"/>
                    </a:lnTo>
                    <a:lnTo>
                      <a:pt x="116" y="457"/>
                    </a:lnTo>
                    <a:lnTo>
                      <a:pt x="112" y="443"/>
                    </a:lnTo>
                    <a:lnTo>
                      <a:pt x="111" y="430"/>
                    </a:lnTo>
                    <a:lnTo>
                      <a:pt x="104" y="427"/>
                    </a:lnTo>
                    <a:lnTo>
                      <a:pt x="99" y="423"/>
                    </a:lnTo>
                    <a:lnTo>
                      <a:pt x="93" y="418"/>
                    </a:lnTo>
                    <a:lnTo>
                      <a:pt x="88" y="412"/>
                    </a:lnTo>
                    <a:lnTo>
                      <a:pt x="87" y="406"/>
                    </a:lnTo>
                    <a:lnTo>
                      <a:pt x="88" y="403"/>
                    </a:lnTo>
                    <a:lnTo>
                      <a:pt x="88" y="398"/>
                    </a:lnTo>
                    <a:lnTo>
                      <a:pt x="85" y="392"/>
                    </a:lnTo>
                    <a:lnTo>
                      <a:pt x="82" y="385"/>
                    </a:lnTo>
                    <a:lnTo>
                      <a:pt x="86" y="379"/>
                    </a:lnTo>
                    <a:lnTo>
                      <a:pt x="91" y="374"/>
                    </a:lnTo>
                    <a:lnTo>
                      <a:pt x="92" y="371"/>
                    </a:lnTo>
                    <a:lnTo>
                      <a:pt x="89" y="365"/>
                    </a:lnTo>
                    <a:lnTo>
                      <a:pt x="85" y="360"/>
                    </a:lnTo>
                    <a:lnTo>
                      <a:pt x="78" y="356"/>
                    </a:lnTo>
                    <a:lnTo>
                      <a:pt x="72" y="354"/>
                    </a:lnTo>
                    <a:lnTo>
                      <a:pt x="64" y="350"/>
                    </a:lnTo>
                    <a:lnTo>
                      <a:pt x="57" y="348"/>
                    </a:lnTo>
                    <a:lnTo>
                      <a:pt x="51" y="344"/>
                    </a:lnTo>
                    <a:lnTo>
                      <a:pt x="46" y="340"/>
                    </a:lnTo>
                    <a:lnTo>
                      <a:pt x="50" y="334"/>
                    </a:lnTo>
                    <a:lnTo>
                      <a:pt x="57" y="321"/>
                    </a:lnTo>
                    <a:lnTo>
                      <a:pt x="64" y="306"/>
                    </a:lnTo>
                    <a:lnTo>
                      <a:pt x="68" y="291"/>
                    </a:lnTo>
                    <a:lnTo>
                      <a:pt x="66" y="267"/>
                    </a:lnTo>
                    <a:lnTo>
                      <a:pt x="61" y="243"/>
                    </a:lnTo>
                    <a:lnTo>
                      <a:pt x="54" y="219"/>
                    </a:lnTo>
                    <a:lnTo>
                      <a:pt x="53" y="195"/>
                    </a:lnTo>
                    <a:lnTo>
                      <a:pt x="55" y="181"/>
                    </a:lnTo>
                    <a:lnTo>
                      <a:pt x="59" y="168"/>
                    </a:lnTo>
                    <a:lnTo>
                      <a:pt x="64" y="157"/>
                    </a:lnTo>
                    <a:lnTo>
                      <a:pt x="71" y="146"/>
                    </a:lnTo>
                    <a:lnTo>
                      <a:pt x="78" y="136"/>
                    </a:lnTo>
                    <a:lnTo>
                      <a:pt x="86" y="127"/>
                    </a:lnTo>
                    <a:lnTo>
                      <a:pt x="95" y="117"/>
                    </a:lnTo>
                    <a:lnTo>
                      <a:pt x="106" y="109"/>
                    </a:lnTo>
                    <a:lnTo>
                      <a:pt x="106" y="98"/>
                    </a:lnTo>
                    <a:lnTo>
                      <a:pt x="103" y="86"/>
                    </a:lnTo>
                    <a:lnTo>
                      <a:pt x="103" y="76"/>
                    </a:lnTo>
                    <a:lnTo>
                      <a:pt x="108" y="64"/>
                    </a:lnTo>
                    <a:lnTo>
                      <a:pt x="119" y="51"/>
                    </a:lnTo>
                    <a:lnTo>
                      <a:pt x="134" y="39"/>
                    </a:lnTo>
                    <a:lnTo>
                      <a:pt x="149" y="29"/>
                    </a:lnTo>
                    <a:lnTo>
                      <a:pt x="167" y="21"/>
                    </a:lnTo>
                    <a:lnTo>
                      <a:pt x="184" y="14"/>
                    </a:lnTo>
                    <a:lnTo>
                      <a:pt x="202" y="9"/>
                    </a:lnTo>
                    <a:lnTo>
                      <a:pt x="221" y="6"/>
                    </a:lnTo>
                    <a:lnTo>
                      <a:pt x="238" y="2"/>
                    </a:lnTo>
                    <a:lnTo>
                      <a:pt x="251" y="1"/>
                    </a:lnTo>
                    <a:lnTo>
                      <a:pt x="265" y="0"/>
                    </a:lnTo>
                    <a:lnTo>
                      <a:pt x="278" y="0"/>
                    </a:lnTo>
                    <a:lnTo>
                      <a:pt x="292" y="1"/>
                    </a:lnTo>
                    <a:lnTo>
                      <a:pt x="307" y="3"/>
                    </a:lnTo>
                    <a:lnTo>
                      <a:pt x="321" y="6"/>
                    </a:lnTo>
                    <a:lnTo>
                      <a:pt x="335" y="8"/>
                    </a:lnTo>
                    <a:lnTo>
                      <a:pt x="350" y="11"/>
                    </a:lnTo>
                    <a:lnTo>
                      <a:pt x="364" y="16"/>
                    </a:lnTo>
                    <a:lnTo>
                      <a:pt x="377" y="21"/>
                    </a:lnTo>
                    <a:lnTo>
                      <a:pt x="390" y="25"/>
                    </a:lnTo>
                    <a:lnTo>
                      <a:pt x="403" y="31"/>
                    </a:lnTo>
                    <a:lnTo>
                      <a:pt x="415" y="38"/>
                    </a:lnTo>
                    <a:lnTo>
                      <a:pt x="428" y="45"/>
                    </a:lnTo>
                    <a:lnTo>
                      <a:pt x="440" y="52"/>
                    </a:lnTo>
                    <a:lnTo>
                      <a:pt x="450" y="60"/>
                    </a:lnTo>
                    <a:lnTo>
                      <a:pt x="458" y="67"/>
                    </a:lnTo>
                    <a:lnTo>
                      <a:pt x="465" y="74"/>
                    </a:lnTo>
                    <a:lnTo>
                      <a:pt x="472" y="83"/>
                    </a:lnTo>
                    <a:lnTo>
                      <a:pt x="479" y="91"/>
                    </a:lnTo>
                    <a:lnTo>
                      <a:pt x="486" y="100"/>
                    </a:lnTo>
                    <a:lnTo>
                      <a:pt x="492" y="109"/>
                    </a:lnTo>
                    <a:lnTo>
                      <a:pt x="497" y="120"/>
                    </a:lnTo>
                    <a:lnTo>
                      <a:pt x="503" y="1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3" name="Freeform 24"/>
              <p:cNvSpPr/>
              <p:nvPr/>
            </p:nvSpPr>
            <p:spPr>
              <a:xfrm>
                <a:off x="2457" y="2094"/>
                <a:ext cx="188" cy="23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375" h="468">
                    <a:moveTo>
                      <a:pt x="189" y="11"/>
                    </a:moveTo>
                    <a:lnTo>
                      <a:pt x="199" y="19"/>
                    </a:lnTo>
                    <a:lnTo>
                      <a:pt x="208" y="29"/>
                    </a:lnTo>
                    <a:lnTo>
                      <a:pt x="216" y="39"/>
                    </a:lnTo>
                    <a:lnTo>
                      <a:pt x="223" y="51"/>
                    </a:lnTo>
                    <a:lnTo>
                      <a:pt x="230" y="63"/>
                    </a:lnTo>
                    <a:lnTo>
                      <a:pt x="237" y="74"/>
                    </a:lnTo>
                    <a:lnTo>
                      <a:pt x="245" y="86"/>
                    </a:lnTo>
                    <a:lnTo>
                      <a:pt x="253" y="96"/>
                    </a:lnTo>
                    <a:lnTo>
                      <a:pt x="266" y="118"/>
                    </a:lnTo>
                    <a:lnTo>
                      <a:pt x="272" y="142"/>
                    </a:lnTo>
                    <a:lnTo>
                      <a:pt x="273" y="167"/>
                    </a:lnTo>
                    <a:lnTo>
                      <a:pt x="275" y="191"/>
                    </a:lnTo>
                    <a:lnTo>
                      <a:pt x="282" y="187"/>
                    </a:lnTo>
                    <a:lnTo>
                      <a:pt x="289" y="182"/>
                    </a:lnTo>
                    <a:lnTo>
                      <a:pt x="296" y="177"/>
                    </a:lnTo>
                    <a:lnTo>
                      <a:pt x="303" y="172"/>
                    </a:lnTo>
                    <a:lnTo>
                      <a:pt x="310" y="167"/>
                    </a:lnTo>
                    <a:lnTo>
                      <a:pt x="317" y="164"/>
                    </a:lnTo>
                    <a:lnTo>
                      <a:pt x="325" y="163"/>
                    </a:lnTo>
                    <a:lnTo>
                      <a:pt x="334" y="163"/>
                    </a:lnTo>
                    <a:lnTo>
                      <a:pt x="340" y="164"/>
                    </a:lnTo>
                    <a:lnTo>
                      <a:pt x="345" y="166"/>
                    </a:lnTo>
                    <a:lnTo>
                      <a:pt x="350" y="170"/>
                    </a:lnTo>
                    <a:lnTo>
                      <a:pt x="353" y="174"/>
                    </a:lnTo>
                    <a:lnTo>
                      <a:pt x="356" y="191"/>
                    </a:lnTo>
                    <a:lnTo>
                      <a:pt x="351" y="208"/>
                    </a:lnTo>
                    <a:lnTo>
                      <a:pt x="341" y="224"/>
                    </a:lnTo>
                    <a:lnTo>
                      <a:pt x="328" y="235"/>
                    </a:lnTo>
                    <a:lnTo>
                      <a:pt x="322" y="238"/>
                    </a:lnTo>
                    <a:lnTo>
                      <a:pt x="317" y="239"/>
                    </a:lnTo>
                    <a:lnTo>
                      <a:pt x="311" y="238"/>
                    </a:lnTo>
                    <a:lnTo>
                      <a:pt x="305" y="236"/>
                    </a:lnTo>
                    <a:lnTo>
                      <a:pt x="292" y="230"/>
                    </a:lnTo>
                    <a:lnTo>
                      <a:pt x="295" y="236"/>
                    </a:lnTo>
                    <a:lnTo>
                      <a:pt x="299" y="242"/>
                    </a:lnTo>
                    <a:lnTo>
                      <a:pt x="305" y="247"/>
                    </a:lnTo>
                    <a:lnTo>
                      <a:pt x="313" y="249"/>
                    </a:lnTo>
                    <a:lnTo>
                      <a:pt x="320" y="251"/>
                    </a:lnTo>
                    <a:lnTo>
                      <a:pt x="327" y="253"/>
                    </a:lnTo>
                    <a:lnTo>
                      <a:pt x="334" y="254"/>
                    </a:lnTo>
                    <a:lnTo>
                      <a:pt x="340" y="254"/>
                    </a:lnTo>
                    <a:lnTo>
                      <a:pt x="340" y="271"/>
                    </a:lnTo>
                    <a:lnTo>
                      <a:pt x="341" y="289"/>
                    </a:lnTo>
                    <a:lnTo>
                      <a:pt x="342" y="308"/>
                    </a:lnTo>
                    <a:lnTo>
                      <a:pt x="345" y="325"/>
                    </a:lnTo>
                    <a:lnTo>
                      <a:pt x="350" y="342"/>
                    </a:lnTo>
                    <a:lnTo>
                      <a:pt x="356" y="360"/>
                    </a:lnTo>
                    <a:lnTo>
                      <a:pt x="365" y="376"/>
                    </a:lnTo>
                    <a:lnTo>
                      <a:pt x="375" y="392"/>
                    </a:lnTo>
                    <a:lnTo>
                      <a:pt x="371" y="405"/>
                    </a:lnTo>
                    <a:lnTo>
                      <a:pt x="364" y="416"/>
                    </a:lnTo>
                    <a:lnTo>
                      <a:pt x="355" y="428"/>
                    </a:lnTo>
                    <a:lnTo>
                      <a:pt x="345" y="437"/>
                    </a:lnTo>
                    <a:lnTo>
                      <a:pt x="336" y="446"/>
                    </a:lnTo>
                    <a:lnTo>
                      <a:pt x="325" y="454"/>
                    </a:lnTo>
                    <a:lnTo>
                      <a:pt x="313" y="460"/>
                    </a:lnTo>
                    <a:lnTo>
                      <a:pt x="300" y="464"/>
                    </a:lnTo>
                    <a:lnTo>
                      <a:pt x="288" y="467"/>
                    </a:lnTo>
                    <a:lnTo>
                      <a:pt x="275" y="468"/>
                    </a:lnTo>
                    <a:lnTo>
                      <a:pt x="261" y="467"/>
                    </a:lnTo>
                    <a:lnTo>
                      <a:pt x="249" y="464"/>
                    </a:lnTo>
                    <a:lnTo>
                      <a:pt x="234" y="456"/>
                    </a:lnTo>
                    <a:lnTo>
                      <a:pt x="229" y="438"/>
                    </a:lnTo>
                    <a:lnTo>
                      <a:pt x="224" y="418"/>
                    </a:lnTo>
                    <a:lnTo>
                      <a:pt x="220" y="400"/>
                    </a:lnTo>
                    <a:lnTo>
                      <a:pt x="215" y="382"/>
                    </a:lnTo>
                    <a:lnTo>
                      <a:pt x="226" y="371"/>
                    </a:lnTo>
                    <a:lnTo>
                      <a:pt x="235" y="360"/>
                    </a:lnTo>
                    <a:lnTo>
                      <a:pt x="243" y="347"/>
                    </a:lnTo>
                    <a:lnTo>
                      <a:pt x="251" y="334"/>
                    </a:lnTo>
                    <a:lnTo>
                      <a:pt x="257" y="320"/>
                    </a:lnTo>
                    <a:lnTo>
                      <a:pt x="262" y="307"/>
                    </a:lnTo>
                    <a:lnTo>
                      <a:pt x="267" y="293"/>
                    </a:lnTo>
                    <a:lnTo>
                      <a:pt x="272" y="278"/>
                    </a:lnTo>
                    <a:lnTo>
                      <a:pt x="273" y="271"/>
                    </a:lnTo>
                    <a:lnTo>
                      <a:pt x="275" y="264"/>
                    </a:lnTo>
                    <a:lnTo>
                      <a:pt x="276" y="257"/>
                    </a:lnTo>
                    <a:lnTo>
                      <a:pt x="276" y="250"/>
                    </a:lnTo>
                    <a:lnTo>
                      <a:pt x="262" y="279"/>
                    </a:lnTo>
                    <a:lnTo>
                      <a:pt x="249" y="302"/>
                    </a:lnTo>
                    <a:lnTo>
                      <a:pt x="236" y="322"/>
                    </a:lnTo>
                    <a:lnTo>
                      <a:pt x="223" y="335"/>
                    </a:lnTo>
                    <a:lnTo>
                      <a:pt x="213" y="347"/>
                    </a:lnTo>
                    <a:lnTo>
                      <a:pt x="204" y="354"/>
                    </a:lnTo>
                    <a:lnTo>
                      <a:pt x="199" y="358"/>
                    </a:lnTo>
                    <a:lnTo>
                      <a:pt x="197" y="360"/>
                    </a:lnTo>
                    <a:lnTo>
                      <a:pt x="186" y="368"/>
                    </a:lnTo>
                    <a:lnTo>
                      <a:pt x="175" y="373"/>
                    </a:lnTo>
                    <a:lnTo>
                      <a:pt x="162" y="379"/>
                    </a:lnTo>
                    <a:lnTo>
                      <a:pt x="151" y="383"/>
                    </a:lnTo>
                    <a:lnTo>
                      <a:pt x="138" y="385"/>
                    </a:lnTo>
                    <a:lnTo>
                      <a:pt x="125" y="386"/>
                    </a:lnTo>
                    <a:lnTo>
                      <a:pt x="111" y="386"/>
                    </a:lnTo>
                    <a:lnTo>
                      <a:pt x="99" y="384"/>
                    </a:lnTo>
                    <a:lnTo>
                      <a:pt x="92" y="382"/>
                    </a:lnTo>
                    <a:lnTo>
                      <a:pt x="85" y="379"/>
                    </a:lnTo>
                    <a:lnTo>
                      <a:pt x="79" y="375"/>
                    </a:lnTo>
                    <a:lnTo>
                      <a:pt x="75" y="369"/>
                    </a:lnTo>
                    <a:lnTo>
                      <a:pt x="70" y="363"/>
                    </a:lnTo>
                    <a:lnTo>
                      <a:pt x="66" y="357"/>
                    </a:lnTo>
                    <a:lnTo>
                      <a:pt x="64" y="350"/>
                    </a:lnTo>
                    <a:lnTo>
                      <a:pt x="62" y="344"/>
                    </a:lnTo>
                    <a:lnTo>
                      <a:pt x="63" y="334"/>
                    </a:lnTo>
                    <a:lnTo>
                      <a:pt x="69" y="327"/>
                    </a:lnTo>
                    <a:lnTo>
                      <a:pt x="78" y="322"/>
                    </a:lnTo>
                    <a:lnTo>
                      <a:pt x="85" y="315"/>
                    </a:lnTo>
                    <a:lnTo>
                      <a:pt x="106" y="287"/>
                    </a:lnTo>
                    <a:lnTo>
                      <a:pt x="99" y="288"/>
                    </a:lnTo>
                    <a:lnTo>
                      <a:pt x="92" y="289"/>
                    </a:lnTo>
                    <a:lnTo>
                      <a:pt x="84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2" y="291"/>
                    </a:lnTo>
                    <a:lnTo>
                      <a:pt x="56" y="289"/>
                    </a:lnTo>
                    <a:lnTo>
                      <a:pt x="50" y="285"/>
                    </a:lnTo>
                    <a:lnTo>
                      <a:pt x="48" y="281"/>
                    </a:lnTo>
                    <a:lnTo>
                      <a:pt x="48" y="278"/>
                    </a:lnTo>
                    <a:lnTo>
                      <a:pt x="48" y="274"/>
                    </a:lnTo>
                    <a:lnTo>
                      <a:pt x="48" y="270"/>
                    </a:lnTo>
                    <a:lnTo>
                      <a:pt x="55" y="265"/>
                    </a:lnTo>
                    <a:lnTo>
                      <a:pt x="61" y="259"/>
                    </a:lnTo>
                    <a:lnTo>
                      <a:pt x="64" y="251"/>
                    </a:lnTo>
                    <a:lnTo>
                      <a:pt x="63" y="244"/>
                    </a:lnTo>
                    <a:lnTo>
                      <a:pt x="61" y="240"/>
                    </a:lnTo>
                    <a:lnTo>
                      <a:pt x="57" y="235"/>
                    </a:lnTo>
                    <a:lnTo>
                      <a:pt x="54" y="232"/>
                    </a:lnTo>
                    <a:lnTo>
                      <a:pt x="48" y="230"/>
                    </a:lnTo>
                    <a:lnTo>
                      <a:pt x="43" y="228"/>
                    </a:lnTo>
                    <a:lnTo>
                      <a:pt x="38" y="227"/>
                    </a:lnTo>
                    <a:lnTo>
                      <a:pt x="32" y="226"/>
                    </a:lnTo>
                    <a:lnTo>
                      <a:pt x="26" y="226"/>
                    </a:lnTo>
                    <a:lnTo>
                      <a:pt x="33" y="231"/>
                    </a:lnTo>
                    <a:lnTo>
                      <a:pt x="40" y="233"/>
                    </a:lnTo>
                    <a:lnTo>
                      <a:pt x="46" y="238"/>
                    </a:lnTo>
                    <a:lnTo>
                      <a:pt x="48" y="244"/>
                    </a:lnTo>
                    <a:lnTo>
                      <a:pt x="48" y="249"/>
                    </a:lnTo>
                    <a:lnTo>
                      <a:pt x="46" y="254"/>
                    </a:lnTo>
                    <a:lnTo>
                      <a:pt x="43" y="257"/>
                    </a:lnTo>
                    <a:lnTo>
                      <a:pt x="40" y="259"/>
                    </a:lnTo>
                    <a:lnTo>
                      <a:pt x="35" y="261"/>
                    </a:lnTo>
                    <a:lnTo>
                      <a:pt x="30" y="261"/>
                    </a:lnTo>
                    <a:lnTo>
                      <a:pt x="25" y="259"/>
                    </a:lnTo>
                    <a:lnTo>
                      <a:pt x="20" y="258"/>
                    </a:lnTo>
                    <a:lnTo>
                      <a:pt x="15" y="256"/>
                    </a:lnTo>
                    <a:lnTo>
                      <a:pt x="10" y="254"/>
                    </a:lnTo>
                    <a:lnTo>
                      <a:pt x="4" y="253"/>
                    </a:lnTo>
                    <a:lnTo>
                      <a:pt x="0" y="251"/>
                    </a:lnTo>
                    <a:lnTo>
                      <a:pt x="9" y="231"/>
                    </a:lnTo>
                    <a:lnTo>
                      <a:pt x="12" y="210"/>
                    </a:lnTo>
                    <a:lnTo>
                      <a:pt x="12" y="188"/>
                    </a:lnTo>
                    <a:lnTo>
                      <a:pt x="9" y="167"/>
                    </a:lnTo>
                    <a:lnTo>
                      <a:pt x="5" y="147"/>
                    </a:lnTo>
                    <a:lnTo>
                      <a:pt x="4" y="126"/>
                    </a:lnTo>
                    <a:lnTo>
                      <a:pt x="7" y="104"/>
                    </a:lnTo>
                    <a:lnTo>
                      <a:pt x="15" y="82"/>
                    </a:lnTo>
                    <a:lnTo>
                      <a:pt x="19" y="75"/>
                    </a:lnTo>
                    <a:lnTo>
                      <a:pt x="23" y="68"/>
                    </a:lnTo>
                    <a:lnTo>
                      <a:pt x="27" y="61"/>
                    </a:lnTo>
                    <a:lnTo>
                      <a:pt x="32" y="53"/>
                    </a:lnTo>
                    <a:lnTo>
                      <a:pt x="37" y="46"/>
                    </a:lnTo>
                    <a:lnTo>
                      <a:pt x="42" y="39"/>
                    </a:lnTo>
                    <a:lnTo>
                      <a:pt x="47" y="33"/>
                    </a:lnTo>
                    <a:lnTo>
                      <a:pt x="52" y="26"/>
                    </a:lnTo>
                    <a:lnTo>
                      <a:pt x="54" y="33"/>
                    </a:lnTo>
                    <a:lnTo>
                      <a:pt x="56" y="38"/>
                    </a:lnTo>
                    <a:lnTo>
                      <a:pt x="58" y="44"/>
                    </a:lnTo>
                    <a:lnTo>
                      <a:pt x="63" y="49"/>
                    </a:lnTo>
                    <a:lnTo>
                      <a:pt x="76" y="36"/>
                    </a:lnTo>
                    <a:lnTo>
                      <a:pt x="91" y="25"/>
                    </a:lnTo>
                    <a:lnTo>
                      <a:pt x="107" y="14"/>
                    </a:lnTo>
                    <a:lnTo>
                      <a:pt x="124" y="7"/>
                    </a:lnTo>
                    <a:lnTo>
                      <a:pt x="141" y="1"/>
                    </a:lnTo>
                    <a:lnTo>
                      <a:pt x="158" y="0"/>
                    </a:lnTo>
                    <a:lnTo>
                      <a:pt x="174" y="4"/>
                    </a:lnTo>
                    <a:lnTo>
                      <a:pt x="189" y="11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4" name="Freeform 25"/>
              <p:cNvSpPr/>
              <p:nvPr/>
            </p:nvSpPr>
            <p:spPr>
              <a:xfrm>
                <a:off x="2603" y="2181"/>
                <a:ext cx="27" cy="1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53" h="38">
                    <a:moveTo>
                      <a:pt x="38" y="34"/>
                    </a:moveTo>
                    <a:lnTo>
                      <a:pt x="37" y="35"/>
                    </a:lnTo>
                    <a:lnTo>
                      <a:pt x="37" y="36"/>
                    </a:lnTo>
                    <a:lnTo>
                      <a:pt x="36" y="37"/>
                    </a:lnTo>
                    <a:lnTo>
                      <a:pt x="36" y="38"/>
                    </a:lnTo>
                    <a:lnTo>
                      <a:pt x="36" y="34"/>
                    </a:lnTo>
                    <a:lnTo>
                      <a:pt x="36" y="28"/>
                    </a:lnTo>
                    <a:lnTo>
                      <a:pt x="35" y="22"/>
                    </a:lnTo>
                    <a:lnTo>
                      <a:pt x="31" y="19"/>
                    </a:lnTo>
                    <a:lnTo>
                      <a:pt x="22" y="17"/>
                    </a:lnTo>
                    <a:lnTo>
                      <a:pt x="15" y="22"/>
                    </a:lnTo>
                    <a:lnTo>
                      <a:pt x="7" y="28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3" y="21"/>
                    </a:lnTo>
                    <a:lnTo>
                      <a:pt x="6" y="15"/>
                    </a:lnTo>
                    <a:lnTo>
                      <a:pt x="10" y="11"/>
                    </a:lnTo>
                    <a:lnTo>
                      <a:pt x="14" y="6"/>
                    </a:lnTo>
                    <a:lnTo>
                      <a:pt x="20" y="4"/>
                    </a:lnTo>
                    <a:lnTo>
                      <a:pt x="25" y="3"/>
                    </a:lnTo>
                    <a:lnTo>
                      <a:pt x="30" y="1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53" y="0"/>
                    </a:lnTo>
                    <a:lnTo>
                      <a:pt x="43" y="4"/>
                    </a:lnTo>
                    <a:lnTo>
                      <a:pt x="42" y="13"/>
                    </a:lnTo>
                    <a:lnTo>
                      <a:pt x="43" y="23"/>
                    </a:lnTo>
                    <a:lnTo>
                      <a:pt x="38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5" name="Freeform 26"/>
              <p:cNvSpPr/>
              <p:nvPr/>
            </p:nvSpPr>
            <p:spPr>
              <a:xfrm>
                <a:off x="2486" y="2177"/>
                <a:ext cx="50" cy="1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00" h="37">
                    <a:moveTo>
                      <a:pt x="52" y="37"/>
                    </a:moveTo>
                    <a:lnTo>
                      <a:pt x="45" y="36"/>
                    </a:lnTo>
                    <a:lnTo>
                      <a:pt x="37" y="35"/>
                    </a:lnTo>
                    <a:lnTo>
                      <a:pt x="30" y="31"/>
                    </a:lnTo>
                    <a:lnTo>
                      <a:pt x="23" y="28"/>
                    </a:lnTo>
                    <a:lnTo>
                      <a:pt x="17" y="23"/>
                    </a:lnTo>
                    <a:lnTo>
                      <a:pt x="10" y="18"/>
                    </a:lnTo>
                    <a:lnTo>
                      <a:pt x="5" y="12"/>
                    </a:lnTo>
                    <a:lnTo>
                      <a:pt x="0" y="6"/>
                    </a:lnTo>
                    <a:lnTo>
                      <a:pt x="10" y="10"/>
                    </a:lnTo>
                    <a:lnTo>
                      <a:pt x="19" y="12"/>
                    </a:lnTo>
                    <a:lnTo>
                      <a:pt x="28" y="14"/>
                    </a:lnTo>
                    <a:lnTo>
                      <a:pt x="38" y="16"/>
                    </a:lnTo>
                    <a:lnTo>
                      <a:pt x="48" y="16"/>
                    </a:lnTo>
                    <a:lnTo>
                      <a:pt x="58" y="16"/>
                    </a:lnTo>
                    <a:lnTo>
                      <a:pt x="68" y="14"/>
                    </a:lnTo>
                    <a:lnTo>
                      <a:pt x="79" y="10"/>
                    </a:lnTo>
                    <a:lnTo>
                      <a:pt x="100" y="0"/>
                    </a:lnTo>
                    <a:lnTo>
                      <a:pt x="95" y="6"/>
                    </a:lnTo>
                    <a:lnTo>
                      <a:pt x="90" y="13"/>
                    </a:lnTo>
                    <a:lnTo>
                      <a:pt x="86" y="19"/>
                    </a:lnTo>
                    <a:lnTo>
                      <a:pt x="80" y="24"/>
                    </a:lnTo>
                    <a:lnTo>
                      <a:pt x="74" y="30"/>
                    </a:lnTo>
                    <a:lnTo>
                      <a:pt x="67" y="34"/>
                    </a:lnTo>
                    <a:lnTo>
                      <a:pt x="60" y="36"/>
                    </a:lnTo>
                    <a:lnTo>
                      <a:pt x="52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6" name="Freeform 27"/>
              <p:cNvSpPr/>
              <p:nvPr/>
            </p:nvSpPr>
            <p:spPr>
              <a:xfrm>
                <a:off x="2480" y="2276"/>
                <a:ext cx="278" cy="216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555" h="432">
                    <a:moveTo>
                      <a:pt x="555" y="66"/>
                    </a:moveTo>
                    <a:lnTo>
                      <a:pt x="548" y="75"/>
                    </a:lnTo>
                    <a:lnTo>
                      <a:pt x="542" y="86"/>
                    </a:lnTo>
                    <a:lnTo>
                      <a:pt x="536" y="96"/>
                    </a:lnTo>
                    <a:lnTo>
                      <a:pt x="530" y="106"/>
                    </a:lnTo>
                    <a:lnTo>
                      <a:pt x="525" y="118"/>
                    </a:lnTo>
                    <a:lnTo>
                      <a:pt x="522" y="129"/>
                    </a:lnTo>
                    <a:lnTo>
                      <a:pt x="522" y="142"/>
                    </a:lnTo>
                    <a:lnTo>
                      <a:pt x="524" y="154"/>
                    </a:lnTo>
                    <a:lnTo>
                      <a:pt x="523" y="155"/>
                    </a:lnTo>
                    <a:lnTo>
                      <a:pt x="521" y="156"/>
                    </a:lnTo>
                    <a:lnTo>
                      <a:pt x="519" y="156"/>
                    </a:lnTo>
                    <a:lnTo>
                      <a:pt x="517" y="155"/>
                    </a:lnTo>
                    <a:lnTo>
                      <a:pt x="514" y="143"/>
                    </a:lnTo>
                    <a:lnTo>
                      <a:pt x="509" y="131"/>
                    </a:lnTo>
                    <a:lnTo>
                      <a:pt x="503" y="119"/>
                    </a:lnTo>
                    <a:lnTo>
                      <a:pt x="496" y="109"/>
                    </a:lnTo>
                    <a:lnTo>
                      <a:pt x="488" y="98"/>
                    </a:lnTo>
                    <a:lnTo>
                      <a:pt x="479" y="90"/>
                    </a:lnTo>
                    <a:lnTo>
                      <a:pt x="469" y="82"/>
                    </a:lnTo>
                    <a:lnTo>
                      <a:pt x="458" y="76"/>
                    </a:lnTo>
                    <a:lnTo>
                      <a:pt x="466" y="84"/>
                    </a:lnTo>
                    <a:lnTo>
                      <a:pt x="473" y="95"/>
                    </a:lnTo>
                    <a:lnTo>
                      <a:pt x="480" y="105"/>
                    </a:lnTo>
                    <a:lnTo>
                      <a:pt x="486" y="116"/>
                    </a:lnTo>
                    <a:lnTo>
                      <a:pt x="491" y="128"/>
                    </a:lnTo>
                    <a:lnTo>
                      <a:pt x="493" y="141"/>
                    </a:lnTo>
                    <a:lnTo>
                      <a:pt x="493" y="154"/>
                    </a:lnTo>
                    <a:lnTo>
                      <a:pt x="489" y="166"/>
                    </a:lnTo>
                    <a:lnTo>
                      <a:pt x="483" y="182"/>
                    </a:lnTo>
                    <a:lnTo>
                      <a:pt x="474" y="197"/>
                    </a:lnTo>
                    <a:lnTo>
                      <a:pt x="465" y="211"/>
                    </a:lnTo>
                    <a:lnTo>
                      <a:pt x="454" y="224"/>
                    </a:lnTo>
                    <a:lnTo>
                      <a:pt x="440" y="234"/>
                    </a:lnTo>
                    <a:lnTo>
                      <a:pt x="426" y="243"/>
                    </a:lnTo>
                    <a:lnTo>
                      <a:pt x="411" y="251"/>
                    </a:lnTo>
                    <a:lnTo>
                      <a:pt x="394" y="256"/>
                    </a:lnTo>
                    <a:lnTo>
                      <a:pt x="388" y="256"/>
                    </a:lnTo>
                    <a:lnTo>
                      <a:pt x="382" y="256"/>
                    </a:lnTo>
                    <a:lnTo>
                      <a:pt x="377" y="256"/>
                    </a:lnTo>
                    <a:lnTo>
                      <a:pt x="371" y="254"/>
                    </a:lnTo>
                    <a:lnTo>
                      <a:pt x="365" y="253"/>
                    </a:lnTo>
                    <a:lnTo>
                      <a:pt x="359" y="250"/>
                    </a:lnTo>
                    <a:lnTo>
                      <a:pt x="353" y="248"/>
                    </a:lnTo>
                    <a:lnTo>
                      <a:pt x="349" y="246"/>
                    </a:lnTo>
                    <a:lnTo>
                      <a:pt x="355" y="253"/>
                    </a:lnTo>
                    <a:lnTo>
                      <a:pt x="363" y="258"/>
                    </a:lnTo>
                    <a:lnTo>
                      <a:pt x="371" y="264"/>
                    </a:lnTo>
                    <a:lnTo>
                      <a:pt x="380" y="269"/>
                    </a:lnTo>
                    <a:lnTo>
                      <a:pt x="389" y="272"/>
                    </a:lnTo>
                    <a:lnTo>
                      <a:pt x="400" y="274"/>
                    </a:lnTo>
                    <a:lnTo>
                      <a:pt x="410" y="276"/>
                    </a:lnTo>
                    <a:lnTo>
                      <a:pt x="419" y="276"/>
                    </a:lnTo>
                    <a:lnTo>
                      <a:pt x="425" y="274"/>
                    </a:lnTo>
                    <a:lnTo>
                      <a:pt x="431" y="274"/>
                    </a:lnTo>
                    <a:lnTo>
                      <a:pt x="436" y="273"/>
                    </a:lnTo>
                    <a:lnTo>
                      <a:pt x="442" y="271"/>
                    </a:lnTo>
                    <a:lnTo>
                      <a:pt x="448" y="270"/>
                    </a:lnTo>
                    <a:lnTo>
                      <a:pt x="453" y="268"/>
                    </a:lnTo>
                    <a:lnTo>
                      <a:pt x="458" y="264"/>
                    </a:lnTo>
                    <a:lnTo>
                      <a:pt x="464" y="262"/>
                    </a:lnTo>
                    <a:lnTo>
                      <a:pt x="466" y="278"/>
                    </a:lnTo>
                    <a:lnTo>
                      <a:pt x="472" y="294"/>
                    </a:lnTo>
                    <a:lnTo>
                      <a:pt x="476" y="311"/>
                    </a:lnTo>
                    <a:lnTo>
                      <a:pt x="472" y="329"/>
                    </a:lnTo>
                    <a:lnTo>
                      <a:pt x="466" y="340"/>
                    </a:lnTo>
                    <a:lnTo>
                      <a:pt x="461" y="351"/>
                    </a:lnTo>
                    <a:lnTo>
                      <a:pt x="455" y="361"/>
                    </a:lnTo>
                    <a:lnTo>
                      <a:pt x="447" y="371"/>
                    </a:lnTo>
                    <a:lnTo>
                      <a:pt x="439" y="380"/>
                    </a:lnTo>
                    <a:lnTo>
                      <a:pt x="430" y="389"/>
                    </a:lnTo>
                    <a:lnTo>
                      <a:pt x="419" y="397"/>
                    </a:lnTo>
                    <a:lnTo>
                      <a:pt x="408" y="402"/>
                    </a:lnTo>
                    <a:lnTo>
                      <a:pt x="387" y="412"/>
                    </a:lnTo>
                    <a:lnTo>
                      <a:pt x="366" y="420"/>
                    </a:lnTo>
                    <a:lnTo>
                      <a:pt x="344" y="425"/>
                    </a:lnTo>
                    <a:lnTo>
                      <a:pt x="324" y="430"/>
                    </a:lnTo>
                    <a:lnTo>
                      <a:pt x="302" y="432"/>
                    </a:lnTo>
                    <a:lnTo>
                      <a:pt x="280" y="431"/>
                    </a:lnTo>
                    <a:lnTo>
                      <a:pt x="258" y="427"/>
                    </a:lnTo>
                    <a:lnTo>
                      <a:pt x="235" y="420"/>
                    </a:lnTo>
                    <a:lnTo>
                      <a:pt x="227" y="415"/>
                    </a:lnTo>
                    <a:lnTo>
                      <a:pt x="222" y="408"/>
                    </a:lnTo>
                    <a:lnTo>
                      <a:pt x="219" y="401"/>
                    </a:lnTo>
                    <a:lnTo>
                      <a:pt x="216" y="393"/>
                    </a:lnTo>
                    <a:lnTo>
                      <a:pt x="214" y="385"/>
                    </a:lnTo>
                    <a:lnTo>
                      <a:pt x="211" y="377"/>
                    </a:lnTo>
                    <a:lnTo>
                      <a:pt x="206" y="370"/>
                    </a:lnTo>
                    <a:lnTo>
                      <a:pt x="199" y="364"/>
                    </a:lnTo>
                    <a:lnTo>
                      <a:pt x="190" y="356"/>
                    </a:lnTo>
                    <a:lnTo>
                      <a:pt x="206" y="354"/>
                    </a:lnTo>
                    <a:lnTo>
                      <a:pt x="220" y="348"/>
                    </a:lnTo>
                    <a:lnTo>
                      <a:pt x="234" y="339"/>
                    </a:lnTo>
                    <a:lnTo>
                      <a:pt x="245" y="330"/>
                    </a:lnTo>
                    <a:lnTo>
                      <a:pt x="257" y="317"/>
                    </a:lnTo>
                    <a:lnTo>
                      <a:pt x="266" y="304"/>
                    </a:lnTo>
                    <a:lnTo>
                      <a:pt x="273" y="291"/>
                    </a:lnTo>
                    <a:lnTo>
                      <a:pt x="280" y="276"/>
                    </a:lnTo>
                    <a:lnTo>
                      <a:pt x="272" y="284"/>
                    </a:lnTo>
                    <a:lnTo>
                      <a:pt x="264" y="293"/>
                    </a:lnTo>
                    <a:lnTo>
                      <a:pt x="254" y="301"/>
                    </a:lnTo>
                    <a:lnTo>
                      <a:pt x="245" y="309"/>
                    </a:lnTo>
                    <a:lnTo>
                      <a:pt x="235" y="317"/>
                    </a:lnTo>
                    <a:lnTo>
                      <a:pt x="224" y="323"/>
                    </a:lnTo>
                    <a:lnTo>
                      <a:pt x="213" y="327"/>
                    </a:lnTo>
                    <a:lnTo>
                      <a:pt x="200" y="330"/>
                    </a:lnTo>
                    <a:lnTo>
                      <a:pt x="188" y="331"/>
                    </a:lnTo>
                    <a:lnTo>
                      <a:pt x="175" y="330"/>
                    </a:lnTo>
                    <a:lnTo>
                      <a:pt x="162" y="329"/>
                    </a:lnTo>
                    <a:lnTo>
                      <a:pt x="150" y="325"/>
                    </a:lnTo>
                    <a:lnTo>
                      <a:pt x="137" y="321"/>
                    </a:lnTo>
                    <a:lnTo>
                      <a:pt x="125" y="315"/>
                    </a:lnTo>
                    <a:lnTo>
                      <a:pt x="116" y="308"/>
                    </a:lnTo>
                    <a:lnTo>
                      <a:pt x="107" y="300"/>
                    </a:lnTo>
                    <a:lnTo>
                      <a:pt x="92" y="278"/>
                    </a:lnTo>
                    <a:lnTo>
                      <a:pt x="84" y="255"/>
                    </a:lnTo>
                    <a:lnTo>
                      <a:pt x="82" y="230"/>
                    </a:lnTo>
                    <a:lnTo>
                      <a:pt x="82" y="205"/>
                    </a:lnTo>
                    <a:lnTo>
                      <a:pt x="80" y="204"/>
                    </a:lnTo>
                    <a:lnTo>
                      <a:pt x="79" y="204"/>
                    </a:lnTo>
                    <a:lnTo>
                      <a:pt x="77" y="204"/>
                    </a:lnTo>
                    <a:lnTo>
                      <a:pt x="76" y="205"/>
                    </a:lnTo>
                    <a:lnTo>
                      <a:pt x="71" y="224"/>
                    </a:lnTo>
                    <a:lnTo>
                      <a:pt x="71" y="242"/>
                    </a:lnTo>
                    <a:lnTo>
                      <a:pt x="70" y="260"/>
                    </a:lnTo>
                    <a:lnTo>
                      <a:pt x="64" y="277"/>
                    </a:lnTo>
                    <a:lnTo>
                      <a:pt x="61" y="273"/>
                    </a:lnTo>
                    <a:lnTo>
                      <a:pt x="60" y="269"/>
                    </a:lnTo>
                    <a:lnTo>
                      <a:pt x="59" y="263"/>
                    </a:lnTo>
                    <a:lnTo>
                      <a:pt x="56" y="257"/>
                    </a:lnTo>
                    <a:lnTo>
                      <a:pt x="52" y="249"/>
                    </a:lnTo>
                    <a:lnTo>
                      <a:pt x="46" y="242"/>
                    </a:lnTo>
                    <a:lnTo>
                      <a:pt x="39" y="235"/>
                    </a:lnTo>
                    <a:lnTo>
                      <a:pt x="33" y="230"/>
                    </a:lnTo>
                    <a:lnTo>
                      <a:pt x="25" y="225"/>
                    </a:lnTo>
                    <a:lnTo>
                      <a:pt x="17" y="222"/>
                    </a:lnTo>
                    <a:lnTo>
                      <a:pt x="9" y="219"/>
                    </a:lnTo>
                    <a:lnTo>
                      <a:pt x="0" y="217"/>
                    </a:lnTo>
                    <a:lnTo>
                      <a:pt x="15" y="196"/>
                    </a:lnTo>
                    <a:lnTo>
                      <a:pt x="31" y="178"/>
                    </a:lnTo>
                    <a:lnTo>
                      <a:pt x="49" y="159"/>
                    </a:lnTo>
                    <a:lnTo>
                      <a:pt x="68" y="142"/>
                    </a:lnTo>
                    <a:lnTo>
                      <a:pt x="88" y="126"/>
                    </a:lnTo>
                    <a:lnTo>
                      <a:pt x="109" y="110"/>
                    </a:lnTo>
                    <a:lnTo>
                      <a:pt x="131" y="95"/>
                    </a:lnTo>
                    <a:lnTo>
                      <a:pt x="153" y="80"/>
                    </a:lnTo>
                    <a:lnTo>
                      <a:pt x="160" y="91"/>
                    </a:lnTo>
                    <a:lnTo>
                      <a:pt x="168" y="101"/>
                    </a:lnTo>
                    <a:lnTo>
                      <a:pt x="178" y="109"/>
                    </a:lnTo>
                    <a:lnTo>
                      <a:pt x="190" y="116"/>
                    </a:lnTo>
                    <a:lnTo>
                      <a:pt x="201" y="120"/>
                    </a:lnTo>
                    <a:lnTo>
                      <a:pt x="214" y="124"/>
                    </a:lnTo>
                    <a:lnTo>
                      <a:pt x="227" y="126"/>
                    </a:lnTo>
                    <a:lnTo>
                      <a:pt x="239" y="127"/>
                    </a:lnTo>
                    <a:lnTo>
                      <a:pt x="259" y="126"/>
                    </a:lnTo>
                    <a:lnTo>
                      <a:pt x="277" y="120"/>
                    </a:lnTo>
                    <a:lnTo>
                      <a:pt x="294" y="111"/>
                    </a:lnTo>
                    <a:lnTo>
                      <a:pt x="310" y="99"/>
                    </a:lnTo>
                    <a:lnTo>
                      <a:pt x="325" y="86"/>
                    </a:lnTo>
                    <a:lnTo>
                      <a:pt x="337" y="71"/>
                    </a:lnTo>
                    <a:lnTo>
                      <a:pt x="348" y="55"/>
                    </a:lnTo>
                    <a:lnTo>
                      <a:pt x="357" y="37"/>
                    </a:lnTo>
                    <a:lnTo>
                      <a:pt x="360" y="28"/>
                    </a:lnTo>
                    <a:lnTo>
                      <a:pt x="364" y="19"/>
                    </a:lnTo>
                    <a:lnTo>
                      <a:pt x="367" y="10"/>
                    </a:lnTo>
                    <a:lnTo>
                      <a:pt x="371" y="0"/>
                    </a:lnTo>
                    <a:lnTo>
                      <a:pt x="383" y="3"/>
                    </a:lnTo>
                    <a:lnTo>
                      <a:pt x="395" y="5"/>
                    </a:lnTo>
                    <a:lnTo>
                      <a:pt x="408" y="8"/>
                    </a:lnTo>
                    <a:lnTo>
                      <a:pt x="419" y="11"/>
                    </a:lnTo>
                    <a:lnTo>
                      <a:pt x="432" y="14"/>
                    </a:lnTo>
                    <a:lnTo>
                      <a:pt x="443" y="19"/>
                    </a:lnTo>
                    <a:lnTo>
                      <a:pt x="455" y="22"/>
                    </a:lnTo>
                    <a:lnTo>
                      <a:pt x="466" y="26"/>
                    </a:lnTo>
                    <a:lnTo>
                      <a:pt x="478" y="30"/>
                    </a:lnTo>
                    <a:lnTo>
                      <a:pt x="489" y="35"/>
                    </a:lnTo>
                    <a:lnTo>
                      <a:pt x="501" y="40"/>
                    </a:lnTo>
                    <a:lnTo>
                      <a:pt x="513" y="45"/>
                    </a:lnTo>
                    <a:lnTo>
                      <a:pt x="523" y="50"/>
                    </a:lnTo>
                    <a:lnTo>
                      <a:pt x="534" y="55"/>
                    </a:lnTo>
                    <a:lnTo>
                      <a:pt x="545" y="60"/>
                    </a:lnTo>
                    <a:lnTo>
                      <a:pt x="555" y="66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7" name="Freeform 28"/>
              <p:cNvSpPr/>
              <p:nvPr/>
            </p:nvSpPr>
            <p:spPr>
              <a:xfrm>
                <a:off x="2752" y="2317"/>
                <a:ext cx="117" cy="10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234" h="203">
                    <a:moveTo>
                      <a:pt x="227" y="151"/>
                    </a:moveTo>
                    <a:lnTo>
                      <a:pt x="230" y="157"/>
                    </a:lnTo>
                    <a:lnTo>
                      <a:pt x="233" y="161"/>
                    </a:lnTo>
                    <a:lnTo>
                      <a:pt x="234" y="167"/>
                    </a:lnTo>
                    <a:lnTo>
                      <a:pt x="234" y="173"/>
                    </a:lnTo>
                    <a:lnTo>
                      <a:pt x="229" y="168"/>
                    </a:lnTo>
                    <a:lnTo>
                      <a:pt x="224" y="164"/>
                    </a:lnTo>
                    <a:lnTo>
                      <a:pt x="220" y="159"/>
                    </a:lnTo>
                    <a:lnTo>
                      <a:pt x="215" y="153"/>
                    </a:lnTo>
                    <a:lnTo>
                      <a:pt x="211" y="149"/>
                    </a:lnTo>
                    <a:lnTo>
                      <a:pt x="206" y="143"/>
                    </a:lnTo>
                    <a:lnTo>
                      <a:pt x="201" y="138"/>
                    </a:lnTo>
                    <a:lnTo>
                      <a:pt x="197" y="134"/>
                    </a:lnTo>
                    <a:lnTo>
                      <a:pt x="204" y="145"/>
                    </a:lnTo>
                    <a:lnTo>
                      <a:pt x="211" y="158"/>
                    </a:lnTo>
                    <a:lnTo>
                      <a:pt x="219" y="171"/>
                    </a:lnTo>
                    <a:lnTo>
                      <a:pt x="226" y="183"/>
                    </a:lnTo>
                    <a:lnTo>
                      <a:pt x="226" y="184"/>
                    </a:lnTo>
                    <a:lnTo>
                      <a:pt x="224" y="186"/>
                    </a:lnTo>
                    <a:lnTo>
                      <a:pt x="224" y="187"/>
                    </a:lnTo>
                    <a:lnTo>
                      <a:pt x="223" y="188"/>
                    </a:lnTo>
                    <a:lnTo>
                      <a:pt x="222" y="188"/>
                    </a:lnTo>
                    <a:lnTo>
                      <a:pt x="221" y="188"/>
                    </a:lnTo>
                    <a:lnTo>
                      <a:pt x="216" y="181"/>
                    </a:lnTo>
                    <a:lnTo>
                      <a:pt x="212" y="174"/>
                    </a:lnTo>
                    <a:lnTo>
                      <a:pt x="208" y="167"/>
                    </a:lnTo>
                    <a:lnTo>
                      <a:pt x="204" y="161"/>
                    </a:lnTo>
                    <a:lnTo>
                      <a:pt x="198" y="156"/>
                    </a:lnTo>
                    <a:lnTo>
                      <a:pt x="193" y="150"/>
                    </a:lnTo>
                    <a:lnTo>
                      <a:pt x="188" y="145"/>
                    </a:lnTo>
                    <a:lnTo>
                      <a:pt x="182" y="141"/>
                    </a:lnTo>
                    <a:lnTo>
                      <a:pt x="183" y="146"/>
                    </a:lnTo>
                    <a:lnTo>
                      <a:pt x="191" y="160"/>
                    </a:lnTo>
                    <a:lnTo>
                      <a:pt x="199" y="173"/>
                    </a:lnTo>
                    <a:lnTo>
                      <a:pt x="206" y="186"/>
                    </a:lnTo>
                    <a:lnTo>
                      <a:pt x="215" y="197"/>
                    </a:lnTo>
                    <a:lnTo>
                      <a:pt x="212" y="203"/>
                    </a:lnTo>
                    <a:lnTo>
                      <a:pt x="203" y="195"/>
                    </a:lnTo>
                    <a:lnTo>
                      <a:pt x="195" y="186"/>
                    </a:lnTo>
                    <a:lnTo>
                      <a:pt x="188" y="174"/>
                    </a:lnTo>
                    <a:lnTo>
                      <a:pt x="180" y="163"/>
                    </a:lnTo>
                    <a:lnTo>
                      <a:pt x="163" y="143"/>
                    </a:lnTo>
                    <a:lnTo>
                      <a:pt x="145" y="126"/>
                    </a:lnTo>
                    <a:lnTo>
                      <a:pt x="124" y="111"/>
                    </a:lnTo>
                    <a:lnTo>
                      <a:pt x="101" y="98"/>
                    </a:lnTo>
                    <a:lnTo>
                      <a:pt x="77" y="89"/>
                    </a:lnTo>
                    <a:lnTo>
                      <a:pt x="52" y="81"/>
                    </a:lnTo>
                    <a:lnTo>
                      <a:pt x="26" y="75"/>
                    </a:lnTo>
                    <a:lnTo>
                      <a:pt x="0" y="72"/>
                    </a:lnTo>
                    <a:lnTo>
                      <a:pt x="0" y="52"/>
                    </a:lnTo>
                    <a:lnTo>
                      <a:pt x="6" y="32"/>
                    </a:lnTo>
                    <a:lnTo>
                      <a:pt x="16" y="14"/>
                    </a:lnTo>
                    <a:lnTo>
                      <a:pt x="30" y="0"/>
                    </a:lnTo>
                    <a:lnTo>
                      <a:pt x="45" y="6"/>
                    </a:lnTo>
                    <a:lnTo>
                      <a:pt x="59" y="13"/>
                    </a:lnTo>
                    <a:lnTo>
                      <a:pt x="74" y="20"/>
                    </a:lnTo>
                    <a:lnTo>
                      <a:pt x="87" y="28"/>
                    </a:lnTo>
                    <a:lnTo>
                      <a:pt x="100" y="35"/>
                    </a:lnTo>
                    <a:lnTo>
                      <a:pt x="114" y="44"/>
                    </a:lnTo>
                    <a:lnTo>
                      <a:pt x="127" y="52"/>
                    </a:lnTo>
                    <a:lnTo>
                      <a:pt x="139" y="61"/>
                    </a:lnTo>
                    <a:lnTo>
                      <a:pt x="151" y="72"/>
                    </a:lnTo>
                    <a:lnTo>
                      <a:pt x="163" y="82"/>
                    </a:lnTo>
                    <a:lnTo>
                      <a:pt x="175" y="92"/>
                    </a:lnTo>
                    <a:lnTo>
                      <a:pt x="185" y="103"/>
                    </a:lnTo>
                    <a:lnTo>
                      <a:pt x="197" y="114"/>
                    </a:lnTo>
                    <a:lnTo>
                      <a:pt x="207" y="127"/>
                    </a:lnTo>
                    <a:lnTo>
                      <a:pt x="218" y="138"/>
                    </a:lnTo>
                    <a:lnTo>
                      <a:pt x="227" y="151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8" name="Freeform 29"/>
              <p:cNvSpPr/>
              <p:nvPr/>
            </p:nvSpPr>
            <p:spPr>
              <a:xfrm>
                <a:off x="2429" y="2390"/>
                <a:ext cx="74" cy="156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48" h="311">
                    <a:moveTo>
                      <a:pt x="147" y="57"/>
                    </a:moveTo>
                    <a:lnTo>
                      <a:pt x="148" y="61"/>
                    </a:lnTo>
                    <a:lnTo>
                      <a:pt x="147" y="67"/>
                    </a:lnTo>
                    <a:lnTo>
                      <a:pt x="143" y="72"/>
                    </a:lnTo>
                    <a:lnTo>
                      <a:pt x="140" y="75"/>
                    </a:lnTo>
                    <a:lnTo>
                      <a:pt x="124" y="93"/>
                    </a:lnTo>
                    <a:lnTo>
                      <a:pt x="108" y="111"/>
                    </a:lnTo>
                    <a:lnTo>
                      <a:pt x="94" y="131"/>
                    </a:lnTo>
                    <a:lnTo>
                      <a:pt x="80" y="151"/>
                    </a:lnTo>
                    <a:lnTo>
                      <a:pt x="68" y="172"/>
                    </a:lnTo>
                    <a:lnTo>
                      <a:pt x="58" y="195"/>
                    </a:lnTo>
                    <a:lnTo>
                      <a:pt x="49" y="218"/>
                    </a:lnTo>
                    <a:lnTo>
                      <a:pt x="42" y="243"/>
                    </a:lnTo>
                    <a:lnTo>
                      <a:pt x="38" y="261"/>
                    </a:lnTo>
                    <a:lnTo>
                      <a:pt x="38" y="278"/>
                    </a:lnTo>
                    <a:lnTo>
                      <a:pt x="40" y="295"/>
                    </a:lnTo>
                    <a:lnTo>
                      <a:pt x="43" y="311"/>
                    </a:lnTo>
                    <a:lnTo>
                      <a:pt x="34" y="302"/>
                    </a:lnTo>
                    <a:lnTo>
                      <a:pt x="30" y="288"/>
                    </a:lnTo>
                    <a:lnTo>
                      <a:pt x="28" y="275"/>
                    </a:lnTo>
                    <a:lnTo>
                      <a:pt x="27" y="260"/>
                    </a:lnTo>
                    <a:lnTo>
                      <a:pt x="27" y="254"/>
                    </a:lnTo>
                    <a:lnTo>
                      <a:pt x="27" y="247"/>
                    </a:lnTo>
                    <a:lnTo>
                      <a:pt x="27" y="241"/>
                    </a:lnTo>
                    <a:lnTo>
                      <a:pt x="27" y="235"/>
                    </a:lnTo>
                    <a:lnTo>
                      <a:pt x="21" y="251"/>
                    </a:lnTo>
                    <a:lnTo>
                      <a:pt x="19" y="268"/>
                    </a:lnTo>
                    <a:lnTo>
                      <a:pt x="19" y="284"/>
                    </a:lnTo>
                    <a:lnTo>
                      <a:pt x="20" y="300"/>
                    </a:lnTo>
                    <a:lnTo>
                      <a:pt x="14" y="286"/>
                    </a:lnTo>
                    <a:lnTo>
                      <a:pt x="12" y="271"/>
                    </a:lnTo>
                    <a:lnTo>
                      <a:pt x="11" y="256"/>
                    </a:lnTo>
                    <a:lnTo>
                      <a:pt x="11" y="240"/>
                    </a:lnTo>
                    <a:lnTo>
                      <a:pt x="8" y="250"/>
                    </a:lnTo>
                    <a:lnTo>
                      <a:pt x="6" y="261"/>
                    </a:lnTo>
                    <a:lnTo>
                      <a:pt x="6" y="272"/>
                    </a:lnTo>
                    <a:lnTo>
                      <a:pt x="5" y="283"/>
                    </a:lnTo>
                    <a:lnTo>
                      <a:pt x="0" y="250"/>
                    </a:lnTo>
                    <a:lnTo>
                      <a:pt x="0" y="218"/>
                    </a:lnTo>
                    <a:lnTo>
                      <a:pt x="5" y="185"/>
                    </a:lnTo>
                    <a:lnTo>
                      <a:pt x="13" y="151"/>
                    </a:lnTo>
                    <a:lnTo>
                      <a:pt x="23" y="118"/>
                    </a:lnTo>
                    <a:lnTo>
                      <a:pt x="37" y="87"/>
                    </a:lnTo>
                    <a:lnTo>
                      <a:pt x="52" y="57"/>
                    </a:lnTo>
                    <a:lnTo>
                      <a:pt x="69" y="29"/>
                    </a:lnTo>
                    <a:lnTo>
                      <a:pt x="93" y="0"/>
                    </a:lnTo>
                    <a:lnTo>
                      <a:pt x="101" y="6"/>
                    </a:lnTo>
                    <a:lnTo>
                      <a:pt x="108" y="12"/>
                    </a:lnTo>
                    <a:lnTo>
                      <a:pt x="116" y="19"/>
                    </a:lnTo>
                    <a:lnTo>
                      <a:pt x="122" y="25"/>
                    </a:lnTo>
                    <a:lnTo>
                      <a:pt x="129" y="33"/>
                    </a:lnTo>
                    <a:lnTo>
                      <a:pt x="136" y="40"/>
                    </a:lnTo>
                    <a:lnTo>
                      <a:pt x="142" y="48"/>
                    </a:lnTo>
                    <a:lnTo>
                      <a:pt x="147" y="57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09" name="Freeform 30"/>
              <p:cNvSpPr/>
              <p:nvPr/>
            </p:nvSpPr>
            <p:spPr>
              <a:xfrm>
                <a:off x="2796" y="2631"/>
                <a:ext cx="44" cy="3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89" h="74">
                    <a:moveTo>
                      <a:pt x="89" y="74"/>
                    </a:moveTo>
                    <a:lnTo>
                      <a:pt x="76" y="69"/>
                    </a:lnTo>
                    <a:lnTo>
                      <a:pt x="64" y="65"/>
                    </a:lnTo>
                    <a:lnTo>
                      <a:pt x="51" y="62"/>
                    </a:lnTo>
                    <a:lnTo>
                      <a:pt x="38" y="57"/>
                    </a:lnTo>
                    <a:lnTo>
                      <a:pt x="26" y="53"/>
                    </a:lnTo>
                    <a:lnTo>
                      <a:pt x="15" y="47"/>
                    </a:lnTo>
                    <a:lnTo>
                      <a:pt x="6" y="41"/>
                    </a:lnTo>
                    <a:lnTo>
                      <a:pt x="0" y="33"/>
                    </a:lnTo>
                    <a:lnTo>
                      <a:pt x="6" y="31"/>
                    </a:lnTo>
                    <a:lnTo>
                      <a:pt x="13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9" y="15"/>
                    </a:lnTo>
                    <a:lnTo>
                      <a:pt x="34" y="10"/>
                    </a:lnTo>
                    <a:lnTo>
                      <a:pt x="37" y="4"/>
                    </a:lnTo>
                    <a:lnTo>
                      <a:pt x="42" y="0"/>
                    </a:lnTo>
                    <a:lnTo>
                      <a:pt x="49" y="8"/>
                    </a:lnTo>
                    <a:lnTo>
                      <a:pt x="54" y="17"/>
                    </a:lnTo>
                    <a:lnTo>
                      <a:pt x="61" y="25"/>
                    </a:lnTo>
                    <a:lnTo>
                      <a:pt x="68" y="34"/>
                    </a:lnTo>
                    <a:lnTo>
                      <a:pt x="74" y="44"/>
                    </a:lnTo>
                    <a:lnTo>
                      <a:pt x="80" y="54"/>
                    </a:lnTo>
                    <a:lnTo>
                      <a:pt x="84" y="63"/>
                    </a:lnTo>
                    <a:lnTo>
                      <a:pt x="89" y="7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0" name="Freeform 31"/>
              <p:cNvSpPr/>
              <p:nvPr/>
            </p:nvSpPr>
            <p:spPr>
              <a:xfrm>
                <a:off x="2602" y="2687"/>
                <a:ext cx="31" cy="4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61" h="96">
                    <a:moveTo>
                      <a:pt x="60" y="25"/>
                    </a:moveTo>
                    <a:lnTo>
                      <a:pt x="54" y="35"/>
                    </a:lnTo>
                    <a:lnTo>
                      <a:pt x="50" y="46"/>
                    </a:lnTo>
                    <a:lnTo>
                      <a:pt x="44" y="55"/>
                    </a:lnTo>
                    <a:lnTo>
                      <a:pt x="37" y="64"/>
                    </a:lnTo>
                    <a:lnTo>
                      <a:pt x="30" y="73"/>
                    </a:lnTo>
                    <a:lnTo>
                      <a:pt x="23" y="81"/>
                    </a:lnTo>
                    <a:lnTo>
                      <a:pt x="15" y="89"/>
                    </a:lnTo>
                    <a:lnTo>
                      <a:pt x="6" y="96"/>
                    </a:lnTo>
                    <a:lnTo>
                      <a:pt x="2" y="79"/>
                    </a:lnTo>
                    <a:lnTo>
                      <a:pt x="0" y="61"/>
                    </a:lnTo>
                    <a:lnTo>
                      <a:pt x="0" y="42"/>
                    </a:lnTo>
                    <a:lnTo>
                      <a:pt x="1" y="24"/>
                    </a:lnTo>
                    <a:lnTo>
                      <a:pt x="8" y="23"/>
                    </a:lnTo>
                    <a:lnTo>
                      <a:pt x="15" y="21"/>
                    </a:lnTo>
                    <a:lnTo>
                      <a:pt x="21" y="19"/>
                    </a:lnTo>
                    <a:lnTo>
                      <a:pt x="28" y="16"/>
                    </a:lnTo>
                    <a:lnTo>
                      <a:pt x="35" y="12"/>
                    </a:lnTo>
                    <a:lnTo>
                      <a:pt x="40" y="9"/>
                    </a:lnTo>
                    <a:lnTo>
                      <a:pt x="46" y="4"/>
                    </a:lnTo>
                    <a:lnTo>
                      <a:pt x="52" y="0"/>
                    </a:lnTo>
                    <a:lnTo>
                      <a:pt x="55" y="5"/>
                    </a:lnTo>
                    <a:lnTo>
                      <a:pt x="60" y="11"/>
                    </a:lnTo>
                    <a:lnTo>
                      <a:pt x="61" y="17"/>
                    </a:lnTo>
                    <a:lnTo>
                      <a:pt x="60" y="2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1" name="Freeform 32"/>
              <p:cNvSpPr/>
              <p:nvPr/>
            </p:nvSpPr>
            <p:spPr>
              <a:xfrm>
                <a:off x="2575" y="2356"/>
                <a:ext cx="97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95" h="103">
                    <a:moveTo>
                      <a:pt x="107" y="98"/>
                    </a:moveTo>
                    <a:lnTo>
                      <a:pt x="127" y="94"/>
                    </a:lnTo>
                    <a:lnTo>
                      <a:pt x="144" y="87"/>
                    </a:lnTo>
                    <a:lnTo>
                      <a:pt x="160" y="80"/>
                    </a:lnTo>
                    <a:lnTo>
                      <a:pt x="174" y="71"/>
                    </a:lnTo>
                    <a:lnTo>
                      <a:pt x="184" y="61"/>
                    </a:lnTo>
                    <a:lnTo>
                      <a:pt x="191" y="51"/>
                    </a:lnTo>
                    <a:lnTo>
                      <a:pt x="195" y="42"/>
                    </a:lnTo>
                    <a:lnTo>
                      <a:pt x="195" y="31"/>
                    </a:lnTo>
                    <a:lnTo>
                      <a:pt x="191" y="22"/>
                    </a:lnTo>
                    <a:lnTo>
                      <a:pt x="183" y="15"/>
                    </a:lnTo>
                    <a:lnTo>
                      <a:pt x="173" y="8"/>
                    </a:lnTo>
                    <a:lnTo>
                      <a:pt x="160" y="4"/>
                    </a:lnTo>
                    <a:lnTo>
                      <a:pt x="144" y="1"/>
                    </a:lnTo>
                    <a:lnTo>
                      <a:pt x="127" y="0"/>
                    </a:lnTo>
                    <a:lnTo>
                      <a:pt x="108" y="1"/>
                    </a:lnTo>
                    <a:lnTo>
                      <a:pt x="89" y="4"/>
                    </a:lnTo>
                    <a:lnTo>
                      <a:pt x="69" y="8"/>
                    </a:lnTo>
                    <a:lnTo>
                      <a:pt x="52" y="15"/>
                    </a:lnTo>
                    <a:lnTo>
                      <a:pt x="36" y="22"/>
                    </a:lnTo>
                    <a:lnTo>
                      <a:pt x="22" y="31"/>
                    </a:lnTo>
                    <a:lnTo>
                      <a:pt x="11" y="41"/>
                    </a:lnTo>
                    <a:lnTo>
                      <a:pt x="4" y="50"/>
                    </a:lnTo>
                    <a:lnTo>
                      <a:pt x="0" y="60"/>
                    </a:lnTo>
                    <a:lnTo>
                      <a:pt x="0" y="71"/>
                    </a:lnTo>
                    <a:lnTo>
                      <a:pt x="4" y="80"/>
                    </a:lnTo>
                    <a:lnTo>
                      <a:pt x="11" y="88"/>
                    </a:lnTo>
                    <a:lnTo>
                      <a:pt x="22" y="94"/>
                    </a:lnTo>
                    <a:lnTo>
                      <a:pt x="36" y="98"/>
                    </a:lnTo>
                    <a:lnTo>
                      <a:pt x="51" y="102"/>
                    </a:lnTo>
                    <a:lnTo>
                      <a:pt x="68" y="103"/>
                    </a:lnTo>
                    <a:lnTo>
                      <a:pt x="87" y="102"/>
                    </a:lnTo>
                    <a:lnTo>
                      <a:pt x="107" y="9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2" name="Freeform 33"/>
              <p:cNvSpPr/>
              <p:nvPr/>
            </p:nvSpPr>
            <p:spPr>
              <a:xfrm>
                <a:off x="2609" y="2201"/>
                <a:ext cx="8" cy="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6" h="17">
                    <a:moveTo>
                      <a:pt x="8" y="17"/>
                    </a:moveTo>
                    <a:lnTo>
                      <a:pt x="11" y="16"/>
                    </a:lnTo>
                    <a:lnTo>
                      <a:pt x="14" y="15"/>
                    </a:lnTo>
                    <a:lnTo>
                      <a:pt x="15" y="11"/>
                    </a:lnTo>
                    <a:lnTo>
                      <a:pt x="16" y="8"/>
                    </a:lnTo>
                    <a:lnTo>
                      <a:pt x="15" y="4"/>
                    </a:lnTo>
                    <a:lnTo>
                      <a:pt x="14" y="2"/>
                    </a:lnTo>
                    <a:lnTo>
                      <a:pt x="11" y="1"/>
                    </a:lnTo>
                    <a:lnTo>
                      <a:pt x="8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2" y="15"/>
                    </a:lnTo>
                    <a:lnTo>
                      <a:pt x="4" y="16"/>
                    </a:lnTo>
                    <a:lnTo>
                      <a:pt x="8" y="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3" name="Freeform 34"/>
              <p:cNvSpPr/>
              <p:nvPr/>
            </p:nvSpPr>
            <p:spPr>
              <a:xfrm>
                <a:off x="2570" y="2334"/>
                <a:ext cx="110" cy="63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221" h="124">
                    <a:moveTo>
                      <a:pt x="0" y="70"/>
                    </a:moveTo>
                    <a:lnTo>
                      <a:pt x="10" y="73"/>
                    </a:lnTo>
                    <a:lnTo>
                      <a:pt x="26" y="80"/>
                    </a:lnTo>
                    <a:lnTo>
                      <a:pt x="43" y="90"/>
                    </a:lnTo>
                    <a:lnTo>
                      <a:pt x="62" y="99"/>
                    </a:lnTo>
                    <a:lnTo>
                      <a:pt x="79" y="108"/>
                    </a:lnTo>
                    <a:lnTo>
                      <a:pt x="94" y="116"/>
                    </a:lnTo>
                    <a:lnTo>
                      <a:pt x="104" y="122"/>
                    </a:lnTo>
                    <a:lnTo>
                      <a:pt x="108" y="124"/>
                    </a:lnTo>
                    <a:lnTo>
                      <a:pt x="221" y="0"/>
                    </a:lnTo>
                    <a:lnTo>
                      <a:pt x="102" y="86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4" name="Freeform 35"/>
              <p:cNvSpPr/>
              <p:nvPr/>
            </p:nvSpPr>
            <p:spPr>
              <a:xfrm>
                <a:off x="2524" y="2074"/>
                <a:ext cx="128" cy="7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0" y="1"/>
                  </a:cxn>
                </a:cxnLst>
                <a:pathLst>
                  <a:path w="255" h="151">
                    <a:moveTo>
                      <a:pt x="0" y="14"/>
                    </a:moveTo>
                    <a:lnTo>
                      <a:pt x="3" y="14"/>
                    </a:lnTo>
                    <a:lnTo>
                      <a:pt x="9" y="13"/>
                    </a:lnTo>
                    <a:lnTo>
                      <a:pt x="18" y="11"/>
                    </a:lnTo>
                    <a:lnTo>
                      <a:pt x="29" y="9"/>
                    </a:lnTo>
                    <a:lnTo>
                      <a:pt x="44" y="8"/>
                    </a:lnTo>
                    <a:lnTo>
                      <a:pt x="62" y="8"/>
                    </a:lnTo>
                    <a:lnTo>
                      <a:pt x="80" y="11"/>
                    </a:lnTo>
                    <a:lnTo>
                      <a:pt x="100" y="13"/>
                    </a:lnTo>
                    <a:lnTo>
                      <a:pt x="120" y="19"/>
                    </a:lnTo>
                    <a:lnTo>
                      <a:pt x="142" y="27"/>
                    </a:lnTo>
                    <a:lnTo>
                      <a:pt x="163" y="38"/>
                    </a:lnTo>
                    <a:lnTo>
                      <a:pt x="184" y="52"/>
                    </a:lnTo>
                    <a:lnTo>
                      <a:pt x="203" y="70"/>
                    </a:lnTo>
                    <a:lnTo>
                      <a:pt x="223" y="92"/>
                    </a:lnTo>
                    <a:lnTo>
                      <a:pt x="240" y="119"/>
                    </a:lnTo>
                    <a:lnTo>
                      <a:pt x="255" y="151"/>
                    </a:lnTo>
                    <a:lnTo>
                      <a:pt x="255" y="149"/>
                    </a:lnTo>
                    <a:lnTo>
                      <a:pt x="253" y="143"/>
                    </a:lnTo>
                    <a:lnTo>
                      <a:pt x="249" y="133"/>
                    </a:lnTo>
                    <a:lnTo>
                      <a:pt x="245" y="120"/>
                    </a:lnTo>
                    <a:lnTo>
                      <a:pt x="239" y="106"/>
                    </a:lnTo>
                    <a:lnTo>
                      <a:pt x="231" y="90"/>
                    </a:lnTo>
                    <a:lnTo>
                      <a:pt x="221" y="74"/>
                    </a:lnTo>
                    <a:lnTo>
                      <a:pt x="208" y="58"/>
                    </a:lnTo>
                    <a:lnTo>
                      <a:pt x="193" y="42"/>
                    </a:lnTo>
                    <a:lnTo>
                      <a:pt x="174" y="28"/>
                    </a:lnTo>
                    <a:lnTo>
                      <a:pt x="154" y="16"/>
                    </a:lnTo>
                    <a:lnTo>
                      <a:pt x="131" y="7"/>
                    </a:lnTo>
                    <a:lnTo>
                      <a:pt x="103" y="1"/>
                    </a:lnTo>
                    <a:lnTo>
                      <a:pt x="73" y="0"/>
                    </a:lnTo>
                    <a:lnTo>
                      <a:pt x="38" y="5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5" name="Freeform 36"/>
              <p:cNvSpPr/>
              <p:nvPr/>
            </p:nvSpPr>
            <p:spPr>
              <a:xfrm>
                <a:off x="2578" y="2107"/>
                <a:ext cx="53" cy="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106" h="94">
                    <a:moveTo>
                      <a:pt x="0" y="0"/>
                    </a:moveTo>
                    <a:lnTo>
                      <a:pt x="3" y="1"/>
                    </a:lnTo>
                    <a:lnTo>
                      <a:pt x="11" y="4"/>
                    </a:lnTo>
                    <a:lnTo>
                      <a:pt x="25" y="10"/>
                    </a:lnTo>
                    <a:lnTo>
                      <a:pt x="41" y="18"/>
                    </a:lnTo>
                    <a:lnTo>
                      <a:pt x="58" y="31"/>
                    </a:lnTo>
                    <a:lnTo>
                      <a:pt x="76" y="47"/>
                    </a:lnTo>
                    <a:lnTo>
                      <a:pt x="92" y="69"/>
                    </a:lnTo>
                    <a:lnTo>
                      <a:pt x="106" y="94"/>
                    </a:lnTo>
                    <a:lnTo>
                      <a:pt x="104" y="91"/>
                    </a:lnTo>
                    <a:lnTo>
                      <a:pt x="102" y="79"/>
                    </a:lnTo>
                    <a:lnTo>
                      <a:pt x="98" y="65"/>
                    </a:lnTo>
                    <a:lnTo>
                      <a:pt x="88" y="48"/>
                    </a:lnTo>
                    <a:lnTo>
                      <a:pt x="76" y="31"/>
                    </a:lnTo>
                    <a:lnTo>
                      <a:pt x="56" y="16"/>
                    </a:lnTo>
                    <a:lnTo>
                      <a:pt x="3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6" name="Freeform 37"/>
              <p:cNvSpPr/>
              <p:nvPr/>
            </p:nvSpPr>
            <p:spPr>
              <a:xfrm>
                <a:off x="2481" y="2143"/>
                <a:ext cx="63" cy="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pathLst>
                  <a:path w="126" h="43">
                    <a:moveTo>
                      <a:pt x="0" y="42"/>
                    </a:moveTo>
                    <a:lnTo>
                      <a:pt x="2" y="38"/>
                    </a:lnTo>
                    <a:lnTo>
                      <a:pt x="8" y="28"/>
                    </a:lnTo>
                    <a:lnTo>
                      <a:pt x="18" y="16"/>
                    </a:lnTo>
                    <a:lnTo>
                      <a:pt x="32" y="6"/>
                    </a:lnTo>
                    <a:lnTo>
                      <a:pt x="50" y="0"/>
                    </a:lnTo>
                    <a:lnTo>
                      <a:pt x="71" y="2"/>
                    </a:lnTo>
                    <a:lnTo>
                      <a:pt x="97" y="15"/>
                    </a:lnTo>
                    <a:lnTo>
                      <a:pt x="126" y="43"/>
                    </a:lnTo>
                    <a:lnTo>
                      <a:pt x="122" y="41"/>
                    </a:lnTo>
                    <a:lnTo>
                      <a:pt x="113" y="34"/>
                    </a:lnTo>
                    <a:lnTo>
                      <a:pt x="99" y="26"/>
                    </a:lnTo>
                    <a:lnTo>
                      <a:pt x="82" y="18"/>
                    </a:lnTo>
                    <a:lnTo>
                      <a:pt x="61" y="13"/>
                    </a:lnTo>
                    <a:lnTo>
                      <a:pt x="40" y="14"/>
                    </a:lnTo>
                    <a:lnTo>
                      <a:pt x="20" y="23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7" name="Freeform 38"/>
              <p:cNvSpPr/>
              <p:nvPr/>
            </p:nvSpPr>
            <p:spPr>
              <a:xfrm>
                <a:off x="2730" y="2474"/>
                <a:ext cx="76" cy="1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pathLst>
                  <a:path w="152" h="299">
                    <a:moveTo>
                      <a:pt x="0" y="0"/>
                    </a:moveTo>
                    <a:lnTo>
                      <a:pt x="7" y="3"/>
                    </a:lnTo>
                    <a:lnTo>
                      <a:pt x="23" y="12"/>
                    </a:lnTo>
                    <a:lnTo>
                      <a:pt x="47" y="28"/>
                    </a:lnTo>
                    <a:lnTo>
                      <a:pt x="75" y="55"/>
                    </a:lnTo>
                    <a:lnTo>
                      <a:pt x="102" y="93"/>
                    </a:lnTo>
                    <a:lnTo>
                      <a:pt x="127" y="146"/>
                    </a:lnTo>
                    <a:lnTo>
                      <a:pt x="143" y="213"/>
                    </a:lnTo>
                    <a:lnTo>
                      <a:pt x="148" y="299"/>
                    </a:lnTo>
                    <a:lnTo>
                      <a:pt x="148" y="295"/>
                    </a:lnTo>
                    <a:lnTo>
                      <a:pt x="150" y="287"/>
                    </a:lnTo>
                    <a:lnTo>
                      <a:pt x="151" y="275"/>
                    </a:lnTo>
                    <a:lnTo>
                      <a:pt x="152" y="257"/>
                    </a:lnTo>
                    <a:lnTo>
                      <a:pt x="152" y="237"/>
                    </a:lnTo>
                    <a:lnTo>
                      <a:pt x="151" y="213"/>
                    </a:lnTo>
                    <a:lnTo>
                      <a:pt x="150" y="188"/>
                    </a:lnTo>
                    <a:lnTo>
                      <a:pt x="145" y="163"/>
                    </a:lnTo>
                    <a:lnTo>
                      <a:pt x="139" y="136"/>
                    </a:lnTo>
                    <a:lnTo>
                      <a:pt x="130" y="110"/>
                    </a:lnTo>
                    <a:lnTo>
                      <a:pt x="119" y="84"/>
                    </a:lnTo>
                    <a:lnTo>
                      <a:pt x="102" y="61"/>
                    </a:lnTo>
                    <a:lnTo>
                      <a:pt x="84" y="41"/>
                    </a:lnTo>
                    <a:lnTo>
                      <a:pt x="61" y="23"/>
                    </a:lnTo>
                    <a:lnTo>
                      <a:pt x="32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8" name="Freeform 39"/>
              <p:cNvSpPr/>
              <p:nvPr/>
            </p:nvSpPr>
            <p:spPr>
              <a:xfrm>
                <a:off x="2566" y="2519"/>
                <a:ext cx="13" cy="11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pathLst>
                  <a:path w="25" h="222">
                    <a:moveTo>
                      <a:pt x="25" y="0"/>
                    </a:moveTo>
                    <a:lnTo>
                      <a:pt x="23" y="6"/>
                    </a:lnTo>
                    <a:lnTo>
                      <a:pt x="17" y="21"/>
                    </a:lnTo>
                    <a:lnTo>
                      <a:pt x="10" y="44"/>
                    </a:lnTo>
                    <a:lnTo>
                      <a:pt x="3" y="73"/>
                    </a:lnTo>
                    <a:lnTo>
                      <a:pt x="0" y="108"/>
                    </a:lnTo>
                    <a:lnTo>
                      <a:pt x="1" y="144"/>
                    </a:lnTo>
                    <a:lnTo>
                      <a:pt x="9" y="184"/>
                    </a:lnTo>
                    <a:lnTo>
                      <a:pt x="25" y="222"/>
                    </a:lnTo>
                    <a:lnTo>
                      <a:pt x="20" y="200"/>
                    </a:lnTo>
                    <a:lnTo>
                      <a:pt x="13" y="144"/>
                    </a:lnTo>
                    <a:lnTo>
                      <a:pt x="11" y="7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19" name="Freeform 40"/>
              <p:cNvSpPr/>
              <p:nvPr/>
            </p:nvSpPr>
            <p:spPr>
              <a:xfrm>
                <a:off x="2594" y="2509"/>
                <a:ext cx="61" cy="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122" h="26">
                    <a:moveTo>
                      <a:pt x="0" y="0"/>
                    </a:moveTo>
                    <a:lnTo>
                      <a:pt x="1" y="1"/>
                    </a:lnTo>
                    <a:lnTo>
                      <a:pt x="3" y="5"/>
                    </a:lnTo>
                    <a:lnTo>
                      <a:pt x="9" y="11"/>
                    </a:lnTo>
                    <a:lnTo>
                      <a:pt x="19" y="17"/>
                    </a:lnTo>
                    <a:lnTo>
                      <a:pt x="34" y="22"/>
                    </a:lnTo>
                    <a:lnTo>
                      <a:pt x="56" y="25"/>
                    </a:lnTo>
                    <a:lnTo>
                      <a:pt x="85" y="26"/>
                    </a:lnTo>
                    <a:lnTo>
                      <a:pt x="122" y="23"/>
                    </a:lnTo>
                    <a:lnTo>
                      <a:pt x="119" y="23"/>
                    </a:lnTo>
                    <a:lnTo>
                      <a:pt x="109" y="22"/>
                    </a:lnTo>
                    <a:lnTo>
                      <a:pt x="94" y="20"/>
                    </a:lnTo>
                    <a:lnTo>
                      <a:pt x="77" y="19"/>
                    </a:lnTo>
                    <a:lnTo>
                      <a:pt x="58" y="16"/>
                    </a:lnTo>
                    <a:lnTo>
                      <a:pt x="38" y="12"/>
                    </a:lnTo>
                    <a:lnTo>
                      <a:pt x="17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6120" name="AutoShape 41" descr="褐色大理石"/>
            <p:cNvSpPr/>
            <p:nvPr/>
          </p:nvSpPr>
          <p:spPr>
            <a:xfrm>
              <a:off x="1475" y="3377"/>
              <a:ext cx="2928" cy="144"/>
            </a:xfrm>
            <a:prstGeom prst="cube">
              <a:avLst>
                <a:gd name="adj" fmla="val 83472"/>
              </a:avLst>
            </a:prstGeom>
            <a:blipFill rotWithShape="1">
              <a:blip r:embed="rId1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21" name="Freeform 42"/>
            <p:cNvSpPr/>
            <p:nvPr/>
          </p:nvSpPr>
          <p:spPr>
            <a:xfrm>
              <a:off x="2941" y="3513"/>
              <a:ext cx="96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96" y="0"/>
                </a:cxn>
              </a:cxnLst>
              <a:pathLst>
                <a:path w="96" h="132">
                  <a:moveTo>
                    <a:pt x="0" y="132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6122" name="Group 43"/>
            <p:cNvGrpSpPr/>
            <p:nvPr/>
          </p:nvGrpSpPr>
          <p:grpSpPr>
            <a:xfrm>
              <a:off x="1553" y="2957"/>
              <a:ext cx="288" cy="480"/>
              <a:chOff x="3744" y="2228"/>
              <a:chExt cx="486" cy="668"/>
            </a:xfrm>
          </p:grpSpPr>
          <p:sp>
            <p:nvSpPr>
              <p:cNvPr id="46123" name="Freeform 44"/>
              <p:cNvSpPr/>
              <p:nvPr/>
            </p:nvSpPr>
            <p:spPr>
              <a:xfrm>
                <a:off x="3744" y="2228"/>
                <a:ext cx="486" cy="66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971" h="1334">
                    <a:moveTo>
                      <a:pt x="646" y="61"/>
                    </a:moveTo>
                    <a:lnTo>
                      <a:pt x="652" y="69"/>
                    </a:lnTo>
                    <a:lnTo>
                      <a:pt x="657" y="78"/>
                    </a:lnTo>
                    <a:lnTo>
                      <a:pt x="661" y="86"/>
                    </a:lnTo>
                    <a:lnTo>
                      <a:pt x="666" y="95"/>
                    </a:lnTo>
                    <a:lnTo>
                      <a:pt x="669" y="104"/>
                    </a:lnTo>
                    <a:lnTo>
                      <a:pt x="673" y="114"/>
                    </a:lnTo>
                    <a:lnTo>
                      <a:pt x="677" y="123"/>
                    </a:lnTo>
                    <a:lnTo>
                      <a:pt x="682" y="132"/>
                    </a:lnTo>
                    <a:lnTo>
                      <a:pt x="690" y="153"/>
                    </a:lnTo>
                    <a:lnTo>
                      <a:pt x="697" y="175"/>
                    </a:lnTo>
                    <a:lnTo>
                      <a:pt x="700" y="198"/>
                    </a:lnTo>
                    <a:lnTo>
                      <a:pt x="703" y="222"/>
                    </a:lnTo>
                    <a:lnTo>
                      <a:pt x="700" y="246"/>
                    </a:lnTo>
                    <a:lnTo>
                      <a:pt x="696" y="269"/>
                    </a:lnTo>
                    <a:lnTo>
                      <a:pt x="689" y="291"/>
                    </a:lnTo>
                    <a:lnTo>
                      <a:pt x="677" y="312"/>
                    </a:lnTo>
                    <a:lnTo>
                      <a:pt x="666" y="328"/>
                    </a:lnTo>
                    <a:lnTo>
                      <a:pt x="653" y="344"/>
                    </a:lnTo>
                    <a:lnTo>
                      <a:pt x="640" y="360"/>
                    </a:lnTo>
                    <a:lnTo>
                      <a:pt x="629" y="377"/>
                    </a:lnTo>
                    <a:lnTo>
                      <a:pt x="621" y="396"/>
                    </a:lnTo>
                    <a:lnTo>
                      <a:pt x="616" y="414"/>
                    </a:lnTo>
                    <a:lnTo>
                      <a:pt x="615" y="434"/>
                    </a:lnTo>
                    <a:lnTo>
                      <a:pt x="621" y="454"/>
                    </a:lnTo>
                    <a:lnTo>
                      <a:pt x="639" y="457"/>
                    </a:lnTo>
                    <a:lnTo>
                      <a:pt x="657" y="457"/>
                    </a:lnTo>
                    <a:lnTo>
                      <a:pt x="674" y="457"/>
                    </a:lnTo>
                    <a:lnTo>
                      <a:pt x="691" y="456"/>
                    </a:lnTo>
                    <a:lnTo>
                      <a:pt x="708" y="452"/>
                    </a:lnTo>
                    <a:lnTo>
                      <a:pt x="725" y="449"/>
                    </a:lnTo>
                    <a:lnTo>
                      <a:pt x="741" y="443"/>
                    </a:lnTo>
                    <a:lnTo>
                      <a:pt x="757" y="437"/>
                    </a:lnTo>
                    <a:lnTo>
                      <a:pt x="772" y="430"/>
                    </a:lnTo>
                    <a:lnTo>
                      <a:pt x="787" y="422"/>
                    </a:lnTo>
                    <a:lnTo>
                      <a:pt x="801" y="413"/>
                    </a:lnTo>
                    <a:lnTo>
                      <a:pt x="814" y="403"/>
                    </a:lnTo>
                    <a:lnTo>
                      <a:pt x="827" y="391"/>
                    </a:lnTo>
                    <a:lnTo>
                      <a:pt x="840" y="380"/>
                    </a:lnTo>
                    <a:lnTo>
                      <a:pt x="852" y="366"/>
                    </a:lnTo>
                    <a:lnTo>
                      <a:pt x="864" y="352"/>
                    </a:lnTo>
                    <a:lnTo>
                      <a:pt x="871" y="342"/>
                    </a:lnTo>
                    <a:lnTo>
                      <a:pt x="878" y="331"/>
                    </a:lnTo>
                    <a:lnTo>
                      <a:pt x="881" y="320"/>
                    </a:lnTo>
                    <a:lnTo>
                      <a:pt x="884" y="307"/>
                    </a:lnTo>
                    <a:lnTo>
                      <a:pt x="879" y="304"/>
                    </a:lnTo>
                    <a:lnTo>
                      <a:pt x="874" y="301"/>
                    </a:lnTo>
                    <a:lnTo>
                      <a:pt x="870" y="298"/>
                    </a:lnTo>
                    <a:lnTo>
                      <a:pt x="864" y="294"/>
                    </a:lnTo>
                    <a:lnTo>
                      <a:pt x="859" y="290"/>
                    </a:lnTo>
                    <a:lnTo>
                      <a:pt x="855" y="286"/>
                    </a:lnTo>
                    <a:lnTo>
                      <a:pt x="850" y="282"/>
                    </a:lnTo>
                    <a:lnTo>
                      <a:pt x="847" y="276"/>
                    </a:lnTo>
                    <a:lnTo>
                      <a:pt x="842" y="263"/>
                    </a:lnTo>
                    <a:lnTo>
                      <a:pt x="840" y="251"/>
                    </a:lnTo>
                    <a:lnTo>
                      <a:pt x="841" y="238"/>
                    </a:lnTo>
                    <a:lnTo>
                      <a:pt x="844" y="225"/>
                    </a:lnTo>
                    <a:lnTo>
                      <a:pt x="850" y="216"/>
                    </a:lnTo>
                    <a:lnTo>
                      <a:pt x="857" y="209"/>
                    </a:lnTo>
                    <a:lnTo>
                      <a:pt x="864" y="202"/>
                    </a:lnTo>
                    <a:lnTo>
                      <a:pt x="873" y="198"/>
                    </a:lnTo>
                    <a:lnTo>
                      <a:pt x="882" y="195"/>
                    </a:lnTo>
                    <a:lnTo>
                      <a:pt x="893" y="193"/>
                    </a:lnTo>
                    <a:lnTo>
                      <a:pt x="903" y="192"/>
                    </a:lnTo>
                    <a:lnTo>
                      <a:pt x="914" y="192"/>
                    </a:lnTo>
                    <a:lnTo>
                      <a:pt x="923" y="193"/>
                    </a:lnTo>
                    <a:lnTo>
                      <a:pt x="932" y="197"/>
                    </a:lnTo>
                    <a:lnTo>
                      <a:pt x="941" y="201"/>
                    </a:lnTo>
                    <a:lnTo>
                      <a:pt x="949" y="207"/>
                    </a:lnTo>
                    <a:lnTo>
                      <a:pt x="956" y="214"/>
                    </a:lnTo>
                    <a:lnTo>
                      <a:pt x="962" y="222"/>
                    </a:lnTo>
                    <a:lnTo>
                      <a:pt x="968" y="230"/>
                    </a:lnTo>
                    <a:lnTo>
                      <a:pt x="971" y="239"/>
                    </a:lnTo>
                    <a:lnTo>
                      <a:pt x="971" y="244"/>
                    </a:lnTo>
                    <a:lnTo>
                      <a:pt x="970" y="246"/>
                    </a:lnTo>
                    <a:lnTo>
                      <a:pt x="967" y="247"/>
                    </a:lnTo>
                    <a:lnTo>
                      <a:pt x="964" y="249"/>
                    </a:lnTo>
                    <a:lnTo>
                      <a:pt x="955" y="262"/>
                    </a:lnTo>
                    <a:lnTo>
                      <a:pt x="948" y="276"/>
                    </a:lnTo>
                    <a:lnTo>
                      <a:pt x="943" y="290"/>
                    </a:lnTo>
                    <a:lnTo>
                      <a:pt x="942" y="306"/>
                    </a:lnTo>
                    <a:lnTo>
                      <a:pt x="942" y="328"/>
                    </a:lnTo>
                    <a:lnTo>
                      <a:pt x="940" y="349"/>
                    </a:lnTo>
                    <a:lnTo>
                      <a:pt x="938" y="369"/>
                    </a:lnTo>
                    <a:lnTo>
                      <a:pt x="933" y="390"/>
                    </a:lnTo>
                    <a:lnTo>
                      <a:pt x="929" y="411"/>
                    </a:lnTo>
                    <a:lnTo>
                      <a:pt x="923" y="430"/>
                    </a:lnTo>
                    <a:lnTo>
                      <a:pt x="916" y="450"/>
                    </a:lnTo>
                    <a:lnTo>
                      <a:pt x="909" y="469"/>
                    </a:lnTo>
                    <a:lnTo>
                      <a:pt x="902" y="486"/>
                    </a:lnTo>
                    <a:lnTo>
                      <a:pt x="894" y="502"/>
                    </a:lnTo>
                    <a:lnTo>
                      <a:pt x="885" y="517"/>
                    </a:lnTo>
                    <a:lnTo>
                      <a:pt x="876" y="532"/>
                    </a:lnTo>
                    <a:lnTo>
                      <a:pt x="864" y="547"/>
                    </a:lnTo>
                    <a:lnTo>
                      <a:pt x="851" y="560"/>
                    </a:lnTo>
                    <a:lnTo>
                      <a:pt x="839" y="573"/>
                    </a:lnTo>
                    <a:lnTo>
                      <a:pt x="825" y="586"/>
                    </a:lnTo>
                    <a:lnTo>
                      <a:pt x="811" y="597"/>
                    </a:lnTo>
                    <a:lnTo>
                      <a:pt x="796" y="608"/>
                    </a:lnTo>
                    <a:lnTo>
                      <a:pt x="780" y="618"/>
                    </a:lnTo>
                    <a:lnTo>
                      <a:pt x="765" y="626"/>
                    </a:lnTo>
                    <a:lnTo>
                      <a:pt x="748" y="634"/>
                    </a:lnTo>
                    <a:lnTo>
                      <a:pt x="731" y="640"/>
                    </a:lnTo>
                    <a:lnTo>
                      <a:pt x="715" y="646"/>
                    </a:lnTo>
                    <a:lnTo>
                      <a:pt x="698" y="649"/>
                    </a:lnTo>
                    <a:lnTo>
                      <a:pt x="696" y="651"/>
                    </a:lnTo>
                    <a:lnTo>
                      <a:pt x="693" y="665"/>
                    </a:lnTo>
                    <a:lnTo>
                      <a:pt x="689" y="678"/>
                    </a:lnTo>
                    <a:lnTo>
                      <a:pt x="682" y="691"/>
                    </a:lnTo>
                    <a:lnTo>
                      <a:pt x="675" y="702"/>
                    </a:lnTo>
                    <a:lnTo>
                      <a:pt x="667" y="715"/>
                    </a:lnTo>
                    <a:lnTo>
                      <a:pt x="659" y="726"/>
                    </a:lnTo>
                    <a:lnTo>
                      <a:pt x="651" y="738"/>
                    </a:lnTo>
                    <a:lnTo>
                      <a:pt x="643" y="749"/>
                    </a:lnTo>
                    <a:lnTo>
                      <a:pt x="631" y="780"/>
                    </a:lnTo>
                    <a:lnTo>
                      <a:pt x="630" y="816"/>
                    </a:lnTo>
                    <a:lnTo>
                      <a:pt x="634" y="852"/>
                    </a:lnTo>
                    <a:lnTo>
                      <a:pt x="637" y="888"/>
                    </a:lnTo>
                    <a:lnTo>
                      <a:pt x="639" y="919"/>
                    </a:lnTo>
                    <a:lnTo>
                      <a:pt x="640" y="951"/>
                    </a:lnTo>
                    <a:lnTo>
                      <a:pt x="640" y="982"/>
                    </a:lnTo>
                    <a:lnTo>
                      <a:pt x="639" y="1013"/>
                    </a:lnTo>
                    <a:lnTo>
                      <a:pt x="635" y="1044"/>
                    </a:lnTo>
                    <a:lnTo>
                      <a:pt x="627" y="1073"/>
                    </a:lnTo>
                    <a:lnTo>
                      <a:pt x="614" y="1101"/>
                    </a:lnTo>
                    <a:lnTo>
                      <a:pt x="598" y="1126"/>
                    </a:lnTo>
                    <a:lnTo>
                      <a:pt x="591" y="1135"/>
                    </a:lnTo>
                    <a:lnTo>
                      <a:pt x="584" y="1144"/>
                    </a:lnTo>
                    <a:lnTo>
                      <a:pt x="576" y="1154"/>
                    </a:lnTo>
                    <a:lnTo>
                      <a:pt x="569" y="1162"/>
                    </a:lnTo>
                    <a:lnTo>
                      <a:pt x="561" y="1171"/>
                    </a:lnTo>
                    <a:lnTo>
                      <a:pt x="553" y="1179"/>
                    </a:lnTo>
                    <a:lnTo>
                      <a:pt x="545" y="1187"/>
                    </a:lnTo>
                    <a:lnTo>
                      <a:pt x="536" y="1194"/>
                    </a:lnTo>
                    <a:lnTo>
                      <a:pt x="534" y="1198"/>
                    </a:lnTo>
                    <a:lnTo>
                      <a:pt x="532" y="1212"/>
                    </a:lnTo>
                    <a:lnTo>
                      <a:pt x="528" y="1232"/>
                    </a:lnTo>
                    <a:lnTo>
                      <a:pt x="522" y="1255"/>
                    </a:lnTo>
                    <a:lnTo>
                      <a:pt x="516" y="1280"/>
                    </a:lnTo>
                    <a:lnTo>
                      <a:pt x="510" y="1302"/>
                    </a:lnTo>
                    <a:lnTo>
                      <a:pt x="506" y="1322"/>
                    </a:lnTo>
                    <a:lnTo>
                      <a:pt x="501" y="1334"/>
                    </a:lnTo>
                    <a:lnTo>
                      <a:pt x="494" y="1331"/>
                    </a:lnTo>
                    <a:lnTo>
                      <a:pt x="488" y="1325"/>
                    </a:lnTo>
                    <a:lnTo>
                      <a:pt x="481" y="1318"/>
                    </a:lnTo>
                    <a:lnTo>
                      <a:pt x="476" y="1312"/>
                    </a:lnTo>
                    <a:lnTo>
                      <a:pt x="468" y="1304"/>
                    </a:lnTo>
                    <a:lnTo>
                      <a:pt x="460" y="1296"/>
                    </a:lnTo>
                    <a:lnTo>
                      <a:pt x="453" y="1287"/>
                    </a:lnTo>
                    <a:lnTo>
                      <a:pt x="445" y="1278"/>
                    </a:lnTo>
                    <a:lnTo>
                      <a:pt x="439" y="1269"/>
                    </a:lnTo>
                    <a:lnTo>
                      <a:pt x="433" y="1259"/>
                    </a:lnTo>
                    <a:lnTo>
                      <a:pt x="427" y="1250"/>
                    </a:lnTo>
                    <a:lnTo>
                      <a:pt x="424" y="1240"/>
                    </a:lnTo>
                    <a:lnTo>
                      <a:pt x="422" y="1219"/>
                    </a:lnTo>
                    <a:lnTo>
                      <a:pt x="428" y="1201"/>
                    </a:lnTo>
                    <a:lnTo>
                      <a:pt x="438" y="1181"/>
                    </a:lnTo>
                    <a:lnTo>
                      <a:pt x="446" y="1163"/>
                    </a:lnTo>
                    <a:lnTo>
                      <a:pt x="451" y="1122"/>
                    </a:lnTo>
                    <a:lnTo>
                      <a:pt x="451" y="1082"/>
                    </a:lnTo>
                    <a:lnTo>
                      <a:pt x="443" y="1044"/>
                    </a:lnTo>
                    <a:lnTo>
                      <a:pt x="430" y="1008"/>
                    </a:lnTo>
                    <a:lnTo>
                      <a:pt x="418" y="991"/>
                    </a:lnTo>
                    <a:lnTo>
                      <a:pt x="404" y="978"/>
                    </a:lnTo>
                    <a:lnTo>
                      <a:pt x="389" y="968"/>
                    </a:lnTo>
                    <a:lnTo>
                      <a:pt x="372" y="960"/>
                    </a:lnTo>
                    <a:lnTo>
                      <a:pt x="352" y="955"/>
                    </a:lnTo>
                    <a:lnTo>
                      <a:pt x="334" y="952"/>
                    </a:lnTo>
                    <a:lnTo>
                      <a:pt x="313" y="951"/>
                    </a:lnTo>
                    <a:lnTo>
                      <a:pt x="294" y="952"/>
                    </a:lnTo>
                    <a:lnTo>
                      <a:pt x="271" y="954"/>
                    </a:lnTo>
                    <a:lnTo>
                      <a:pt x="249" y="958"/>
                    </a:lnTo>
                    <a:lnTo>
                      <a:pt x="227" y="964"/>
                    </a:lnTo>
                    <a:lnTo>
                      <a:pt x="205" y="972"/>
                    </a:lnTo>
                    <a:lnTo>
                      <a:pt x="185" y="981"/>
                    </a:lnTo>
                    <a:lnTo>
                      <a:pt x="167" y="995"/>
                    </a:lnTo>
                    <a:lnTo>
                      <a:pt x="151" y="1010"/>
                    </a:lnTo>
                    <a:lnTo>
                      <a:pt x="136" y="1029"/>
                    </a:lnTo>
                    <a:lnTo>
                      <a:pt x="133" y="1046"/>
                    </a:lnTo>
                    <a:lnTo>
                      <a:pt x="135" y="1072"/>
                    </a:lnTo>
                    <a:lnTo>
                      <a:pt x="136" y="1097"/>
                    </a:lnTo>
                    <a:lnTo>
                      <a:pt x="132" y="1112"/>
                    </a:lnTo>
                    <a:lnTo>
                      <a:pt x="125" y="1114"/>
                    </a:lnTo>
                    <a:lnTo>
                      <a:pt x="113" y="1118"/>
                    </a:lnTo>
                    <a:lnTo>
                      <a:pt x="97" y="1120"/>
                    </a:lnTo>
                    <a:lnTo>
                      <a:pt x="76" y="1122"/>
                    </a:lnTo>
                    <a:lnTo>
                      <a:pt x="55" y="1125"/>
                    </a:lnTo>
                    <a:lnTo>
                      <a:pt x="34" y="1126"/>
                    </a:lnTo>
                    <a:lnTo>
                      <a:pt x="17" y="1125"/>
                    </a:lnTo>
                    <a:lnTo>
                      <a:pt x="3" y="1124"/>
                    </a:lnTo>
                    <a:lnTo>
                      <a:pt x="9" y="1111"/>
                    </a:lnTo>
                    <a:lnTo>
                      <a:pt x="17" y="1099"/>
                    </a:lnTo>
                    <a:lnTo>
                      <a:pt x="25" y="1089"/>
                    </a:lnTo>
                    <a:lnTo>
                      <a:pt x="34" y="1078"/>
                    </a:lnTo>
                    <a:lnTo>
                      <a:pt x="42" y="1067"/>
                    </a:lnTo>
                    <a:lnTo>
                      <a:pt x="50" y="1056"/>
                    </a:lnTo>
                    <a:lnTo>
                      <a:pt x="56" y="1043"/>
                    </a:lnTo>
                    <a:lnTo>
                      <a:pt x="59" y="1030"/>
                    </a:lnTo>
                    <a:lnTo>
                      <a:pt x="62" y="1000"/>
                    </a:lnTo>
                    <a:lnTo>
                      <a:pt x="67" y="970"/>
                    </a:lnTo>
                    <a:lnTo>
                      <a:pt x="72" y="943"/>
                    </a:lnTo>
                    <a:lnTo>
                      <a:pt x="80" y="915"/>
                    </a:lnTo>
                    <a:lnTo>
                      <a:pt x="91" y="890"/>
                    </a:lnTo>
                    <a:lnTo>
                      <a:pt x="106" y="867"/>
                    </a:lnTo>
                    <a:lnTo>
                      <a:pt x="123" y="845"/>
                    </a:lnTo>
                    <a:lnTo>
                      <a:pt x="146" y="825"/>
                    </a:lnTo>
                    <a:lnTo>
                      <a:pt x="151" y="822"/>
                    </a:lnTo>
                    <a:lnTo>
                      <a:pt x="155" y="818"/>
                    </a:lnTo>
                    <a:lnTo>
                      <a:pt x="160" y="814"/>
                    </a:lnTo>
                    <a:lnTo>
                      <a:pt x="165" y="810"/>
                    </a:lnTo>
                    <a:lnTo>
                      <a:pt x="169" y="807"/>
                    </a:lnTo>
                    <a:lnTo>
                      <a:pt x="174" y="803"/>
                    </a:lnTo>
                    <a:lnTo>
                      <a:pt x="178" y="800"/>
                    </a:lnTo>
                    <a:lnTo>
                      <a:pt x="183" y="798"/>
                    </a:lnTo>
                    <a:lnTo>
                      <a:pt x="185" y="776"/>
                    </a:lnTo>
                    <a:lnTo>
                      <a:pt x="188" y="754"/>
                    </a:lnTo>
                    <a:lnTo>
                      <a:pt x="186" y="732"/>
                    </a:lnTo>
                    <a:lnTo>
                      <a:pt x="181" y="711"/>
                    </a:lnTo>
                    <a:lnTo>
                      <a:pt x="175" y="696"/>
                    </a:lnTo>
                    <a:lnTo>
                      <a:pt x="169" y="681"/>
                    </a:lnTo>
                    <a:lnTo>
                      <a:pt x="166" y="666"/>
                    </a:lnTo>
                    <a:lnTo>
                      <a:pt x="161" y="651"/>
                    </a:lnTo>
                    <a:lnTo>
                      <a:pt x="158" y="636"/>
                    </a:lnTo>
                    <a:lnTo>
                      <a:pt x="152" y="621"/>
                    </a:lnTo>
                    <a:lnTo>
                      <a:pt x="146" y="606"/>
                    </a:lnTo>
                    <a:lnTo>
                      <a:pt x="138" y="593"/>
                    </a:lnTo>
                    <a:lnTo>
                      <a:pt x="120" y="565"/>
                    </a:lnTo>
                    <a:lnTo>
                      <a:pt x="102" y="537"/>
                    </a:lnTo>
                    <a:lnTo>
                      <a:pt x="86" y="510"/>
                    </a:lnTo>
                    <a:lnTo>
                      <a:pt x="71" y="482"/>
                    </a:lnTo>
                    <a:lnTo>
                      <a:pt x="57" y="454"/>
                    </a:lnTo>
                    <a:lnTo>
                      <a:pt x="47" y="425"/>
                    </a:lnTo>
                    <a:lnTo>
                      <a:pt x="39" y="395"/>
                    </a:lnTo>
                    <a:lnTo>
                      <a:pt x="34" y="363"/>
                    </a:lnTo>
                    <a:lnTo>
                      <a:pt x="33" y="335"/>
                    </a:lnTo>
                    <a:lnTo>
                      <a:pt x="34" y="306"/>
                    </a:lnTo>
                    <a:lnTo>
                      <a:pt x="31" y="278"/>
                    </a:lnTo>
                    <a:lnTo>
                      <a:pt x="21" y="253"/>
                    </a:lnTo>
                    <a:lnTo>
                      <a:pt x="15" y="246"/>
                    </a:lnTo>
                    <a:lnTo>
                      <a:pt x="8" y="239"/>
                    </a:lnTo>
                    <a:lnTo>
                      <a:pt x="2" y="231"/>
                    </a:lnTo>
                    <a:lnTo>
                      <a:pt x="0" y="222"/>
                    </a:lnTo>
                    <a:lnTo>
                      <a:pt x="2" y="210"/>
                    </a:lnTo>
                    <a:lnTo>
                      <a:pt x="6" y="200"/>
                    </a:lnTo>
                    <a:lnTo>
                      <a:pt x="12" y="192"/>
                    </a:lnTo>
                    <a:lnTo>
                      <a:pt x="21" y="184"/>
                    </a:lnTo>
                    <a:lnTo>
                      <a:pt x="32" y="178"/>
                    </a:lnTo>
                    <a:lnTo>
                      <a:pt x="44" y="173"/>
                    </a:lnTo>
                    <a:lnTo>
                      <a:pt x="56" y="172"/>
                    </a:lnTo>
                    <a:lnTo>
                      <a:pt x="69" y="171"/>
                    </a:lnTo>
                    <a:lnTo>
                      <a:pt x="82" y="173"/>
                    </a:lnTo>
                    <a:lnTo>
                      <a:pt x="94" y="176"/>
                    </a:lnTo>
                    <a:lnTo>
                      <a:pt x="106" y="180"/>
                    </a:lnTo>
                    <a:lnTo>
                      <a:pt x="116" y="186"/>
                    </a:lnTo>
                    <a:lnTo>
                      <a:pt x="127" y="194"/>
                    </a:lnTo>
                    <a:lnTo>
                      <a:pt x="135" y="203"/>
                    </a:lnTo>
                    <a:lnTo>
                      <a:pt x="142" y="214"/>
                    </a:lnTo>
                    <a:lnTo>
                      <a:pt x="145" y="226"/>
                    </a:lnTo>
                    <a:lnTo>
                      <a:pt x="144" y="241"/>
                    </a:lnTo>
                    <a:lnTo>
                      <a:pt x="139" y="254"/>
                    </a:lnTo>
                    <a:lnTo>
                      <a:pt x="130" y="266"/>
                    </a:lnTo>
                    <a:lnTo>
                      <a:pt x="118" y="275"/>
                    </a:lnTo>
                    <a:lnTo>
                      <a:pt x="116" y="276"/>
                    </a:lnTo>
                    <a:lnTo>
                      <a:pt x="115" y="276"/>
                    </a:lnTo>
                    <a:lnTo>
                      <a:pt x="114" y="277"/>
                    </a:lnTo>
                    <a:lnTo>
                      <a:pt x="113" y="279"/>
                    </a:lnTo>
                    <a:lnTo>
                      <a:pt x="117" y="308"/>
                    </a:lnTo>
                    <a:lnTo>
                      <a:pt x="125" y="338"/>
                    </a:lnTo>
                    <a:lnTo>
                      <a:pt x="137" y="366"/>
                    </a:lnTo>
                    <a:lnTo>
                      <a:pt x="152" y="391"/>
                    </a:lnTo>
                    <a:lnTo>
                      <a:pt x="170" y="415"/>
                    </a:lnTo>
                    <a:lnTo>
                      <a:pt x="192" y="437"/>
                    </a:lnTo>
                    <a:lnTo>
                      <a:pt x="216" y="454"/>
                    </a:lnTo>
                    <a:lnTo>
                      <a:pt x="244" y="468"/>
                    </a:lnTo>
                    <a:lnTo>
                      <a:pt x="251" y="471"/>
                    </a:lnTo>
                    <a:lnTo>
                      <a:pt x="258" y="473"/>
                    </a:lnTo>
                    <a:lnTo>
                      <a:pt x="265" y="475"/>
                    </a:lnTo>
                    <a:lnTo>
                      <a:pt x="273" y="478"/>
                    </a:lnTo>
                    <a:lnTo>
                      <a:pt x="280" y="480"/>
                    </a:lnTo>
                    <a:lnTo>
                      <a:pt x="287" y="482"/>
                    </a:lnTo>
                    <a:lnTo>
                      <a:pt x="295" y="483"/>
                    </a:lnTo>
                    <a:lnTo>
                      <a:pt x="302" y="486"/>
                    </a:lnTo>
                    <a:lnTo>
                      <a:pt x="302" y="452"/>
                    </a:lnTo>
                    <a:lnTo>
                      <a:pt x="294" y="450"/>
                    </a:lnTo>
                    <a:lnTo>
                      <a:pt x="286" y="448"/>
                    </a:lnTo>
                    <a:lnTo>
                      <a:pt x="276" y="445"/>
                    </a:lnTo>
                    <a:lnTo>
                      <a:pt x="268" y="442"/>
                    </a:lnTo>
                    <a:lnTo>
                      <a:pt x="260" y="438"/>
                    </a:lnTo>
                    <a:lnTo>
                      <a:pt x="253" y="435"/>
                    </a:lnTo>
                    <a:lnTo>
                      <a:pt x="248" y="429"/>
                    </a:lnTo>
                    <a:lnTo>
                      <a:pt x="244" y="421"/>
                    </a:lnTo>
                    <a:lnTo>
                      <a:pt x="243" y="412"/>
                    </a:lnTo>
                    <a:lnTo>
                      <a:pt x="245" y="401"/>
                    </a:lnTo>
                    <a:lnTo>
                      <a:pt x="249" y="391"/>
                    </a:lnTo>
                    <a:lnTo>
                      <a:pt x="251" y="382"/>
                    </a:lnTo>
                    <a:lnTo>
                      <a:pt x="258" y="340"/>
                    </a:lnTo>
                    <a:lnTo>
                      <a:pt x="253" y="336"/>
                    </a:lnTo>
                    <a:lnTo>
                      <a:pt x="249" y="331"/>
                    </a:lnTo>
                    <a:lnTo>
                      <a:pt x="246" y="325"/>
                    </a:lnTo>
                    <a:lnTo>
                      <a:pt x="246" y="320"/>
                    </a:lnTo>
                    <a:lnTo>
                      <a:pt x="250" y="308"/>
                    </a:lnTo>
                    <a:lnTo>
                      <a:pt x="257" y="299"/>
                    </a:lnTo>
                    <a:lnTo>
                      <a:pt x="262" y="289"/>
                    </a:lnTo>
                    <a:lnTo>
                      <a:pt x="262" y="277"/>
                    </a:lnTo>
                    <a:lnTo>
                      <a:pt x="228" y="268"/>
                    </a:lnTo>
                    <a:lnTo>
                      <a:pt x="224" y="264"/>
                    </a:lnTo>
                    <a:lnTo>
                      <a:pt x="223" y="260"/>
                    </a:lnTo>
                    <a:lnTo>
                      <a:pt x="223" y="255"/>
                    </a:lnTo>
                    <a:lnTo>
                      <a:pt x="226" y="252"/>
                    </a:lnTo>
                    <a:lnTo>
                      <a:pt x="231" y="239"/>
                    </a:lnTo>
                    <a:lnTo>
                      <a:pt x="237" y="226"/>
                    </a:lnTo>
                    <a:lnTo>
                      <a:pt x="244" y="214"/>
                    </a:lnTo>
                    <a:lnTo>
                      <a:pt x="251" y="202"/>
                    </a:lnTo>
                    <a:lnTo>
                      <a:pt x="258" y="190"/>
                    </a:lnTo>
                    <a:lnTo>
                      <a:pt x="265" y="178"/>
                    </a:lnTo>
                    <a:lnTo>
                      <a:pt x="273" y="165"/>
                    </a:lnTo>
                    <a:lnTo>
                      <a:pt x="280" y="154"/>
                    </a:lnTo>
                    <a:lnTo>
                      <a:pt x="287" y="142"/>
                    </a:lnTo>
                    <a:lnTo>
                      <a:pt x="295" y="132"/>
                    </a:lnTo>
                    <a:lnTo>
                      <a:pt x="304" y="123"/>
                    </a:lnTo>
                    <a:lnTo>
                      <a:pt x="313" y="112"/>
                    </a:lnTo>
                    <a:lnTo>
                      <a:pt x="322" y="103"/>
                    </a:lnTo>
                    <a:lnTo>
                      <a:pt x="333" y="93"/>
                    </a:lnTo>
                    <a:lnTo>
                      <a:pt x="342" y="84"/>
                    </a:lnTo>
                    <a:lnTo>
                      <a:pt x="352" y="74"/>
                    </a:lnTo>
                    <a:lnTo>
                      <a:pt x="360" y="70"/>
                    </a:lnTo>
                    <a:lnTo>
                      <a:pt x="349" y="62"/>
                    </a:lnTo>
                    <a:lnTo>
                      <a:pt x="340" y="51"/>
                    </a:lnTo>
                    <a:lnTo>
                      <a:pt x="332" y="40"/>
                    </a:lnTo>
                    <a:lnTo>
                      <a:pt x="327" y="27"/>
                    </a:lnTo>
                    <a:lnTo>
                      <a:pt x="332" y="32"/>
                    </a:lnTo>
                    <a:lnTo>
                      <a:pt x="337" y="36"/>
                    </a:lnTo>
                    <a:lnTo>
                      <a:pt x="343" y="40"/>
                    </a:lnTo>
                    <a:lnTo>
                      <a:pt x="350" y="42"/>
                    </a:lnTo>
                    <a:lnTo>
                      <a:pt x="357" y="43"/>
                    </a:lnTo>
                    <a:lnTo>
                      <a:pt x="365" y="43"/>
                    </a:lnTo>
                    <a:lnTo>
                      <a:pt x="372" y="43"/>
                    </a:lnTo>
                    <a:lnTo>
                      <a:pt x="379" y="41"/>
                    </a:lnTo>
                    <a:lnTo>
                      <a:pt x="390" y="36"/>
                    </a:lnTo>
                    <a:lnTo>
                      <a:pt x="403" y="32"/>
                    </a:lnTo>
                    <a:lnTo>
                      <a:pt x="415" y="26"/>
                    </a:lnTo>
                    <a:lnTo>
                      <a:pt x="426" y="21"/>
                    </a:lnTo>
                    <a:lnTo>
                      <a:pt x="439" y="16"/>
                    </a:lnTo>
                    <a:lnTo>
                      <a:pt x="450" y="11"/>
                    </a:lnTo>
                    <a:lnTo>
                      <a:pt x="463" y="6"/>
                    </a:lnTo>
                    <a:lnTo>
                      <a:pt x="476" y="3"/>
                    </a:lnTo>
                    <a:lnTo>
                      <a:pt x="492" y="1"/>
                    </a:lnTo>
                    <a:lnTo>
                      <a:pt x="508" y="0"/>
                    </a:lnTo>
                    <a:lnTo>
                      <a:pt x="525" y="0"/>
                    </a:lnTo>
                    <a:lnTo>
                      <a:pt x="541" y="1"/>
                    </a:lnTo>
                    <a:lnTo>
                      <a:pt x="557" y="3"/>
                    </a:lnTo>
                    <a:lnTo>
                      <a:pt x="574" y="8"/>
                    </a:lnTo>
                    <a:lnTo>
                      <a:pt x="589" y="12"/>
                    </a:lnTo>
                    <a:lnTo>
                      <a:pt x="602" y="19"/>
                    </a:lnTo>
                    <a:lnTo>
                      <a:pt x="609" y="23"/>
                    </a:lnTo>
                    <a:lnTo>
                      <a:pt x="615" y="27"/>
                    </a:lnTo>
                    <a:lnTo>
                      <a:pt x="621" y="32"/>
                    </a:lnTo>
                    <a:lnTo>
                      <a:pt x="627" y="38"/>
                    </a:lnTo>
                    <a:lnTo>
                      <a:pt x="632" y="43"/>
                    </a:lnTo>
                    <a:lnTo>
                      <a:pt x="637" y="49"/>
                    </a:lnTo>
                    <a:lnTo>
                      <a:pt x="642" y="55"/>
                    </a:lnTo>
                    <a:lnTo>
                      <a:pt x="646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24" name="Freeform 45"/>
              <p:cNvSpPr/>
              <p:nvPr/>
            </p:nvSpPr>
            <p:spPr>
              <a:xfrm>
                <a:off x="3864" y="2253"/>
                <a:ext cx="178" cy="253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356" h="506">
                    <a:moveTo>
                      <a:pt x="252" y="0"/>
                    </a:moveTo>
                    <a:lnTo>
                      <a:pt x="246" y="6"/>
                    </a:lnTo>
                    <a:lnTo>
                      <a:pt x="239" y="12"/>
                    </a:lnTo>
                    <a:lnTo>
                      <a:pt x="233" y="17"/>
                    </a:lnTo>
                    <a:lnTo>
                      <a:pt x="226" y="22"/>
                    </a:lnTo>
                    <a:lnTo>
                      <a:pt x="219" y="27"/>
                    </a:lnTo>
                    <a:lnTo>
                      <a:pt x="212" y="30"/>
                    </a:lnTo>
                    <a:lnTo>
                      <a:pt x="206" y="33"/>
                    </a:lnTo>
                    <a:lnTo>
                      <a:pt x="199" y="37"/>
                    </a:lnTo>
                    <a:lnTo>
                      <a:pt x="196" y="38"/>
                    </a:lnTo>
                    <a:lnTo>
                      <a:pt x="194" y="38"/>
                    </a:lnTo>
                    <a:lnTo>
                      <a:pt x="191" y="38"/>
                    </a:lnTo>
                    <a:lnTo>
                      <a:pt x="188" y="38"/>
                    </a:lnTo>
                    <a:lnTo>
                      <a:pt x="207" y="40"/>
                    </a:lnTo>
                    <a:lnTo>
                      <a:pt x="225" y="38"/>
                    </a:lnTo>
                    <a:lnTo>
                      <a:pt x="242" y="31"/>
                    </a:lnTo>
                    <a:lnTo>
                      <a:pt x="261" y="24"/>
                    </a:lnTo>
                    <a:lnTo>
                      <a:pt x="278" y="20"/>
                    </a:lnTo>
                    <a:lnTo>
                      <a:pt x="295" y="19"/>
                    </a:lnTo>
                    <a:lnTo>
                      <a:pt x="312" y="23"/>
                    </a:lnTo>
                    <a:lnTo>
                      <a:pt x="329" y="36"/>
                    </a:lnTo>
                    <a:lnTo>
                      <a:pt x="317" y="43"/>
                    </a:lnTo>
                    <a:lnTo>
                      <a:pt x="306" y="50"/>
                    </a:lnTo>
                    <a:lnTo>
                      <a:pt x="294" y="59"/>
                    </a:lnTo>
                    <a:lnTo>
                      <a:pt x="285" y="69"/>
                    </a:lnTo>
                    <a:lnTo>
                      <a:pt x="277" y="81"/>
                    </a:lnTo>
                    <a:lnTo>
                      <a:pt x="270" y="92"/>
                    </a:lnTo>
                    <a:lnTo>
                      <a:pt x="265" y="105"/>
                    </a:lnTo>
                    <a:lnTo>
                      <a:pt x="264" y="119"/>
                    </a:lnTo>
                    <a:lnTo>
                      <a:pt x="265" y="137"/>
                    </a:lnTo>
                    <a:lnTo>
                      <a:pt x="269" y="156"/>
                    </a:lnTo>
                    <a:lnTo>
                      <a:pt x="270" y="174"/>
                    </a:lnTo>
                    <a:lnTo>
                      <a:pt x="268" y="192"/>
                    </a:lnTo>
                    <a:lnTo>
                      <a:pt x="261" y="210"/>
                    </a:lnTo>
                    <a:lnTo>
                      <a:pt x="254" y="226"/>
                    </a:lnTo>
                    <a:lnTo>
                      <a:pt x="246" y="241"/>
                    </a:lnTo>
                    <a:lnTo>
                      <a:pt x="238" y="257"/>
                    </a:lnTo>
                    <a:lnTo>
                      <a:pt x="240" y="257"/>
                    </a:lnTo>
                    <a:lnTo>
                      <a:pt x="250" y="245"/>
                    </a:lnTo>
                    <a:lnTo>
                      <a:pt x="262" y="233"/>
                    </a:lnTo>
                    <a:lnTo>
                      <a:pt x="272" y="219"/>
                    </a:lnTo>
                    <a:lnTo>
                      <a:pt x="284" y="206"/>
                    </a:lnTo>
                    <a:lnTo>
                      <a:pt x="295" y="196"/>
                    </a:lnTo>
                    <a:lnTo>
                      <a:pt x="309" y="188"/>
                    </a:lnTo>
                    <a:lnTo>
                      <a:pt x="324" y="186"/>
                    </a:lnTo>
                    <a:lnTo>
                      <a:pt x="340" y="190"/>
                    </a:lnTo>
                    <a:lnTo>
                      <a:pt x="345" y="194"/>
                    </a:lnTo>
                    <a:lnTo>
                      <a:pt x="347" y="197"/>
                    </a:lnTo>
                    <a:lnTo>
                      <a:pt x="348" y="203"/>
                    </a:lnTo>
                    <a:lnTo>
                      <a:pt x="348" y="207"/>
                    </a:lnTo>
                    <a:lnTo>
                      <a:pt x="346" y="219"/>
                    </a:lnTo>
                    <a:lnTo>
                      <a:pt x="342" y="229"/>
                    </a:lnTo>
                    <a:lnTo>
                      <a:pt x="333" y="240"/>
                    </a:lnTo>
                    <a:lnTo>
                      <a:pt x="324" y="245"/>
                    </a:lnTo>
                    <a:lnTo>
                      <a:pt x="317" y="248"/>
                    </a:lnTo>
                    <a:lnTo>
                      <a:pt x="310" y="249"/>
                    </a:lnTo>
                    <a:lnTo>
                      <a:pt x="302" y="249"/>
                    </a:lnTo>
                    <a:lnTo>
                      <a:pt x="295" y="249"/>
                    </a:lnTo>
                    <a:lnTo>
                      <a:pt x="287" y="248"/>
                    </a:lnTo>
                    <a:lnTo>
                      <a:pt x="280" y="245"/>
                    </a:lnTo>
                    <a:lnTo>
                      <a:pt x="274" y="243"/>
                    </a:lnTo>
                    <a:lnTo>
                      <a:pt x="268" y="241"/>
                    </a:lnTo>
                    <a:lnTo>
                      <a:pt x="269" y="250"/>
                    </a:lnTo>
                    <a:lnTo>
                      <a:pt x="276" y="257"/>
                    </a:lnTo>
                    <a:lnTo>
                      <a:pt x="284" y="262"/>
                    </a:lnTo>
                    <a:lnTo>
                      <a:pt x="292" y="266"/>
                    </a:lnTo>
                    <a:lnTo>
                      <a:pt x="325" y="270"/>
                    </a:lnTo>
                    <a:lnTo>
                      <a:pt x="336" y="282"/>
                    </a:lnTo>
                    <a:lnTo>
                      <a:pt x="343" y="297"/>
                    </a:lnTo>
                    <a:lnTo>
                      <a:pt x="346" y="313"/>
                    </a:lnTo>
                    <a:lnTo>
                      <a:pt x="348" y="329"/>
                    </a:lnTo>
                    <a:lnTo>
                      <a:pt x="350" y="347"/>
                    </a:lnTo>
                    <a:lnTo>
                      <a:pt x="350" y="364"/>
                    </a:lnTo>
                    <a:lnTo>
                      <a:pt x="351" y="380"/>
                    </a:lnTo>
                    <a:lnTo>
                      <a:pt x="354" y="396"/>
                    </a:lnTo>
                    <a:lnTo>
                      <a:pt x="356" y="402"/>
                    </a:lnTo>
                    <a:lnTo>
                      <a:pt x="348" y="415"/>
                    </a:lnTo>
                    <a:lnTo>
                      <a:pt x="339" y="426"/>
                    </a:lnTo>
                    <a:lnTo>
                      <a:pt x="330" y="438"/>
                    </a:lnTo>
                    <a:lnTo>
                      <a:pt x="320" y="448"/>
                    </a:lnTo>
                    <a:lnTo>
                      <a:pt x="309" y="458"/>
                    </a:lnTo>
                    <a:lnTo>
                      <a:pt x="299" y="468"/>
                    </a:lnTo>
                    <a:lnTo>
                      <a:pt x="286" y="476"/>
                    </a:lnTo>
                    <a:lnTo>
                      <a:pt x="275" y="483"/>
                    </a:lnTo>
                    <a:lnTo>
                      <a:pt x="262" y="490"/>
                    </a:lnTo>
                    <a:lnTo>
                      <a:pt x="249" y="494"/>
                    </a:lnTo>
                    <a:lnTo>
                      <a:pt x="236" y="499"/>
                    </a:lnTo>
                    <a:lnTo>
                      <a:pt x="222" y="502"/>
                    </a:lnTo>
                    <a:lnTo>
                      <a:pt x="208" y="505"/>
                    </a:lnTo>
                    <a:lnTo>
                      <a:pt x="194" y="506"/>
                    </a:lnTo>
                    <a:lnTo>
                      <a:pt x="179" y="506"/>
                    </a:lnTo>
                    <a:lnTo>
                      <a:pt x="164" y="505"/>
                    </a:lnTo>
                    <a:lnTo>
                      <a:pt x="153" y="503"/>
                    </a:lnTo>
                    <a:lnTo>
                      <a:pt x="141" y="501"/>
                    </a:lnTo>
                    <a:lnTo>
                      <a:pt x="130" y="498"/>
                    </a:lnTo>
                    <a:lnTo>
                      <a:pt x="119" y="493"/>
                    </a:lnTo>
                    <a:lnTo>
                      <a:pt x="109" y="487"/>
                    </a:lnTo>
                    <a:lnTo>
                      <a:pt x="101" y="479"/>
                    </a:lnTo>
                    <a:lnTo>
                      <a:pt x="94" y="470"/>
                    </a:lnTo>
                    <a:lnTo>
                      <a:pt x="89" y="457"/>
                    </a:lnTo>
                    <a:lnTo>
                      <a:pt x="87" y="445"/>
                    </a:lnTo>
                    <a:lnTo>
                      <a:pt x="85" y="433"/>
                    </a:lnTo>
                    <a:lnTo>
                      <a:pt x="83" y="420"/>
                    </a:lnTo>
                    <a:lnTo>
                      <a:pt x="82" y="408"/>
                    </a:lnTo>
                    <a:lnTo>
                      <a:pt x="104" y="408"/>
                    </a:lnTo>
                    <a:lnTo>
                      <a:pt x="126" y="405"/>
                    </a:lnTo>
                    <a:lnTo>
                      <a:pt x="146" y="401"/>
                    </a:lnTo>
                    <a:lnTo>
                      <a:pt x="165" y="395"/>
                    </a:lnTo>
                    <a:lnTo>
                      <a:pt x="184" y="388"/>
                    </a:lnTo>
                    <a:lnTo>
                      <a:pt x="202" y="379"/>
                    </a:lnTo>
                    <a:lnTo>
                      <a:pt x="219" y="367"/>
                    </a:lnTo>
                    <a:lnTo>
                      <a:pt x="236" y="355"/>
                    </a:lnTo>
                    <a:lnTo>
                      <a:pt x="245" y="347"/>
                    </a:lnTo>
                    <a:lnTo>
                      <a:pt x="253" y="339"/>
                    </a:lnTo>
                    <a:lnTo>
                      <a:pt x="262" y="329"/>
                    </a:lnTo>
                    <a:lnTo>
                      <a:pt x="270" y="320"/>
                    </a:lnTo>
                    <a:lnTo>
                      <a:pt x="277" y="310"/>
                    </a:lnTo>
                    <a:lnTo>
                      <a:pt x="284" y="301"/>
                    </a:lnTo>
                    <a:lnTo>
                      <a:pt x="291" y="290"/>
                    </a:lnTo>
                    <a:lnTo>
                      <a:pt x="297" y="280"/>
                    </a:lnTo>
                    <a:lnTo>
                      <a:pt x="291" y="286"/>
                    </a:lnTo>
                    <a:lnTo>
                      <a:pt x="285" y="293"/>
                    </a:lnTo>
                    <a:lnTo>
                      <a:pt x="279" y="300"/>
                    </a:lnTo>
                    <a:lnTo>
                      <a:pt x="272" y="306"/>
                    </a:lnTo>
                    <a:lnTo>
                      <a:pt x="256" y="319"/>
                    </a:lnTo>
                    <a:lnTo>
                      <a:pt x="241" y="331"/>
                    </a:lnTo>
                    <a:lnTo>
                      <a:pt x="224" y="341"/>
                    </a:lnTo>
                    <a:lnTo>
                      <a:pt x="208" y="350"/>
                    </a:lnTo>
                    <a:lnTo>
                      <a:pt x="189" y="359"/>
                    </a:lnTo>
                    <a:lnTo>
                      <a:pt x="172" y="365"/>
                    </a:lnTo>
                    <a:lnTo>
                      <a:pt x="153" y="371"/>
                    </a:lnTo>
                    <a:lnTo>
                      <a:pt x="133" y="373"/>
                    </a:lnTo>
                    <a:lnTo>
                      <a:pt x="121" y="374"/>
                    </a:lnTo>
                    <a:lnTo>
                      <a:pt x="110" y="374"/>
                    </a:lnTo>
                    <a:lnTo>
                      <a:pt x="98" y="374"/>
                    </a:lnTo>
                    <a:lnTo>
                      <a:pt x="87" y="374"/>
                    </a:lnTo>
                    <a:lnTo>
                      <a:pt x="75" y="374"/>
                    </a:lnTo>
                    <a:lnTo>
                      <a:pt x="64" y="373"/>
                    </a:lnTo>
                    <a:lnTo>
                      <a:pt x="53" y="372"/>
                    </a:lnTo>
                    <a:lnTo>
                      <a:pt x="42" y="371"/>
                    </a:lnTo>
                    <a:lnTo>
                      <a:pt x="36" y="369"/>
                    </a:lnTo>
                    <a:lnTo>
                      <a:pt x="35" y="363"/>
                    </a:lnTo>
                    <a:lnTo>
                      <a:pt x="35" y="357"/>
                    </a:lnTo>
                    <a:lnTo>
                      <a:pt x="36" y="351"/>
                    </a:lnTo>
                    <a:lnTo>
                      <a:pt x="40" y="338"/>
                    </a:lnTo>
                    <a:lnTo>
                      <a:pt x="44" y="324"/>
                    </a:lnTo>
                    <a:lnTo>
                      <a:pt x="47" y="310"/>
                    </a:lnTo>
                    <a:lnTo>
                      <a:pt x="45" y="295"/>
                    </a:lnTo>
                    <a:lnTo>
                      <a:pt x="42" y="290"/>
                    </a:lnTo>
                    <a:lnTo>
                      <a:pt x="36" y="286"/>
                    </a:lnTo>
                    <a:lnTo>
                      <a:pt x="32" y="281"/>
                    </a:lnTo>
                    <a:lnTo>
                      <a:pt x="29" y="275"/>
                    </a:lnTo>
                    <a:lnTo>
                      <a:pt x="30" y="266"/>
                    </a:lnTo>
                    <a:lnTo>
                      <a:pt x="41" y="271"/>
                    </a:lnTo>
                    <a:lnTo>
                      <a:pt x="51" y="273"/>
                    </a:lnTo>
                    <a:lnTo>
                      <a:pt x="63" y="274"/>
                    </a:lnTo>
                    <a:lnTo>
                      <a:pt x="74" y="273"/>
                    </a:lnTo>
                    <a:lnTo>
                      <a:pt x="86" y="272"/>
                    </a:lnTo>
                    <a:lnTo>
                      <a:pt x="97" y="268"/>
                    </a:lnTo>
                    <a:lnTo>
                      <a:pt x="106" y="264"/>
                    </a:lnTo>
                    <a:lnTo>
                      <a:pt x="116" y="257"/>
                    </a:lnTo>
                    <a:lnTo>
                      <a:pt x="118" y="253"/>
                    </a:lnTo>
                    <a:lnTo>
                      <a:pt x="120" y="250"/>
                    </a:lnTo>
                    <a:lnTo>
                      <a:pt x="123" y="247"/>
                    </a:lnTo>
                    <a:lnTo>
                      <a:pt x="124" y="243"/>
                    </a:lnTo>
                    <a:lnTo>
                      <a:pt x="115" y="248"/>
                    </a:lnTo>
                    <a:lnTo>
                      <a:pt x="105" y="252"/>
                    </a:lnTo>
                    <a:lnTo>
                      <a:pt x="95" y="256"/>
                    </a:lnTo>
                    <a:lnTo>
                      <a:pt x="83" y="258"/>
                    </a:lnTo>
                    <a:lnTo>
                      <a:pt x="73" y="259"/>
                    </a:lnTo>
                    <a:lnTo>
                      <a:pt x="62" y="258"/>
                    </a:lnTo>
                    <a:lnTo>
                      <a:pt x="50" y="257"/>
                    </a:lnTo>
                    <a:lnTo>
                      <a:pt x="40" y="253"/>
                    </a:lnTo>
                    <a:lnTo>
                      <a:pt x="44" y="244"/>
                    </a:lnTo>
                    <a:lnTo>
                      <a:pt x="47" y="237"/>
                    </a:lnTo>
                    <a:lnTo>
                      <a:pt x="49" y="234"/>
                    </a:lnTo>
                    <a:lnTo>
                      <a:pt x="50" y="233"/>
                    </a:lnTo>
                    <a:lnTo>
                      <a:pt x="57" y="234"/>
                    </a:lnTo>
                    <a:lnTo>
                      <a:pt x="65" y="234"/>
                    </a:lnTo>
                    <a:lnTo>
                      <a:pt x="72" y="234"/>
                    </a:lnTo>
                    <a:lnTo>
                      <a:pt x="79" y="230"/>
                    </a:lnTo>
                    <a:lnTo>
                      <a:pt x="82" y="227"/>
                    </a:lnTo>
                    <a:lnTo>
                      <a:pt x="86" y="224"/>
                    </a:lnTo>
                    <a:lnTo>
                      <a:pt x="87" y="219"/>
                    </a:lnTo>
                    <a:lnTo>
                      <a:pt x="88" y="214"/>
                    </a:lnTo>
                    <a:lnTo>
                      <a:pt x="86" y="206"/>
                    </a:lnTo>
                    <a:lnTo>
                      <a:pt x="82" y="199"/>
                    </a:lnTo>
                    <a:lnTo>
                      <a:pt x="78" y="194"/>
                    </a:lnTo>
                    <a:lnTo>
                      <a:pt x="71" y="189"/>
                    </a:lnTo>
                    <a:lnTo>
                      <a:pt x="63" y="187"/>
                    </a:lnTo>
                    <a:lnTo>
                      <a:pt x="55" y="187"/>
                    </a:lnTo>
                    <a:lnTo>
                      <a:pt x="47" y="190"/>
                    </a:lnTo>
                    <a:lnTo>
                      <a:pt x="40" y="194"/>
                    </a:lnTo>
                    <a:lnTo>
                      <a:pt x="45" y="192"/>
                    </a:lnTo>
                    <a:lnTo>
                      <a:pt x="52" y="191"/>
                    </a:lnTo>
                    <a:lnTo>
                      <a:pt x="59" y="191"/>
                    </a:lnTo>
                    <a:lnTo>
                      <a:pt x="65" y="194"/>
                    </a:lnTo>
                    <a:lnTo>
                      <a:pt x="68" y="198"/>
                    </a:lnTo>
                    <a:lnTo>
                      <a:pt x="70" y="204"/>
                    </a:lnTo>
                    <a:lnTo>
                      <a:pt x="68" y="210"/>
                    </a:lnTo>
                    <a:lnTo>
                      <a:pt x="67" y="214"/>
                    </a:lnTo>
                    <a:lnTo>
                      <a:pt x="66" y="217"/>
                    </a:lnTo>
                    <a:lnTo>
                      <a:pt x="64" y="219"/>
                    </a:lnTo>
                    <a:lnTo>
                      <a:pt x="62" y="220"/>
                    </a:lnTo>
                    <a:lnTo>
                      <a:pt x="59" y="220"/>
                    </a:lnTo>
                    <a:lnTo>
                      <a:pt x="51" y="219"/>
                    </a:lnTo>
                    <a:lnTo>
                      <a:pt x="44" y="219"/>
                    </a:lnTo>
                    <a:lnTo>
                      <a:pt x="36" y="218"/>
                    </a:lnTo>
                    <a:lnTo>
                      <a:pt x="29" y="215"/>
                    </a:lnTo>
                    <a:lnTo>
                      <a:pt x="22" y="214"/>
                    </a:lnTo>
                    <a:lnTo>
                      <a:pt x="15" y="213"/>
                    </a:lnTo>
                    <a:lnTo>
                      <a:pt x="7" y="211"/>
                    </a:lnTo>
                    <a:lnTo>
                      <a:pt x="0" y="210"/>
                    </a:lnTo>
                    <a:lnTo>
                      <a:pt x="7" y="190"/>
                    </a:lnTo>
                    <a:lnTo>
                      <a:pt x="17" y="172"/>
                    </a:lnTo>
                    <a:lnTo>
                      <a:pt x="27" y="153"/>
                    </a:lnTo>
                    <a:lnTo>
                      <a:pt x="38" y="136"/>
                    </a:lnTo>
                    <a:lnTo>
                      <a:pt x="51" y="119"/>
                    </a:lnTo>
                    <a:lnTo>
                      <a:pt x="65" y="103"/>
                    </a:lnTo>
                    <a:lnTo>
                      <a:pt x="80" y="85"/>
                    </a:lnTo>
                    <a:lnTo>
                      <a:pt x="94" y="69"/>
                    </a:lnTo>
                    <a:lnTo>
                      <a:pt x="100" y="62"/>
                    </a:lnTo>
                    <a:lnTo>
                      <a:pt x="105" y="55"/>
                    </a:lnTo>
                    <a:lnTo>
                      <a:pt x="112" y="48"/>
                    </a:lnTo>
                    <a:lnTo>
                      <a:pt x="118" y="42"/>
                    </a:lnTo>
                    <a:lnTo>
                      <a:pt x="125" y="36"/>
                    </a:lnTo>
                    <a:lnTo>
                      <a:pt x="131" y="31"/>
                    </a:lnTo>
                    <a:lnTo>
                      <a:pt x="138" y="28"/>
                    </a:lnTo>
                    <a:lnTo>
                      <a:pt x="146" y="25"/>
                    </a:lnTo>
                    <a:lnTo>
                      <a:pt x="158" y="23"/>
                    </a:lnTo>
                    <a:lnTo>
                      <a:pt x="170" y="21"/>
                    </a:lnTo>
                    <a:lnTo>
                      <a:pt x="181" y="17"/>
                    </a:lnTo>
                    <a:lnTo>
                      <a:pt x="193" y="13"/>
                    </a:lnTo>
                    <a:lnTo>
                      <a:pt x="204" y="9"/>
                    </a:lnTo>
                    <a:lnTo>
                      <a:pt x="216" y="6"/>
                    </a:lnTo>
                    <a:lnTo>
                      <a:pt x="227" y="2"/>
                    </a:lnTo>
                    <a:lnTo>
                      <a:pt x="239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25" name="Freeform 46"/>
              <p:cNvSpPr/>
              <p:nvPr/>
            </p:nvSpPr>
            <p:spPr>
              <a:xfrm>
                <a:off x="3922" y="2293"/>
                <a:ext cx="64" cy="31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27" h="62">
                    <a:moveTo>
                      <a:pt x="127" y="62"/>
                    </a:moveTo>
                    <a:lnTo>
                      <a:pt x="117" y="54"/>
                    </a:lnTo>
                    <a:lnTo>
                      <a:pt x="107" y="44"/>
                    </a:lnTo>
                    <a:lnTo>
                      <a:pt x="98" y="36"/>
                    </a:lnTo>
                    <a:lnTo>
                      <a:pt x="87" y="27"/>
                    </a:lnTo>
                    <a:lnTo>
                      <a:pt x="77" y="21"/>
                    </a:lnTo>
                    <a:lnTo>
                      <a:pt x="67" y="16"/>
                    </a:lnTo>
                    <a:lnTo>
                      <a:pt x="54" y="13"/>
                    </a:lnTo>
                    <a:lnTo>
                      <a:pt x="41" y="15"/>
                    </a:lnTo>
                    <a:lnTo>
                      <a:pt x="0" y="15"/>
                    </a:lnTo>
                    <a:lnTo>
                      <a:pt x="9" y="9"/>
                    </a:lnTo>
                    <a:lnTo>
                      <a:pt x="19" y="5"/>
                    </a:lnTo>
                    <a:lnTo>
                      <a:pt x="30" y="2"/>
                    </a:lnTo>
                    <a:lnTo>
                      <a:pt x="41" y="0"/>
                    </a:lnTo>
                    <a:lnTo>
                      <a:pt x="53" y="0"/>
                    </a:lnTo>
                    <a:lnTo>
                      <a:pt x="64" y="1"/>
                    </a:lnTo>
                    <a:lnTo>
                      <a:pt x="75" y="3"/>
                    </a:lnTo>
                    <a:lnTo>
                      <a:pt x="85" y="9"/>
                    </a:lnTo>
                    <a:lnTo>
                      <a:pt x="92" y="13"/>
                    </a:lnTo>
                    <a:lnTo>
                      <a:pt x="98" y="19"/>
                    </a:lnTo>
                    <a:lnTo>
                      <a:pt x="104" y="26"/>
                    </a:lnTo>
                    <a:lnTo>
                      <a:pt x="109" y="33"/>
                    </a:lnTo>
                    <a:lnTo>
                      <a:pt x="114" y="40"/>
                    </a:lnTo>
                    <a:lnTo>
                      <a:pt x="119" y="47"/>
                    </a:lnTo>
                    <a:lnTo>
                      <a:pt x="123" y="55"/>
                    </a:lnTo>
                    <a:lnTo>
                      <a:pt x="127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26" name="Freeform 47"/>
              <p:cNvSpPr/>
              <p:nvPr/>
            </p:nvSpPr>
            <p:spPr>
              <a:xfrm>
                <a:off x="3921" y="2316"/>
                <a:ext cx="39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80" h="31">
                    <a:moveTo>
                      <a:pt x="80" y="7"/>
                    </a:moveTo>
                    <a:lnTo>
                      <a:pt x="75" y="13"/>
                    </a:lnTo>
                    <a:lnTo>
                      <a:pt x="68" y="20"/>
                    </a:lnTo>
                    <a:lnTo>
                      <a:pt x="63" y="25"/>
                    </a:lnTo>
                    <a:lnTo>
                      <a:pt x="56" y="28"/>
                    </a:lnTo>
                    <a:lnTo>
                      <a:pt x="48" y="30"/>
                    </a:lnTo>
                    <a:lnTo>
                      <a:pt x="40" y="31"/>
                    </a:lnTo>
                    <a:lnTo>
                      <a:pt x="31" y="31"/>
                    </a:lnTo>
                    <a:lnTo>
                      <a:pt x="23" y="30"/>
                    </a:lnTo>
                    <a:lnTo>
                      <a:pt x="14" y="26"/>
                    </a:lnTo>
                    <a:lnTo>
                      <a:pt x="7" y="19"/>
                    </a:lnTo>
                    <a:lnTo>
                      <a:pt x="3" y="11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0" y="4"/>
                    </a:lnTo>
                    <a:lnTo>
                      <a:pt x="19" y="8"/>
                    </a:lnTo>
                    <a:lnTo>
                      <a:pt x="28" y="10"/>
                    </a:lnTo>
                    <a:lnTo>
                      <a:pt x="38" y="11"/>
                    </a:lnTo>
                    <a:lnTo>
                      <a:pt x="50" y="11"/>
                    </a:lnTo>
                    <a:lnTo>
                      <a:pt x="60" y="11"/>
                    </a:lnTo>
                    <a:lnTo>
                      <a:pt x="70" y="9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27" name="Freeform 48"/>
              <p:cNvSpPr/>
              <p:nvPr/>
            </p:nvSpPr>
            <p:spPr>
              <a:xfrm>
                <a:off x="3756" y="2321"/>
                <a:ext cx="49" cy="43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98" h="85">
                    <a:moveTo>
                      <a:pt x="93" y="20"/>
                    </a:moveTo>
                    <a:lnTo>
                      <a:pt x="95" y="25"/>
                    </a:lnTo>
                    <a:lnTo>
                      <a:pt x="97" y="31"/>
                    </a:lnTo>
                    <a:lnTo>
                      <a:pt x="98" y="38"/>
                    </a:lnTo>
                    <a:lnTo>
                      <a:pt x="97" y="45"/>
                    </a:lnTo>
                    <a:lnTo>
                      <a:pt x="92" y="37"/>
                    </a:lnTo>
                    <a:lnTo>
                      <a:pt x="86" y="29"/>
                    </a:lnTo>
                    <a:lnTo>
                      <a:pt x="79" y="22"/>
                    </a:lnTo>
                    <a:lnTo>
                      <a:pt x="72" y="15"/>
                    </a:lnTo>
                    <a:lnTo>
                      <a:pt x="76" y="22"/>
                    </a:lnTo>
                    <a:lnTo>
                      <a:pt x="80" y="30"/>
                    </a:lnTo>
                    <a:lnTo>
                      <a:pt x="83" y="39"/>
                    </a:lnTo>
                    <a:lnTo>
                      <a:pt x="84" y="48"/>
                    </a:lnTo>
                    <a:lnTo>
                      <a:pt x="84" y="55"/>
                    </a:lnTo>
                    <a:lnTo>
                      <a:pt x="82" y="62"/>
                    </a:lnTo>
                    <a:lnTo>
                      <a:pt x="80" y="69"/>
                    </a:lnTo>
                    <a:lnTo>
                      <a:pt x="78" y="76"/>
                    </a:lnTo>
                    <a:lnTo>
                      <a:pt x="76" y="60"/>
                    </a:lnTo>
                    <a:lnTo>
                      <a:pt x="71" y="45"/>
                    </a:lnTo>
                    <a:lnTo>
                      <a:pt x="63" y="31"/>
                    </a:lnTo>
                    <a:lnTo>
                      <a:pt x="52" y="20"/>
                    </a:lnTo>
                    <a:lnTo>
                      <a:pt x="52" y="24"/>
                    </a:lnTo>
                    <a:lnTo>
                      <a:pt x="54" y="29"/>
                    </a:lnTo>
                    <a:lnTo>
                      <a:pt x="57" y="33"/>
                    </a:lnTo>
                    <a:lnTo>
                      <a:pt x="60" y="38"/>
                    </a:lnTo>
                    <a:lnTo>
                      <a:pt x="62" y="51"/>
                    </a:lnTo>
                    <a:lnTo>
                      <a:pt x="62" y="63"/>
                    </a:lnTo>
                    <a:lnTo>
                      <a:pt x="59" y="75"/>
                    </a:lnTo>
                    <a:lnTo>
                      <a:pt x="52" y="85"/>
                    </a:lnTo>
                    <a:lnTo>
                      <a:pt x="51" y="78"/>
                    </a:lnTo>
                    <a:lnTo>
                      <a:pt x="51" y="69"/>
                    </a:lnTo>
                    <a:lnTo>
                      <a:pt x="51" y="61"/>
                    </a:lnTo>
                    <a:lnTo>
                      <a:pt x="48" y="54"/>
                    </a:lnTo>
                    <a:lnTo>
                      <a:pt x="42" y="46"/>
                    </a:lnTo>
                    <a:lnTo>
                      <a:pt x="36" y="38"/>
                    </a:lnTo>
                    <a:lnTo>
                      <a:pt x="26" y="31"/>
                    </a:lnTo>
                    <a:lnTo>
                      <a:pt x="17" y="28"/>
                    </a:lnTo>
                    <a:lnTo>
                      <a:pt x="12" y="28"/>
                    </a:lnTo>
                    <a:lnTo>
                      <a:pt x="9" y="28"/>
                    </a:lnTo>
                    <a:lnTo>
                      <a:pt x="4" y="28"/>
                    </a:lnTo>
                    <a:lnTo>
                      <a:pt x="0" y="29"/>
                    </a:lnTo>
                    <a:lnTo>
                      <a:pt x="2" y="23"/>
                    </a:lnTo>
                    <a:lnTo>
                      <a:pt x="6" y="18"/>
                    </a:lnTo>
                    <a:lnTo>
                      <a:pt x="11" y="14"/>
                    </a:lnTo>
                    <a:lnTo>
                      <a:pt x="17" y="12"/>
                    </a:lnTo>
                    <a:lnTo>
                      <a:pt x="23" y="9"/>
                    </a:lnTo>
                    <a:lnTo>
                      <a:pt x="29" y="7"/>
                    </a:lnTo>
                    <a:lnTo>
                      <a:pt x="36" y="5"/>
                    </a:lnTo>
                    <a:lnTo>
                      <a:pt x="41" y="2"/>
                    </a:lnTo>
                    <a:lnTo>
                      <a:pt x="48" y="0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71" y="1"/>
                    </a:lnTo>
                    <a:lnTo>
                      <a:pt x="77" y="5"/>
                    </a:lnTo>
                    <a:lnTo>
                      <a:pt x="84" y="8"/>
                    </a:lnTo>
                    <a:lnTo>
                      <a:pt x="89" y="14"/>
                    </a:lnTo>
                    <a:lnTo>
                      <a:pt x="93" y="2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28" name="Freeform 49"/>
              <p:cNvSpPr/>
              <p:nvPr/>
            </p:nvSpPr>
            <p:spPr>
              <a:xfrm>
                <a:off x="4172" y="2330"/>
                <a:ext cx="50" cy="41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00" h="81">
                    <a:moveTo>
                      <a:pt x="78" y="7"/>
                    </a:moveTo>
                    <a:lnTo>
                      <a:pt x="85" y="14"/>
                    </a:lnTo>
                    <a:lnTo>
                      <a:pt x="90" y="21"/>
                    </a:lnTo>
                    <a:lnTo>
                      <a:pt x="94" y="29"/>
                    </a:lnTo>
                    <a:lnTo>
                      <a:pt x="100" y="36"/>
                    </a:lnTo>
                    <a:lnTo>
                      <a:pt x="91" y="38"/>
                    </a:lnTo>
                    <a:lnTo>
                      <a:pt x="82" y="41"/>
                    </a:lnTo>
                    <a:lnTo>
                      <a:pt x="74" y="46"/>
                    </a:lnTo>
                    <a:lnTo>
                      <a:pt x="68" y="55"/>
                    </a:lnTo>
                    <a:lnTo>
                      <a:pt x="67" y="63"/>
                    </a:lnTo>
                    <a:lnTo>
                      <a:pt x="64" y="72"/>
                    </a:lnTo>
                    <a:lnTo>
                      <a:pt x="62" y="79"/>
                    </a:lnTo>
                    <a:lnTo>
                      <a:pt x="54" y="81"/>
                    </a:lnTo>
                    <a:lnTo>
                      <a:pt x="49" y="80"/>
                    </a:lnTo>
                    <a:lnTo>
                      <a:pt x="45" y="75"/>
                    </a:lnTo>
                    <a:lnTo>
                      <a:pt x="41" y="70"/>
                    </a:lnTo>
                    <a:lnTo>
                      <a:pt x="40" y="65"/>
                    </a:lnTo>
                    <a:lnTo>
                      <a:pt x="41" y="52"/>
                    </a:lnTo>
                    <a:lnTo>
                      <a:pt x="47" y="42"/>
                    </a:lnTo>
                    <a:lnTo>
                      <a:pt x="55" y="33"/>
                    </a:lnTo>
                    <a:lnTo>
                      <a:pt x="64" y="25"/>
                    </a:lnTo>
                    <a:lnTo>
                      <a:pt x="60" y="23"/>
                    </a:lnTo>
                    <a:lnTo>
                      <a:pt x="56" y="25"/>
                    </a:lnTo>
                    <a:lnTo>
                      <a:pt x="52" y="26"/>
                    </a:lnTo>
                    <a:lnTo>
                      <a:pt x="48" y="28"/>
                    </a:lnTo>
                    <a:lnTo>
                      <a:pt x="41" y="34"/>
                    </a:lnTo>
                    <a:lnTo>
                      <a:pt x="34" y="41"/>
                    </a:lnTo>
                    <a:lnTo>
                      <a:pt x="30" y="49"/>
                    </a:lnTo>
                    <a:lnTo>
                      <a:pt x="27" y="57"/>
                    </a:lnTo>
                    <a:lnTo>
                      <a:pt x="26" y="63"/>
                    </a:lnTo>
                    <a:lnTo>
                      <a:pt x="27" y="70"/>
                    </a:lnTo>
                    <a:lnTo>
                      <a:pt x="27" y="75"/>
                    </a:lnTo>
                    <a:lnTo>
                      <a:pt x="30" y="81"/>
                    </a:lnTo>
                    <a:lnTo>
                      <a:pt x="25" y="80"/>
                    </a:lnTo>
                    <a:lnTo>
                      <a:pt x="22" y="78"/>
                    </a:lnTo>
                    <a:lnTo>
                      <a:pt x="18" y="75"/>
                    </a:lnTo>
                    <a:lnTo>
                      <a:pt x="17" y="71"/>
                    </a:lnTo>
                    <a:lnTo>
                      <a:pt x="16" y="58"/>
                    </a:lnTo>
                    <a:lnTo>
                      <a:pt x="17" y="45"/>
                    </a:lnTo>
                    <a:lnTo>
                      <a:pt x="22" y="34"/>
                    </a:lnTo>
                    <a:lnTo>
                      <a:pt x="30" y="25"/>
                    </a:lnTo>
                    <a:lnTo>
                      <a:pt x="42" y="14"/>
                    </a:lnTo>
                    <a:lnTo>
                      <a:pt x="37" y="15"/>
                    </a:lnTo>
                    <a:lnTo>
                      <a:pt x="31" y="17"/>
                    </a:lnTo>
                    <a:lnTo>
                      <a:pt x="26" y="20"/>
                    </a:lnTo>
                    <a:lnTo>
                      <a:pt x="22" y="23"/>
                    </a:lnTo>
                    <a:lnTo>
                      <a:pt x="17" y="27"/>
                    </a:lnTo>
                    <a:lnTo>
                      <a:pt x="12" y="32"/>
                    </a:lnTo>
                    <a:lnTo>
                      <a:pt x="9" y="37"/>
                    </a:lnTo>
                    <a:lnTo>
                      <a:pt x="7" y="42"/>
                    </a:lnTo>
                    <a:lnTo>
                      <a:pt x="4" y="46"/>
                    </a:lnTo>
                    <a:lnTo>
                      <a:pt x="2" y="51"/>
                    </a:lnTo>
                    <a:lnTo>
                      <a:pt x="1" y="56"/>
                    </a:lnTo>
                    <a:lnTo>
                      <a:pt x="0" y="61"/>
                    </a:lnTo>
                    <a:lnTo>
                      <a:pt x="0" y="46"/>
                    </a:lnTo>
                    <a:lnTo>
                      <a:pt x="3" y="33"/>
                    </a:lnTo>
                    <a:lnTo>
                      <a:pt x="11" y="20"/>
                    </a:lnTo>
                    <a:lnTo>
                      <a:pt x="23" y="11"/>
                    </a:lnTo>
                    <a:lnTo>
                      <a:pt x="29" y="7"/>
                    </a:lnTo>
                    <a:lnTo>
                      <a:pt x="35" y="5"/>
                    </a:lnTo>
                    <a:lnTo>
                      <a:pt x="42" y="3"/>
                    </a:lnTo>
                    <a:lnTo>
                      <a:pt x="50" y="0"/>
                    </a:lnTo>
                    <a:lnTo>
                      <a:pt x="57" y="0"/>
                    </a:lnTo>
                    <a:lnTo>
                      <a:pt x="64" y="2"/>
                    </a:lnTo>
                    <a:lnTo>
                      <a:pt x="71" y="4"/>
                    </a:lnTo>
                    <a:lnTo>
                      <a:pt x="78" y="7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29" name="Freeform 50"/>
              <p:cNvSpPr/>
              <p:nvPr/>
            </p:nvSpPr>
            <p:spPr>
              <a:xfrm>
                <a:off x="4003" y="2353"/>
                <a:ext cx="30" cy="20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60" h="40">
                    <a:moveTo>
                      <a:pt x="60" y="11"/>
                    </a:moveTo>
                    <a:lnTo>
                      <a:pt x="47" y="12"/>
                    </a:lnTo>
                    <a:lnTo>
                      <a:pt x="46" y="20"/>
                    </a:lnTo>
                    <a:lnTo>
                      <a:pt x="43" y="27"/>
                    </a:lnTo>
                    <a:lnTo>
                      <a:pt x="38" y="34"/>
                    </a:lnTo>
                    <a:lnTo>
                      <a:pt x="31" y="40"/>
                    </a:lnTo>
                    <a:lnTo>
                      <a:pt x="30" y="37"/>
                    </a:lnTo>
                    <a:lnTo>
                      <a:pt x="31" y="34"/>
                    </a:lnTo>
                    <a:lnTo>
                      <a:pt x="32" y="32"/>
                    </a:lnTo>
                    <a:lnTo>
                      <a:pt x="34" y="28"/>
                    </a:lnTo>
                    <a:lnTo>
                      <a:pt x="31" y="18"/>
                    </a:lnTo>
                    <a:lnTo>
                      <a:pt x="24" y="22"/>
                    </a:lnTo>
                    <a:lnTo>
                      <a:pt x="17" y="27"/>
                    </a:lnTo>
                    <a:lnTo>
                      <a:pt x="9" y="32"/>
                    </a:lnTo>
                    <a:lnTo>
                      <a:pt x="0" y="33"/>
                    </a:lnTo>
                    <a:lnTo>
                      <a:pt x="6" y="22"/>
                    </a:lnTo>
                    <a:lnTo>
                      <a:pt x="14" y="13"/>
                    </a:lnTo>
                    <a:lnTo>
                      <a:pt x="22" y="5"/>
                    </a:lnTo>
                    <a:lnTo>
                      <a:pt x="34" y="0"/>
                    </a:lnTo>
                    <a:lnTo>
                      <a:pt x="40" y="2"/>
                    </a:lnTo>
                    <a:lnTo>
                      <a:pt x="47" y="4"/>
                    </a:lnTo>
                    <a:lnTo>
                      <a:pt x="54" y="7"/>
                    </a:lnTo>
                    <a:lnTo>
                      <a:pt x="60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0" name="Freeform 51"/>
              <p:cNvSpPr/>
              <p:nvPr/>
            </p:nvSpPr>
            <p:spPr>
              <a:xfrm>
                <a:off x="3773" y="2370"/>
                <a:ext cx="51" cy="10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104" h="216">
                    <a:moveTo>
                      <a:pt x="34" y="2"/>
                    </a:moveTo>
                    <a:lnTo>
                      <a:pt x="36" y="24"/>
                    </a:lnTo>
                    <a:lnTo>
                      <a:pt x="41" y="45"/>
                    </a:lnTo>
                    <a:lnTo>
                      <a:pt x="47" y="66"/>
                    </a:lnTo>
                    <a:lnTo>
                      <a:pt x="57" y="85"/>
                    </a:lnTo>
                    <a:lnTo>
                      <a:pt x="66" y="105"/>
                    </a:lnTo>
                    <a:lnTo>
                      <a:pt x="77" y="123"/>
                    </a:lnTo>
                    <a:lnTo>
                      <a:pt x="90" y="142"/>
                    </a:lnTo>
                    <a:lnTo>
                      <a:pt x="104" y="159"/>
                    </a:lnTo>
                    <a:lnTo>
                      <a:pt x="97" y="163"/>
                    </a:lnTo>
                    <a:lnTo>
                      <a:pt x="89" y="169"/>
                    </a:lnTo>
                    <a:lnTo>
                      <a:pt x="82" y="176"/>
                    </a:lnTo>
                    <a:lnTo>
                      <a:pt x="75" y="183"/>
                    </a:lnTo>
                    <a:lnTo>
                      <a:pt x="69" y="191"/>
                    </a:lnTo>
                    <a:lnTo>
                      <a:pt x="64" y="199"/>
                    </a:lnTo>
                    <a:lnTo>
                      <a:pt x="60" y="208"/>
                    </a:lnTo>
                    <a:lnTo>
                      <a:pt x="57" y="216"/>
                    </a:lnTo>
                    <a:lnTo>
                      <a:pt x="42" y="193"/>
                    </a:lnTo>
                    <a:lnTo>
                      <a:pt x="30" y="168"/>
                    </a:lnTo>
                    <a:lnTo>
                      <a:pt x="20" y="143"/>
                    </a:lnTo>
                    <a:lnTo>
                      <a:pt x="12" y="116"/>
                    </a:lnTo>
                    <a:lnTo>
                      <a:pt x="6" y="89"/>
                    </a:lnTo>
                    <a:lnTo>
                      <a:pt x="3" y="60"/>
                    </a:lnTo>
                    <a:lnTo>
                      <a:pt x="0" y="30"/>
                    </a:lnTo>
                    <a:lnTo>
                      <a:pt x="1" y="0"/>
                    </a:lnTo>
                    <a:lnTo>
                      <a:pt x="9" y="1"/>
                    </a:lnTo>
                    <a:lnTo>
                      <a:pt x="18" y="2"/>
                    </a:lnTo>
                    <a:lnTo>
                      <a:pt x="26" y="2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1" name="Freeform 52"/>
              <p:cNvSpPr/>
              <p:nvPr/>
            </p:nvSpPr>
            <p:spPr>
              <a:xfrm>
                <a:off x="4123" y="2381"/>
                <a:ext cx="82" cy="1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pathLst>
                  <a:path w="163" h="292">
                    <a:moveTo>
                      <a:pt x="163" y="0"/>
                    </a:moveTo>
                    <a:lnTo>
                      <a:pt x="163" y="31"/>
                    </a:lnTo>
                    <a:lnTo>
                      <a:pt x="159" y="62"/>
                    </a:lnTo>
                    <a:lnTo>
                      <a:pt x="151" y="92"/>
                    </a:lnTo>
                    <a:lnTo>
                      <a:pt x="143" y="122"/>
                    </a:lnTo>
                    <a:lnTo>
                      <a:pt x="133" y="146"/>
                    </a:lnTo>
                    <a:lnTo>
                      <a:pt x="123" y="171"/>
                    </a:lnTo>
                    <a:lnTo>
                      <a:pt x="109" y="194"/>
                    </a:lnTo>
                    <a:lnTo>
                      <a:pt x="94" y="217"/>
                    </a:lnTo>
                    <a:lnTo>
                      <a:pt x="77" y="239"/>
                    </a:lnTo>
                    <a:lnTo>
                      <a:pt x="59" y="259"/>
                    </a:lnTo>
                    <a:lnTo>
                      <a:pt x="37" y="277"/>
                    </a:lnTo>
                    <a:lnTo>
                      <a:pt x="14" y="292"/>
                    </a:lnTo>
                    <a:lnTo>
                      <a:pt x="25" y="265"/>
                    </a:lnTo>
                    <a:lnTo>
                      <a:pt x="30" y="232"/>
                    </a:lnTo>
                    <a:lnTo>
                      <a:pt x="26" y="201"/>
                    </a:lnTo>
                    <a:lnTo>
                      <a:pt x="14" y="173"/>
                    </a:lnTo>
                    <a:lnTo>
                      <a:pt x="0" y="159"/>
                    </a:lnTo>
                    <a:lnTo>
                      <a:pt x="17" y="151"/>
                    </a:lnTo>
                    <a:lnTo>
                      <a:pt x="36" y="143"/>
                    </a:lnTo>
                    <a:lnTo>
                      <a:pt x="54" y="132"/>
                    </a:lnTo>
                    <a:lnTo>
                      <a:pt x="71" y="121"/>
                    </a:lnTo>
                    <a:lnTo>
                      <a:pt x="87" y="107"/>
                    </a:lnTo>
                    <a:lnTo>
                      <a:pt x="102" y="92"/>
                    </a:lnTo>
                    <a:lnTo>
                      <a:pt x="115" y="75"/>
                    </a:lnTo>
                    <a:lnTo>
                      <a:pt x="124" y="56"/>
                    </a:lnTo>
                    <a:lnTo>
                      <a:pt x="129" y="44"/>
                    </a:lnTo>
                    <a:lnTo>
                      <a:pt x="135" y="30"/>
                    </a:lnTo>
                    <a:lnTo>
                      <a:pt x="139" y="17"/>
                    </a:lnTo>
                    <a:lnTo>
                      <a:pt x="143" y="4"/>
                    </a:lnTo>
                    <a:lnTo>
                      <a:pt x="148" y="3"/>
                    </a:lnTo>
                    <a:lnTo>
                      <a:pt x="153" y="2"/>
                    </a:lnTo>
                    <a:lnTo>
                      <a:pt x="159" y="1"/>
                    </a:ln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2" name="Freeform 53"/>
              <p:cNvSpPr/>
              <p:nvPr/>
            </p:nvSpPr>
            <p:spPr>
              <a:xfrm>
                <a:off x="3808" y="2455"/>
                <a:ext cx="52" cy="50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03" h="100">
                    <a:moveTo>
                      <a:pt x="103" y="37"/>
                    </a:moveTo>
                    <a:lnTo>
                      <a:pt x="93" y="40"/>
                    </a:lnTo>
                    <a:lnTo>
                      <a:pt x="81" y="46"/>
                    </a:lnTo>
                    <a:lnTo>
                      <a:pt x="71" y="52"/>
                    </a:lnTo>
                    <a:lnTo>
                      <a:pt x="60" y="59"/>
                    </a:lnTo>
                    <a:lnTo>
                      <a:pt x="50" y="68"/>
                    </a:lnTo>
                    <a:lnTo>
                      <a:pt x="41" y="77"/>
                    </a:lnTo>
                    <a:lnTo>
                      <a:pt x="34" y="88"/>
                    </a:lnTo>
                    <a:lnTo>
                      <a:pt x="31" y="100"/>
                    </a:lnTo>
                    <a:lnTo>
                      <a:pt x="20" y="92"/>
                    </a:lnTo>
                    <a:lnTo>
                      <a:pt x="10" y="84"/>
                    </a:lnTo>
                    <a:lnTo>
                      <a:pt x="2" y="74"/>
                    </a:lnTo>
                    <a:lnTo>
                      <a:pt x="0" y="62"/>
                    </a:lnTo>
                    <a:lnTo>
                      <a:pt x="1" y="53"/>
                    </a:lnTo>
                    <a:lnTo>
                      <a:pt x="4" y="45"/>
                    </a:lnTo>
                    <a:lnTo>
                      <a:pt x="9" y="36"/>
                    </a:lnTo>
                    <a:lnTo>
                      <a:pt x="14" y="29"/>
                    </a:lnTo>
                    <a:lnTo>
                      <a:pt x="20" y="21"/>
                    </a:lnTo>
                    <a:lnTo>
                      <a:pt x="27" y="14"/>
                    </a:lnTo>
                    <a:lnTo>
                      <a:pt x="34" y="7"/>
                    </a:lnTo>
                    <a:lnTo>
                      <a:pt x="41" y="0"/>
                    </a:lnTo>
                    <a:lnTo>
                      <a:pt x="49" y="6"/>
                    </a:lnTo>
                    <a:lnTo>
                      <a:pt x="56" y="11"/>
                    </a:lnTo>
                    <a:lnTo>
                      <a:pt x="64" y="16"/>
                    </a:lnTo>
                    <a:lnTo>
                      <a:pt x="71" y="21"/>
                    </a:lnTo>
                    <a:lnTo>
                      <a:pt x="79" y="26"/>
                    </a:lnTo>
                    <a:lnTo>
                      <a:pt x="87" y="30"/>
                    </a:lnTo>
                    <a:lnTo>
                      <a:pt x="95" y="34"/>
                    </a:lnTo>
                    <a:lnTo>
                      <a:pt x="103" y="37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3" name="Freeform 54"/>
              <p:cNvSpPr/>
              <p:nvPr/>
            </p:nvSpPr>
            <p:spPr>
              <a:xfrm>
                <a:off x="3939" y="2459"/>
                <a:ext cx="41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83" h="37">
                    <a:moveTo>
                      <a:pt x="29" y="37"/>
                    </a:moveTo>
                    <a:lnTo>
                      <a:pt x="21" y="37"/>
                    </a:lnTo>
                    <a:lnTo>
                      <a:pt x="13" y="36"/>
                    </a:lnTo>
                    <a:lnTo>
                      <a:pt x="6" y="32"/>
                    </a:lnTo>
                    <a:lnTo>
                      <a:pt x="0" y="28"/>
                    </a:lnTo>
                    <a:lnTo>
                      <a:pt x="10" y="26"/>
                    </a:lnTo>
                    <a:lnTo>
                      <a:pt x="21" y="24"/>
                    </a:lnTo>
                    <a:lnTo>
                      <a:pt x="32" y="22"/>
                    </a:lnTo>
                    <a:lnTo>
                      <a:pt x="43" y="19"/>
                    </a:lnTo>
                    <a:lnTo>
                      <a:pt x="53" y="16"/>
                    </a:lnTo>
                    <a:lnTo>
                      <a:pt x="63" y="12"/>
                    </a:lnTo>
                    <a:lnTo>
                      <a:pt x="74" y="6"/>
                    </a:lnTo>
                    <a:lnTo>
                      <a:pt x="83" y="0"/>
                    </a:lnTo>
                    <a:lnTo>
                      <a:pt x="78" y="7"/>
                    </a:lnTo>
                    <a:lnTo>
                      <a:pt x="74" y="14"/>
                    </a:lnTo>
                    <a:lnTo>
                      <a:pt x="68" y="20"/>
                    </a:lnTo>
                    <a:lnTo>
                      <a:pt x="61" y="26"/>
                    </a:lnTo>
                    <a:lnTo>
                      <a:pt x="54" y="30"/>
                    </a:lnTo>
                    <a:lnTo>
                      <a:pt x="46" y="34"/>
                    </a:lnTo>
                    <a:lnTo>
                      <a:pt x="38" y="36"/>
                    </a:lnTo>
                    <a:lnTo>
                      <a:pt x="2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4" name="Freeform 55"/>
              <p:cNvSpPr/>
              <p:nvPr/>
            </p:nvSpPr>
            <p:spPr>
              <a:xfrm>
                <a:off x="3830" y="2463"/>
                <a:ext cx="295" cy="19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589" h="398">
                    <a:moveTo>
                      <a:pt x="575" y="17"/>
                    </a:moveTo>
                    <a:lnTo>
                      <a:pt x="586" y="47"/>
                    </a:lnTo>
                    <a:lnTo>
                      <a:pt x="589" y="80"/>
                    </a:lnTo>
                    <a:lnTo>
                      <a:pt x="585" y="113"/>
                    </a:lnTo>
                    <a:lnTo>
                      <a:pt x="573" y="143"/>
                    </a:lnTo>
                    <a:lnTo>
                      <a:pt x="570" y="148"/>
                    </a:lnTo>
                    <a:lnTo>
                      <a:pt x="566" y="150"/>
                    </a:lnTo>
                    <a:lnTo>
                      <a:pt x="562" y="152"/>
                    </a:lnTo>
                    <a:lnTo>
                      <a:pt x="556" y="154"/>
                    </a:lnTo>
                    <a:lnTo>
                      <a:pt x="550" y="155"/>
                    </a:lnTo>
                    <a:lnTo>
                      <a:pt x="545" y="155"/>
                    </a:lnTo>
                    <a:lnTo>
                      <a:pt x="540" y="156"/>
                    </a:lnTo>
                    <a:lnTo>
                      <a:pt x="534" y="157"/>
                    </a:lnTo>
                    <a:lnTo>
                      <a:pt x="536" y="142"/>
                    </a:lnTo>
                    <a:lnTo>
                      <a:pt x="536" y="127"/>
                    </a:lnTo>
                    <a:lnTo>
                      <a:pt x="535" y="112"/>
                    </a:lnTo>
                    <a:lnTo>
                      <a:pt x="531" y="97"/>
                    </a:lnTo>
                    <a:lnTo>
                      <a:pt x="526" y="83"/>
                    </a:lnTo>
                    <a:lnTo>
                      <a:pt x="519" y="70"/>
                    </a:lnTo>
                    <a:lnTo>
                      <a:pt x="511" y="57"/>
                    </a:lnTo>
                    <a:lnTo>
                      <a:pt x="503" y="44"/>
                    </a:lnTo>
                    <a:lnTo>
                      <a:pt x="484" y="27"/>
                    </a:lnTo>
                    <a:lnTo>
                      <a:pt x="488" y="36"/>
                    </a:lnTo>
                    <a:lnTo>
                      <a:pt x="492" y="45"/>
                    </a:lnTo>
                    <a:lnTo>
                      <a:pt x="498" y="55"/>
                    </a:lnTo>
                    <a:lnTo>
                      <a:pt x="504" y="64"/>
                    </a:lnTo>
                    <a:lnTo>
                      <a:pt x="509" y="73"/>
                    </a:lnTo>
                    <a:lnTo>
                      <a:pt x="513" y="82"/>
                    </a:lnTo>
                    <a:lnTo>
                      <a:pt x="517" y="93"/>
                    </a:lnTo>
                    <a:lnTo>
                      <a:pt x="517" y="104"/>
                    </a:lnTo>
                    <a:lnTo>
                      <a:pt x="513" y="128"/>
                    </a:lnTo>
                    <a:lnTo>
                      <a:pt x="505" y="152"/>
                    </a:lnTo>
                    <a:lnTo>
                      <a:pt x="495" y="175"/>
                    </a:lnTo>
                    <a:lnTo>
                      <a:pt x="482" y="197"/>
                    </a:lnTo>
                    <a:lnTo>
                      <a:pt x="465" y="217"/>
                    </a:lnTo>
                    <a:lnTo>
                      <a:pt x="448" y="234"/>
                    </a:lnTo>
                    <a:lnTo>
                      <a:pt x="427" y="250"/>
                    </a:lnTo>
                    <a:lnTo>
                      <a:pt x="405" y="263"/>
                    </a:lnTo>
                    <a:lnTo>
                      <a:pt x="391" y="269"/>
                    </a:lnTo>
                    <a:lnTo>
                      <a:pt x="377" y="272"/>
                    </a:lnTo>
                    <a:lnTo>
                      <a:pt x="362" y="275"/>
                    </a:lnTo>
                    <a:lnTo>
                      <a:pt x="346" y="275"/>
                    </a:lnTo>
                    <a:lnTo>
                      <a:pt x="331" y="272"/>
                    </a:lnTo>
                    <a:lnTo>
                      <a:pt x="316" y="269"/>
                    </a:lnTo>
                    <a:lnTo>
                      <a:pt x="301" y="264"/>
                    </a:lnTo>
                    <a:lnTo>
                      <a:pt x="289" y="258"/>
                    </a:lnTo>
                    <a:lnTo>
                      <a:pt x="304" y="271"/>
                    </a:lnTo>
                    <a:lnTo>
                      <a:pt x="318" y="283"/>
                    </a:lnTo>
                    <a:lnTo>
                      <a:pt x="336" y="293"/>
                    </a:lnTo>
                    <a:lnTo>
                      <a:pt x="353" y="300"/>
                    </a:lnTo>
                    <a:lnTo>
                      <a:pt x="371" y="306"/>
                    </a:lnTo>
                    <a:lnTo>
                      <a:pt x="390" y="308"/>
                    </a:lnTo>
                    <a:lnTo>
                      <a:pt x="410" y="308"/>
                    </a:lnTo>
                    <a:lnTo>
                      <a:pt x="429" y="303"/>
                    </a:lnTo>
                    <a:lnTo>
                      <a:pt x="428" y="314"/>
                    </a:lnTo>
                    <a:lnTo>
                      <a:pt x="428" y="325"/>
                    </a:lnTo>
                    <a:lnTo>
                      <a:pt x="428" y="337"/>
                    </a:lnTo>
                    <a:lnTo>
                      <a:pt x="429" y="348"/>
                    </a:lnTo>
                    <a:lnTo>
                      <a:pt x="411" y="363"/>
                    </a:lnTo>
                    <a:lnTo>
                      <a:pt x="390" y="375"/>
                    </a:lnTo>
                    <a:lnTo>
                      <a:pt x="368" y="384"/>
                    </a:lnTo>
                    <a:lnTo>
                      <a:pt x="345" y="390"/>
                    </a:lnTo>
                    <a:lnTo>
                      <a:pt x="321" y="394"/>
                    </a:lnTo>
                    <a:lnTo>
                      <a:pt x="297" y="397"/>
                    </a:lnTo>
                    <a:lnTo>
                      <a:pt x="271" y="398"/>
                    </a:lnTo>
                    <a:lnTo>
                      <a:pt x="246" y="398"/>
                    </a:lnTo>
                    <a:lnTo>
                      <a:pt x="221" y="397"/>
                    </a:lnTo>
                    <a:lnTo>
                      <a:pt x="196" y="394"/>
                    </a:lnTo>
                    <a:lnTo>
                      <a:pt x="173" y="390"/>
                    </a:lnTo>
                    <a:lnTo>
                      <a:pt x="150" y="384"/>
                    </a:lnTo>
                    <a:lnTo>
                      <a:pt x="127" y="376"/>
                    </a:lnTo>
                    <a:lnTo>
                      <a:pt x="106" y="367"/>
                    </a:lnTo>
                    <a:lnTo>
                      <a:pt x="86" y="355"/>
                    </a:lnTo>
                    <a:lnTo>
                      <a:pt x="66" y="341"/>
                    </a:lnTo>
                    <a:lnTo>
                      <a:pt x="66" y="313"/>
                    </a:lnTo>
                    <a:lnTo>
                      <a:pt x="62" y="286"/>
                    </a:lnTo>
                    <a:lnTo>
                      <a:pt x="51" y="260"/>
                    </a:lnTo>
                    <a:lnTo>
                      <a:pt x="38" y="235"/>
                    </a:lnTo>
                    <a:lnTo>
                      <a:pt x="37" y="232"/>
                    </a:lnTo>
                    <a:lnTo>
                      <a:pt x="49" y="235"/>
                    </a:lnTo>
                    <a:lnTo>
                      <a:pt x="62" y="239"/>
                    </a:lnTo>
                    <a:lnTo>
                      <a:pt x="74" y="241"/>
                    </a:lnTo>
                    <a:lnTo>
                      <a:pt x="88" y="242"/>
                    </a:lnTo>
                    <a:lnTo>
                      <a:pt x="101" y="242"/>
                    </a:lnTo>
                    <a:lnTo>
                      <a:pt x="115" y="241"/>
                    </a:lnTo>
                    <a:lnTo>
                      <a:pt x="126" y="238"/>
                    </a:lnTo>
                    <a:lnTo>
                      <a:pt x="138" y="233"/>
                    </a:lnTo>
                    <a:lnTo>
                      <a:pt x="123" y="233"/>
                    </a:lnTo>
                    <a:lnTo>
                      <a:pt x="108" y="232"/>
                    </a:lnTo>
                    <a:lnTo>
                      <a:pt x="94" y="230"/>
                    </a:lnTo>
                    <a:lnTo>
                      <a:pt x="80" y="226"/>
                    </a:lnTo>
                    <a:lnTo>
                      <a:pt x="67" y="222"/>
                    </a:lnTo>
                    <a:lnTo>
                      <a:pt x="55" y="215"/>
                    </a:lnTo>
                    <a:lnTo>
                      <a:pt x="43" y="208"/>
                    </a:lnTo>
                    <a:lnTo>
                      <a:pt x="32" y="199"/>
                    </a:lnTo>
                    <a:lnTo>
                      <a:pt x="22" y="189"/>
                    </a:lnTo>
                    <a:lnTo>
                      <a:pt x="15" y="179"/>
                    </a:lnTo>
                    <a:lnTo>
                      <a:pt x="9" y="167"/>
                    </a:lnTo>
                    <a:lnTo>
                      <a:pt x="5" y="156"/>
                    </a:lnTo>
                    <a:lnTo>
                      <a:pt x="2" y="143"/>
                    </a:lnTo>
                    <a:lnTo>
                      <a:pt x="0" y="131"/>
                    </a:lnTo>
                    <a:lnTo>
                      <a:pt x="0" y="118"/>
                    </a:lnTo>
                    <a:lnTo>
                      <a:pt x="2" y="104"/>
                    </a:lnTo>
                    <a:lnTo>
                      <a:pt x="5" y="91"/>
                    </a:lnTo>
                    <a:lnTo>
                      <a:pt x="9" y="80"/>
                    </a:lnTo>
                    <a:lnTo>
                      <a:pt x="14" y="67"/>
                    </a:lnTo>
                    <a:lnTo>
                      <a:pt x="22" y="56"/>
                    </a:lnTo>
                    <a:lnTo>
                      <a:pt x="30" y="45"/>
                    </a:lnTo>
                    <a:lnTo>
                      <a:pt x="41" y="36"/>
                    </a:lnTo>
                    <a:lnTo>
                      <a:pt x="51" y="29"/>
                    </a:lnTo>
                    <a:lnTo>
                      <a:pt x="64" y="25"/>
                    </a:lnTo>
                    <a:lnTo>
                      <a:pt x="72" y="23"/>
                    </a:lnTo>
                    <a:lnTo>
                      <a:pt x="81" y="23"/>
                    </a:lnTo>
                    <a:lnTo>
                      <a:pt x="89" y="25"/>
                    </a:lnTo>
                    <a:lnTo>
                      <a:pt x="97" y="26"/>
                    </a:lnTo>
                    <a:lnTo>
                      <a:pt x="105" y="28"/>
                    </a:lnTo>
                    <a:lnTo>
                      <a:pt x="115" y="30"/>
                    </a:lnTo>
                    <a:lnTo>
                      <a:pt x="123" y="32"/>
                    </a:lnTo>
                    <a:lnTo>
                      <a:pt x="132" y="33"/>
                    </a:lnTo>
                    <a:lnTo>
                      <a:pt x="134" y="44"/>
                    </a:lnTo>
                    <a:lnTo>
                      <a:pt x="139" y="56"/>
                    </a:lnTo>
                    <a:lnTo>
                      <a:pt x="144" y="66"/>
                    </a:lnTo>
                    <a:lnTo>
                      <a:pt x="153" y="76"/>
                    </a:lnTo>
                    <a:lnTo>
                      <a:pt x="162" y="85"/>
                    </a:lnTo>
                    <a:lnTo>
                      <a:pt x="172" y="93"/>
                    </a:lnTo>
                    <a:lnTo>
                      <a:pt x="184" y="98"/>
                    </a:lnTo>
                    <a:lnTo>
                      <a:pt x="194" y="103"/>
                    </a:lnTo>
                    <a:lnTo>
                      <a:pt x="218" y="110"/>
                    </a:lnTo>
                    <a:lnTo>
                      <a:pt x="244" y="113"/>
                    </a:lnTo>
                    <a:lnTo>
                      <a:pt x="268" y="112"/>
                    </a:lnTo>
                    <a:lnTo>
                      <a:pt x="292" y="108"/>
                    </a:lnTo>
                    <a:lnTo>
                      <a:pt x="315" y="101"/>
                    </a:lnTo>
                    <a:lnTo>
                      <a:pt x="337" y="90"/>
                    </a:lnTo>
                    <a:lnTo>
                      <a:pt x="358" y="76"/>
                    </a:lnTo>
                    <a:lnTo>
                      <a:pt x="377" y="61"/>
                    </a:lnTo>
                    <a:lnTo>
                      <a:pt x="384" y="56"/>
                    </a:lnTo>
                    <a:lnTo>
                      <a:pt x="390" y="50"/>
                    </a:lnTo>
                    <a:lnTo>
                      <a:pt x="397" y="43"/>
                    </a:lnTo>
                    <a:lnTo>
                      <a:pt x="403" y="36"/>
                    </a:lnTo>
                    <a:lnTo>
                      <a:pt x="408" y="30"/>
                    </a:lnTo>
                    <a:lnTo>
                      <a:pt x="413" y="23"/>
                    </a:lnTo>
                    <a:lnTo>
                      <a:pt x="418" y="15"/>
                    </a:lnTo>
                    <a:lnTo>
                      <a:pt x="422" y="9"/>
                    </a:lnTo>
                    <a:lnTo>
                      <a:pt x="429" y="3"/>
                    </a:lnTo>
                    <a:lnTo>
                      <a:pt x="445" y="5"/>
                    </a:lnTo>
                    <a:lnTo>
                      <a:pt x="461" y="6"/>
                    </a:lnTo>
                    <a:lnTo>
                      <a:pt x="478" y="7"/>
                    </a:lnTo>
                    <a:lnTo>
                      <a:pt x="494" y="7"/>
                    </a:lnTo>
                    <a:lnTo>
                      <a:pt x="510" y="7"/>
                    </a:lnTo>
                    <a:lnTo>
                      <a:pt x="526" y="6"/>
                    </a:lnTo>
                    <a:lnTo>
                      <a:pt x="541" y="4"/>
                    </a:lnTo>
                    <a:lnTo>
                      <a:pt x="556" y="0"/>
                    </a:lnTo>
                    <a:lnTo>
                      <a:pt x="563" y="0"/>
                    </a:lnTo>
                    <a:lnTo>
                      <a:pt x="569" y="5"/>
                    </a:lnTo>
                    <a:lnTo>
                      <a:pt x="572" y="11"/>
                    </a:lnTo>
                    <a:lnTo>
                      <a:pt x="575" y="17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5" name="Freeform 56"/>
              <p:cNvSpPr/>
              <p:nvPr/>
            </p:nvSpPr>
            <p:spPr>
              <a:xfrm>
                <a:off x="3922" y="2594"/>
                <a:ext cx="14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7" h="117">
                    <a:moveTo>
                      <a:pt x="9" y="1"/>
                    </a:moveTo>
                    <a:lnTo>
                      <a:pt x="12" y="17"/>
                    </a:lnTo>
                    <a:lnTo>
                      <a:pt x="16" y="32"/>
                    </a:lnTo>
                    <a:lnTo>
                      <a:pt x="17" y="48"/>
                    </a:lnTo>
                    <a:lnTo>
                      <a:pt x="15" y="64"/>
                    </a:lnTo>
                    <a:lnTo>
                      <a:pt x="14" y="78"/>
                    </a:lnTo>
                    <a:lnTo>
                      <a:pt x="16" y="92"/>
                    </a:lnTo>
                    <a:lnTo>
                      <a:pt x="22" y="105"/>
                    </a:lnTo>
                    <a:lnTo>
                      <a:pt x="27" y="117"/>
                    </a:lnTo>
                    <a:lnTo>
                      <a:pt x="18" y="107"/>
                    </a:lnTo>
                    <a:lnTo>
                      <a:pt x="11" y="95"/>
                    </a:lnTo>
                    <a:lnTo>
                      <a:pt x="5" y="83"/>
                    </a:lnTo>
                    <a:lnTo>
                      <a:pt x="1" y="70"/>
                    </a:lnTo>
                    <a:lnTo>
                      <a:pt x="0" y="52"/>
                    </a:lnTo>
                    <a:lnTo>
                      <a:pt x="3" y="34"/>
                    </a:lnTo>
                    <a:lnTo>
                      <a:pt x="8" y="18"/>
                    </a:lnTo>
                    <a:lnTo>
                      <a:pt x="7" y="0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6" name="Freeform 57"/>
              <p:cNvSpPr/>
              <p:nvPr/>
            </p:nvSpPr>
            <p:spPr>
              <a:xfrm>
                <a:off x="3868" y="2602"/>
                <a:ext cx="43" cy="1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87" h="28">
                    <a:moveTo>
                      <a:pt x="87" y="12"/>
                    </a:moveTo>
                    <a:lnTo>
                      <a:pt x="80" y="16"/>
                    </a:lnTo>
                    <a:lnTo>
                      <a:pt x="73" y="21"/>
                    </a:lnTo>
                    <a:lnTo>
                      <a:pt x="65" y="24"/>
                    </a:lnTo>
                    <a:lnTo>
                      <a:pt x="57" y="26"/>
                    </a:lnTo>
                    <a:lnTo>
                      <a:pt x="48" y="28"/>
                    </a:lnTo>
                    <a:lnTo>
                      <a:pt x="40" y="28"/>
                    </a:lnTo>
                    <a:lnTo>
                      <a:pt x="30" y="26"/>
                    </a:lnTo>
                    <a:lnTo>
                      <a:pt x="22" y="23"/>
                    </a:lnTo>
                    <a:lnTo>
                      <a:pt x="15" y="18"/>
                    </a:lnTo>
                    <a:lnTo>
                      <a:pt x="10" y="13"/>
                    </a:lnTo>
                    <a:lnTo>
                      <a:pt x="5" y="7"/>
                    </a:lnTo>
                    <a:lnTo>
                      <a:pt x="0" y="0"/>
                    </a:lnTo>
                    <a:lnTo>
                      <a:pt x="10" y="5"/>
                    </a:lnTo>
                    <a:lnTo>
                      <a:pt x="20" y="8"/>
                    </a:lnTo>
                    <a:lnTo>
                      <a:pt x="31" y="10"/>
                    </a:lnTo>
                    <a:lnTo>
                      <a:pt x="42" y="13"/>
                    </a:lnTo>
                    <a:lnTo>
                      <a:pt x="53" y="14"/>
                    </a:lnTo>
                    <a:lnTo>
                      <a:pt x="64" y="14"/>
                    </a:lnTo>
                    <a:lnTo>
                      <a:pt x="75" y="13"/>
                    </a:lnTo>
                    <a:lnTo>
                      <a:pt x="87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7" name="Freeform 58"/>
              <p:cNvSpPr/>
              <p:nvPr/>
            </p:nvSpPr>
            <p:spPr>
              <a:xfrm>
                <a:off x="3963" y="2619"/>
                <a:ext cx="57" cy="1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14" h="33">
                    <a:moveTo>
                      <a:pt x="114" y="11"/>
                    </a:moveTo>
                    <a:lnTo>
                      <a:pt x="103" y="17"/>
                    </a:lnTo>
                    <a:lnTo>
                      <a:pt x="91" y="21"/>
                    </a:lnTo>
                    <a:lnTo>
                      <a:pt x="79" y="27"/>
                    </a:lnTo>
                    <a:lnTo>
                      <a:pt x="66" y="30"/>
                    </a:lnTo>
                    <a:lnTo>
                      <a:pt x="53" y="33"/>
                    </a:lnTo>
                    <a:lnTo>
                      <a:pt x="40" y="33"/>
                    </a:lnTo>
                    <a:lnTo>
                      <a:pt x="27" y="29"/>
                    </a:lnTo>
                    <a:lnTo>
                      <a:pt x="16" y="22"/>
                    </a:lnTo>
                    <a:lnTo>
                      <a:pt x="10" y="18"/>
                    </a:lnTo>
                    <a:lnTo>
                      <a:pt x="7" y="12"/>
                    </a:lnTo>
                    <a:lnTo>
                      <a:pt x="3" y="6"/>
                    </a:lnTo>
                    <a:lnTo>
                      <a:pt x="0" y="0"/>
                    </a:lnTo>
                    <a:lnTo>
                      <a:pt x="12" y="7"/>
                    </a:lnTo>
                    <a:lnTo>
                      <a:pt x="26" y="13"/>
                    </a:lnTo>
                    <a:lnTo>
                      <a:pt x="40" y="17"/>
                    </a:lnTo>
                    <a:lnTo>
                      <a:pt x="55" y="18"/>
                    </a:lnTo>
                    <a:lnTo>
                      <a:pt x="70" y="18"/>
                    </a:lnTo>
                    <a:lnTo>
                      <a:pt x="85" y="17"/>
                    </a:lnTo>
                    <a:lnTo>
                      <a:pt x="100" y="14"/>
                    </a:lnTo>
                    <a:lnTo>
                      <a:pt x="114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8" name="Freeform 59"/>
              <p:cNvSpPr/>
              <p:nvPr/>
            </p:nvSpPr>
            <p:spPr>
              <a:xfrm>
                <a:off x="3762" y="2753"/>
                <a:ext cx="40" cy="2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81" h="55">
                    <a:moveTo>
                      <a:pt x="79" y="5"/>
                    </a:moveTo>
                    <a:lnTo>
                      <a:pt x="79" y="10"/>
                    </a:lnTo>
                    <a:lnTo>
                      <a:pt x="80" y="19"/>
                    </a:lnTo>
                    <a:lnTo>
                      <a:pt x="81" y="32"/>
                    </a:lnTo>
                    <a:lnTo>
                      <a:pt x="81" y="41"/>
                    </a:lnTo>
                    <a:lnTo>
                      <a:pt x="74" y="43"/>
                    </a:lnTo>
                    <a:lnTo>
                      <a:pt x="67" y="46"/>
                    </a:lnTo>
                    <a:lnTo>
                      <a:pt x="58" y="48"/>
                    </a:lnTo>
                    <a:lnTo>
                      <a:pt x="49" y="50"/>
                    </a:lnTo>
                    <a:lnTo>
                      <a:pt x="38" y="53"/>
                    </a:lnTo>
                    <a:lnTo>
                      <a:pt x="26" y="54"/>
                    </a:lnTo>
                    <a:lnTo>
                      <a:pt x="14" y="55"/>
                    </a:lnTo>
                    <a:lnTo>
                      <a:pt x="0" y="55"/>
                    </a:lnTo>
                    <a:lnTo>
                      <a:pt x="6" y="48"/>
                    </a:lnTo>
                    <a:lnTo>
                      <a:pt x="12" y="42"/>
                    </a:lnTo>
                    <a:lnTo>
                      <a:pt x="16" y="35"/>
                    </a:lnTo>
                    <a:lnTo>
                      <a:pt x="21" y="29"/>
                    </a:lnTo>
                    <a:lnTo>
                      <a:pt x="25" y="22"/>
                    </a:lnTo>
                    <a:lnTo>
                      <a:pt x="29" y="15"/>
                    </a:lnTo>
                    <a:lnTo>
                      <a:pt x="34" y="8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9" y="1"/>
                    </a:lnTo>
                    <a:lnTo>
                      <a:pt x="54" y="1"/>
                    </a:lnTo>
                    <a:lnTo>
                      <a:pt x="59" y="1"/>
                    </a:lnTo>
                    <a:lnTo>
                      <a:pt x="65" y="2"/>
                    </a:lnTo>
                    <a:lnTo>
                      <a:pt x="69" y="3"/>
                    </a:lnTo>
                    <a:lnTo>
                      <a:pt x="74" y="4"/>
                    </a:ln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39" name="Freeform 60"/>
              <p:cNvSpPr/>
              <p:nvPr/>
            </p:nvSpPr>
            <p:spPr>
              <a:xfrm>
                <a:off x="3967" y="2830"/>
                <a:ext cx="32" cy="50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64" h="99">
                    <a:moveTo>
                      <a:pt x="64" y="13"/>
                    </a:moveTo>
                    <a:lnTo>
                      <a:pt x="61" y="35"/>
                    </a:lnTo>
                    <a:lnTo>
                      <a:pt x="57" y="56"/>
                    </a:lnTo>
                    <a:lnTo>
                      <a:pt x="53" y="77"/>
                    </a:lnTo>
                    <a:lnTo>
                      <a:pt x="49" y="99"/>
                    </a:lnTo>
                    <a:lnTo>
                      <a:pt x="43" y="90"/>
                    </a:lnTo>
                    <a:lnTo>
                      <a:pt x="38" y="82"/>
                    </a:lnTo>
                    <a:lnTo>
                      <a:pt x="30" y="73"/>
                    </a:lnTo>
                    <a:lnTo>
                      <a:pt x="23" y="63"/>
                    </a:lnTo>
                    <a:lnTo>
                      <a:pt x="16" y="54"/>
                    </a:lnTo>
                    <a:lnTo>
                      <a:pt x="9" y="45"/>
                    </a:lnTo>
                    <a:lnTo>
                      <a:pt x="3" y="37"/>
                    </a:lnTo>
                    <a:lnTo>
                      <a:pt x="0" y="28"/>
                    </a:lnTo>
                    <a:lnTo>
                      <a:pt x="1" y="22"/>
                    </a:lnTo>
                    <a:lnTo>
                      <a:pt x="3" y="16"/>
                    </a:lnTo>
                    <a:lnTo>
                      <a:pt x="6" y="10"/>
                    </a:lnTo>
                    <a:lnTo>
                      <a:pt x="11" y="6"/>
                    </a:lnTo>
                    <a:lnTo>
                      <a:pt x="17" y="2"/>
                    </a:lnTo>
                    <a:lnTo>
                      <a:pt x="23" y="0"/>
                    </a:lnTo>
                    <a:lnTo>
                      <a:pt x="30" y="0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5"/>
                    </a:lnTo>
                    <a:lnTo>
                      <a:pt x="58" y="8"/>
                    </a:lnTo>
                    <a:lnTo>
                      <a:pt x="64" y="13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0" name="Freeform 61"/>
              <p:cNvSpPr/>
              <p:nvPr/>
            </p:nvSpPr>
            <p:spPr>
              <a:xfrm>
                <a:off x="3892" y="2530"/>
                <a:ext cx="99" cy="4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98" h="98">
                    <a:moveTo>
                      <a:pt x="94" y="97"/>
                    </a:moveTo>
                    <a:lnTo>
                      <a:pt x="114" y="98"/>
                    </a:lnTo>
                    <a:lnTo>
                      <a:pt x="132" y="97"/>
                    </a:lnTo>
                    <a:lnTo>
                      <a:pt x="150" y="94"/>
                    </a:lnTo>
                    <a:lnTo>
                      <a:pt x="166" y="90"/>
                    </a:lnTo>
                    <a:lnTo>
                      <a:pt x="178" y="85"/>
                    </a:lnTo>
                    <a:lnTo>
                      <a:pt x="188" y="77"/>
                    </a:lnTo>
                    <a:lnTo>
                      <a:pt x="194" y="69"/>
                    </a:lnTo>
                    <a:lnTo>
                      <a:pt x="198" y="60"/>
                    </a:lnTo>
                    <a:lnTo>
                      <a:pt x="197" y="50"/>
                    </a:lnTo>
                    <a:lnTo>
                      <a:pt x="192" y="40"/>
                    </a:lnTo>
                    <a:lnTo>
                      <a:pt x="184" y="31"/>
                    </a:lnTo>
                    <a:lnTo>
                      <a:pt x="173" y="23"/>
                    </a:lnTo>
                    <a:lnTo>
                      <a:pt x="159" y="15"/>
                    </a:lnTo>
                    <a:lnTo>
                      <a:pt x="141" y="9"/>
                    </a:lnTo>
                    <a:lnTo>
                      <a:pt x="123" y="5"/>
                    </a:lnTo>
                    <a:lnTo>
                      <a:pt x="103" y="1"/>
                    </a:lnTo>
                    <a:lnTo>
                      <a:pt x="84" y="0"/>
                    </a:lnTo>
                    <a:lnTo>
                      <a:pt x="65" y="1"/>
                    </a:lnTo>
                    <a:lnTo>
                      <a:pt x="48" y="3"/>
                    </a:lnTo>
                    <a:lnTo>
                      <a:pt x="33" y="8"/>
                    </a:lnTo>
                    <a:lnTo>
                      <a:pt x="19" y="14"/>
                    </a:lnTo>
                    <a:lnTo>
                      <a:pt x="10" y="21"/>
                    </a:lnTo>
                    <a:lnTo>
                      <a:pt x="3" y="30"/>
                    </a:lnTo>
                    <a:lnTo>
                      <a:pt x="0" y="39"/>
                    </a:lnTo>
                    <a:lnTo>
                      <a:pt x="1" y="50"/>
                    </a:lnTo>
                    <a:lnTo>
                      <a:pt x="6" y="59"/>
                    </a:lnTo>
                    <a:lnTo>
                      <a:pt x="14" y="68"/>
                    </a:lnTo>
                    <a:lnTo>
                      <a:pt x="25" y="76"/>
                    </a:lnTo>
                    <a:lnTo>
                      <a:pt x="39" y="83"/>
                    </a:lnTo>
                    <a:lnTo>
                      <a:pt x="56" y="90"/>
                    </a:lnTo>
                    <a:lnTo>
                      <a:pt x="75" y="94"/>
                    </a:lnTo>
                    <a:lnTo>
                      <a:pt x="94" y="9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1" name="Freeform 62"/>
              <p:cNvSpPr/>
              <p:nvPr/>
            </p:nvSpPr>
            <p:spPr>
              <a:xfrm>
                <a:off x="4030" y="2295"/>
                <a:ext cx="42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84" h="142">
                    <a:moveTo>
                      <a:pt x="0" y="0"/>
                    </a:moveTo>
                    <a:lnTo>
                      <a:pt x="4" y="1"/>
                    </a:lnTo>
                    <a:lnTo>
                      <a:pt x="13" y="4"/>
                    </a:lnTo>
                    <a:lnTo>
                      <a:pt x="27" y="11"/>
                    </a:lnTo>
                    <a:lnTo>
                      <a:pt x="42" y="22"/>
                    </a:lnTo>
                    <a:lnTo>
                      <a:pt x="57" y="40"/>
                    </a:lnTo>
                    <a:lnTo>
                      <a:pt x="69" y="66"/>
                    </a:lnTo>
                    <a:lnTo>
                      <a:pt x="79" y="99"/>
                    </a:lnTo>
                    <a:lnTo>
                      <a:pt x="81" y="142"/>
                    </a:lnTo>
                    <a:lnTo>
                      <a:pt x="82" y="136"/>
                    </a:lnTo>
                    <a:lnTo>
                      <a:pt x="83" y="119"/>
                    </a:lnTo>
                    <a:lnTo>
                      <a:pt x="84" y="97"/>
                    </a:lnTo>
                    <a:lnTo>
                      <a:pt x="82" y="70"/>
                    </a:lnTo>
                    <a:lnTo>
                      <a:pt x="74" y="44"/>
                    </a:lnTo>
                    <a:lnTo>
                      <a:pt x="59" y="21"/>
                    </a:lnTo>
                    <a:lnTo>
                      <a:pt x="35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2" name="Freeform 63"/>
              <p:cNvSpPr/>
              <p:nvPr/>
            </p:nvSpPr>
            <p:spPr>
              <a:xfrm>
                <a:off x="4026" y="2305"/>
                <a:ext cx="26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52" h="80">
                    <a:moveTo>
                      <a:pt x="0" y="0"/>
                    </a:moveTo>
                    <a:lnTo>
                      <a:pt x="3" y="1"/>
                    </a:lnTo>
                    <a:lnTo>
                      <a:pt x="7" y="3"/>
                    </a:lnTo>
                    <a:lnTo>
                      <a:pt x="15" y="8"/>
                    </a:lnTo>
                    <a:lnTo>
                      <a:pt x="23" y="16"/>
                    </a:lnTo>
                    <a:lnTo>
                      <a:pt x="32" y="26"/>
                    </a:lnTo>
                    <a:lnTo>
                      <a:pt x="41" y="40"/>
                    </a:lnTo>
                    <a:lnTo>
                      <a:pt x="47" y="58"/>
                    </a:lnTo>
                    <a:lnTo>
                      <a:pt x="52" y="80"/>
                    </a:lnTo>
                    <a:lnTo>
                      <a:pt x="52" y="77"/>
                    </a:lnTo>
                    <a:lnTo>
                      <a:pt x="52" y="68"/>
                    </a:lnTo>
                    <a:lnTo>
                      <a:pt x="51" y="54"/>
                    </a:lnTo>
                    <a:lnTo>
                      <a:pt x="49" y="39"/>
                    </a:lnTo>
                    <a:lnTo>
                      <a:pt x="43" y="24"/>
                    </a:lnTo>
                    <a:lnTo>
                      <a:pt x="34" y="11"/>
                    </a:lnTo>
                    <a:lnTo>
                      <a:pt x="2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3" name="Freeform 64"/>
              <p:cNvSpPr/>
              <p:nvPr/>
            </p:nvSpPr>
            <p:spPr>
              <a:xfrm>
                <a:off x="4048" y="2292"/>
                <a:ext cx="33" cy="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67" h="71">
                    <a:moveTo>
                      <a:pt x="0" y="1"/>
                    </a:moveTo>
                    <a:lnTo>
                      <a:pt x="2" y="1"/>
                    </a:lnTo>
                    <a:lnTo>
                      <a:pt x="8" y="4"/>
                    </a:lnTo>
                    <a:lnTo>
                      <a:pt x="16" y="7"/>
                    </a:lnTo>
                    <a:lnTo>
                      <a:pt x="27" y="13"/>
                    </a:lnTo>
                    <a:lnTo>
                      <a:pt x="37" y="21"/>
                    </a:lnTo>
                    <a:lnTo>
                      <a:pt x="48" y="34"/>
                    </a:lnTo>
                    <a:lnTo>
                      <a:pt x="59" y="50"/>
                    </a:lnTo>
                    <a:lnTo>
                      <a:pt x="67" y="71"/>
                    </a:lnTo>
                    <a:lnTo>
                      <a:pt x="67" y="67"/>
                    </a:lnTo>
                    <a:lnTo>
                      <a:pt x="65" y="58"/>
                    </a:lnTo>
                    <a:lnTo>
                      <a:pt x="61" y="44"/>
                    </a:lnTo>
                    <a:lnTo>
                      <a:pt x="54" y="30"/>
                    </a:lnTo>
                    <a:lnTo>
                      <a:pt x="46" y="16"/>
                    </a:lnTo>
                    <a:lnTo>
                      <a:pt x="35" y="5"/>
                    </a:lnTo>
                    <a:lnTo>
                      <a:pt x="2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4" name="Freeform 65"/>
              <p:cNvSpPr/>
              <p:nvPr/>
            </p:nvSpPr>
            <p:spPr>
              <a:xfrm>
                <a:off x="4003" y="2244"/>
                <a:ext cx="48" cy="2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pathLst>
                  <a:path w="96" h="54">
                    <a:moveTo>
                      <a:pt x="0" y="9"/>
                    </a:moveTo>
                    <a:lnTo>
                      <a:pt x="2" y="8"/>
                    </a:lnTo>
                    <a:lnTo>
                      <a:pt x="11" y="7"/>
                    </a:lnTo>
                    <a:lnTo>
                      <a:pt x="22" y="7"/>
                    </a:lnTo>
                    <a:lnTo>
                      <a:pt x="36" y="8"/>
                    </a:lnTo>
                    <a:lnTo>
                      <a:pt x="52" y="12"/>
                    </a:lnTo>
                    <a:lnTo>
                      <a:pt x="68" y="21"/>
                    </a:lnTo>
                    <a:lnTo>
                      <a:pt x="83" y="34"/>
                    </a:lnTo>
                    <a:lnTo>
                      <a:pt x="96" y="54"/>
                    </a:lnTo>
                    <a:lnTo>
                      <a:pt x="95" y="50"/>
                    </a:lnTo>
                    <a:lnTo>
                      <a:pt x="91" y="41"/>
                    </a:lnTo>
                    <a:lnTo>
                      <a:pt x="85" y="30"/>
                    </a:lnTo>
                    <a:lnTo>
                      <a:pt x="76" y="17"/>
                    </a:lnTo>
                    <a:lnTo>
                      <a:pt x="62" y="6"/>
                    </a:lnTo>
                    <a:lnTo>
                      <a:pt x="46" y="0"/>
                    </a:lnTo>
                    <a:lnTo>
                      <a:pt x="25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5" name="Freeform 66"/>
              <p:cNvSpPr/>
              <p:nvPr/>
            </p:nvSpPr>
            <p:spPr>
              <a:xfrm>
                <a:off x="4004" y="2677"/>
                <a:ext cx="38" cy="13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pathLst>
                  <a:path w="75" h="261">
                    <a:moveTo>
                      <a:pt x="47" y="0"/>
                    </a:moveTo>
                    <a:lnTo>
                      <a:pt x="49" y="7"/>
                    </a:lnTo>
                    <a:lnTo>
                      <a:pt x="53" y="25"/>
                    </a:lnTo>
                    <a:lnTo>
                      <a:pt x="57" y="54"/>
                    </a:lnTo>
                    <a:lnTo>
                      <a:pt x="60" y="90"/>
                    </a:lnTo>
                    <a:lnTo>
                      <a:pt x="58" y="131"/>
                    </a:lnTo>
                    <a:lnTo>
                      <a:pt x="49" y="175"/>
                    </a:lnTo>
                    <a:lnTo>
                      <a:pt x="30" y="219"/>
                    </a:lnTo>
                    <a:lnTo>
                      <a:pt x="0" y="261"/>
                    </a:lnTo>
                    <a:lnTo>
                      <a:pt x="6" y="255"/>
                    </a:lnTo>
                    <a:lnTo>
                      <a:pt x="20" y="240"/>
                    </a:lnTo>
                    <a:lnTo>
                      <a:pt x="37" y="216"/>
                    </a:lnTo>
                    <a:lnTo>
                      <a:pt x="56" y="185"/>
                    </a:lnTo>
                    <a:lnTo>
                      <a:pt x="70" y="146"/>
                    </a:lnTo>
                    <a:lnTo>
                      <a:pt x="75" y="102"/>
                    </a:lnTo>
                    <a:lnTo>
                      <a:pt x="70" y="53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6" name="Freeform 67"/>
              <p:cNvSpPr/>
              <p:nvPr/>
            </p:nvSpPr>
            <p:spPr>
              <a:xfrm>
                <a:off x="3789" y="2657"/>
                <a:ext cx="48" cy="7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97" h="149">
                    <a:moveTo>
                      <a:pt x="0" y="149"/>
                    </a:moveTo>
                    <a:lnTo>
                      <a:pt x="2" y="143"/>
                    </a:lnTo>
                    <a:lnTo>
                      <a:pt x="5" y="127"/>
                    </a:lnTo>
                    <a:lnTo>
                      <a:pt x="11" y="104"/>
                    </a:lnTo>
                    <a:lnTo>
                      <a:pt x="20" y="78"/>
                    </a:lnTo>
                    <a:lnTo>
                      <a:pt x="33" y="51"/>
                    </a:lnTo>
                    <a:lnTo>
                      <a:pt x="49" y="27"/>
                    </a:lnTo>
                    <a:lnTo>
                      <a:pt x="71" y="10"/>
                    </a:lnTo>
                    <a:lnTo>
                      <a:pt x="97" y="0"/>
                    </a:lnTo>
                    <a:lnTo>
                      <a:pt x="95" y="2"/>
                    </a:lnTo>
                    <a:lnTo>
                      <a:pt x="89" y="4"/>
                    </a:lnTo>
                    <a:lnTo>
                      <a:pt x="79" y="11"/>
                    </a:lnTo>
                    <a:lnTo>
                      <a:pt x="67" y="22"/>
                    </a:lnTo>
                    <a:lnTo>
                      <a:pt x="52" y="41"/>
                    </a:lnTo>
                    <a:lnTo>
                      <a:pt x="36" y="67"/>
                    </a:lnTo>
                    <a:lnTo>
                      <a:pt x="19" y="103"/>
                    </a:ln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7" name="Freeform 68"/>
              <p:cNvSpPr/>
              <p:nvPr/>
            </p:nvSpPr>
            <p:spPr>
              <a:xfrm>
                <a:off x="3941" y="2693"/>
                <a:ext cx="58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pathLst>
                  <a:path w="116" h="143">
                    <a:moveTo>
                      <a:pt x="0" y="0"/>
                    </a:moveTo>
                    <a:lnTo>
                      <a:pt x="4" y="2"/>
                    </a:lnTo>
                    <a:lnTo>
                      <a:pt x="16" y="10"/>
                    </a:lnTo>
                    <a:lnTo>
                      <a:pt x="33" y="22"/>
                    </a:lnTo>
                    <a:lnTo>
                      <a:pt x="54" y="39"/>
                    </a:lnTo>
                    <a:lnTo>
                      <a:pt x="75" y="60"/>
                    </a:lnTo>
                    <a:lnTo>
                      <a:pt x="93" y="84"/>
                    </a:lnTo>
                    <a:lnTo>
                      <a:pt x="108" y="112"/>
                    </a:lnTo>
                    <a:lnTo>
                      <a:pt x="116" y="143"/>
                    </a:lnTo>
                    <a:lnTo>
                      <a:pt x="116" y="137"/>
                    </a:lnTo>
                    <a:lnTo>
                      <a:pt x="114" y="121"/>
                    </a:lnTo>
                    <a:lnTo>
                      <a:pt x="108" y="99"/>
                    </a:lnTo>
                    <a:lnTo>
                      <a:pt x="100" y="74"/>
                    </a:lnTo>
                    <a:lnTo>
                      <a:pt x="85" y="47"/>
                    </a:lnTo>
                    <a:lnTo>
                      <a:pt x="64" y="24"/>
                    </a:lnTo>
                    <a:lnTo>
                      <a:pt x="37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148" name="Freeform 69"/>
              <p:cNvSpPr/>
              <p:nvPr/>
            </p:nvSpPr>
            <p:spPr>
              <a:xfrm>
                <a:off x="3894" y="2516"/>
                <a:ext cx="128" cy="4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257" h="98">
                    <a:moveTo>
                      <a:pt x="0" y="22"/>
                    </a:moveTo>
                    <a:lnTo>
                      <a:pt x="6" y="28"/>
                    </a:lnTo>
                    <a:lnTo>
                      <a:pt x="15" y="37"/>
                    </a:lnTo>
                    <a:lnTo>
                      <a:pt x="28" y="50"/>
                    </a:lnTo>
                    <a:lnTo>
                      <a:pt x="41" y="63"/>
                    </a:lnTo>
                    <a:lnTo>
                      <a:pt x="54" y="76"/>
                    </a:lnTo>
                    <a:lnTo>
                      <a:pt x="66" y="88"/>
                    </a:lnTo>
                    <a:lnTo>
                      <a:pt x="73" y="95"/>
                    </a:lnTo>
                    <a:lnTo>
                      <a:pt x="76" y="98"/>
                    </a:lnTo>
                    <a:lnTo>
                      <a:pt x="257" y="0"/>
                    </a:lnTo>
                    <a:lnTo>
                      <a:pt x="77" y="75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strips dir="r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/>
          <p:nvPr/>
        </p:nvSpPr>
        <p:spPr>
          <a:xfrm>
            <a:off x="585788" y="860425"/>
            <a:ext cx="8213725" cy="22320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　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设跷板是匀质的，长度为</a:t>
            </a:r>
            <a:r>
              <a:rPr lang="en-US" altLang="zh-CN" sz="28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质量为 </a:t>
            </a:r>
            <a:r>
              <a:rPr lang="zh-CN" altLang="en-US" sz="2800" i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跷板可绕中部支撑点</a:t>
            </a:r>
            <a:r>
              <a:rPr lang="en-US" altLang="zh-CN" sz="28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1" i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在竖直平面内转动，演员的质量均为</a:t>
            </a:r>
            <a:r>
              <a:rPr lang="en-US" altLang="zh-CN" sz="28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．假定演员</a:t>
            </a:r>
            <a:r>
              <a:rPr lang="en-US" altLang="zh-CN" sz="28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落在跷板上，与跷板的碰撞是</a:t>
            </a:r>
            <a:r>
              <a:rPr lang="zh-CN" altLang="en-US" sz="28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完全非弹性</a:t>
            </a:r>
            <a:r>
              <a:rPr lang="zh-CN" altLang="en-US" sz="28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碰撞．</a:t>
            </a:r>
            <a:endParaRPr lang="zh-CN" altLang="en-US" sz="2800" b="1" dirty="0">
              <a:solidFill>
                <a:srgbClr val="1C1C1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7106" name="Object 3"/>
          <p:cNvGraphicFramePr>
            <a:graphicFrameLocks noGrp="1" noChangeAspect="1"/>
          </p:cNvGraphicFramePr>
          <p:nvPr>
            <p:ph/>
          </p:nvPr>
        </p:nvGraphicFramePr>
        <p:xfrm>
          <a:off x="6875463" y="950913"/>
          <a:ext cx="50958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177800" imgH="177800" progId="Equation.3">
                  <p:embed/>
                </p:oleObj>
              </mc:Choice>
              <mc:Fallback>
                <p:oleObj name="" r:id="rId1" imgW="177800" imgH="1778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75463" y="950913"/>
                        <a:ext cx="509587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7" name="Group 3"/>
          <p:cNvGrpSpPr/>
          <p:nvPr/>
        </p:nvGrpSpPr>
        <p:grpSpPr>
          <a:xfrm>
            <a:off x="873125" y="3240088"/>
            <a:ext cx="4876800" cy="3200400"/>
            <a:chOff x="1409" y="1937"/>
            <a:chExt cx="3072" cy="2016"/>
          </a:xfrm>
        </p:grpSpPr>
        <p:sp>
          <p:nvSpPr>
            <p:cNvPr id="47108" name="Rectangle 4"/>
            <p:cNvSpPr/>
            <p:nvPr/>
          </p:nvSpPr>
          <p:spPr>
            <a:xfrm>
              <a:off x="1409" y="1937"/>
              <a:ext cx="3072" cy="2016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09" name="AutoShape 5"/>
            <p:cNvSpPr/>
            <p:nvPr/>
          </p:nvSpPr>
          <p:spPr>
            <a:xfrm>
              <a:off x="2801" y="3500"/>
              <a:ext cx="144" cy="144"/>
            </a:xfrm>
            <a:prstGeom prst="triangle">
              <a:avLst>
                <a:gd name="adj" fmla="val 50000"/>
              </a:avLst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0" name="Line 6"/>
            <p:cNvSpPr/>
            <p:nvPr/>
          </p:nvSpPr>
          <p:spPr>
            <a:xfrm>
              <a:off x="1601" y="3521"/>
              <a:ext cx="0" cy="336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1" name="Line 7"/>
            <p:cNvSpPr/>
            <p:nvPr/>
          </p:nvSpPr>
          <p:spPr>
            <a:xfrm>
              <a:off x="4193" y="3521"/>
              <a:ext cx="0" cy="336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2" name="Line 8"/>
            <p:cNvSpPr/>
            <p:nvPr/>
          </p:nvSpPr>
          <p:spPr>
            <a:xfrm>
              <a:off x="1601" y="3809"/>
              <a:ext cx="2592" cy="0"/>
            </a:xfrm>
            <a:prstGeom prst="line">
              <a:avLst/>
            </a:prstGeom>
            <a:ln w="31750" cap="flat" cmpd="sng">
              <a:solidFill>
                <a:srgbClr val="0066FF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47113" name="Line 9"/>
            <p:cNvSpPr/>
            <p:nvPr/>
          </p:nvSpPr>
          <p:spPr>
            <a:xfrm>
              <a:off x="2863" y="3659"/>
              <a:ext cx="0" cy="102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4" name="Line 10"/>
            <p:cNvSpPr/>
            <p:nvPr/>
          </p:nvSpPr>
          <p:spPr>
            <a:xfrm>
              <a:off x="2874" y="3713"/>
              <a:ext cx="1319" cy="0"/>
            </a:xfrm>
            <a:prstGeom prst="line">
              <a:avLst/>
            </a:prstGeom>
            <a:ln w="31750" cap="flat" cmpd="sng">
              <a:solidFill>
                <a:srgbClr val="0066FF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47115" name="Text Box 11"/>
            <p:cNvSpPr txBox="1"/>
            <p:nvPr/>
          </p:nvSpPr>
          <p:spPr>
            <a:xfrm>
              <a:off x="2375" y="3617"/>
              <a:ext cx="250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6" name="Text Box 12"/>
            <p:cNvSpPr txBox="1"/>
            <p:nvPr/>
          </p:nvSpPr>
          <p:spPr>
            <a:xfrm>
              <a:off x="3355" y="3479"/>
              <a:ext cx="37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7" name="Text Box 13"/>
            <p:cNvSpPr txBox="1"/>
            <p:nvPr/>
          </p:nvSpPr>
          <p:spPr>
            <a:xfrm>
              <a:off x="2728" y="3089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8" name="Text Box 14"/>
            <p:cNvSpPr txBox="1"/>
            <p:nvPr/>
          </p:nvSpPr>
          <p:spPr>
            <a:xfrm>
              <a:off x="3880" y="3089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9" name="Text Box 15"/>
            <p:cNvSpPr txBox="1"/>
            <p:nvPr/>
          </p:nvSpPr>
          <p:spPr>
            <a:xfrm>
              <a:off x="1601" y="3470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0" name="Text Box 16"/>
            <p:cNvSpPr txBox="1"/>
            <p:nvPr/>
          </p:nvSpPr>
          <p:spPr>
            <a:xfrm>
              <a:off x="3722" y="2234"/>
              <a:ext cx="3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1" name="Text Box 17"/>
            <p:cNvSpPr txBox="1"/>
            <p:nvPr/>
          </p:nvSpPr>
          <p:spPr>
            <a:xfrm>
              <a:off x="1817" y="3053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2" name="Text Box 18"/>
            <p:cNvSpPr txBox="1"/>
            <p:nvPr/>
          </p:nvSpPr>
          <p:spPr>
            <a:xfrm>
              <a:off x="4172" y="272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3" name="Line 19"/>
            <p:cNvSpPr/>
            <p:nvPr/>
          </p:nvSpPr>
          <p:spPr>
            <a:xfrm>
              <a:off x="4001" y="2495"/>
              <a:ext cx="384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4" name="Line 20"/>
            <p:cNvSpPr/>
            <p:nvPr/>
          </p:nvSpPr>
          <p:spPr>
            <a:xfrm>
              <a:off x="4001" y="3425"/>
              <a:ext cx="384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7125" name="AutoShape 21"/>
            <p:cNvCxnSpPr/>
            <p:nvPr/>
          </p:nvCxnSpPr>
          <p:spPr>
            <a:xfrm>
              <a:off x="4193" y="2474"/>
              <a:ext cx="1" cy="951"/>
            </a:xfrm>
            <a:prstGeom prst="straightConnector1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triangle" w="sm" len="lg"/>
              <a:tailEnd type="triangle" w="sm" len="lg"/>
            </a:ln>
          </p:spPr>
        </p:cxnSp>
        <p:grpSp>
          <p:nvGrpSpPr>
            <p:cNvPr id="47126" name="Group 22"/>
            <p:cNvGrpSpPr/>
            <p:nvPr/>
          </p:nvGrpSpPr>
          <p:grpSpPr>
            <a:xfrm>
              <a:off x="4023" y="2015"/>
              <a:ext cx="314" cy="480"/>
              <a:chOff x="2422" y="2050"/>
              <a:chExt cx="459" cy="694"/>
            </a:xfrm>
          </p:grpSpPr>
          <p:sp>
            <p:nvSpPr>
              <p:cNvPr id="47127" name="Freeform 23"/>
              <p:cNvSpPr/>
              <p:nvPr/>
            </p:nvSpPr>
            <p:spPr>
              <a:xfrm>
                <a:off x="2422" y="2050"/>
                <a:ext cx="459" cy="694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917" h="1388">
                    <a:moveTo>
                      <a:pt x="503" y="130"/>
                    </a:moveTo>
                    <a:lnTo>
                      <a:pt x="515" y="153"/>
                    </a:lnTo>
                    <a:lnTo>
                      <a:pt x="523" y="178"/>
                    </a:lnTo>
                    <a:lnTo>
                      <a:pt x="526" y="203"/>
                    </a:lnTo>
                    <a:lnTo>
                      <a:pt x="527" y="228"/>
                    </a:lnTo>
                    <a:lnTo>
                      <a:pt x="525" y="253"/>
                    </a:lnTo>
                    <a:lnTo>
                      <a:pt x="518" y="279"/>
                    </a:lnTo>
                    <a:lnTo>
                      <a:pt x="509" y="303"/>
                    </a:lnTo>
                    <a:lnTo>
                      <a:pt x="496" y="326"/>
                    </a:lnTo>
                    <a:lnTo>
                      <a:pt x="505" y="321"/>
                    </a:lnTo>
                    <a:lnTo>
                      <a:pt x="516" y="318"/>
                    </a:lnTo>
                    <a:lnTo>
                      <a:pt x="525" y="314"/>
                    </a:lnTo>
                    <a:lnTo>
                      <a:pt x="535" y="312"/>
                    </a:lnTo>
                    <a:lnTo>
                      <a:pt x="546" y="311"/>
                    </a:lnTo>
                    <a:lnTo>
                      <a:pt x="556" y="312"/>
                    </a:lnTo>
                    <a:lnTo>
                      <a:pt x="566" y="313"/>
                    </a:lnTo>
                    <a:lnTo>
                      <a:pt x="577" y="318"/>
                    </a:lnTo>
                    <a:lnTo>
                      <a:pt x="585" y="322"/>
                    </a:lnTo>
                    <a:lnTo>
                      <a:pt x="594" y="326"/>
                    </a:lnTo>
                    <a:lnTo>
                      <a:pt x="603" y="330"/>
                    </a:lnTo>
                    <a:lnTo>
                      <a:pt x="613" y="334"/>
                    </a:lnTo>
                    <a:lnTo>
                      <a:pt x="622" y="336"/>
                    </a:lnTo>
                    <a:lnTo>
                      <a:pt x="631" y="339"/>
                    </a:lnTo>
                    <a:lnTo>
                      <a:pt x="640" y="339"/>
                    </a:lnTo>
                    <a:lnTo>
                      <a:pt x="651" y="336"/>
                    </a:lnTo>
                    <a:lnTo>
                      <a:pt x="660" y="333"/>
                    </a:lnTo>
                    <a:lnTo>
                      <a:pt x="668" y="328"/>
                    </a:lnTo>
                    <a:lnTo>
                      <a:pt x="675" y="322"/>
                    </a:lnTo>
                    <a:lnTo>
                      <a:pt x="682" y="316"/>
                    </a:lnTo>
                    <a:lnTo>
                      <a:pt x="686" y="307"/>
                    </a:lnTo>
                    <a:lnTo>
                      <a:pt x="690" y="299"/>
                    </a:lnTo>
                    <a:lnTo>
                      <a:pt x="693" y="290"/>
                    </a:lnTo>
                    <a:lnTo>
                      <a:pt x="694" y="281"/>
                    </a:lnTo>
                    <a:lnTo>
                      <a:pt x="694" y="273"/>
                    </a:lnTo>
                    <a:lnTo>
                      <a:pt x="693" y="264"/>
                    </a:lnTo>
                    <a:lnTo>
                      <a:pt x="691" y="256"/>
                    </a:lnTo>
                    <a:lnTo>
                      <a:pt x="689" y="248"/>
                    </a:lnTo>
                    <a:lnTo>
                      <a:pt x="701" y="261"/>
                    </a:lnTo>
                    <a:lnTo>
                      <a:pt x="706" y="277"/>
                    </a:lnTo>
                    <a:lnTo>
                      <a:pt x="707" y="295"/>
                    </a:lnTo>
                    <a:lnTo>
                      <a:pt x="708" y="313"/>
                    </a:lnTo>
                    <a:lnTo>
                      <a:pt x="707" y="327"/>
                    </a:lnTo>
                    <a:lnTo>
                      <a:pt x="705" y="340"/>
                    </a:lnTo>
                    <a:lnTo>
                      <a:pt x="700" y="352"/>
                    </a:lnTo>
                    <a:lnTo>
                      <a:pt x="694" y="363"/>
                    </a:lnTo>
                    <a:lnTo>
                      <a:pt x="686" y="374"/>
                    </a:lnTo>
                    <a:lnTo>
                      <a:pt x="677" y="383"/>
                    </a:lnTo>
                    <a:lnTo>
                      <a:pt x="667" y="392"/>
                    </a:lnTo>
                    <a:lnTo>
                      <a:pt x="655" y="400"/>
                    </a:lnTo>
                    <a:lnTo>
                      <a:pt x="644" y="405"/>
                    </a:lnTo>
                    <a:lnTo>
                      <a:pt x="632" y="410"/>
                    </a:lnTo>
                    <a:lnTo>
                      <a:pt x="619" y="413"/>
                    </a:lnTo>
                    <a:lnTo>
                      <a:pt x="608" y="416"/>
                    </a:lnTo>
                    <a:lnTo>
                      <a:pt x="595" y="417"/>
                    </a:lnTo>
                    <a:lnTo>
                      <a:pt x="584" y="418"/>
                    </a:lnTo>
                    <a:lnTo>
                      <a:pt x="571" y="418"/>
                    </a:lnTo>
                    <a:lnTo>
                      <a:pt x="560" y="417"/>
                    </a:lnTo>
                    <a:lnTo>
                      <a:pt x="545" y="415"/>
                    </a:lnTo>
                    <a:lnTo>
                      <a:pt x="532" y="409"/>
                    </a:lnTo>
                    <a:lnTo>
                      <a:pt x="519" y="401"/>
                    </a:lnTo>
                    <a:lnTo>
                      <a:pt x="509" y="392"/>
                    </a:lnTo>
                    <a:lnTo>
                      <a:pt x="497" y="383"/>
                    </a:lnTo>
                    <a:lnTo>
                      <a:pt x="485" y="377"/>
                    </a:lnTo>
                    <a:lnTo>
                      <a:pt x="472" y="371"/>
                    </a:lnTo>
                    <a:lnTo>
                      <a:pt x="457" y="370"/>
                    </a:lnTo>
                    <a:lnTo>
                      <a:pt x="451" y="371"/>
                    </a:lnTo>
                    <a:lnTo>
                      <a:pt x="447" y="374"/>
                    </a:lnTo>
                    <a:lnTo>
                      <a:pt x="442" y="379"/>
                    </a:lnTo>
                    <a:lnTo>
                      <a:pt x="440" y="385"/>
                    </a:lnTo>
                    <a:lnTo>
                      <a:pt x="439" y="393"/>
                    </a:lnTo>
                    <a:lnTo>
                      <a:pt x="439" y="401"/>
                    </a:lnTo>
                    <a:lnTo>
                      <a:pt x="439" y="410"/>
                    </a:lnTo>
                    <a:lnTo>
                      <a:pt x="440" y="418"/>
                    </a:lnTo>
                    <a:lnTo>
                      <a:pt x="466" y="420"/>
                    </a:lnTo>
                    <a:lnTo>
                      <a:pt x="492" y="424"/>
                    </a:lnTo>
                    <a:lnTo>
                      <a:pt x="517" y="428"/>
                    </a:lnTo>
                    <a:lnTo>
                      <a:pt x="542" y="434"/>
                    </a:lnTo>
                    <a:lnTo>
                      <a:pt x="568" y="441"/>
                    </a:lnTo>
                    <a:lnTo>
                      <a:pt x="592" y="449"/>
                    </a:lnTo>
                    <a:lnTo>
                      <a:pt x="616" y="458"/>
                    </a:lnTo>
                    <a:lnTo>
                      <a:pt x="640" y="468"/>
                    </a:lnTo>
                    <a:lnTo>
                      <a:pt x="663" y="479"/>
                    </a:lnTo>
                    <a:lnTo>
                      <a:pt x="686" y="491"/>
                    </a:lnTo>
                    <a:lnTo>
                      <a:pt x="709" y="502"/>
                    </a:lnTo>
                    <a:lnTo>
                      <a:pt x="730" y="516"/>
                    </a:lnTo>
                    <a:lnTo>
                      <a:pt x="752" y="529"/>
                    </a:lnTo>
                    <a:lnTo>
                      <a:pt x="772" y="544"/>
                    </a:lnTo>
                    <a:lnTo>
                      <a:pt x="792" y="559"/>
                    </a:lnTo>
                    <a:lnTo>
                      <a:pt x="811" y="573"/>
                    </a:lnTo>
                    <a:lnTo>
                      <a:pt x="826" y="586"/>
                    </a:lnTo>
                    <a:lnTo>
                      <a:pt x="841" y="600"/>
                    </a:lnTo>
                    <a:lnTo>
                      <a:pt x="855" y="615"/>
                    </a:lnTo>
                    <a:lnTo>
                      <a:pt x="867" y="630"/>
                    </a:lnTo>
                    <a:lnTo>
                      <a:pt x="881" y="646"/>
                    </a:lnTo>
                    <a:lnTo>
                      <a:pt x="893" y="663"/>
                    </a:lnTo>
                    <a:lnTo>
                      <a:pt x="905" y="681"/>
                    </a:lnTo>
                    <a:lnTo>
                      <a:pt x="917" y="698"/>
                    </a:lnTo>
                    <a:lnTo>
                      <a:pt x="913" y="707"/>
                    </a:lnTo>
                    <a:lnTo>
                      <a:pt x="908" y="714"/>
                    </a:lnTo>
                    <a:lnTo>
                      <a:pt x="902" y="721"/>
                    </a:lnTo>
                    <a:lnTo>
                      <a:pt x="897" y="729"/>
                    </a:lnTo>
                    <a:lnTo>
                      <a:pt x="891" y="736"/>
                    </a:lnTo>
                    <a:lnTo>
                      <a:pt x="886" y="743"/>
                    </a:lnTo>
                    <a:lnTo>
                      <a:pt x="880" y="749"/>
                    </a:lnTo>
                    <a:lnTo>
                      <a:pt x="873" y="753"/>
                    </a:lnTo>
                    <a:lnTo>
                      <a:pt x="864" y="755"/>
                    </a:lnTo>
                    <a:lnTo>
                      <a:pt x="855" y="754"/>
                    </a:lnTo>
                    <a:lnTo>
                      <a:pt x="848" y="749"/>
                    </a:lnTo>
                    <a:lnTo>
                      <a:pt x="842" y="739"/>
                    </a:lnTo>
                    <a:lnTo>
                      <a:pt x="837" y="731"/>
                    </a:lnTo>
                    <a:lnTo>
                      <a:pt x="827" y="716"/>
                    </a:lnTo>
                    <a:lnTo>
                      <a:pt x="815" y="704"/>
                    </a:lnTo>
                    <a:lnTo>
                      <a:pt x="803" y="691"/>
                    </a:lnTo>
                    <a:lnTo>
                      <a:pt x="790" y="681"/>
                    </a:lnTo>
                    <a:lnTo>
                      <a:pt x="776" y="671"/>
                    </a:lnTo>
                    <a:lnTo>
                      <a:pt x="761" y="663"/>
                    </a:lnTo>
                    <a:lnTo>
                      <a:pt x="746" y="656"/>
                    </a:lnTo>
                    <a:lnTo>
                      <a:pt x="730" y="649"/>
                    </a:lnTo>
                    <a:lnTo>
                      <a:pt x="717" y="646"/>
                    </a:lnTo>
                    <a:lnTo>
                      <a:pt x="705" y="643"/>
                    </a:lnTo>
                    <a:lnTo>
                      <a:pt x="692" y="640"/>
                    </a:lnTo>
                    <a:lnTo>
                      <a:pt x="681" y="639"/>
                    </a:lnTo>
                    <a:lnTo>
                      <a:pt x="668" y="639"/>
                    </a:lnTo>
                    <a:lnTo>
                      <a:pt x="655" y="639"/>
                    </a:lnTo>
                    <a:lnTo>
                      <a:pt x="644" y="640"/>
                    </a:lnTo>
                    <a:lnTo>
                      <a:pt x="631" y="643"/>
                    </a:lnTo>
                    <a:lnTo>
                      <a:pt x="628" y="645"/>
                    </a:lnTo>
                    <a:lnTo>
                      <a:pt x="621" y="671"/>
                    </a:lnTo>
                    <a:lnTo>
                      <a:pt x="616" y="699"/>
                    </a:lnTo>
                    <a:lnTo>
                      <a:pt x="616" y="725"/>
                    </a:lnTo>
                    <a:lnTo>
                      <a:pt x="623" y="752"/>
                    </a:lnTo>
                    <a:lnTo>
                      <a:pt x="629" y="765"/>
                    </a:lnTo>
                    <a:lnTo>
                      <a:pt x="637" y="775"/>
                    </a:lnTo>
                    <a:lnTo>
                      <a:pt x="645" y="784"/>
                    </a:lnTo>
                    <a:lnTo>
                      <a:pt x="654" y="792"/>
                    </a:lnTo>
                    <a:lnTo>
                      <a:pt x="663" y="800"/>
                    </a:lnTo>
                    <a:lnTo>
                      <a:pt x="674" y="808"/>
                    </a:lnTo>
                    <a:lnTo>
                      <a:pt x="684" y="815"/>
                    </a:lnTo>
                    <a:lnTo>
                      <a:pt x="694" y="823"/>
                    </a:lnTo>
                    <a:lnTo>
                      <a:pt x="736" y="863"/>
                    </a:lnTo>
                    <a:lnTo>
                      <a:pt x="765" y="907"/>
                    </a:lnTo>
                    <a:lnTo>
                      <a:pt x="782" y="955"/>
                    </a:lnTo>
                    <a:lnTo>
                      <a:pt x="792" y="1001"/>
                    </a:lnTo>
                    <a:lnTo>
                      <a:pt x="797" y="1043"/>
                    </a:lnTo>
                    <a:lnTo>
                      <a:pt x="798" y="1081"/>
                    </a:lnTo>
                    <a:lnTo>
                      <a:pt x="799" y="1110"/>
                    </a:lnTo>
                    <a:lnTo>
                      <a:pt x="802" y="1127"/>
                    </a:lnTo>
                    <a:lnTo>
                      <a:pt x="808" y="1144"/>
                    </a:lnTo>
                    <a:lnTo>
                      <a:pt x="816" y="1160"/>
                    </a:lnTo>
                    <a:lnTo>
                      <a:pt x="826" y="1175"/>
                    </a:lnTo>
                    <a:lnTo>
                      <a:pt x="835" y="1191"/>
                    </a:lnTo>
                    <a:lnTo>
                      <a:pt x="844" y="1207"/>
                    </a:lnTo>
                    <a:lnTo>
                      <a:pt x="851" y="1222"/>
                    </a:lnTo>
                    <a:lnTo>
                      <a:pt x="858" y="1238"/>
                    </a:lnTo>
                    <a:lnTo>
                      <a:pt x="861" y="1254"/>
                    </a:lnTo>
                    <a:lnTo>
                      <a:pt x="860" y="1256"/>
                    </a:lnTo>
                    <a:lnTo>
                      <a:pt x="858" y="1258"/>
                    </a:lnTo>
                    <a:lnTo>
                      <a:pt x="855" y="1258"/>
                    </a:lnTo>
                    <a:lnTo>
                      <a:pt x="851" y="1258"/>
                    </a:lnTo>
                    <a:lnTo>
                      <a:pt x="834" y="1256"/>
                    </a:lnTo>
                    <a:lnTo>
                      <a:pt x="816" y="1254"/>
                    </a:lnTo>
                    <a:lnTo>
                      <a:pt x="798" y="1252"/>
                    </a:lnTo>
                    <a:lnTo>
                      <a:pt x="781" y="1250"/>
                    </a:lnTo>
                    <a:lnTo>
                      <a:pt x="763" y="1245"/>
                    </a:lnTo>
                    <a:lnTo>
                      <a:pt x="747" y="1238"/>
                    </a:lnTo>
                    <a:lnTo>
                      <a:pt x="735" y="1228"/>
                    </a:lnTo>
                    <a:lnTo>
                      <a:pt x="723" y="1215"/>
                    </a:lnTo>
                    <a:lnTo>
                      <a:pt x="716" y="1197"/>
                    </a:lnTo>
                    <a:lnTo>
                      <a:pt x="717" y="1176"/>
                    </a:lnTo>
                    <a:lnTo>
                      <a:pt x="721" y="1155"/>
                    </a:lnTo>
                    <a:lnTo>
                      <a:pt x="722" y="1134"/>
                    </a:lnTo>
                    <a:lnTo>
                      <a:pt x="721" y="1122"/>
                    </a:lnTo>
                    <a:lnTo>
                      <a:pt x="719" y="1110"/>
                    </a:lnTo>
                    <a:lnTo>
                      <a:pt x="715" y="1097"/>
                    </a:lnTo>
                    <a:lnTo>
                      <a:pt x="712" y="1085"/>
                    </a:lnTo>
                    <a:lnTo>
                      <a:pt x="707" y="1073"/>
                    </a:lnTo>
                    <a:lnTo>
                      <a:pt x="700" y="1062"/>
                    </a:lnTo>
                    <a:lnTo>
                      <a:pt x="693" y="1050"/>
                    </a:lnTo>
                    <a:lnTo>
                      <a:pt x="684" y="1040"/>
                    </a:lnTo>
                    <a:lnTo>
                      <a:pt x="671" y="1026"/>
                    </a:lnTo>
                    <a:lnTo>
                      <a:pt x="657" y="1013"/>
                    </a:lnTo>
                    <a:lnTo>
                      <a:pt x="642" y="1001"/>
                    </a:lnTo>
                    <a:lnTo>
                      <a:pt x="628" y="989"/>
                    </a:lnTo>
                    <a:lnTo>
                      <a:pt x="611" y="979"/>
                    </a:lnTo>
                    <a:lnTo>
                      <a:pt x="594" y="971"/>
                    </a:lnTo>
                    <a:lnTo>
                      <a:pt x="576" y="965"/>
                    </a:lnTo>
                    <a:lnTo>
                      <a:pt x="556" y="962"/>
                    </a:lnTo>
                    <a:lnTo>
                      <a:pt x="539" y="963"/>
                    </a:lnTo>
                    <a:lnTo>
                      <a:pt x="520" y="967"/>
                    </a:lnTo>
                    <a:lnTo>
                      <a:pt x="504" y="974"/>
                    </a:lnTo>
                    <a:lnTo>
                      <a:pt x="487" y="983"/>
                    </a:lnTo>
                    <a:lnTo>
                      <a:pt x="472" y="994"/>
                    </a:lnTo>
                    <a:lnTo>
                      <a:pt x="457" y="1007"/>
                    </a:lnTo>
                    <a:lnTo>
                      <a:pt x="443" y="1019"/>
                    </a:lnTo>
                    <a:lnTo>
                      <a:pt x="430" y="1032"/>
                    </a:lnTo>
                    <a:lnTo>
                      <a:pt x="414" y="1054"/>
                    </a:lnTo>
                    <a:lnTo>
                      <a:pt x="404" y="1077"/>
                    </a:lnTo>
                    <a:lnTo>
                      <a:pt x="397" y="1102"/>
                    </a:lnTo>
                    <a:lnTo>
                      <a:pt x="395" y="1127"/>
                    </a:lnTo>
                    <a:lnTo>
                      <a:pt x="396" y="1154"/>
                    </a:lnTo>
                    <a:lnTo>
                      <a:pt x="402" y="1179"/>
                    </a:lnTo>
                    <a:lnTo>
                      <a:pt x="409" y="1205"/>
                    </a:lnTo>
                    <a:lnTo>
                      <a:pt x="419" y="1229"/>
                    </a:lnTo>
                    <a:lnTo>
                      <a:pt x="428" y="1241"/>
                    </a:lnTo>
                    <a:lnTo>
                      <a:pt x="439" y="1252"/>
                    </a:lnTo>
                    <a:lnTo>
                      <a:pt x="448" y="1262"/>
                    </a:lnTo>
                    <a:lnTo>
                      <a:pt x="452" y="1275"/>
                    </a:lnTo>
                    <a:lnTo>
                      <a:pt x="451" y="1293"/>
                    </a:lnTo>
                    <a:lnTo>
                      <a:pt x="448" y="1311"/>
                    </a:lnTo>
                    <a:lnTo>
                      <a:pt x="441" y="1327"/>
                    </a:lnTo>
                    <a:lnTo>
                      <a:pt x="432" y="1340"/>
                    </a:lnTo>
                    <a:lnTo>
                      <a:pt x="419" y="1354"/>
                    </a:lnTo>
                    <a:lnTo>
                      <a:pt x="406" y="1367"/>
                    </a:lnTo>
                    <a:lnTo>
                      <a:pt x="391" y="1377"/>
                    </a:lnTo>
                    <a:lnTo>
                      <a:pt x="375" y="1387"/>
                    </a:lnTo>
                    <a:lnTo>
                      <a:pt x="371" y="1388"/>
                    </a:lnTo>
                    <a:lnTo>
                      <a:pt x="366" y="1388"/>
                    </a:lnTo>
                    <a:lnTo>
                      <a:pt x="361" y="1385"/>
                    </a:lnTo>
                    <a:lnTo>
                      <a:pt x="358" y="1383"/>
                    </a:lnTo>
                    <a:lnTo>
                      <a:pt x="344" y="1352"/>
                    </a:lnTo>
                    <a:lnTo>
                      <a:pt x="336" y="1319"/>
                    </a:lnTo>
                    <a:lnTo>
                      <a:pt x="334" y="1285"/>
                    </a:lnTo>
                    <a:lnTo>
                      <a:pt x="335" y="1251"/>
                    </a:lnTo>
                    <a:lnTo>
                      <a:pt x="334" y="1245"/>
                    </a:lnTo>
                    <a:lnTo>
                      <a:pt x="328" y="1240"/>
                    </a:lnTo>
                    <a:lnTo>
                      <a:pt x="322" y="1237"/>
                    </a:lnTo>
                    <a:lnTo>
                      <a:pt x="318" y="1231"/>
                    </a:lnTo>
                    <a:lnTo>
                      <a:pt x="303" y="1209"/>
                    </a:lnTo>
                    <a:lnTo>
                      <a:pt x="290" y="1187"/>
                    </a:lnTo>
                    <a:lnTo>
                      <a:pt x="280" y="1165"/>
                    </a:lnTo>
                    <a:lnTo>
                      <a:pt x="271" y="1142"/>
                    </a:lnTo>
                    <a:lnTo>
                      <a:pt x="265" y="1118"/>
                    </a:lnTo>
                    <a:lnTo>
                      <a:pt x="261" y="1095"/>
                    </a:lnTo>
                    <a:lnTo>
                      <a:pt x="258" y="1071"/>
                    </a:lnTo>
                    <a:lnTo>
                      <a:pt x="258" y="1047"/>
                    </a:lnTo>
                    <a:lnTo>
                      <a:pt x="259" y="1027"/>
                    </a:lnTo>
                    <a:lnTo>
                      <a:pt x="261" y="1007"/>
                    </a:lnTo>
                    <a:lnTo>
                      <a:pt x="266" y="986"/>
                    </a:lnTo>
                    <a:lnTo>
                      <a:pt x="271" y="965"/>
                    </a:lnTo>
                    <a:lnTo>
                      <a:pt x="277" y="944"/>
                    </a:lnTo>
                    <a:lnTo>
                      <a:pt x="284" y="925"/>
                    </a:lnTo>
                    <a:lnTo>
                      <a:pt x="292" y="905"/>
                    </a:lnTo>
                    <a:lnTo>
                      <a:pt x="301" y="887"/>
                    </a:lnTo>
                    <a:lnTo>
                      <a:pt x="305" y="871"/>
                    </a:lnTo>
                    <a:lnTo>
                      <a:pt x="303" y="854"/>
                    </a:lnTo>
                    <a:lnTo>
                      <a:pt x="296" y="838"/>
                    </a:lnTo>
                    <a:lnTo>
                      <a:pt x="286" y="823"/>
                    </a:lnTo>
                    <a:lnTo>
                      <a:pt x="277" y="814"/>
                    </a:lnTo>
                    <a:lnTo>
                      <a:pt x="267" y="806"/>
                    </a:lnTo>
                    <a:lnTo>
                      <a:pt x="255" y="799"/>
                    </a:lnTo>
                    <a:lnTo>
                      <a:pt x="243" y="792"/>
                    </a:lnTo>
                    <a:lnTo>
                      <a:pt x="231" y="785"/>
                    </a:lnTo>
                    <a:lnTo>
                      <a:pt x="220" y="778"/>
                    </a:lnTo>
                    <a:lnTo>
                      <a:pt x="209" y="769"/>
                    </a:lnTo>
                    <a:lnTo>
                      <a:pt x="201" y="758"/>
                    </a:lnTo>
                    <a:lnTo>
                      <a:pt x="194" y="759"/>
                    </a:lnTo>
                    <a:lnTo>
                      <a:pt x="187" y="762"/>
                    </a:lnTo>
                    <a:lnTo>
                      <a:pt x="183" y="767"/>
                    </a:lnTo>
                    <a:lnTo>
                      <a:pt x="177" y="773"/>
                    </a:lnTo>
                    <a:lnTo>
                      <a:pt x="157" y="792"/>
                    </a:lnTo>
                    <a:lnTo>
                      <a:pt x="140" y="812"/>
                    </a:lnTo>
                    <a:lnTo>
                      <a:pt x="123" y="834"/>
                    </a:lnTo>
                    <a:lnTo>
                      <a:pt x="108" y="857"/>
                    </a:lnTo>
                    <a:lnTo>
                      <a:pt x="94" y="881"/>
                    </a:lnTo>
                    <a:lnTo>
                      <a:pt x="84" y="907"/>
                    </a:lnTo>
                    <a:lnTo>
                      <a:pt x="77" y="935"/>
                    </a:lnTo>
                    <a:lnTo>
                      <a:pt x="72" y="964"/>
                    </a:lnTo>
                    <a:lnTo>
                      <a:pt x="72" y="1004"/>
                    </a:lnTo>
                    <a:lnTo>
                      <a:pt x="62" y="1003"/>
                    </a:lnTo>
                    <a:lnTo>
                      <a:pt x="51" y="1001"/>
                    </a:lnTo>
                    <a:lnTo>
                      <a:pt x="41" y="997"/>
                    </a:lnTo>
                    <a:lnTo>
                      <a:pt x="32" y="993"/>
                    </a:lnTo>
                    <a:lnTo>
                      <a:pt x="24" y="987"/>
                    </a:lnTo>
                    <a:lnTo>
                      <a:pt x="17" y="980"/>
                    </a:lnTo>
                    <a:lnTo>
                      <a:pt x="11" y="971"/>
                    </a:lnTo>
                    <a:lnTo>
                      <a:pt x="6" y="962"/>
                    </a:lnTo>
                    <a:lnTo>
                      <a:pt x="0" y="921"/>
                    </a:lnTo>
                    <a:lnTo>
                      <a:pt x="2" y="879"/>
                    </a:lnTo>
                    <a:lnTo>
                      <a:pt x="11" y="836"/>
                    </a:lnTo>
                    <a:lnTo>
                      <a:pt x="23" y="792"/>
                    </a:lnTo>
                    <a:lnTo>
                      <a:pt x="32" y="766"/>
                    </a:lnTo>
                    <a:lnTo>
                      <a:pt x="42" y="740"/>
                    </a:lnTo>
                    <a:lnTo>
                      <a:pt x="54" y="716"/>
                    </a:lnTo>
                    <a:lnTo>
                      <a:pt x="66" y="692"/>
                    </a:lnTo>
                    <a:lnTo>
                      <a:pt x="80" y="669"/>
                    </a:lnTo>
                    <a:lnTo>
                      <a:pt x="95" y="648"/>
                    </a:lnTo>
                    <a:lnTo>
                      <a:pt x="111" y="628"/>
                    </a:lnTo>
                    <a:lnTo>
                      <a:pt x="130" y="609"/>
                    </a:lnTo>
                    <a:lnTo>
                      <a:pt x="146" y="594"/>
                    </a:lnTo>
                    <a:lnTo>
                      <a:pt x="161" y="579"/>
                    </a:lnTo>
                    <a:lnTo>
                      <a:pt x="177" y="565"/>
                    </a:lnTo>
                    <a:lnTo>
                      <a:pt x="193" y="552"/>
                    </a:lnTo>
                    <a:lnTo>
                      <a:pt x="210" y="538"/>
                    </a:lnTo>
                    <a:lnTo>
                      <a:pt x="228" y="525"/>
                    </a:lnTo>
                    <a:lnTo>
                      <a:pt x="246" y="512"/>
                    </a:lnTo>
                    <a:lnTo>
                      <a:pt x="266" y="500"/>
                    </a:lnTo>
                    <a:lnTo>
                      <a:pt x="268" y="495"/>
                    </a:lnTo>
                    <a:lnTo>
                      <a:pt x="268" y="488"/>
                    </a:lnTo>
                    <a:lnTo>
                      <a:pt x="265" y="481"/>
                    </a:lnTo>
                    <a:lnTo>
                      <a:pt x="261" y="476"/>
                    </a:lnTo>
                    <a:lnTo>
                      <a:pt x="253" y="478"/>
                    </a:lnTo>
                    <a:lnTo>
                      <a:pt x="246" y="480"/>
                    </a:lnTo>
                    <a:lnTo>
                      <a:pt x="238" y="484"/>
                    </a:lnTo>
                    <a:lnTo>
                      <a:pt x="230" y="486"/>
                    </a:lnTo>
                    <a:lnTo>
                      <a:pt x="217" y="489"/>
                    </a:lnTo>
                    <a:lnTo>
                      <a:pt x="205" y="492"/>
                    </a:lnTo>
                    <a:lnTo>
                      <a:pt x="192" y="494"/>
                    </a:lnTo>
                    <a:lnTo>
                      <a:pt x="179" y="495"/>
                    </a:lnTo>
                    <a:lnTo>
                      <a:pt x="167" y="495"/>
                    </a:lnTo>
                    <a:lnTo>
                      <a:pt x="154" y="493"/>
                    </a:lnTo>
                    <a:lnTo>
                      <a:pt x="142" y="488"/>
                    </a:lnTo>
                    <a:lnTo>
                      <a:pt x="131" y="481"/>
                    </a:lnTo>
                    <a:lnTo>
                      <a:pt x="122" y="470"/>
                    </a:lnTo>
                    <a:lnTo>
                      <a:pt x="116" y="457"/>
                    </a:lnTo>
                    <a:lnTo>
                      <a:pt x="112" y="443"/>
                    </a:lnTo>
                    <a:lnTo>
                      <a:pt x="111" y="430"/>
                    </a:lnTo>
                    <a:lnTo>
                      <a:pt x="104" y="427"/>
                    </a:lnTo>
                    <a:lnTo>
                      <a:pt x="99" y="423"/>
                    </a:lnTo>
                    <a:lnTo>
                      <a:pt x="93" y="418"/>
                    </a:lnTo>
                    <a:lnTo>
                      <a:pt x="88" y="412"/>
                    </a:lnTo>
                    <a:lnTo>
                      <a:pt x="87" y="406"/>
                    </a:lnTo>
                    <a:lnTo>
                      <a:pt x="88" y="403"/>
                    </a:lnTo>
                    <a:lnTo>
                      <a:pt x="88" y="398"/>
                    </a:lnTo>
                    <a:lnTo>
                      <a:pt x="85" y="392"/>
                    </a:lnTo>
                    <a:lnTo>
                      <a:pt x="82" y="385"/>
                    </a:lnTo>
                    <a:lnTo>
                      <a:pt x="86" y="379"/>
                    </a:lnTo>
                    <a:lnTo>
                      <a:pt x="91" y="374"/>
                    </a:lnTo>
                    <a:lnTo>
                      <a:pt x="92" y="371"/>
                    </a:lnTo>
                    <a:lnTo>
                      <a:pt x="89" y="365"/>
                    </a:lnTo>
                    <a:lnTo>
                      <a:pt x="85" y="360"/>
                    </a:lnTo>
                    <a:lnTo>
                      <a:pt x="78" y="356"/>
                    </a:lnTo>
                    <a:lnTo>
                      <a:pt x="72" y="354"/>
                    </a:lnTo>
                    <a:lnTo>
                      <a:pt x="64" y="350"/>
                    </a:lnTo>
                    <a:lnTo>
                      <a:pt x="57" y="348"/>
                    </a:lnTo>
                    <a:lnTo>
                      <a:pt x="51" y="344"/>
                    </a:lnTo>
                    <a:lnTo>
                      <a:pt x="46" y="340"/>
                    </a:lnTo>
                    <a:lnTo>
                      <a:pt x="50" y="334"/>
                    </a:lnTo>
                    <a:lnTo>
                      <a:pt x="57" y="321"/>
                    </a:lnTo>
                    <a:lnTo>
                      <a:pt x="64" y="306"/>
                    </a:lnTo>
                    <a:lnTo>
                      <a:pt x="68" y="291"/>
                    </a:lnTo>
                    <a:lnTo>
                      <a:pt x="66" y="267"/>
                    </a:lnTo>
                    <a:lnTo>
                      <a:pt x="61" y="243"/>
                    </a:lnTo>
                    <a:lnTo>
                      <a:pt x="54" y="219"/>
                    </a:lnTo>
                    <a:lnTo>
                      <a:pt x="53" y="195"/>
                    </a:lnTo>
                    <a:lnTo>
                      <a:pt x="55" y="181"/>
                    </a:lnTo>
                    <a:lnTo>
                      <a:pt x="59" y="168"/>
                    </a:lnTo>
                    <a:lnTo>
                      <a:pt x="64" y="157"/>
                    </a:lnTo>
                    <a:lnTo>
                      <a:pt x="71" y="146"/>
                    </a:lnTo>
                    <a:lnTo>
                      <a:pt x="78" y="136"/>
                    </a:lnTo>
                    <a:lnTo>
                      <a:pt x="86" y="127"/>
                    </a:lnTo>
                    <a:lnTo>
                      <a:pt x="95" y="117"/>
                    </a:lnTo>
                    <a:lnTo>
                      <a:pt x="106" y="109"/>
                    </a:lnTo>
                    <a:lnTo>
                      <a:pt x="106" y="98"/>
                    </a:lnTo>
                    <a:lnTo>
                      <a:pt x="103" y="86"/>
                    </a:lnTo>
                    <a:lnTo>
                      <a:pt x="103" y="76"/>
                    </a:lnTo>
                    <a:lnTo>
                      <a:pt x="108" y="64"/>
                    </a:lnTo>
                    <a:lnTo>
                      <a:pt x="119" y="51"/>
                    </a:lnTo>
                    <a:lnTo>
                      <a:pt x="134" y="39"/>
                    </a:lnTo>
                    <a:lnTo>
                      <a:pt x="149" y="29"/>
                    </a:lnTo>
                    <a:lnTo>
                      <a:pt x="167" y="21"/>
                    </a:lnTo>
                    <a:lnTo>
                      <a:pt x="184" y="14"/>
                    </a:lnTo>
                    <a:lnTo>
                      <a:pt x="202" y="9"/>
                    </a:lnTo>
                    <a:lnTo>
                      <a:pt x="221" y="6"/>
                    </a:lnTo>
                    <a:lnTo>
                      <a:pt x="238" y="2"/>
                    </a:lnTo>
                    <a:lnTo>
                      <a:pt x="251" y="1"/>
                    </a:lnTo>
                    <a:lnTo>
                      <a:pt x="265" y="0"/>
                    </a:lnTo>
                    <a:lnTo>
                      <a:pt x="278" y="0"/>
                    </a:lnTo>
                    <a:lnTo>
                      <a:pt x="292" y="1"/>
                    </a:lnTo>
                    <a:lnTo>
                      <a:pt x="307" y="3"/>
                    </a:lnTo>
                    <a:lnTo>
                      <a:pt x="321" y="6"/>
                    </a:lnTo>
                    <a:lnTo>
                      <a:pt x="335" y="8"/>
                    </a:lnTo>
                    <a:lnTo>
                      <a:pt x="350" y="11"/>
                    </a:lnTo>
                    <a:lnTo>
                      <a:pt x="364" y="16"/>
                    </a:lnTo>
                    <a:lnTo>
                      <a:pt x="377" y="21"/>
                    </a:lnTo>
                    <a:lnTo>
                      <a:pt x="390" y="25"/>
                    </a:lnTo>
                    <a:lnTo>
                      <a:pt x="403" y="31"/>
                    </a:lnTo>
                    <a:lnTo>
                      <a:pt x="415" y="38"/>
                    </a:lnTo>
                    <a:lnTo>
                      <a:pt x="428" y="45"/>
                    </a:lnTo>
                    <a:lnTo>
                      <a:pt x="440" y="52"/>
                    </a:lnTo>
                    <a:lnTo>
                      <a:pt x="450" y="60"/>
                    </a:lnTo>
                    <a:lnTo>
                      <a:pt x="458" y="67"/>
                    </a:lnTo>
                    <a:lnTo>
                      <a:pt x="465" y="74"/>
                    </a:lnTo>
                    <a:lnTo>
                      <a:pt x="472" y="83"/>
                    </a:lnTo>
                    <a:lnTo>
                      <a:pt x="479" y="91"/>
                    </a:lnTo>
                    <a:lnTo>
                      <a:pt x="486" y="100"/>
                    </a:lnTo>
                    <a:lnTo>
                      <a:pt x="492" y="109"/>
                    </a:lnTo>
                    <a:lnTo>
                      <a:pt x="497" y="120"/>
                    </a:lnTo>
                    <a:lnTo>
                      <a:pt x="503" y="1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28" name="Freeform 24"/>
              <p:cNvSpPr/>
              <p:nvPr/>
            </p:nvSpPr>
            <p:spPr>
              <a:xfrm>
                <a:off x="2457" y="2094"/>
                <a:ext cx="188" cy="23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375" h="468">
                    <a:moveTo>
                      <a:pt x="189" y="11"/>
                    </a:moveTo>
                    <a:lnTo>
                      <a:pt x="199" y="19"/>
                    </a:lnTo>
                    <a:lnTo>
                      <a:pt x="208" y="29"/>
                    </a:lnTo>
                    <a:lnTo>
                      <a:pt x="216" y="39"/>
                    </a:lnTo>
                    <a:lnTo>
                      <a:pt x="223" y="51"/>
                    </a:lnTo>
                    <a:lnTo>
                      <a:pt x="230" y="63"/>
                    </a:lnTo>
                    <a:lnTo>
                      <a:pt x="237" y="74"/>
                    </a:lnTo>
                    <a:lnTo>
                      <a:pt x="245" y="86"/>
                    </a:lnTo>
                    <a:lnTo>
                      <a:pt x="253" y="96"/>
                    </a:lnTo>
                    <a:lnTo>
                      <a:pt x="266" y="118"/>
                    </a:lnTo>
                    <a:lnTo>
                      <a:pt x="272" y="142"/>
                    </a:lnTo>
                    <a:lnTo>
                      <a:pt x="273" y="167"/>
                    </a:lnTo>
                    <a:lnTo>
                      <a:pt x="275" y="191"/>
                    </a:lnTo>
                    <a:lnTo>
                      <a:pt x="282" y="187"/>
                    </a:lnTo>
                    <a:lnTo>
                      <a:pt x="289" y="182"/>
                    </a:lnTo>
                    <a:lnTo>
                      <a:pt x="296" y="177"/>
                    </a:lnTo>
                    <a:lnTo>
                      <a:pt x="303" y="172"/>
                    </a:lnTo>
                    <a:lnTo>
                      <a:pt x="310" y="167"/>
                    </a:lnTo>
                    <a:lnTo>
                      <a:pt x="317" y="164"/>
                    </a:lnTo>
                    <a:lnTo>
                      <a:pt x="325" y="163"/>
                    </a:lnTo>
                    <a:lnTo>
                      <a:pt x="334" y="163"/>
                    </a:lnTo>
                    <a:lnTo>
                      <a:pt x="340" y="164"/>
                    </a:lnTo>
                    <a:lnTo>
                      <a:pt x="345" y="166"/>
                    </a:lnTo>
                    <a:lnTo>
                      <a:pt x="350" y="170"/>
                    </a:lnTo>
                    <a:lnTo>
                      <a:pt x="353" y="174"/>
                    </a:lnTo>
                    <a:lnTo>
                      <a:pt x="356" y="191"/>
                    </a:lnTo>
                    <a:lnTo>
                      <a:pt x="351" y="208"/>
                    </a:lnTo>
                    <a:lnTo>
                      <a:pt x="341" y="224"/>
                    </a:lnTo>
                    <a:lnTo>
                      <a:pt x="328" y="235"/>
                    </a:lnTo>
                    <a:lnTo>
                      <a:pt x="322" y="238"/>
                    </a:lnTo>
                    <a:lnTo>
                      <a:pt x="317" y="239"/>
                    </a:lnTo>
                    <a:lnTo>
                      <a:pt x="311" y="238"/>
                    </a:lnTo>
                    <a:lnTo>
                      <a:pt x="305" y="236"/>
                    </a:lnTo>
                    <a:lnTo>
                      <a:pt x="292" y="230"/>
                    </a:lnTo>
                    <a:lnTo>
                      <a:pt x="295" y="236"/>
                    </a:lnTo>
                    <a:lnTo>
                      <a:pt x="299" y="242"/>
                    </a:lnTo>
                    <a:lnTo>
                      <a:pt x="305" y="247"/>
                    </a:lnTo>
                    <a:lnTo>
                      <a:pt x="313" y="249"/>
                    </a:lnTo>
                    <a:lnTo>
                      <a:pt x="320" y="251"/>
                    </a:lnTo>
                    <a:lnTo>
                      <a:pt x="327" y="253"/>
                    </a:lnTo>
                    <a:lnTo>
                      <a:pt x="334" y="254"/>
                    </a:lnTo>
                    <a:lnTo>
                      <a:pt x="340" y="254"/>
                    </a:lnTo>
                    <a:lnTo>
                      <a:pt x="340" y="271"/>
                    </a:lnTo>
                    <a:lnTo>
                      <a:pt x="341" y="289"/>
                    </a:lnTo>
                    <a:lnTo>
                      <a:pt x="342" y="308"/>
                    </a:lnTo>
                    <a:lnTo>
                      <a:pt x="345" y="325"/>
                    </a:lnTo>
                    <a:lnTo>
                      <a:pt x="350" y="342"/>
                    </a:lnTo>
                    <a:lnTo>
                      <a:pt x="356" y="360"/>
                    </a:lnTo>
                    <a:lnTo>
                      <a:pt x="365" y="376"/>
                    </a:lnTo>
                    <a:lnTo>
                      <a:pt x="375" y="392"/>
                    </a:lnTo>
                    <a:lnTo>
                      <a:pt x="371" y="405"/>
                    </a:lnTo>
                    <a:lnTo>
                      <a:pt x="364" y="416"/>
                    </a:lnTo>
                    <a:lnTo>
                      <a:pt x="355" y="428"/>
                    </a:lnTo>
                    <a:lnTo>
                      <a:pt x="345" y="437"/>
                    </a:lnTo>
                    <a:lnTo>
                      <a:pt x="336" y="446"/>
                    </a:lnTo>
                    <a:lnTo>
                      <a:pt x="325" y="454"/>
                    </a:lnTo>
                    <a:lnTo>
                      <a:pt x="313" y="460"/>
                    </a:lnTo>
                    <a:lnTo>
                      <a:pt x="300" y="464"/>
                    </a:lnTo>
                    <a:lnTo>
                      <a:pt x="288" y="467"/>
                    </a:lnTo>
                    <a:lnTo>
                      <a:pt x="275" y="468"/>
                    </a:lnTo>
                    <a:lnTo>
                      <a:pt x="261" y="467"/>
                    </a:lnTo>
                    <a:lnTo>
                      <a:pt x="249" y="464"/>
                    </a:lnTo>
                    <a:lnTo>
                      <a:pt x="234" y="456"/>
                    </a:lnTo>
                    <a:lnTo>
                      <a:pt x="229" y="438"/>
                    </a:lnTo>
                    <a:lnTo>
                      <a:pt x="224" y="418"/>
                    </a:lnTo>
                    <a:lnTo>
                      <a:pt x="220" y="400"/>
                    </a:lnTo>
                    <a:lnTo>
                      <a:pt x="215" y="382"/>
                    </a:lnTo>
                    <a:lnTo>
                      <a:pt x="226" y="371"/>
                    </a:lnTo>
                    <a:lnTo>
                      <a:pt x="235" y="360"/>
                    </a:lnTo>
                    <a:lnTo>
                      <a:pt x="243" y="347"/>
                    </a:lnTo>
                    <a:lnTo>
                      <a:pt x="251" y="334"/>
                    </a:lnTo>
                    <a:lnTo>
                      <a:pt x="257" y="320"/>
                    </a:lnTo>
                    <a:lnTo>
                      <a:pt x="262" y="307"/>
                    </a:lnTo>
                    <a:lnTo>
                      <a:pt x="267" y="293"/>
                    </a:lnTo>
                    <a:lnTo>
                      <a:pt x="272" y="278"/>
                    </a:lnTo>
                    <a:lnTo>
                      <a:pt x="273" y="271"/>
                    </a:lnTo>
                    <a:lnTo>
                      <a:pt x="275" y="264"/>
                    </a:lnTo>
                    <a:lnTo>
                      <a:pt x="276" y="257"/>
                    </a:lnTo>
                    <a:lnTo>
                      <a:pt x="276" y="250"/>
                    </a:lnTo>
                    <a:lnTo>
                      <a:pt x="262" y="279"/>
                    </a:lnTo>
                    <a:lnTo>
                      <a:pt x="249" y="302"/>
                    </a:lnTo>
                    <a:lnTo>
                      <a:pt x="236" y="322"/>
                    </a:lnTo>
                    <a:lnTo>
                      <a:pt x="223" y="335"/>
                    </a:lnTo>
                    <a:lnTo>
                      <a:pt x="213" y="347"/>
                    </a:lnTo>
                    <a:lnTo>
                      <a:pt x="204" y="354"/>
                    </a:lnTo>
                    <a:lnTo>
                      <a:pt x="199" y="358"/>
                    </a:lnTo>
                    <a:lnTo>
                      <a:pt x="197" y="360"/>
                    </a:lnTo>
                    <a:lnTo>
                      <a:pt x="186" y="368"/>
                    </a:lnTo>
                    <a:lnTo>
                      <a:pt x="175" y="373"/>
                    </a:lnTo>
                    <a:lnTo>
                      <a:pt x="162" y="379"/>
                    </a:lnTo>
                    <a:lnTo>
                      <a:pt x="151" y="383"/>
                    </a:lnTo>
                    <a:lnTo>
                      <a:pt x="138" y="385"/>
                    </a:lnTo>
                    <a:lnTo>
                      <a:pt x="125" y="386"/>
                    </a:lnTo>
                    <a:lnTo>
                      <a:pt x="111" y="386"/>
                    </a:lnTo>
                    <a:lnTo>
                      <a:pt x="99" y="384"/>
                    </a:lnTo>
                    <a:lnTo>
                      <a:pt x="92" y="382"/>
                    </a:lnTo>
                    <a:lnTo>
                      <a:pt x="85" y="379"/>
                    </a:lnTo>
                    <a:lnTo>
                      <a:pt x="79" y="375"/>
                    </a:lnTo>
                    <a:lnTo>
                      <a:pt x="75" y="369"/>
                    </a:lnTo>
                    <a:lnTo>
                      <a:pt x="70" y="363"/>
                    </a:lnTo>
                    <a:lnTo>
                      <a:pt x="66" y="357"/>
                    </a:lnTo>
                    <a:lnTo>
                      <a:pt x="64" y="350"/>
                    </a:lnTo>
                    <a:lnTo>
                      <a:pt x="62" y="344"/>
                    </a:lnTo>
                    <a:lnTo>
                      <a:pt x="63" y="334"/>
                    </a:lnTo>
                    <a:lnTo>
                      <a:pt x="69" y="327"/>
                    </a:lnTo>
                    <a:lnTo>
                      <a:pt x="78" y="322"/>
                    </a:lnTo>
                    <a:lnTo>
                      <a:pt x="85" y="315"/>
                    </a:lnTo>
                    <a:lnTo>
                      <a:pt x="106" y="287"/>
                    </a:lnTo>
                    <a:lnTo>
                      <a:pt x="99" y="288"/>
                    </a:lnTo>
                    <a:lnTo>
                      <a:pt x="92" y="289"/>
                    </a:lnTo>
                    <a:lnTo>
                      <a:pt x="84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2" y="291"/>
                    </a:lnTo>
                    <a:lnTo>
                      <a:pt x="56" y="289"/>
                    </a:lnTo>
                    <a:lnTo>
                      <a:pt x="50" y="285"/>
                    </a:lnTo>
                    <a:lnTo>
                      <a:pt x="48" y="281"/>
                    </a:lnTo>
                    <a:lnTo>
                      <a:pt x="48" y="278"/>
                    </a:lnTo>
                    <a:lnTo>
                      <a:pt x="48" y="274"/>
                    </a:lnTo>
                    <a:lnTo>
                      <a:pt x="48" y="270"/>
                    </a:lnTo>
                    <a:lnTo>
                      <a:pt x="55" y="265"/>
                    </a:lnTo>
                    <a:lnTo>
                      <a:pt x="61" y="259"/>
                    </a:lnTo>
                    <a:lnTo>
                      <a:pt x="64" y="251"/>
                    </a:lnTo>
                    <a:lnTo>
                      <a:pt x="63" y="244"/>
                    </a:lnTo>
                    <a:lnTo>
                      <a:pt x="61" y="240"/>
                    </a:lnTo>
                    <a:lnTo>
                      <a:pt x="57" y="235"/>
                    </a:lnTo>
                    <a:lnTo>
                      <a:pt x="54" y="232"/>
                    </a:lnTo>
                    <a:lnTo>
                      <a:pt x="48" y="230"/>
                    </a:lnTo>
                    <a:lnTo>
                      <a:pt x="43" y="228"/>
                    </a:lnTo>
                    <a:lnTo>
                      <a:pt x="38" y="227"/>
                    </a:lnTo>
                    <a:lnTo>
                      <a:pt x="32" y="226"/>
                    </a:lnTo>
                    <a:lnTo>
                      <a:pt x="26" y="226"/>
                    </a:lnTo>
                    <a:lnTo>
                      <a:pt x="33" y="231"/>
                    </a:lnTo>
                    <a:lnTo>
                      <a:pt x="40" y="233"/>
                    </a:lnTo>
                    <a:lnTo>
                      <a:pt x="46" y="238"/>
                    </a:lnTo>
                    <a:lnTo>
                      <a:pt x="48" y="244"/>
                    </a:lnTo>
                    <a:lnTo>
                      <a:pt x="48" y="249"/>
                    </a:lnTo>
                    <a:lnTo>
                      <a:pt x="46" y="254"/>
                    </a:lnTo>
                    <a:lnTo>
                      <a:pt x="43" y="257"/>
                    </a:lnTo>
                    <a:lnTo>
                      <a:pt x="40" y="259"/>
                    </a:lnTo>
                    <a:lnTo>
                      <a:pt x="35" y="261"/>
                    </a:lnTo>
                    <a:lnTo>
                      <a:pt x="30" y="261"/>
                    </a:lnTo>
                    <a:lnTo>
                      <a:pt x="25" y="259"/>
                    </a:lnTo>
                    <a:lnTo>
                      <a:pt x="20" y="258"/>
                    </a:lnTo>
                    <a:lnTo>
                      <a:pt x="15" y="256"/>
                    </a:lnTo>
                    <a:lnTo>
                      <a:pt x="10" y="254"/>
                    </a:lnTo>
                    <a:lnTo>
                      <a:pt x="4" y="253"/>
                    </a:lnTo>
                    <a:lnTo>
                      <a:pt x="0" y="251"/>
                    </a:lnTo>
                    <a:lnTo>
                      <a:pt x="9" y="231"/>
                    </a:lnTo>
                    <a:lnTo>
                      <a:pt x="12" y="210"/>
                    </a:lnTo>
                    <a:lnTo>
                      <a:pt x="12" y="188"/>
                    </a:lnTo>
                    <a:lnTo>
                      <a:pt x="9" y="167"/>
                    </a:lnTo>
                    <a:lnTo>
                      <a:pt x="5" y="147"/>
                    </a:lnTo>
                    <a:lnTo>
                      <a:pt x="4" y="126"/>
                    </a:lnTo>
                    <a:lnTo>
                      <a:pt x="7" y="104"/>
                    </a:lnTo>
                    <a:lnTo>
                      <a:pt x="15" y="82"/>
                    </a:lnTo>
                    <a:lnTo>
                      <a:pt x="19" y="75"/>
                    </a:lnTo>
                    <a:lnTo>
                      <a:pt x="23" y="68"/>
                    </a:lnTo>
                    <a:lnTo>
                      <a:pt x="27" y="61"/>
                    </a:lnTo>
                    <a:lnTo>
                      <a:pt x="32" y="53"/>
                    </a:lnTo>
                    <a:lnTo>
                      <a:pt x="37" y="46"/>
                    </a:lnTo>
                    <a:lnTo>
                      <a:pt x="42" y="39"/>
                    </a:lnTo>
                    <a:lnTo>
                      <a:pt x="47" y="33"/>
                    </a:lnTo>
                    <a:lnTo>
                      <a:pt x="52" y="26"/>
                    </a:lnTo>
                    <a:lnTo>
                      <a:pt x="54" y="33"/>
                    </a:lnTo>
                    <a:lnTo>
                      <a:pt x="56" y="38"/>
                    </a:lnTo>
                    <a:lnTo>
                      <a:pt x="58" y="44"/>
                    </a:lnTo>
                    <a:lnTo>
                      <a:pt x="63" y="49"/>
                    </a:lnTo>
                    <a:lnTo>
                      <a:pt x="76" y="36"/>
                    </a:lnTo>
                    <a:lnTo>
                      <a:pt x="91" y="25"/>
                    </a:lnTo>
                    <a:lnTo>
                      <a:pt x="107" y="14"/>
                    </a:lnTo>
                    <a:lnTo>
                      <a:pt x="124" y="7"/>
                    </a:lnTo>
                    <a:lnTo>
                      <a:pt x="141" y="1"/>
                    </a:lnTo>
                    <a:lnTo>
                      <a:pt x="158" y="0"/>
                    </a:lnTo>
                    <a:lnTo>
                      <a:pt x="174" y="4"/>
                    </a:lnTo>
                    <a:lnTo>
                      <a:pt x="189" y="11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29" name="Freeform 25"/>
              <p:cNvSpPr/>
              <p:nvPr/>
            </p:nvSpPr>
            <p:spPr>
              <a:xfrm>
                <a:off x="2603" y="2181"/>
                <a:ext cx="27" cy="1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53" h="38">
                    <a:moveTo>
                      <a:pt x="38" y="34"/>
                    </a:moveTo>
                    <a:lnTo>
                      <a:pt x="37" y="35"/>
                    </a:lnTo>
                    <a:lnTo>
                      <a:pt x="37" y="36"/>
                    </a:lnTo>
                    <a:lnTo>
                      <a:pt x="36" y="37"/>
                    </a:lnTo>
                    <a:lnTo>
                      <a:pt x="36" y="38"/>
                    </a:lnTo>
                    <a:lnTo>
                      <a:pt x="36" y="34"/>
                    </a:lnTo>
                    <a:lnTo>
                      <a:pt x="36" y="28"/>
                    </a:lnTo>
                    <a:lnTo>
                      <a:pt x="35" y="22"/>
                    </a:lnTo>
                    <a:lnTo>
                      <a:pt x="31" y="19"/>
                    </a:lnTo>
                    <a:lnTo>
                      <a:pt x="22" y="17"/>
                    </a:lnTo>
                    <a:lnTo>
                      <a:pt x="15" y="22"/>
                    </a:lnTo>
                    <a:lnTo>
                      <a:pt x="7" y="28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3" y="21"/>
                    </a:lnTo>
                    <a:lnTo>
                      <a:pt x="6" y="15"/>
                    </a:lnTo>
                    <a:lnTo>
                      <a:pt x="10" y="11"/>
                    </a:lnTo>
                    <a:lnTo>
                      <a:pt x="14" y="6"/>
                    </a:lnTo>
                    <a:lnTo>
                      <a:pt x="20" y="4"/>
                    </a:lnTo>
                    <a:lnTo>
                      <a:pt x="25" y="3"/>
                    </a:lnTo>
                    <a:lnTo>
                      <a:pt x="30" y="1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53" y="0"/>
                    </a:lnTo>
                    <a:lnTo>
                      <a:pt x="43" y="4"/>
                    </a:lnTo>
                    <a:lnTo>
                      <a:pt x="42" y="13"/>
                    </a:lnTo>
                    <a:lnTo>
                      <a:pt x="43" y="23"/>
                    </a:lnTo>
                    <a:lnTo>
                      <a:pt x="38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0" name="Freeform 26"/>
              <p:cNvSpPr/>
              <p:nvPr/>
            </p:nvSpPr>
            <p:spPr>
              <a:xfrm>
                <a:off x="2486" y="2177"/>
                <a:ext cx="50" cy="1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00" h="37">
                    <a:moveTo>
                      <a:pt x="52" y="37"/>
                    </a:moveTo>
                    <a:lnTo>
                      <a:pt x="45" y="36"/>
                    </a:lnTo>
                    <a:lnTo>
                      <a:pt x="37" y="35"/>
                    </a:lnTo>
                    <a:lnTo>
                      <a:pt x="30" y="31"/>
                    </a:lnTo>
                    <a:lnTo>
                      <a:pt x="23" y="28"/>
                    </a:lnTo>
                    <a:lnTo>
                      <a:pt x="17" y="23"/>
                    </a:lnTo>
                    <a:lnTo>
                      <a:pt x="10" y="18"/>
                    </a:lnTo>
                    <a:lnTo>
                      <a:pt x="5" y="12"/>
                    </a:lnTo>
                    <a:lnTo>
                      <a:pt x="0" y="6"/>
                    </a:lnTo>
                    <a:lnTo>
                      <a:pt x="10" y="10"/>
                    </a:lnTo>
                    <a:lnTo>
                      <a:pt x="19" y="12"/>
                    </a:lnTo>
                    <a:lnTo>
                      <a:pt x="28" y="14"/>
                    </a:lnTo>
                    <a:lnTo>
                      <a:pt x="38" y="16"/>
                    </a:lnTo>
                    <a:lnTo>
                      <a:pt x="48" y="16"/>
                    </a:lnTo>
                    <a:lnTo>
                      <a:pt x="58" y="16"/>
                    </a:lnTo>
                    <a:lnTo>
                      <a:pt x="68" y="14"/>
                    </a:lnTo>
                    <a:lnTo>
                      <a:pt x="79" y="10"/>
                    </a:lnTo>
                    <a:lnTo>
                      <a:pt x="100" y="0"/>
                    </a:lnTo>
                    <a:lnTo>
                      <a:pt x="95" y="6"/>
                    </a:lnTo>
                    <a:lnTo>
                      <a:pt x="90" y="13"/>
                    </a:lnTo>
                    <a:lnTo>
                      <a:pt x="86" y="19"/>
                    </a:lnTo>
                    <a:lnTo>
                      <a:pt x="80" y="24"/>
                    </a:lnTo>
                    <a:lnTo>
                      <a:pt x="74" y="30"/>
                    </a:lnTo>
                    <a:lnTo>
                      <a:pt x="67" y="34"/>
                    </a:lnTo>
                    <a:lnTo>
                      <a:pt x="60" y="36"/>
                    </a:lnTo>
                    <a:lnTo>
                      <a:pt x="52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1" name="Freeform 27"/>
              <p:cNvSpPr/>
              <p:nvPr/>
            </p:nvSpPr>
            <p:spPr>
              <a:xfrm>
                <a:off x="2480" y="2276"/>
                <a:ext cx="278" cy="216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555" h="432">
                    <a:moveTo>
                      <a:pt x="555" y="66"/>
                    </a:moveTo>
                    <a:lnTo>
                      <a:pt x="548" y="75"/>
                    </a:lnTo>
                    <a:lnTo>
                      <a:pt x="542" y="86"/>
                    </a:lnTo>
                    <a:lnTo>
                      <a:pt x="536" y="96"/>
                    </a:lnTo>
                    <a:lnTo>
                      <a:pt x="530" y="106"/>
                    </a:lnTo>
                    <a:lnTo>
                      <a:pt x="525" y="118"/>
                    </a:lnTo>
                    <a:lnTo>
                      <a:pt x="522" y="129"/>
                    </a:lnTo>
                    <a:lnTo>
                      <a:pt x="522" y="142"/>
                    </a:lnTo>
                    <a:lnTo>
                      <a:pt x="524" y="154"/>
                    </a:lnTo>
                    <a:lnTo>
                      <a:pt x="523" y="155"/>
                    </a:lnTo>
                    <a:lnTo>
                      <a:pt x="521" y="156"/>
                    </a:lnTo>
                    <a:lnTo>
                      <a:pt x="519" y="156"/>
                    </a:lnTo>
                    <a:lnTo>
                      <a:pt x="517" y="155"/>
                    </a:lnTo>
                    <a:lnTo>
                      <a:pt x="514" y="143"/>
                    </a:lnTo>
                    <a:lnTo>
                      <a:pt x="509" y="131"/>
                    </a:lnTo>
                    <a:lnTo>
                      <a:pt x="503" y="119"/>
                    </a:lnTo>
                    <a:lnTo>
                      <a:pt x="496" y="109"/>
                    </a:lnTo>
                    <a:lnTo>
                      <a:pt x="488" y="98"/>
                    </a:lnTo>
                    <a:lnTo>
                      <a:pt x="479" y="90"/>
                    </a:lnTo>
                    <a:lnTo>
                      <a:pt x="469" y="82"/>
                    </a:lnTo>
                    <a:lnTo>
                      <a:pt x="458" y="76"/>
                    </a:lnTo>
                    <a:lnTo>
                      <a:pt x="466" y="84"/>
                    </a:lnTo>
                    <a:lnTo>
                      <a:pt x="473" y="95"/>
                    </a:lnTo>
                    <a:lnTo>
                      <a:pt x="480" y="105"/>
                    </a:lnTo>
                    <a:lnTo>
                      <a:pt x="486" y="116"/>
                    </a:lnTo>
                    <a:lnTo>
                      <a:pt x="491" y="128"/>
                    </a:lnTo>
                    <a:lnTo>
                      <a:pt x="493" y="141"/>
                    </a:lnTo>
                    <a:lnTo>
                      <a:pt x="493" y="154"/>
                    </a:lnTo>
                    <a:lnTo>
                      <a:pt x="489" y="166"/>
                    </a:lnTo>
                    <a:lnTo>
                      <a:pt x="483" y="182"/>
                    </a:lnTo>
                    <a:lnTo>
                      <a:pt x="474" y="197"/>
                    </a:lnTo>
                    <a:lnTo>
                      <a:pt x="465" y="211"/>
                    </a:lnTo>
                    <a:lnTo>
                      <a:pt x="454" y="224"/>
                    </a:lnTo>
                    <a:lnTo>
                      <a:pt x="440" y="234"/>
                    </a:lnTo>
                    <a:lnTo>
                      <a:pt x="426" y="243"/>
                    </a:lnTo>
                    <a:lnTo>
                      <a:pt x="411" y="251"/>
                    </a:lnTo>
                    <a:lnTo>
                      <a:pt x="394" y="256"/>
                    </a:lnTo>
                    <a:lnTo>
                      <a:pt x="388" y="256"/>
                    </a:lnTo>
                    <a:lnTo>
                      <a:pt x="382" y="256"/>
                    </a:lnTo>
                    <a:lnTo>
                      <a:pt x="377" y="256"/>
                    </a:lnTo>
                    <a:lnTo>
                      <a:pt x="371" y="254"/>
                    </a:lnTo>
                    <a:lnTo>
                      <a:pt x="365" y="253"/>
                    </a:lnTo>
                    <a:lnTo>
                      <a:pt x="359" y="250"/>
                    </a:lnTo>
                    <a:lnTo>
                      <a:pt x="353" y="248"/>
                    </a:lnTo>
                    <a:lnTo>
                      <a:pt x="349" y="246"/>
                    </a:lnTo>
                    <a:lnTo>
                      <a:pt x="355" y="253"/>
                    </a:lnTo>
                    <a:lnTo>
                      <a:pt x="363" y="258"/>
                    </a:lnTo>
                    <a:lnTo>
                      <a:pt x="371" y="264"/>
                    </a:lnTo>
                    <a:lnTo>
                      <a:pt x="380" y="269"/>
                    </a:lnTo>
                    <a:lnTo>
                      <a:pt x="389" y="272"/>
                    </a:lnTo>
                    <a:lnTo>
                      <a:pt x="400" y="274"/>
                    </a:lnTo>
                    <a:lnTo>
                      <a:pt x="410" y="276"/>
                    </a:lnTo>
                    <a:lnTo>
                      <a:pt x="419" y="276"/>
                    </a:lnTo>
                    <a:lnTo>
                      <a:pt x="425" y="274"/>
                    </a:lnTo>
                    <a:lnTo>
                      <a:pt x="431" y="274"/>
                    </a:lnTo>
                    <a:lnTo>
                      <a:pt x="436" y="273"/>
                    </a:lnTo>
                    <a:lnTo>
                      <a:pt x="442" y="271"/>
                    </a:lnTo>
                    <a:lnTo>
                      <a:pt x="448" y="270"/>
                    </a:lnTo>
                    <a:lnTo>
                      <a:pt x="453" y="268"/>
                    </a:lnTo>
                    <a:lnTo>
                      <a:pt x="458" y="264"/>
                    </a:lnTo>
                    <a:lnTo>
                      <a:pt x="464" y="262"/>
                    </a:lnTo>
                    <a:lnTo>
                      <a:pt x="466" y="278"/>
                    </a:lnTo>
                    <a:lnTo>
                      <a:pt x="472" y="294"/>
                    </a:lnTo>
                    <a:lnTo>
                      <a:pt x="476" y="311"/>
                    </a:lnTo>
                    <a:lnTo>
                      <a:pt x="472" y="329"/>
                    </a:lnTo>
                    <a:lnTo>
                      <a:pt x="466" y="340"/>
                    </a:lnTo>
                    <a:lnTo>
                      <a:pt x="461" y="351"/>
                    </a:lnTo>
                    <a:lnTo>
                      <a:pt x="455" y="361"/>
                    </a:lnTo>
                    <a:lnTo>
                      <a:pt x="447" y="371"/>
                    </a:lnTo>
                    <a:lnTo>
                      <a:pt x="439" y="380"/>
                    </a:lnTo>
                    <a:lnTo>
                      <a:pt x="430" y="389"/>
                    </a:lnTo>
                    <a:lnTo>
                      <a:pt x="419" y="397"/>
                    </a:lnTo>
                    <a:lnTo>
                      <a:pt x="408" y="402"/>
                    </a:lnTo>
                    <a:lnTo>
                      <a:pt x="387" y="412"/>
                    </a:lnTo>
                    <a:lnTo>
                      <a:pt x="366" y="420"/>
                    </a:lnTo>
                    <a:lnTo>
                      <a:pt x="344" y="425"/>
                    </a:lnTo>
                    <a:lnTo>
                      <a:pt x="324" y="430"/>
                    </a:lnTo>
                    <a:lnTo>
                      <a:pt x="302" y="432"/>
                    </a:lnTo>
                    <a:lnTo>
                      <a:pt x="280" y="431"/>
                    </a:lnTo>
                    <a:lnTo>
                      <a:pt x="258" y="427"/>
                    </a:lnTo>
                    <a:lnTo>
                      <a:pt x="235" y="420"/>
                    </a:lnTo>
                    <a:lnTo>
                      <a:pt x="227" y="415"/>
                    </a:lnTo>
                    <a:lnTo>
                      <a:pt x="222" y="408"/>
                    </a:lnTo>
                    <a:lnTo>
                      <a:pt x="219" y="401"/>
                    </a:lnTo>
                    <a:lnTo>
                      <a:pt x="216" y="393"/>
                    </a:lnTo>
                    <a:lnTo>
                      <a:pt x="214" y="385"/>
                    </a:lnTo>
                    <a:lnTo>
                      <a:pt x="211" y="377"/>
                    </a:lnTo>
                    <a:lnTo>
                      <a:pt x="206" y="370"/>
                    </a:lnTo>
                    <a:lnTo>
                      <a:pt x="199" y="364"/>
                    </a:lnTo>
                    <a:lnTo>
                      <a:pt x="190" y="356"/>
                    </a:lnTo>
                    <a:lnTo>
                      <a:pt x="206" y="354"/>
                    </a:lnTo>
                    <a:lnTo>
                      <a:pt x="220" y="348"/>
                    </a:lnTo>
                    <a:lnTo>
                      <a:pt x="234" y="339"/>
                    </a:lnTo>
                    <a:lnTo>
                      <a:pt x="245" y="330"/>
                    </a:lnTo>
                    <a:lnTo>
                      <a:pt x="257" y="317"/>
                    </a:lnTo>
                    <a:lnTo>
                      <a:pt x="266" y="304"/>
                    </a:lnTo>
                    <a:lnTo>
                      <a:pt x="273" y="291"/>
                    </a:lnTo>
                    <a:lnTo>
                      <a:pt x="280" y="276"/>
                    </a:lnTo>
                    <a:lnTo>
                      <a:pt x="272" y="284"/>
                    </a:lnTo>
                    <a:lnTo>
                      <a:pt x="264" y="293"/>
                    </a:lnTo>
                    <a:lnTo>
                      <a:pt x="254" y="301"/>
                    </a:lnTo>
                    <a:lnTo>
                      <a:pt x="245" y="309"/>
                    </a:lnTo>
                    <a:lnTo>
                      <a:pt x="235" y="317"/>
                    </a:lnTo>
                    <a:lnTo>
                      <a:pt x="224" y="323"/>
                    </a:lnTo>
                    <a:lnTo>
                      <a:pt x="213" y="327"/>
                    </a:lnTo>
                    <a:lnTo>
                      <a:pt x="200" y="330"/>
                    </a:lnTo>
                    <a:lnTo>
                      <a:pt x="188" y="331"/>
                    </a:lnTo>
                    <a:lnTo>
                      <a:pt x="175" y="330"/>
                    </a:lnTo>
                    <a:lnTo>
                      <a:pt x="162" y="329"/>
                    </a:lnTo>
                    <a:lnTo>
                      <a:pt x="150" y="325"/>
                    </a:lnTo>
                    <a:lnTo>
                      <a:pt x="137" y="321"/>
                    </a:lnTo>
                    <a:lnTo>
                      <a:pt x="125" y="315"/>
                    </a:lnTo>
                    <a:lnTo>
                      <a:pt x="116" y="308"/>
                    </a:lnTo>
                    <a:lnTo>
                      <a:pt x="107" y="300"/>
                    </a:lnTo>
                    <a:lnTo>
                      <a:pt x="92" y="278"/>
                    </a:lnTo>
                    <a:lnTo>
                      <a:pt x="84" y="255"/>
                    </a:lnTo>
                    <a:lnTo>
                      <a:pt x="82" y="230"/>
                    </a:lnTo>
                    <a:lnTo>
                      <a:pt x="82" y="205"/>
                    </a:lnTo>
                    <a:lnTo>
                      <a:pt x="80" y="204"/>
                    </a:lnTo>
                    <a:lnTo>
                      <a:pt x="79" y="204"/>
                    </a:lnTo>
                    <a:lnTo>
                      <a:pt x="77" y="204"/>
                    </a:lnTo>
                    <a:lnTo>
                      <a:pt x="76" y="205"/>
                    </a:lnTo>
                    <a:lnTo>
                      <a:pt x="71" y="224"/>
                    </a:lnTo>
                    <a:lnTo>
                      <a:pt x="71" y="242"/>
                    </a:lnTo>
                    <a:lnTo>
                      <a:pt x="70" y="260"/>
                    </a:lnTo>
                    <a:lnTo>
                      <a:pt x="64" y="277"/>
                    </a:lnTo>
                    <a:lnTo>
                      <a:pt x="61" y="273"/>
                    </a:lnTo>
                    <a:lnTo>
                      <a:pt x="60" y="269"/>
                    </a:lnTo>
                    <a:lnTo>
                      <a:pt x="59" y="263"/>
                    </a:lnTo>
                    <a:lnTo>
                      <a:pt x="56" y="257"/>
                    </a:lnTo>
                    <a:lnTo>
                      <a:pt x="52" y="249"/>
                    </a:lnTo>
                    <a:lnTo>
                      <a:pt x="46" y="242"/>
                    </a:lnTo>
                    <a:lnTo>
                      <a:pt x="39" y="235"/>
                    </a:lnTo>
                    <a:lnTo>
                      <a:pt x="33" y="230"/>
                    </a:lnTo>
                    <a:lnTo>
                      <a:pt x="25" y="225"/>
                    </a:lnTo>
                    <a:lnTo>
                      <a:pt x="17" y="222"/>
                    </a:lnTo>
                    <a:lnTo>
                      <a:pt x="9" y="219"/>
                    </a:lnTo>
                    <a:lnTo>
                      <a:pt x="0" y="217"/>
                    </a:lnTo>
                    <a:lnTo>
                      <a:pt x="15" y="196"/>
                    </a:lnTo>
                    <a:lnTo>
                      <a:pt x="31" y="178"/>
                    </a:lnTo>
                    <a:lnTo>
                      <a:pt x="49" y="159"/>
                    </a:lnTo>
                    <a:lnTo>
                      <a:pt x="68" y="142"/>
                    </a:lnTo>
                    <a:lnTo>
                      <a:pt x="88" y="126"/>
                    </a:lnTo>
                    <a:lnTo>
                      <a:pt x="109" y="110"/>
                    </a:lnTo>
                    <a:lnTo>
                      <a:pt x="131" y="95"/>
                    </a:lnTo>
                    <a:lnTo>
                      <a:pt x="153" y="80"/>
                    </a:lnTo>
                    <a:lnTo>
                      <a:pt x="160" y="91"/>
                    </a:lnTo>
                    <a:lnTo>
                      <a:pt x="168" y="101"/>
                    </a:lnTo>
                    <a:lnTo>
                      <a:pt x="178" y="109"/>
                    </a:lnTo>
                    <a:lnTo>
                      <a:pt x="190" y="116"/>
                    </a:lnTo>
                    <a:lnTo>
                      <a:pt x="201" y="120"/>
                    </a:lnTo>
                    <a:lnTo>
                      <a:pt x="214" y="124"/>
                    </a:lnTo>
                    <a:lnTo>
                      <a:pt x="227" y="126"/>
                    </a:lnTo>
                    <a:lnTo>
                      <a:pt x="239" y="127"/>
                    </a:lnTo>
                    <a:lnTo>
                      <a:pt x="259" y="126"/>
                    </a:lnTo>
                    <a:lnTo>
                      <a:pt x="277" y="120"/>
                    </a:lnTo>
                    <a:lnTo>
                      <a:pt x="294" y="111"/>
                    </a:lnTo>
                    <a:lnTo>
                      <a:pt x="310" y="99"/>
                    </a:lnTo>
                    <a:lnTo>
                      <a:pt x="325" y="86"/>
                    </a:lnTo>
                    <a:lnTo>
                      <a:pt x="337" y="71"/>
                    </a:lnTo>
                    <a:lnTo>
                      <a:pt x="348" y="55"/>
                    </a:lnTo>
                    <a:lnTo>
                      <a:pt x="357" y="37"/>
                    </a:lnTo>
                    <a:lnTo>
                      <a:pt x="360" y="28"/>
                    </a:lnTo>
                    <a:lnTo>
                      <a:pt x="364" y="19"/>
                    </a:lnTo>
                    <a:lnTo>
                      <a:pt x="367" y="10"/>
                    </a:lnTo>
                    <a:lnTo>
                      <a:pt x="371" y="0"/>
                    </a:lnTo>
                    <a:lnTo>
                      <a:pt x="383" y="3"/>
                    </a:lnTo>
                    <a:lnTo>
                      <a:pt x="395" y="5"/>
                    </a:lnTo>
                    <a:lnTo>
                      <a:pt x="408" y="8"/>
                    </a:lnTo>
                    <a:lnTo>
                      <a:pt x="419" y="11"/>
                    </a:lnTo>
                    <a:lnTo>
                      <a:pt x="432" y="14"/>
                    </a:lnTo>
                    <a:lnTo>
                      <a:pt x="443" y="19"/>
                    </a:lnTo>
                    <a:lnTo>
                      <a:pt x="455" y="22"/>
                    </a:lnTo>
                    <a:lnTo>
                      <a:pt x="466" y="26"/>
                    </a:lnTo>
                    <a:lnTo>
                      <a:pt x="478" y="30"/>
                    </a:lnTo>
                    <a:lnTo>
                      <a:pt x="489" y="35"/>
                    </a:lnTo>
                    <a:lnTo>
                      <a:pt x="501" y="40"/>
                    </a:lnTo>
                    <a:lnTo>
                      <a:pt x="513" y="45"/>
                    </a:lnTo>
                    <a:lnTo>
                      <a:pt x="523" y="50"/>
                    </a:lnTo>
                    <a:lnTo>
                      <a:pt x="534" y="55"/>
                    </a:lnTo>
                    <a:lnTo>
                      <a:pt x="545" y="60"/>
                    </a:lnTo>
                    <a:lnTo>
                      <a:pt x="555" y="66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2" name="Freeform 28"/>
              <p:cNvSpPr/>
              <p:nvPr/>
            </p:nvSpPr>
            <p:spPr>
              <a:xfrm>
                <a:off x="2752" y="2317"/>
                <a:ext cx="117" cy="10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234" h="203">
                    <a:moveTo>
                      <a:pt x="227" y="151"/>
                    </a:moveTo>
                    <a:lnTo>
                      <a:pt x="230" y="157"/>
                    </a:lnTo>
                    <a:lnTo>
                      <a:pt x="233" y="161"/>
                    </a:lnTo>
                    <a:lnTo>
                      <a:pt x="234" y="167"/>
                    </a:lnTo>
                    <a:lnTo>
                      <a:pt x="234" y="173"/>
                    </a:lnTo>
                    <a:lnTo>
                      <a:pt x="229" y="168"/>
                    </a:lnTo>
                    <a:lnTo>
                      <a:pt x="224" y="164"/>
                    </a:lnTo>
                    <a:lnTo>
                      <a:pt x="220" y="159"/>
                    </a:lnTo>
                    <a:lnTo>
                      <a:pt x="215" y="153"/>
                    </a:lnTo>
                    <a:lnTo>
                      <a:pt x="211" y="149"/>
                    </a:lnTo>
                    <a:lnTo>
                      <a:pt x="206" y="143"/>
                    </a:lnTo>
                    <a:lnTo>
                      <a:pt x="201" y="138"/>
                    </a:lnTo>
                    <a:lnTo>
                      <a:pt x="197" y="134"/>
                    </a:lnTo>
                    <a:lnTo>
                      <a:pt x="204" y="145"/>
                    </a:lnTo>
                    <a:lnTo>
                      <a:pt x="211" y="158"/>
                    </a:lnTo>
                    <a:lnTo>
                      <a:pt x="219" y="171"/>
                    </a:lnTo>
                    <a:lnTo>
                      <a:pt x="226" y="183"/>
                    </a:lnTo>
                    <a:lnTo>
                      <a:pt x="226" y="184"/>
                    </a:lnTo>
                    <a:lnTo>
                      <a:pt x="224" y="186"/>
                    </a:lnTo>
                    <a:lnTo>
                      <a:pt x="224" y="187"/>
                    </a:lnTo>
                    <a:lnTo>
                      <a:pt x="223" y="188"/>
                    </a:lnTo>
                    <a:lnTo>
                      <a:pt x="222" y="188"/>
                    </a:lnTo>
                    <a:lnTo>
                      <a:pt x="221" y="188"/>
                    </a:lnTo>
                    <a:lnTo>
                      <a:pt x="216" y="181"/>
                    </a:lnTo>
                    <a:lnTo>
                      <a:pt x="212" y="174"/>
                    </a:lnTo>
                    <a:lnTo>
                      <a:pt x="208" y="167"/>
                    </a:lnTo>
                    <a:lnTo>
                      <a:pt x="204" y="161"/>
                    </a:lnTo>
                    <a:lnTo>
                      <a:pt x="198" y="156"/>
                    </a:lnTo>
                    <a:lnTo>
                      <a:pt x="193" y="150"/>
                    </a:lnTo>
                    <a:lnTo>
                      <a:pt x="188" y="145"/>
                    </a:lnTo>
                    <a:lnTo>
                      <a:pt x="182" y="141"/>
                    </a:lnTo>
                    <a:lnTo>
                      <a:pt x="183" y="146"/>
                    </a:lnTo>
                    <a:lnTo>
                      <a:pt x="191" y="160"/>
                    </a:lnTo>
                    <a:lnTo>
                      <a:pt x="199" y="173"/>
                    </a:lnTo>
                    <a:lnTo>
                      <a:pt x="206" y="186"/>
                    </a:lnTo>
                    <a:lnTo>
                      <a:pt x="215" y="197"/>
                    </a:lnTo>
                    <a:lnTo>
                      <a:pt x="212" y="203"/>
                    </a:lnTo>
                    <a:lnTo>
                      <a:pt x="203" y="195"/>
                    </a:lnTo>
                    <a:lnTo>
                      <a:pt x="195" y="186"/>
                    </a:lnTo>
                    <a:lnTo>
                      <a:pt x="188" y="174"/>
                    </a:lnTo>
                    <a:lnTo>
                      <a:pt x="180" y="163"/>
                    </a:lnTo>
                    <a:lnTo>
                      <a:pt x="163" y="143"/>
                    </a:lnTo>
                    <a:lnTo>
                      <a:pt x="145" y="126"/>
                    </a:lnTo>
                    <a:lnTo>
                      <a:pt x="124" y="111"/>
                    </a:lnTo>
                    <a:lnTo>
                      <a:pt x="101" y="98"/>
                    </a:lnTo>
                    <a:lnTo>
                      <a:pt x="77" y="89"/>
                    </a:lnTo>
                    <a:lnTo>
                      <a:pt x="52" y="81"/>
                    </a:lnTo>
                    <a:lnTo>
                      <a:pt x="26" y="75"/>
                    </a:lnTo>
                    <a:lnTo>
                      <a:pt x="0" y="72"/>
                    </a:lnTo>
                    <a:lnTo>
                      <a:pt x="0" y="52"/>
                    </a:lnTo>
                    <a:lnTo>
                      <a:pt x="6" y="32"/>
                    </a:lnTo>
                    <a:lnTo>
                      <a:pt x="16" y="14"/>
                    </a:lnTo>
                    <a:lnTo>
                      <a:pt x="30" y="0"/>
                    </a:lnTo>
                    <a:lnTo>
                      <a:pt x="45" y="6"/>
                    </a:lnTo>
                    <a:lnTo>
                      <a:pt x="59" y="13"/>
                    </a:lnTo>
                    <a:lnTo>
                      <a:pt x="74" y="20"/>
                    </a:lnTo>
                    <a:lnTo>
                      <a:pt x="87" y="28"/>
                    </a:lnTo>
                    <a:lnTo>
                      <a:pt x="100" y="35"/>
                    </a:lnTo>
                    <a:lnTo>
                      <a:pt x="114" y="44"/>
                    </a:lnTo>
                    <a:lnTo>
                      <a:pt x="127" y="52"/>
                    </a:lnTo>
                    <a:lnTo>
                      <a:pt x="139" y="61"/>
                    </a:lnTo>
                    <a:lnTo>
                      <a:pt x="151" y="72"/>
                    </a:lnTo>
                    <a:lnTo>
                      <a:pt x="163" y="82"/>
                    </a:lnTo>
                    <a:lnTo>
                      <a:pt x="175" y="92"/>
                    </a:lnTo>
                    <a:lnTo>
                      <a:pt x="185" y="103"/>
                    </a:lnTo>
                    <a:lnTo>
                      <a:pt x="197" y="114"/>
                    </a:lnTo>
                    <a:lnTo>
                      <a:pt x="207" y="127"/>
                    </a:lnTo>
                    <a:lnTo>
                      <a:pt x="218" y="138"/>
                    </a:lnTo>
                    <a:lnTo>
                      <a:pt x="227" y="151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3" name="Freeform 29"/>
              <p:cNvSpPr/>
              <p:nvPr/>
            </p:nvSpPr>
            <p:spPr>
              <a:xfrm>
                <a:off x="2429" y="2390"/>
                <a:ext cx="74" cy="156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48" h="311">
                    <a:moveTo>
                      <a:pt x="147" y="57"/>
                    </a:moveTo>
                    <a:lnTo>
                      <a:pt x="148" y="61"/>
                    </a:lnTo>
                    <a:lnTo>
                      <a:pt x="147" y="67"/>
                    </a:lnTo>
                    <a:lnTo>
                      <a:pt x="143" y="72"/>
                    </a:lnTo>
                    <a:lnTo>
                      <a:pt x="140" y="75"/>
                    </a:lnTo>
                    <a:lnTo>
                      <a:pt x="124" y="93"/>
                    </a:lnTo>
                    <a:lnTo>
                      <a:pt x="108" y="111"/>
                    </a:lnTo>
                    <a:lnTo>
                      <a:pt x="94" y="131"/>
                    </a:lnTo>
                    <a:lnTo>
                      <a:pt x="80" y="151"/>
                    </a:lnTo>
                    <a:lnTo>
                      <a:pt x="68" y="172"/>
                    </a:lnTo>
                    <a:lnTo>
                      <a:pt x="58" y="195"/>
                    </a:lnTo>
                    <a:lnTo>
                      <a:pt x="49" y="218"/>
                    </a:lnTo>
                    <a:lnTo>
                      <a:pt x="42" y="243"/>
                    </a:lnTo>
                    <a:lnTo>
                      <a:pt x="38" y="261"/>
                    </a:lnTo>
                    <a:lnTo>
                      <a:pt x="38" y="278"/>
                    </a:lnTo>
                    <a:lnTo>
                      <a:pt x="40" y="295"/>
                    </a:lnTo>
                    <a:lnTo>
                      <a:pt x="43" y="311"/>
                    </a:lnTo>
                    <a:lnTo>
                      <a:pt x="34" y="302"/>
                    </a:lnTo>
                    <a:lnTo>
                      <a:pt x="30" y="288"/>
                    </a:lnTo>
                    <a:lnTo>
                      <a:pt x="28" y="275"/>
                    </a:lnTo>
                    <a:lnTo>
                      <a:pt x="27" y="260"/>
                    </a:lnTo>
                    <a:lnTo>
                      <a:pt x="27" y="254"/>
                    </a:lnTo>
                    <a:lnTo>
                      <a:pt x="27" y="247"/>
                    </a:lnTo>
                    <a:lnTo>
                      <a:pt x="27" y="241"/>
                    </a:lnTo>
                    <a:lnTo>
                      <a:pt x="27" y="235"/>
                    </a:lnTo>
                    <a:lnTo>
                      <a:pt x="21" y="251"/>
                    </a:lnTo>
                    <a:lnTo>
                      <a:pt x="19" y="268"/>
                    </a:lnTo>
                    <a:lnTo>
                      <a:pt x="19" y="284"/>
                    </a:lnTo>
                    <a:lnTo>
                      <a:pt x="20" y="300"/>
                    </a:lnTo>
                    <a:lnTo>
                      <a:pt x="14" y="286"/>
                    </a:lnTo>
                    <a:lnTo>
                      <a:pt x="12" y="271"/>
                    </a:lnTo>
                    <a:lnTo>
                      <a:pt x="11" y="256"/>
                    </a:lnTo>
                    <a:lnTo>
                      <a:pt x="11" y="240"/>
                    </a:lnTo>
                    <a:lnTo>
                      <a:pt x="8" y="250"/>
                    </a:lnTo>
                    <a:lnTo>
                      <a:pt x="6" y="261"/>
                    </a:lnTo>
                    <a:lnTo>
                      <a:pt x="6" y="272"/>
                    </a:lnTo>
                    <a:lnTo>
                      <a:pt x="5" y="283"/>
                    </a:lnTo>
                    <a:lnTo>
                      <a:pt x="0" y="250"/>
                    </a:lnTo>
                    <a:lnTo>
                      <a:pt x="0" y="218"/>
                    </a:lnTo>
                    <a:lnTo>
                      <a:pt x="5" y="185"/>
                    </a:lnTo>
                    <a:lnTo>
                      <a:pt x="13" y="151"/>
                    </a:lnTo>
                    <a:lnTo>
                      <a:pt x="23" y="118"/>
                    </a:lnTo>
                    <a:lnTo>
                      <a:pt x="37" y="87"/>
                    </a:lnTo>
                    <a:lnTo>
                      <a:pt x="52" y="57"/>
                    </a:lnTo>
                    <a:lnTo>
                      <a:pt x="69" y="29"/>
                    </a:lnTo>
                    <a:lnTo>
                      <a:pt x="93" y="0"/>
                    </a:lnTo>
                    <a:lnTo>
                      <a:pt x="101" y="6"/>
                    </a:lnTo>
                    <a:lnTo>
                      <a:pt x="108" y="12"/>
                    </a:lnTo>
                    <a:lnTo>
                      <a:pt x="116" y="19"/>
                    </a:lnTo>
                    <a:lnTo>
                      <a:pt x="122" y="25"/>
                    </a:lnTo>
                    <a:lnTo>
                      <a:pt x="129" y="33"/>
                    </a:lnTo>
                    <a:lnTo>
                      <a:pt x="136" y="40"/>
                    </a:lnTo>
                    <a:lnTo>
                      <a:pt x="142" y="48"/>
                    </a:lnTo>
                    <a:lnTo>
                      <a:pt x="147" y="57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4" name="Freeform 30"/>
              <p:cNvSpPr/>
              <p:nvPr/>
            </p:nvSpPr>
            <p:spPr>
              <a:xfrm>
                <a:off x="2796" y="2631"/>
                <a:ext cx="44" cy="3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89" h="74">
                    <a:moveTo>
                      <a:pt x="89" y="74"/>
                    </a:moveTo>
                    <a:lnTo>
                      <a:pt x="76" y="69"/>
                    </a:lnTo>
                    <a:lnTo>
                      <a:pt x="64" y="65"/>
                    </a:lnTo>
                    <a:lnTo>
                      <a:pt x="51" y="62"/>
                    </a:lnTo>
                    <a:lnTo>
                      <a:pt x="38" y="57"/>
                    </a:lnTo>
                    <a:lnTo>
                      <a:pt x="26" y="53"/>
                    </a:lnTo>
                    <a:lnTo>
                      <a:pt x="15" y="47"/>
                    </a:lnTo>
                    <a:lnTo>
                      <a:pt x="6" y="41"/>
                    </a:lnTo>
                    <a:lnTo>
                      <a:pt x="0" y="33"/>
                    </a:lnTo>
                    <a:lnTo>
                      <a:pt x="6" y="31"/>
                    </a:lnTo>
                    <a:lnTo>
                      <a:pt x="13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9" y="15"/>
                    </a:lnTo>
                    <a:lnTo>
                      <a:pt x="34" y="10"/>
                    </a:lnTo>
                    <a:lnTo>
                      <a:pt x="37" y="4"/>
                    </a:lnTo>
                    <a:lnTo>
                      <a:pt x="42" y="0"/>
                    </a:lnTo>
                    <a:lnTo>
                      <a:pt x="49" y="8"/>
                    </a:lnTo>
                    <a:lnTo>
                      <a:pt x="54" y="17"/>
                    </a:lnTo>
                    <a:lnTo>
                      <a:pt x="61" y="25"/>
                    </a:lnTo>
                    <a:lnTo>
                      <a:pt x="68" y="34"/>
                    </a:lnTo>
                    <a:lnTo>
                      <a:pt x="74" y="44"/>
                    </a:lnTo>
                    <a:lnTo>
                      <a:pt x="80" y="54"/>
                    </a:lnTo>
                    <a:lnTo>
                      <a:pt x="84" y="63"/>
                    </a:lnTo>
                    <a:lnTo>
                      <a:pt x="89" y="7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5" name="Freeform 31"/>
              <p:cNvSpPr/>
              <p:nvPr/>
            </p:nvSpPr>
            <p:spPr>
              <a:xfrm>
                <a:off x="2602" y="2687"/>
                <a:ext cx="31" cy="4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61" h="96">
                    <a:moveTo>
                      <a:pt x="60" y="25"/>
                    </a:moveTo>
                    <a:lnTo>
                      <a:pt x="54" y="35"/>
                    </a:lnTo>
                    <a:lnTo>
                      <a:pt x="50" y="46"/>
                    </a:lnTo>
                    <a:lnTo>
                      <a:pt x="44" y="55"/>
                    </a:lnTo>
                    <a:lnTo>
                      <a:pt x="37" y="64"/>
                    </a:lnTo>
                    <a:lnTo>
                      <a:pt x="30" y="73"/>
                    </a:lnTo>
                    <a:lnTo>
                      <a:pt x="23" y="81"/>
                    </a:lnTo>
                    <a:lnTo>
                      <a:pt x="15" y="89"/>
                    </a:lnTo>
                    <a:lnTo>
                      <a:pt x="6" y="96"/>
                    </a:lnTo>
                    <a:lnTo>
                      <a:pt x="2" y="79"/>
                    </a:lnTo>
                    <a:lnTo>
                      <a:pt x="0" y="61"/>
                    </a:lnTo>
                    <a:lnTo>
                      <a:pt x="0" y="42"/>
                    </a:lnTo>
                    <a:lnTo>
                      <a:pt x="1" y="24"/>
                    </a:lnTo>
                    <a:lnTo>
                      <a:pt x="8" y="23"/>
                    </a:lnTo>
                    <a:lnTo>
                      <a:pt x="15" y="21"/>
                    </a:lnTo>
                    <a:lnTo>
                      <a:pt x="21" y="19"/>
                    </a:lnTo>
                    <a:lnTo>
                      <a:pt x="28" y="16"/>
                    </a:lnTo>
                    <a:lnTo>
                      <a:pt x="35" y="12"/>
                    </a:lnTo>
                    <a:lnTo>
                      <a:pt x="40" y="9"/>
                    </a:lnTo>
                    <a:lnTo>
                      <a:pt x="46" y="4"/>
                    </a:lnTo>
                    <a:lnTo>
                      <a:pt x="52" y="0"/>
                    </a:lnTo>
                    <a:lnTo>
                      <a:pt x="55" y="5"/>
                    </a:lnTo>
                    <a:lnTo>
                      <a:pt x="60" y="11"/>
                    </a:lnTo>
                    <a:lnTo>
                      <a:pt x="61" y="17"/>
                    </a:lnTo>
                    <a:lnTo>
                      <a:pt x="60" y="2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6" name="Freeform 32"/>
              <p:cNvSpPr/>
              <p:nvPr/>
            </p:nvSpPr>
            <p:spPr>
              <a:xfrm>
                <a:off x="2575" y="2356"/>
                <a:ext cx="97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95" h="103">
                    <a:moveTo>
                      <a:pt x="107" y="98"/>
                    </a:moveTo>
                    <a:lnTo>
                      <a:pt x="127" y="94"/>
                    </a:lnTo>
                    <a:lnTo>
                      <a:pt x="144" y="87"/>
                    </a:lnTo>
                    <a:lnTo>
                      <a:pt x="160" y="80"/>
                    </a:lnTo>
                    <a:lnTo>
                      <a:pt x="174" y="71"/>
                    </a:lnTo>
                    <a:lnTo>
                      <a:pt x="184" y="61"/>
                    </a:lnTo>
                    <a:lnTo>
                      <a:pt x="191" y="51"/>
                    </a:lnTo>
                    <a:lnTo>
                      <a:pt x="195" y="42"/>
                    </a:lnTo>
                    <a:lnTo>
                      <a:pt x="195" y="31"/>
                    </a:lnTo>
                    <a:lnTo>
                      <a:pt x="191" y="22"/>
                    </a:lnTo>
                    <a:lnTo>
                      <a:pt x="183" y="15"/>
                    </a:lnTo>
                    <a:lnTo>
                      <a:pt x="173" y="8"/>
                    </a:lnTo>
                    <a:lnTo>
                      <a:pt x="160" y="4"/>
                    </a:lnTo>
                    <a:lnTo>
                      <a:pt x="144" y="1"/>
                    </a:lnTo>
                    <a:lnTo>
                      <a:pt x="127" y="0"/>
                    </a:lnTo>
                    <a:lnTo>
                      <a:pt x="108" y="1"/>
                    </a:lnTo>
                    <a:lnTo>
                      <a:pt x="89" y="4"/>
                    </a:lnTo>
                    <a:lnTo>
                      <a:pt x="69" y="8"/>
                    </a:lnTo>
                    <a:lnTo>
                      <a:pt x="52" y="15"/>
                    </a:lnTo>
                    <a:lnTo>
                      <a:pt x="36" y="22"/>
                    </a:lnTo>
                    <a:lnTo>
                      <a:pt x="22" y="31"/>
                    </a:lnTo>
                    <a:lnTo>
                      <a:pt x="11" y="41"/>
                    </a:lnTo>
                    <a:lnTo>
                      <a:pt x="4" y="50"/>
                    </a:lnTo>
                    <a:lnTo>
                      <a:pt x="0" y="60"/>
                    </a:lnTo>
                    <a:lnTo>
                      <a:pt x="0" y="71"/>
                    </a:lnTo>
                    <a:lnTo>
                      <a:pt x="4" y="80"/>
                    </a:lnTo>
                    <a:lnTo>
                      <a:pt x="11" y="88"/>
                    </a:lnTo>
                    <a:lnTo>
                      <a:pt x="22" y="94"/>
                    </a:lnTo>
                    <a:lnTo>
                      <a:pt x="36" y="98"/>
                    </a:lnTo>
                    <a:lnTo>
                      <a:pt x="51" y="102"/>
                    </a:lnTo>
                    <a:lnTo>
                      <a:pt x="68" y="103"/>
                    </a:lnTo>
                    <a:lnTo>
                      <a:pt x="87" y="102"/>
                    </a:lnTo>
                    <a:lnTo>
                      <a:pt x="107" y="9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7" name="Freeform 33"/>
              <p:cNvSpPr/>
              <p:nvPr/>
            </p:nvSpPr>
            <p:spPr>
              <a:xfrm>
                <a:off x="2609" y="2201"/>
                <a:ext cx="8" cy="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6" h="17">
                    <a:moveTo>
                      <a:pt x="8" y="17"/>
                    </a:moveTo>
                    <a:lnTo>
                      <a:pt x="11" y="16"/>
                    </a:lnTo>
                    <a:lnTo>
                      <a:pt x="14" y="15"/>
                    </a:lnTo>
                    <a:lnTo>
                      <a:pt x="15" y="11"/>
                    </a:lnTo>
                    <a:lnTo>
                      <a:pt x="16" y="8"/>
                    </a:lnTo>
                    <a:lnTo>
                      <a:pt x="15" y="4"/>
                    </a:lnTo>
                    <a:lnTo>
                      <a:pt x="14" y="2"/>
                    </a:lnTo>
                    <a:lnTo>
                      <a:pt x="11" y="1"/>
                    </a:lnTo>
                    <a:lnTo>
                      <a:pt x="8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2" y="15"/>
                    </a:lnTo>
                    <a:lnTo>
                      <a:pt x="4" y="16"/>
                    </a:lnTo>
                    <a:lnTo>
                      <a:pt x="8" y="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8" name="Freeform 34"/>
              <p:cNvSpPr/>
              <p:nvPr/>
            </p:nvSpPr>
            <p:spPr>
              <a:xfrm>
                <a:off x="2570" y="2334"/>
                <a:ext cx="110" cy="63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221" h="124">
                    <a:moveTo>
                      <a:pt x="0" y="70"/>
                    </a:moveTo>
                    <a:lnTo>
                      <a:pt x="10" y="73"/>
                    </a:lnTo>
                    <a:lnTo>
                      <a:pt x="26" y="80"/>
                    </a:lnTo>
                    <a:lnTo>
                      <a:pt x="43" y="90"/>
                    </a:lnTo>
                    <a:lnTo>
                      <a:pt x="62" y="99"/>
                    </a:lnTo>
                    <a:lnTo>
                      <a:pt x="79" y="108"/>
                    </a:lnTo>
                    <a:lnTo>
                      <a:pt x="94" y="116"/>
                    </a:lnTo>
                    <a:lnTo>
                      <a:pt x="104" y="122"/>
                    </a:lnTo>
                    <a:lnTo>
                      <a:pt x="108" y="124"/>
                    </a:lnTo>
                    <a:lnTo>
                      <a:pt x="221" y="0"/>
                    </a:lnTo>
                    <a:lnTo>
                      <a:pt x="102" y="86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9" name="Freeform 35"/>
              <p:cNvSpPr/>
              <p:nvPr/>
            </p:nvSpPr>
            <p:spPr>
              <a:xfrm>
                <a:off x="2524" y="2074"/>
                <a:ext cx="128" cy="7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0" y="1"/>
                  </a:cxn>
                </a:cxnLst>
                <a:pathLst>
                  <a:path w="255" h="151">
                    <a:moveTo>
                      <a:pt x="0" y="14"/>
                    </a:moveTo>
                    <a:lnTo>
                      <a:pt x="3" y="14"/>
                    </a:lnTo>
                    <a:lnTo>
                      <a:pt x="9" y="13"/>
                    </a:lnTo>
                    <a:lnTo>
                      <a:pt x="18" y="11"/>
                    </a:lnTo>
                    <a:lnTo>
                      <a:pt x="29" y="9"/>
                    </a:lnTo>
                    <a:lnTo>
                      <a:pt x="44" y="8"/>
                    </a:lnTo>
                    <a:lnTo>
                      <a:pt x="62" y="8"/>
                    </a:lnTo>
                    <a:lnTo>
                      <a:pt x="80" y="11"/>
                    </a:lnTo>
                    <a:lnTo>
                      <a:pt x="100" y="13"/>
                    </a:lnTo>
                    <a:lnTo>
                      <a:pt x="120" y="19"/>
                    </a:lnTo>
                    <a:lnTo>
                      <a:pt x="142" y="27"/>
                    </a:lnTo>
                    <a:lnTo>
                      <a:pt x="163" y="38"/>
                    </a:lnTo>
                    <a:lnTo>
                      <a:pt x="184" y="52"/>
                    </a:lnTo>
                    <a:lnTo>
                      <a:pt x="203" y="70"/>
                    </a:lnTo>
                    <a:lnTo>
                      <a:pt x="223" y="92"/>
                    </a:lnTo>
                    <a:lnTo>
                      <a:pt x="240" y="119"/>
                    </a:lnTo>
                    <a:lnTo>
                      <a:pt x="255" y="151"/>
                    </a:lnTo>
                    <a:lnTo>
                      <a:pt x="255" y="149"/>
                    </a:lnTo>
                    <a:lnTo>
                      <a:pt x="253" y="143"/>
                    </a:lnTo>
                    <a:lnTo>
                      <a:pt x="249" y="133"/>
                    </a:lnTo>
                    <a:lnTo>
                      <a:pt x="245" y="120"/>
                    </a:lnTo>
                    <a:lnTo>
                      <a:pt x="239" y="106"/>
                    </a:lnTo>
                    <a:lnTo>
                      <a:pt x="231" y="90"/>
                    </a:lnTo>
                    <a:lnTo>
                      <a:pt x="221" y="74"/>
                    </a:lnTo>
                    <a:lnTo>
                      <a:pt x="208" y="58"/>
                    </a:lnTo>
                    <a:lnTo>
                      <a:pt x="193" y="42"/>
                    </a:lnTo>
                    <a:lnTo>
                      <a:pt x="174" y="28"/>
                    </a:lnTo>
                    <a:lnTo>
                      <a:pt x="154" y="16"/>
                    </a:lnTo>
                    <a:lnTo>
                      <a:pt x="131" y="7"/>
                    </a:lnTo>
                    <a:lnTo>
                      <a:pt x="103" y="1"/>
                    </a:lnTo>
                    <a:lnTo>
                      <a:pt x="73" y="0"/>
                    </a:lnTo>
                    <a:lnTo>
                      <a:pt x="38" y="5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40" name="Freeform 36"/>
              <p:cNvSpPr/>
              <p:nvPr/>
            </p:nvSpPr>
            <p:spPr>
              <a:xfrm>
                <a:off x="2578" y="2107"/>
                <a:ext cx="53" cy="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106" h="94">
                    <a:moveTo>
                      <a:pt x="0" y="0"/>
                    </a:moveTo>
                    <a:lnTo>
                      <a:pt x="3" y="1"/>
                    </a:lnTo>
                    <a:lnTo>
                      <a:pt x="11" y="4"/>
                    </a:lnTo>
                    <a:lnTo>
                      <a:pt x="25" y="10"/>
                    </a:lnTo>
                    <a:lnTo>
                      <a:pt x="41" y="18"/>
                    </a:lnTo>
                    <a:lnTo>
                      <a:pt x="58" y="31"/>
                    </a:lnTo>
                    <a:lnTo>
                      <a:pt x="76" y="47"/>
                    </a:lnTo>
                    <a:lnTo>
                      <a:pt x="92" y="69"/>
                    </a:lnTo>
                    <a:lnTo>
                      <a:pt x="106" y="94"/>
                    </a:lnTo>
                    <a:lnTo>
                      <a:pt x="104" y="91"/>
                    </a:lnTo>
                    <a:lnTo>
                      <a:pt x="102" y="79"/>
                    </a:lnTo>
                    <a:lnTo>
                      <a:pt x="98" y="65"/>
                    </a:lnTo>
                    <a:lnTo>
                      <a:pt x="88" y="48"/>
                    </a:lnTo>
                    <a:lnTo>
                      <a:pt x="76" y="31"/>
                    </a:lnTo>
                    <a:lnTo>
                      <a:pt x="56" y="16"/>
                    </a:lnTo>
                    <a:lnTo>
                      <a:pt x="3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41" name="Freeform 37"/>
              <p:cNvSpPr/>
              <p:nvPr/>
            </p:nvSpPr>
            <p:spPr>
              <a:xfrm>
                <a:off x="2481" y="2143"/>
                <a:ext cx="63" cy="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pathLst>
                  <a:path w="126" h="43">
                    <a:moveTo>
                      <a:pt x="0" y="42"/>
                    </a:moveTo>
                    <a:lnTo>
                      <a:pt x="2" y="38"/>
                    </a:lnTo>
                    <a:lnTo>
                      <a:pt x="8" y="28"/>
                    </a:lnTo>
                    <a:lnTo>
                      <a:pt x="18" y="16"/>
                    </a:lnTo>
                    <a:lnTo>
                      <a:pt x="32" y="6"/>
                    </a:lnTo>
                    <a:lnTo>
                      <a:pt x="50" y="0"/>
                    </a:lnTo>
                    <a:lnTo>
                      <a:pt x="71" y="2"/>
                    </a:lnTo>
                    <a:lnTo>
                      <a:pt x="97" y="15"/>
                    </a:lnTo>
                    <a:lnTo>
                      <a:pt x="126" y="43"/>
                    </a:lnTo>
                    <a:lnTo>
                      <a:pt x="122" y="41"/>
                    </a:lnTo>
                    <a:lnTo>
                      <a:pt x="113" y="34"/>
                    </a:lnTo>
                    <a:lnTo>
                      <a:pt x="99" y="26"/>
                    </a:lnTo>
                    <a:lnTo>
                      <a:pt x="82" y="18"/>
                    </a:lnTo>
                    <a:lnTo>
                      <a:pt x="61" y="13"/>
                    </a:lnTo>
                    <a:lnTo>
                      <a:pt x="40" y="14"/>
                    </a:lnTo>
                    <a:lnTo>
                      <a:pt x="20" y="23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42" name="Freeform 38"/>
              <p:cNvSpPr/>
              <p:nvPr/>
            </p:nvSpPr>
            <p:spPr>
              <a:xfrm>
                <a:off x="2730" y="2474"/>
                <a:ext cx="76" cy="1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pathLst>
                  <a:path w="152" h="299">
                    <a:moveTo>
                      <a:pt x="0" y="0"/>
                    </a:moveTo>
                    <a:lnTo>
                      <a:pt x="7" y="3"/>
                    </a:lnTo>
                    <a:lnTo>
                      <a:pt x="23" y="12"/>
                    </a:lnTo>
                    <a:lnTo>
                      <a:pt x="47" y="28"/>
                    </a:lnTo>
                    <a:lnTo>
                      <a:pt x="75" y="55"/>
                    </a:lnTo>
                    <a:lnTo>
                      <a:pt x="102" y="93"/>
                    </a:lnTo>
                    <a:lnTo>
                      <a:pt x="127" y="146"/>
                    </a:lnTo>
                    <a:lnTo>
                      <a:pt x="143" y="213"/>
                    </a:lnTo>
                    <a:lnTo>
                      <a:pt x="148" y="299"/>
                    </a:lnTo>
                    <a:lnTo>
                      <a:pt x="148" y="295"/>
                    </a:lnTo>
                    <a:lnTo>
                      <a:pt x="150" y="287"/>
                    </a:lnTo>
                    <a:lnTo>
                      <a:pt x="151" y="275"/>
                    </a:lnTo>
                    <a:lnTo>
                      <a:pt x="152" y="257"/>
                    </a:lnTo>
                    <a:lnTo>
                      <a:pt x="152" y="237"/>
                    </a:lnTo>
                    <a:lnTo>
                      <a:pt x="151" y="213"/>
                    </a:lnTo>
                    <a:lnTo>
                      <a:pt x="150" y="188"/>
                    </a:lnTo>
                    <a:lnTo>
                      <a:pt x="145" y="163"/>
                    </a:lnTo>
                    <a:lnTo>
                      <a:pt x="139" y="136"/>
                    </a:lnTo>
                    <a:lnTo>
                      <a:pt x="130" y="110"/>
                    </a:lnTo>
                    <a:lnTo>
                      <a:pt x="119" y="84"/>
                    </a:lnTo>
                    <a:lnTo>
                      <a:pt x="102" y="61"/>
                    </a:lnTo>
                    <a:lnTo>
                      <a:pt x="84" y="41"/>
                    </a:lnTo>
                    <a:lnTo>
                      <a:pt x="61" y="23"/>
                    </a:lnTo>
                    <a:lnTo>
                      <a:pt x="32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43" name="Freeform 39"/>
              <p:cNvSpPr/>
              <p:nvPr/>
            </p:nvSpPr>
            <p:spPr>
              <a:xfrm>
                <a:off x="2566" y="2519"/>
                <a:ext cx="13" cy="11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pathLst>
                  <a:path w="25" h="222">
                    <a:moveTo>
                      <a:pt x="25" y="0"/>
                    </a:moveTo>
                    <a:lnTo>
                      <a:pt x="23" y="6"/>
                    </a:lnTo>
                    <a:lnTo>
                      <a:pt x="17" y="21"/>
                    </a:lnTo>
                    <a:lnTo>
                      <a:pt x="10" y="44"/>
                    </a:lnTo>
                    <a:lnTo>
                      <a:pt x="3" y="73"/>
                    </a:lnTo>
                    <a:lnTo>
                      <a:pt x="0" y="108"/>
                    </a:lnTo>
                    <a:lnTo>
                      <a:pt x="1" y="144"/>
                    </a:lnTo>
                    <a:lnTo>
                      <a:pt x="9" y="184"/>
                    </a:lnTo>
                    <a:lnTo>
                      <a:pt x="25" y="222"/>
                    </a:lnTo>
                    <a:lnTo>
                      <a:pt x="20" y="200"/>
                    </a:lnTo>
                    <a:lnTo>
                      <a:pt x="13" y="144"/>
                    </a:lnTo>
                    <a:lnTo>
                      <a:pt x="11" y="7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44" name="Freeform 40"/>
              <p:cNvSpPr/>
              <p:nvPr/>
            </p:nvSpPr>
            <p:spPr>
              <a:xfrm>
                <a:off x="2594" y="2509"/>
                <a:ext cx="61" cy="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122" h="26">
                    <a:moveTo>
                      <a:pt x="0" y="0"/>
                    </a:moveTo>
                    <a:lnTo>
                      <a:pt x="1" y="1"/>
                    </a:lnTo>
                    <a:lnTo>
                      <a:pt x="3" y="5"/>
                    </a:lnTo>
                    <a:lnTo>
                      <a:pt x="9" y="11"/>
                    </a:lnTo>
                    <a:lnTo>
                      <a:pt x="19" y="17"/>
                    </a:lnTo>
                    <a:lnTo>
                      <a:pt x="34" y="22"/>
                    </a:lnTo>
                    <a:lnTo>
                      <a:pt x="56" y="25"/>
                    </a:lnTo>
                    <a:lnTo>
                      <a:pt x="85" y="26"/>
                    </a:lnTo>
                    <a:lnTo>
                      <a:pt x="122" y="23"/>
                    </a:lnTo>
                    <a:lnTo>
                      <a:pt x="119" y="23"/>
                    </a:lnTo>
                    <a:lnTo>
                      <a:pt x="109" y="22"/>
                    </a:lnTo>
                    <a:lnTo>
                      <a:pt x="94" y="20"/>
                    </a:lnTo>
                    <a:lnTo>
                      <a:pt x="77" y="19"/>
                    </a:lnTo>
                    <a:lnTo>
                      <a:pt x="58" y="16"/>
                    </a:lnTo>
                    <a:lnTo>
                      <a:pt x="38" y="12"/>
                    </a:lnTo>
                    <a:lnTo>
                      <a:pt x="17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7145" name="AutoShape 41" descr="褐色大理石"/>
            <p:cNvSpPr/>
            <p:nvPr/>
          </p:nvSpPr>
          <p:spPr>
            <a:xfrm>
              <a:off x="1475" y="3377"/>
              <a:ext cx="2928" cy="144"/>
            </a:xfrm>
            <a:prstGeom prst="cube">
              <a:avLst>
                <a:gd name="adj" fmla="val 83472"/>
              </a:avLst>
            </a:prstGeom>
            <a:blipFill rotWithShape="1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46" name="Freeform 42"/>
            <p:cNvSpPr/>
            <p:nvPr/>
          </p:nvSpPr>
          <p:spPr>
            <a:xfrm>
              <a:off x="2941" y="3513"/>
              <a:ext cx="96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96" y="0"/>
                </a:cxn>
              </a:cxnLst>
              <a:pathLst>
                <a:path w="96" h="132">
                  <a:moveTo>
                    <a:pt x="0" y="132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7147" name="Group 43"/>
            <p:cNvGrpSpPr/>
            <p:nvPr/>
          </p:nvGrpSpPr>
          <p:grpSpPr>
            <a:xfrm>
              <a:off x="1553" y="2957"/>
              <a:ext cx="288" cy="480"/>
              <a:chOff x="3744" y="2228"/>
              <a:chExt cx="486" cy="668"/>
            </a:xfrm>
          </p:grpSpPr>
          <p:sp>
            <p:nvSpPr>
              <p:cNvPr id="47148" name="Freeform 44"/>
              <p:cNvSpPr/>
              <p:nvPr/>
            </p:nvSpPr>
            <p:spPr>
              <a:xfrm>
                <a:off x="3744" y="2228"/>
                <a:ext cx="486" cy="66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971" h="1334">
                    <a:moveTo>
                      <a:pt x="646" y="61"/>
                    </a:moveTo>
                    <a:lnTo>
                      <a:pt x="652" y="69"/>
                    </a:lnTo>
                    <a:lnTo>
                      <a:pt x="657" y="78"/>
                    </a:lnTo>
                    <a:lnTo>
                      <a:pt x="661" y="86"/>
                    </a:lnTo>
                    <a:lnTo>
                      <a:pt x="666" y="95"/>
                    </a:lnTo>
                    <a:lnTo>
                      <a:pt x="669" y="104"/>
                    </a:lnTo>
                    <a:lnTo>
                      <a:pt x="673" y="114"/>
                    </a:lnTo>
                    <a:lnTo>
                      <a:pt x="677" y="123"/>
                    </a:lnTo>
                    <a:lnTo>
                      <a:pt x="682" y="132"/>
                    </a:lnTo>
                    <a:lnTo>
                      <a:pt x="690" y="153"/>
                    </a:lnTo>
                    <a:lnTo>
                      <a:pt x="697" y="175"/>
                    </a:lnTo>
                    <a:lnTo>
                      <a:pt x="700" y="198"/>
                    </a:lnTo>
                    <a:lnTo>
                      <a:pt x="703" y="222"/>
                    </a:lnTo>
                    <a:lnTo>
                      <a:pt x="700" y="246"/>
                    </a:lnTo>
                    <a:lnTo>
                      <a:pt x="696" y="269"/>
                    </a:lnTo>
                    <a:lnTo>
                      <a:pt x="689" y="291"/>
                    </a:lnTo>
                    <a:lnTo>
                      <a:pt x="677" y="312"/>
                    </a:lnTo>
                    <a:lnTo>
                      <a:pt x="666" y="328"/>
                    </a:lnTo>
                    <a:lnTo>
                      <a:pt x="653" y="344"/>
                    </a:lnTo>
                    <a:lnTo>
                      <a:pt x="640" y="360"/>
                    </a:lnTo>
                    <a:lnTo>
                      <a:pt x="629" y="377"/>
                    </a:lnTo>
                    <a:lnTo>
                      <a:pt x="621" y="396"/>
                    </a:lnTo>
                    <a:lnTo>
                      <a:pt x="616" y="414"/>
                    </a:lnTo>
                    <a:lnTo>
                      <a:pt x="615" y="434"/>
                    </a:lnTo>
                    <a:lnTo>
                      <a:pt x="621" y="454"/>
                    </a:lnTo>
                    <a:lnTo>
                      <a:pt x="639" y="457"/>
                    </a:lnTo>
                    <a:lnTo>
                      <a:pt x="657" y="457"/>
                    </a:lnTo>
                    <a:lnTo>
                      <a:pt x="674" y="457"/>
                    </a:lnTo>
                    <a:lnTo>
                      <a:pt x="691" y="456"/>
                    </a:lnTo>
                    <a:lnTo>
                      <a:pt x="708" y="452"/>
                    </a:lnTo>
                    <a:lnTo>
                      <a:pt x="725" y="449"/>
                    </a:lnTo>
                    <a:lnTo>
                      <a:pt x="741" y="443"/>
                    </a:lnTo>
                    <a:lnTo>
                      <a:pt x="757" y="437"/>
                    </a:lnTo>
                    <a:lnTo>
                      <a:pt x="772" y="430"/>
                    </a:lnTo>
                    <a:lnTo>
                      <a:pt x="787" y="422"/>
                    </a:lnTo>
                    <a:lnTo>
                      <a:pt x="801" y="413"/>
                    </a:lnTo>
                    <a:lnTo>
                      <a:pt x="814" y="403"/>
                    </a:lnTo>
                    <a:lnTo>
                      <a:pt x="827" y="391"/>
                    </a:lnTo>
                    <a:lnTo>
                      <a:pt x="840" y="380"/>
                    </a:lnTo>
                    <a:lnTo>
                      <a:pt x="852" y="366"/>
                    </a:lnTo>
                    <a:lnTo>
                      <a:pt x="864" y="352"/>
                    </a:lnTo>
                    <a:lnTo>
                      <a:pt x="871" y="342"/>
                    </a:lnTo>
                    <a:lnTo>
                      <a:pt x="878" y="331"/>
                    </a:lnTo>
                    <a:lnTo>
                      <a:pt x="881" y="320"/>
                    </a:lnTo>
                    <a:lnTo>
                      <a:pt x="884" y="307"/>
                    </a:lnTo>
                    <a:lnTo>
                      <a:pt x="879" y="304"/>
                    </a:lnTo>
                    <a:lnTo>
                      <a:pt x="874" y="301"/>
                    </a:lnTo>
                    <a:lnTo>
                      <a:pt x="870" y="298"/>
                    </a:lnTo>
                    <a:lnTo>
                      <a:pt x="864" y="294"/>
                    </a:lnTo>
                    <a:lnTo>
                      <a:pt x="859" y="290"/>
                    </a:lnTo>
                    <a:lnTo>
                      <a:pt x="855" y="286"/>
                    </a:lnTo>
                    <a:lnTo>
                      <a:pt x="850" y="282"/>
                    </a:lnTo>
                    <a:lnTo>
                      <a:pt x="847" y="276"/>
                    </a:lnTo>
                    <a:lnTo>
                      <a:pt x="842" y="263"/>
                    </a:lnTo>
                    <a:lnTo>
                      <a:pt x="840" y="251"/>
                    </a:lnTo>
                    <a:lnTo>
                      <a:pt x="841" y="238"/>
                    </a:lnTo>
                    <a:lnTo>
                      <a:pt x="844" y="225"/>
                    </a:lnTo>
                    <a:lnTo>
                      <a:pt x="850" y="216"/>
                    </a:lnTo>
                    <a:lnTo>
                      <a:pt x="857" y="209"/>
                    </a:lnTo>
                    <a:lnTo>
                      <a:pt x="864" y="202"/>
                    </a:lnTo>
                    <a:lnTo>
                      <a:pt x="873" y="198"/>
                    </a:lnTo>
                    <a:lnTo>
                      <a:pt x="882" y="195"/>
                    </a:lnTo>
                    <a:lnTo>
                      <a:pt x="893" y="193"/>
                    </a:lnTo>
                    <a:lnTo>
                      <a:pt x="903" y="192"/>
                    </a:lnTo>
                    <a:lnTo>
                      <a:pt x="914" y="192"/>
                    </a:lnTo>
                    <a:lnTo>
                      <a:pt x="923" y="193"/>
                    </a:lnTo>
                    <a:lnTo>
                      <a:pt x="932" y="197"/>
                    </a:lnTo>
                    <a:lnTo>
                      <a:pt x="941" y="201"/>
                    </a:lnTo>
                    <a:lnTo>
                      <a:pt x="949" y="207"/>
                    </a:lnTo>
                    <a:lnTo>
                      <a:pt x="956" y="214"/>
                    </a:lnTo>
                    <a:lnTo>
                      <a:pt x="962" y="222"/>
                    </a:lnTo>
                    <a:lnTo>
                      <a:pt x="968" y="230"/>
                    </a:lnTo>
                    <a:lnTo>
                      <a:pt x="971" y="239"/>
                    </a:lnTo>
                    <a:lnTo>
                      <a:pt x="971" y="244"/>
                    </a:lnTo>
                    <a:lnTo>
                      <a:pt x="970" y="246"/>
                    </a:lnTo>
                    <a:lnTo>
                      <a:pt x="967" y="247"/>
                    </a:lnTo>
                    <a:lnTo>
                      <a:pt x="964" y="249"/>
                    </a:lnTo>
                    <a:lnTo>
                      <a:pt x="955" y="262"/>
                    </a:lnTo>
                    <a:lnTo>
                      <a:pt x="948" y="276"/>
                    </a:lnTo>
                    <a:lnTo>
                      <a:pt x="943" y="290"/>
                    </a:lnTo>
                    <a:lnTo>
                      <a:pt x="942" y="306"/>
                    </a:lnTo>
                    <a:lnTo>
                      <a:pt x="942" y="328"/>
                    </a:lnTo>
                    <a:lnTo>
                      <a:pt x="940" y="349"/>
                    </a:lnTo>
                    <a:lnTo>
                      <a:pt x="938" y="369"/>
                    </a:lnTo>
                    <a:lnTo>
                      <a:pt x="933" y="390"/>
                    </a:lnTo>
                    <a:lnTo>
                      <a:pt x="929" y="411"/>
                    </a:lnTo>
                    <a:lnTo>
                      <a:pt x="923" y="430"/>
                    </a:lnTo>
                    <a:lnTo>
                      <a:pt x="916" y="450"/>
                    </a:lnTo>
                    <a:lnTo>
                      <a:pt x="909" y="469"/>
                    </a:lnTo>
                    <a:lnTo>
                      <a:pt x="902" y="486"/>
                    </a:lnTo>
                    <a:lnTo>
                      <a:pt x="894" y="502"/>
                    </a:lnTo>
                    <a:lnTo>
                      <a:pt x="885" y="517"/>
                    </a:lnTo>
                    <a:lnTo>
                      <a:pt x="876" y="532"/>
                    </a:lnTo>
                    <a:lnTo>
                      <a:pt x="864" y="547"/>
                    </a:lnTo>
                    <a:lnTo>
                      <a:pt x="851" y="560"/>
                    </a:lnTo>
                    <a:lnTo>
                      <a:pt x="839" y="573"/>
                    </a:lnTo>
                    <a:lnTo>
                      <a:pt x="825" y="586"/>
                    </a:lnTo>
                    <a:lnTo>
                      <a:pt x="811" y="597"/>
                    </a:lnTo>
                    <a:lnTo>
                      <a:pt x="796" y="608"/>
                    </a:lnTo>
                    <a:lnTo>
                      <a:pt x="780" y="618"/>
                    </a:lnTo>
                    <a:lnTo>
                      <a:pt x="765" y="626"/>
                    </a:lnTo>
                    <a:lnTo>
                      <a:pt x="748" y="634"/>
                    </a:lnTo>
                    <a:lnTo>
                      <a:pt x="731" y="640"/>
                    </a:lnTo>
                    <a:lnTo>
                      <a:pt x="715" y="646"/>
                    </a:lnTo>
                    <a:lnTo>
                      <a:pt x="698" y="649"/>
                    </a:lnTo>
                    <a:lnTo>
                      <a:pt x="696" y="651"/>
                    </a:lnTo>
                    <a:lnTo>
                      <a:pt x="693" y="665"/>
                    </a:lnTo>
                    <a:lnTo>
                      <a:pt x="689" y="678"/>
                    </a:lnTo>
                    <a:lnTo>
                      <a:pt x="682" y="691"/>
                    </a:lnTo>
                    <a:lnTo>
                      <a:pt x="675" y="702"/>
                    </a:lnTo>
                    <a:lnTo>
                      <a:pt x="667" y="715"/>
                    </a:lnTo>
                    <a:lnTo>
                      <a:pt x="659" y="726"/>
                    </a:lnTo>
                    <a:lnTo>
                      <a:pt x="651" y="738"/>
                    </a:lnTo>
                    <a:lnTo>
                      <a:pt x="643" y="749"/>
                    </a:lnTo>
                    <a:lnTo>
                      <a:pt x="631" y="780"/>
                    </a:lnTo>
                    <a:lnTo>
                      <a:pt x="630" y="816"/>
                    </a:lnTo>
                    <a:lnTo>
                      <a:pt x="634" y="852"/>
                    </a:lnTo>
                    <a:lnTo>
                      <a:pt x="637" y="888"/>
                    </a:lnTo>
                    <a:lnTo>
                      <a:pt x="639" y="919"/>
                    </a:lnTo>
                    <a:lnTo>
                      <a:pt x="640" y="951"/>
                    </a:lnTo>
                    <a:lnTo>
                      <a:pt x="640" y="982"/>
                    </a:lnTo>
                    <a:lnTo>
                      <a:pt x="639" y="1013"/>
                    </a:lnTo>
                    <a:lnTo>
                      <a:pt x="635" y="1044"/>
                    </a:lnTo>
                    <a:lnTo>
                      <a:pt x="627" y="1073"/>
                    </a:lnTo>
                    <a:lnTo>
                      <a:pt x="614" y="1101"/>
                    </a:lnTo>
                    <a:lnTo>
                      <a:pt x="598" y="1126"/>
                    </a:lnTo>
                    <a:lnTo>
                      <a:pt x="591" y="1135"/>
                    </a:lnTo>
                    <a:lnTo>
                      <a:pt x="584" y="1144"/>
                    </a:lnTo>
                    <a:lnTo>
                      <a:pt x="576" y="1154"/>
                    </a:lnTo>
                    <a:lnTo>
                      <a:pt x="569" y="1162"/>
                    </a:lnTo>
                    <a:lnTo>
                      <a:pt x="561" y="1171"/>
                    </a:lnTo>
                    <a:lnTo>
                      <a:pt x="553" y="1179"/>
                    </a:lnTo>
                    <a:lnTo>
                      <a:pt x="545" y="1187"/>
                    </a:lnTo>
                    <a:lnTo>
                      <a:pt x="536" y="1194"/>
                    </a:lnTo>
                    <a:lnTo>
                      <a:pt x="534" y="1198"/>
                    </a:lnTo>
                    <a:lnTo>
                      <a:pt x="532" y="1212"/>
                    </a:lnTo>
                    <a:lnTo>
                      <a:pt x="528" y="1232"/>
                    </a:lnTo>
                    <a:lnTo>
                      <a:pt x="522" y="1255"/>
                    </a:lnTo>
                    <a:lnTo>
                      <a:pt x="516" y="1280"/>
                    </a:lnTo>
                    <a:lnTo>
                      <a:pt x="510" y="1302"/>
                    </a:lnTo>
                    <a:lnTo>
                      <a:pt x="506" y="1322"/>
                    </a:lnTo>
                    <a:lnTo>
                      <a:pt x="501" y="1334"/>
                    </a:lnTo>
                    <a:lnTo>
                      <a:pt x="494" y="1331"/>
                    </a:lnTo>
                    <a:lnTo>
                      <a:pt x="488" y="1325"/>
                    </a:lnTo>
                    <a:lnTo>
                      <a:pt x="481" y="1318"/>
                    </a:lnTo>
                    <a:lnTo>
                      <a:pt x="476" y="1312"/>
                    </a:lnTo>
                    <a:lnTo>
                      <a:pt x="468" y="1304"/>
                    </a:lnTo>
                    <a:lnTo>
                      <a:pt x="460" y="1296"/>
                    </a:lnTo>
                    <a:lnTo>
                      <a:pt x="453" y="1287"/>
                    </a:lnTo>
                    <a:lnTo>
                      <a:pt x="445" y="1278"/>
                    </a:lnTo>
                    <a:lnTo>
                      <a:pt x="439" y="1269"/>
                    </a:lnTo>
                    <a:lnTo>
                      <a:pt x="433" y="1259"/>
                    </a:lnTo>
                    <a:lnTo>
                      <a:pt x="427" y="1250"/>
                    </a:lnTo>
                    <a:lnTo>
                      <a:pt x="424" y="1240"/>
                    </a:lnTo>
                    <a:lnTo>
                      <a:pt x="422" y="1219"/>
                    </a:lnTo>
                    <a:lnTo>
                      <a:pt x="428" y="1201"/>
                    </a:lnTo>
                    <a:lnTo>
                      <a:pt x="438" y="1181"/>
                    </a:lnTo>
                    <a:lnTo>
                      <a:pt x="446" y="1163"/>
                    </a:lnTo>
                    <a:lnTo>
                      <a:pt x="451" y="1122"/>
                    </a:lnTo>
                    <a:lnTo>
                      <a:pt x="451" y="1082"/>
                    </a:lnTo>
                    <a:lnTo>
                      <a:pt x="443" y="1044"/>
                    </a:lnTo>
                    <a:lnTo>
                      <a:pt x="430" y="1008"/>
                    </a:lnTo>
                    <a:lnTo>
                      <a:pt x="418" y="991"/>
                    </a:lnTo>
                    <a:lnTo>
                      <a:pt x="404" y="978"/>
                    </a:lnTo>
                    <a:lnTo>
                      <a:pt x="389" y="968"/>
                    </a:lnTo>
                    <a:lnTo>
                      <a:pt x="372" y="960"/>
                    </a:lnTo>
                    <a:lnTo>
                      <a:pt x="352" y="955"/>
                    </a:lnTo>
                    <a:lnTo>
                      <a:pt x="334" y="952"/>
                    </a:lnTo>
                    <a:lnTo>
                      <a:pt x="313" y="951"/>
                    </a:lnTo>
                    <a:lnTo>
                      <a:pt x="294" y="952"/>
                    </a:lnTo>
                    <a:lnTo>
                      <a:pt x="271" y="954"/>
                    </a:lnTo>
                    <a:lnTo>
                      <a:pt x="249" y="958"/>
                    </a:lnTo>
                    <a:lnTo>
                      <a:pt x="227" y="964"/>
                    </a:lnTo>
                    <a:lnTo>
                      <a:pt x="205" y="972"/>
                    </a:lnTo>
                    <a:lnTo>
                      <a:pt x="185" y="981"/>
                    </a:lnTo>
                    <a:lnTo>
                      <a:pt x="167" y="995"/>
                    </a:lnTo>
                    <a:lnTo>
                      <a:pt x="151" y="1010"/>
                    </a:lnTo>
                    <a:lnTo>
                      <a:pt x="136" y="1029"/>
                    </a:lnTo>
                    <a:lnTo>
                      <a:pt x="133" y="1046"/>
                    </a:lnTo>
                    <a:lnTo>
                      <a:pt x="135" y="1072"/>
                    </a:lnTo>
                    <a:lnTo>
                      <a:pt x="136" y="1097"/>
                    </a:lnTo>
                    <a:lnTo>
                      <a:pt x="132" y="1112"/>
                    </a:lnTo>
                    <a:lnTo>
                      <a:pt x="125" y="1114"/>
                    </a:lnTo>
                    <a:lnTo>
                      <a:pt x="113" y="1118"/>
                    </a:lnTo>
                    <a:lnTo>
                      <a:pt x="97" y="1120"/>
                    </a:lnTo>
                    <a:lnTo>
                      <a:pt x="76" y="1122"/>
                    </a:lnTo>
                    <a:lnTo>
                      <a:pt x="55" y="1125"/>
                    </a:lnTo>
                    <a:lnTo>
                      <a:pt x="34" y="1126"/>
                    </a:lnTo>
                    <a:lnTo>
                      <a:pt x="17" y="1125"/>
                    </a:lnTo>
                    <a:lnTo>
                      <a:pt x="3" y="1124"/>
                    </a:lnTo>
                    <a:lnTo>
                      <a:pt x="9" y="1111"/>
                    </a:lnTo>
                    <a:lnTo>
                      <a:pt x="17" y="1099"/>
                    </a:lnTo>
                    <a:lnTo>
                      <a:pt x="25" y="1089"/>
                    </a:lnTo>
                    <a:lnTo>
                      <a:pt x="34" y="1078"/>
                    </a:lnTo>
                    <a:lnTo>
                      <a:pt x="42" y="1067"/>
                    </a:lnTo>
                    <a:lnTo>
                      <a:pt x="50" y="1056"/>
                    </a:lnTo>
                    <a:lnTo>
                      <a:pt x="56" y="1043"/>
                    </a:lnTo>
                    <a:lnTo>
                      <a:pt x="59" y="1030"/>
                    </a:lnTo>
                    <a:lnTo>
                      <a:pt x="62" y="1000"/>
                    </a:lnTo>
                    <a:lnTo>
                      <a:pt x="67" y="970"/>
                    </a:lnTo>
                    <a:lnTo>
                      <a:pt x="72" y="943"/>
                    </a:lnTo>
                    <a:lnTo>
                      <a:pt x="80" y="915"/>
                    </a:lnTo>
                    <a:lnTo>
                      <a:pt x="91" y="890"/>
                    </a:lnTo>
                    <a:lnTo>
                      <a:pt x="106" y="867"/>
                    </a:lnTo>
                    <a:lnTo>
                      <a:pt x="123" y="845"/>
                    </a:lnTo>
                    <a:lnTo>
                      <a:pt x="146" y="825"/>
                    </a:lnTo>
                    <a:lnTo>
                      <a:pt x="151" y="822"/>
                    </a:lnTo>
                    <a:lnTo>
                      <a:pt x="155" y="818"/>
                    </a:lnTo>
                    <a:lnTo>
                      <a:pt x="160" y="814"/>
                    </a:lnTo>
                    <a:lnTo>
                      <a:pt x="165" y="810"/>
                    </a:lnTo>
                    <a:lnTo>
                      <a:pt x="169" y="807"/>
                    </a:lnTo>
                    <a:lnTo>
                      <a:pt x="174" y="803"/>
                    </a:lnTo>
                    <a:lnTo>
                      <a:pt x="178" y="800"/>
                    </a:lnTo>
                    <a:lnTo>
                      <a:pt x="183" y="798"/>
                    </a:lnTo>
                    <a:lnTo>
                      <a:pt x="185" y="776"/>
                    </a:lnTo>
                    <a:lnTo>
                      <a:pt x="188" y="754"/>
                    </a:lnTo>
                    <a:lnTo>
                      <a:pt x="186" y="732"/>
                    </a:lnTo>
                    <a:lnTo>
                      <a:pt x="181" y="711"/>
                    </a:lnTo>
                    <a:lnTo>
                      <a:pt x="175" y="696"/>
                    </a:lnTo>
                    <a:lnTo>
                      <a:pt x="169" y="681"/>
                    </a:lnTo>
                    <a:lnTo>
                      <a:pt x="166" y="666"/>
                    </a:lnTo>
                    <a:lnTo>
                      <a:pt x="161" y="651"/>
                    </a:lnTo>
                    <a:lnTo>
                      <a:pt x="158" y="636"/>
                    </a:lnTo>
                    <a:lnTo>
                      <a:pt x="152" y="621"/>
                    </a:lnTo>
                    <a:lnTo>
                      <a:pt x="146" y="606"/>
                    </a:lnTo>
                    <a:lnTo>
                      <a:pt x="138" y="593"/>
                    </a:lnTo>
                    <a:lnTo>
                      <a:pt x="120" y="565"/>
                    </a:lnTo>
                    <a:lnTo>
                      <a:pt x="102" y="537"/>
                    </a:lnTo>
                    <a:lnTo>
                      <a:pt x="86" y="510"/>
                    </a:lnTo>
                    <a:lnTo>
                      <a:pt x="71" y="482"/>
                    </a:lnTo>
                    <a:lnTo>
                      <a:pt x="57" y="454"/>
                    </a:lnTo>
                    <a:lnTo>
                      <a:pt x="47" y="425"/>
                    </a:lnTo>
                    <a:lnTo>
                      <a:pt x="39" y="395"/>
                    </a:lnTo>
                    <a:lnTo>
                      <a:pt x="34" y="363"/>
                    </a:lnTo>
                    <a:lnTo>
                      <a:pt x="33" y="335"/>
                    </a:lnTo>
                    <a:lnTo>
                      <a:pt x="34" y="306"/>
                    </a:lnTo>
                    <a:lnTo>
                      <a:pt x="31" y="278"/>
                    </a:lnTo>
                    <a:lnTo>
                      <a:pt x="21" y="253"/>
                    </a:lnTo>
                    <a:lnTo>
                      <a:pt x="15" y="246"/>
                    </a:lnTo>
                    <a:lnTo>
                      <a:pt x="8" y="239"/>
                    </a:lnTo>
                    <a:lnTo>
                      <a:pt x="2" y="231"/>
                    </a:lnTo>
                    <a:lnTo>
                      <a:pt x="0" y="222"/>
                    </a:lnTo>
                    <a:lnTo>
                      <a:pt x="2" y="210"/>
                    </a:lnTo>
                    <a:lnTo>
                      <a:pt x="6" y="200"/>
                    </a:lnTo>
                    <a:lnTo>
                      <a:pt x="12" y="192"/>
                    </a:lnTo>
                    <a:lnTo>
                      <a:pt x="21" y="184"/>
                    </a:lnTo>
                    <a:lnTo>
                      <a:pt x="32" y="178"/>
                    </a:lnTo>
                    <a:lnTo>
                      <a:pt x="44" y="173"/>
                    </a:lnTo>
                    <a:lnTo>
                      <a:pt x="56" y="172"/>
                    </a:lnTo>
                    <a:lnTo>
                      <a:pt x="69" y="171"/>
                    </a:lnTo>
                    <a:lnTo>
                      <a:pt x="82" y="173"/>
                    </a:lnTo>
                    <a:lnTo>
                      <a:pt x="94" y="176"/>
                    </a:lnTo>
                    <a:lnTo>
                      <a:pt x="106" y="180"/>
                    </a:lnTo>
                    <a:lnTo>
                      <a:pt x="116" y="186"/>
                    </a:lnTo>
                    <a:lnTo>
                      <a:pt x="127" y="194"/>
                    </a:lnTo>
                    <a:lnTo>
                      <a:pt x="135" y="203"/>
                    </a:lnTo>
                    <a:lnTo>
                      <a:pt x="142" y="214"/>
                    </a:lnTo>
                    <a:lnTo>
                      <a:pt x="145" y="226"/>
                    </a:lnTo>
                    <a:lnTo>
                      <a:pt x="144" y="241"/>
                    </a:lnTo>
                    <a:lnTo>
                      <a:pt x="139" y="254"/>
                    </a:lnTo>
                    <a:lnTo>
                      <a:pt x="130" y="266"/>
                    </a:lnTo>
                    <a:lnTo>
                      <a:pt x="118" y="275"/>
                    </a:lnTo>
                    <a:lnTo>
                      <a:pt x="116" y="276"/>
                    </a:lnTo>
                    <a:lnTo>
                      <a:pt x="115" y="276"/>
                    </a:lnTo>
                    <a:lnTo>
                      <a:pt x="114" y="277"/>
                    </a:lnTo>
                    <a:lnTo>
                      <a:pt x="113" y="279"/>
                    </a:lnTo>
                    <a:lnTo>
                      <a:pt x="117" y="308"/>
                    </a:lnTo>
                    <a:lnTo>
                      <a:pt x="125" y="338"/>
                    </a:lnTo>
                    <a:lnTo>
                      <a:pt x="137" y="366"/>
                    </a:lnTo>
                    <a:lnTo>
                      <a:pt x="152" y="391"/>
                    </a:lnTo>
                    <a:lnTo>
                      <a:pt x="170" y="415"/>
                    </a:lnTo>
                    <a:lnTo>
                      <a:pt x="192" y="437"/>
                    </a:lnTo>
                    <a:lnTo>
                      <a:pt x="216" y="454"/>
                    </a:lnTo>
                    <a:lnTo>
                      <a:pt x="244" y="468"/>
                    </a:lnTo>
                    <a:lnTo>
                      <a:pt x="251" y="471"/>
                    </a:lnTo>
                    <a:lnTo>
                      <a:pt x="258" y="473"/>
                    </a:lnTo>
                    <a:lnTo>
                      <a:pt x="265" y="475"/>
                    </a:lnTo>
                    <a:lnTo>
                      <a:pt x="273" y="478"/>
                    </a:lnTo>
                    <a:lnTo>
                      <a:pt x="280" y="480"/>
                    </a:lnTo>
                    <a:lnTo>
                      <a:pt x="287" y="482"/>
                    </a:lnTo>
                    <a:lnTo>
                      <a:pt x="295" y="483"/>
                    </a:lnTo>
                    <a:lnTo>
                      <a:pt x="302" y="486"/>
                    </a:lnTo>
                    <a:lnTo>
                      <a:pt x="302" y="452"/>
                    </a:lnTo>
                    <a:lnTo>
                      <a:pt x="294" y="450"/>
                    </a:lnTo>
                    <a:lnTo>
                      <a:pt x="286" y="448"/>
                    </a:lnTo>
                    <a:lnTo>
                      <a:pt x="276" y="445"/>
                    </a:lnTo>
                    <a:lnTo>
                      <a:pt x="268" y="442"/>
                    </a:lnTo>
                    <a:lnTo>
                      <a:pt x="260" y="438"/>
                    </a:lnTo>
                    <a:lnTo>
                      <a:pt x="253" y="435"/>
                    </a:lnTo>
                    <a:lnTo>
                      <a:pt x="248" y="429"/>
                    </a:lnTo>
                    <a:lnTo>
                      <a:pt x="244" y="421"/>
                    </a:lnTo>
                    <a:lnTo>
                      <a:pt x="243" y="412"/>
                    </a:lnTo>
                    <a:lnTo>
                      <a:pt x="245" y="401"/>
                    </a:lnTo>
                    <a:lnTo>
                      <a:pt x="249" y="391"/>
                    </a:lnTo>
                    <a:lnTo>
                      <a:pt x="251" y="382"/>
                    </a:lnTo>
                    <a:lnTo>
                      <a:pt x="258" y="340"/>
                    </a:lnTo>
                    <a:lnTo>
                      <a:pt x="253" y="336"/>
                    </a:lnTo>
                    <a:lnTo>
                      <a:pt x="249" y="331"/>
                    </a:lnTo>
                    <a:lnTo>
                      <a:pt x="246" y="325"/>
                    </a:lnTo>
                    <a:lnTo>
                      <a:pt x="246" y="320"/>
                    </a:lnTo>
                    <a:lnTo>
                      <a:pt x="250" y="308"/>
                    </a:lnTo>
                    <a:lnTo>
                      <a:pt x="257" y="299"/>
                    </a:lnTo>
                    <a:lnTo>
                      <a:pt x="262" y="289"/>
                    </a:lnTo>
                    <a:lnTo>
                      <a:pt x="262" y="277"/>
                    </a:lnTo>
                    <a:lnTo>
                      <a:pt x="228" y="268"/>
                    </a:lnTo>
                    <a:lnTo>
                      <a:pt x="224" y="264"/>
                    </a:lnTo>
                    <a:lnTo>
                      <a:pt x="223" y="260"/>
                    </a:lnTo>
                    <a:lnTo>
                      <a:pt x="223" y="255"/>
                    </a:lnTo>
                    <a:lnTo>
                      <a:pt x="226" y="252"/>
                    </a:lnTo>
                    <a:lnTo>
                      <a:pt x="231" y="239"/>
                    </a:lnTo>
                    <a:lnTo>
                      <a:pt x="237" y="226"/>
                    </a:lnTo>
                    <a:lnTo>
                      <a:pt x="244" y="214"/>
                    </a:lnTo>
                    <a:lnTo>
                      <a:pt x="251" y="202"/>
                    </a:lnTo>
                    <a:lnTo>
                      <a:pt x="258" y="190"/>
                    </a:lnTo>
                    <a:lnTo>
                      <a:pt x="265" y="178"/>
                    </a:lnTo>
                    <a:lnTo>
                      <a:pt x="273" y="165"/>
                    </a:lnTo>
                    <a:lnTo>
                      <a:pt x="280" y="154"/>
                    </a:lnTo>
                    <a:lnTo>
                      <a:pt x="287" y="142"/>
                    </a:lnTo>
                    <a:lnTo>
                      <a:pt x="295" y="132"/>
                    </a:lnTo>
                    <a:lnTo>
                      <a:pt x="304" y="123"/>
                    </a:lnTo>
                    <a:lnTo>
                      <a:pt x="313" y="112"/>
                    </a:lnTo>
                    <a:lnTo>
                      <a:pt x="322" y="103"/>
                    </a:lnTo>
                    <a:lnTo>
                      <a:pt x="333" y="93"/>
                    </a:lnTo>
                    <a:lnTo>
                      <a:pt x="342" y="84"/>
                    </a:lnTo>
                    <a:lnTo>
                      <a:pt x="352" y="74"/>
                    </a:lnTo>
                    <a:lnTo>
                      <a:pt x="360" y="70"/>
                    </a:lnTo>
                    <a:lnTo>
                      <a:pt x="349" y="62"/>
                    </a:lnTo>
                    <a:lnTo>
                      <a:pt x="340" y="51"/>
                    </a:lnTo>
                    <a:lnTo>
                      <a:pt x="332" y="40"/>
                    </a:lnTo>
                    <a:lnTo>
                      <a:pt x="327" y="27"/>
                    </a:lnTo>
                    <a:lnTo>
                      <a:pt x="332" y="32"/>
                    </a:lnTo>
                    <a:lnTo>
                      <a:pt x="337" y="36"/>
                    </a:lnTo>
                    <a:lnTo>
                      <a:pt x="343" y="40"/>
                    </a:lnTo>
                    <a:lnTo>
                      <a:pt x="350" y="42"/>
                    </a:lnTo>
                    <a:lnTo>
                      <a:pt x="357" y="43"/>
                    </a:lnTo>
                    <a:lnTo>
                      <a:pt x="365" y="43"/>
                    </a:lnTo>
                    <a:lnTo>
                      <a:pt x="372" y="43"/>
                    </a:lnTo>
                    <a:lnTo>
                      <a:pt x="379" y="41"/>
                    </a:lnTo>
                    <a:lnTo>
                      <a:pt x="390" y="36"/>
                    </a:lnTo>
                    <a:lnTo>
                      <a:pt x="403" y="32"/>
                    </a:lnTo>
                    <a:lnTo>
                      <a:pt x="415" y="26"/>
                    </a:lnTo>
                    <a:lnTo>
                      <a:pt x="426" y="21"/>
                    </a:lnTo>
                    <a:lnTo>
                      <a:pt x="439" y="16"/>
                    </a:lnTo>
                    <a:lnTo>
                      <a:pt x="450" y="11"/>
                    </a:lnTo>
                    <a:lnTo>
                      <a:pt x="463" y="6"/>
                    </a:lnTo>
                    <a:lnTo>
                      <a:pt x="476" y="3"/>
                    </a:lnTo>
                    <a:lnTo>
                      <a:pt x="492" y="1"/>
                    </a:lnTo>
                    <a:lnTo>
                      <a:pt x="508" y="0"/>
                    </a:lnTo>
                    <a:lnTo>
                      <a:pt x="525" y="0"/>
                    </a:lnTo>
                    <a:lnTo>
                      <a:pt x="541" y="1"/>
                    </a:lnTo>
                    <a:lnTo>
                      <a:pt x="557" y="3"/>
                    </a:lnTo>
                    <a:lnTo>
                      <a:pt x="574" y="8"/>
                    </a:lnTo>
                    <a:lnTo>
                      <a:pt x="589" y="12"/>
                    </a:lnTo>
                    <a:lnTo>
                      <a:pt x="602" y="19"/>
                    </a:lnTo>
                    <a:lnTo>
                      <a:pt x="609" y="23"/>
                    </a:lnTo>
                    <a:lnTo>
                      <a:pt x="615" y="27"/>
                    </a:lnTo>
                    <a:lnTo>
                      <a:pt x="621" y="32"/>
                    </a:lnTo>
                    <a:lnTo>
                      <a:pt x="627" y="38"/>
                    </a:lnTo>
                    <a:lnTo>
                      <a:pt x="632" y="43"/>
                    </a:lnTo>
                    <a:lnTo>
                      <a:pt x="637" y="49"/>
                    </a:lnTo>
                    <a:lnTo>
                      <a:pt x="642" y="55"/>
                    </a:lnTo>
                    <a:lnTo>
                      <a:pt x="646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49" name="Freeform 45"/>
              <p:cNvSpPr/>
              <p:nvPr/>
            </p:nvSpPr>
            <p:spPr>
              <a:xfrm>
                <a:off x="3864" y="2253"/>
                <a:ext cx="178" cy="253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356" h="506">
                    <a:moveTo>
                      <a:pt x="252" y="0"/>
                    </a:moveTo>
                    <a:lnTo>
                      <a:pt x="246" y="6"/>
                    </a:lnTo>
                    <a:lnTo>
                      <a:pt x="239" y="12"/>
                    </a:lnTo>
                    <a:lnTo>
                      <a:pt x="233" y="17"/>
                    </a:lnTo>
                    <a:lnTo>
                      <a:pt x="226" y="22"/>
                    </a:lnTo>
                    <a:lnTo>
                      <a:pt x="219" y="27"/>
                    </a:lnTo>
                    <a:lnTo>
                      <a:pt x="212" y="30"/>
                    </a:lnTo>
                    <a:lnTo>
                      <a:pt x="206" y="33"/>
                    </a:lnTo>
                    <a:lnTo>
                      <a:pt x="199" y="37"/>
                    </a:lnTo>
                    <a:lnTo>
                      <a:pt x="196" y="38"/>
                    </a:lnTo>
                    <a:lnTo>
                      <a:pt x="194" y="38"/>
                    </a:lnTo>
                    <a:lnTo>
                      <a:pt x="191" y="38"/>
                    </a:lnTo>
                    <a:lnTo>
                      <a:pt x="188" y="38"/>
                    </a:lnTo>
                    <a:lnTo>
                      <a:pt x="207" y="40"/>
                    </a:lnTo>
                    <a:lnTo>
                      <a:pt x="225" y="38"/>
                    </a:lnTo>
                    <a:lnTo>
                      <a:pt x="242" y="31"/>
                    </a:lnTo>
                    <a:lnTo>
                      <a:pt x="261" y="24"/>
                    </a:lnTo>
                    <a:lnTo>
                      <a:pt x="278" y="20"/>
                    </a:lnTo>
                    <a:lnTo>
                      <a:pt x="295" y="19"/>
                    </a:lnTo>
                    <a:lnTo>
                      <a:pt x="312" y="23"/>
                    </a:lnTo>
                    <a:lnTo>
                      <a:pt x="329" y="36"/>
                    </a:lnTo>
                    <a:lnTo>
                      <a:pt x="317" y="43"/>
                    </a:lnTo>
                    <a:lnTo>
                      <a:pt x="306" y="50"/>
                    </a:lnTo>
                    <a:lnTo>
                      <a:pt x="294" y="59"/>
                    </a:lnTo>
                    <a:lnTo>
                      <a:pt x="285" y="69"/>
                    </a:lnTo>
                    <a:lnTo>
                      <a:pt x="277" y="81"/>
                    </a:lnTo>
                    <a:lnTo>
                      <a:pt x="270" y="92"/>
                    </a:lnTo>
                    <a:lnTo>
                      <a:pt x="265" y="105"/>
                    </a:lnTo>
                    <a:lnTo>
                      <a:pt x="264" y="119"/>
                    </a:lnTo>
                    <a:lnTo>
                      <a:pt x="265" y="137"/>
                    </a:lnTo>
                    <a:lnTo>
                      <a:pt x="269" y="156"/>
                    </a:lnTo>
                    <a:lnTo>
                      <a:pt x="270" y="174"/>
                    </a:lnTo>
                    <a:lnTo>
                      <a:pt x="268" y="192"/>
                    </a:lnTo>
                    <a:lnTo>
                      <a:pt x="261" y="210"/>
                    </a:lnTo>
                    <a:lnTo>
                      <a:pt x="254" y="226"/>
                    </a:lnTo>
                    <a:lnTo>
                      <a:pt x="246" y="241"/>
                    </a:lnTo>
                    <a:lnTo>
                      <a:pt x="238" y="257"/>
                    </a:lnTo>
                    <a:lnTo>
                      <a:pt x="240" y="257"/>
                    </a:lnTo>
                    <a:lnTo>
                      <a:pt x="250" y="245"/>
                    </a:lnTo>
                    <a:lnTo>
                      <a:pt x="262" y="233"/>
                    </a:lnTo>
                    <a:lnTo>
                      <a:pt x="272" y="219"/>
                    </a:lnTo>
                    <a:lnTo>
                      <a:pt x="284" y="206"/>
                    </a:lnTo>
                    <a:lnTo>
                      <a:pt x="295" y="196"/>
                    </a:lnTo>
                    <a:lnTo>
                      <a:pt x="309" y="188"/>
                    </a:lnTo>
                    <a:lnTo>
                      <a:pt x="324" y="186"/>
                    </a:lnTo>
                    <a:lnTo>
                      <a:pt x="340" y="190"/>
                    </a:lnTo>
                    <a:lnTo>
                      <a:pt x="345" y="194"/>
                    </a:lnTo>
                    <a:lnTo>
                      <a:pt x="347" y="197"/>
                    </a:lnTo>
                    <a:lnTo>
                      <a:pt x="348" y="203"/>
                    </a:lnTo>
                    <a:lnTo>
                      <a:pt x="348" y="207"/>
                    </a:lnTo>
                    <a:lnTo>
                      <a:pt x="346" y="219"/>
                    </a:lnTo>
                    <a:lnTo>
                      <a:pt x="342" y="229"/>
                    </a:lnTo>
                    <a:lnTo>
                      <a:pt x="333" y="240"/>
                    </a:lnTo>
                    <a:lnTo>
                      <a:pt x="324" y="245"/>
                    </a:lnTo>
                    <a:lnTo>
                      <a:pt x="317" y="248"/>
                    </a:lnTo>
                    <a:lnTo>
                      <a:pt x="310" y="249"/>
                    </a:lnTo>
                    <a:lnTo>
                      <a:pt x="302" y="249"/>
                    </a:lnTo>
                    <a:lnTo>
                      <a:pt x="295" y="249"/>
                    </a:lnTo>
                    <a:lnTo>
                      <a:pt x="287" y="248"/>
                    </a:lnTo>
                    <a:lnTo>
                      <a:pt x="280" y="245"/>
                    </a:lnTo>
                    <a:lnTo>
                      <a:pt x="274" y="243"/>
                    </a:lnTo>
                    <a:lnTo>
                      <a:pt x="268" y="241"/>
                    </a:lnTo>
                    <a:lnTo>
                      <a:pt x="269" y="250"/>
                    </a:lnTo>
                    <a:lnTo>
                      <a:pt x="276" y="257"/>
                    </a:lnTo>
                    <a:lnTo>
                      <a:pt x="284" y="262"/>
                    </a:lnTo>
                    <a:lnTo>
                      <a:pt x="292" y="266"/>
                    </a:lnTo>
                    <a:lnTo>
                      <a:pt x="325" y="270"/>
                    </a:lnTo>
                    <a:lnTo>
                      <a:pt x="336" y="282"/>
                    </a:lnTo>
                    <a:lnTo>
                      <a:pt x="343" y="297"/>
                    </a:lnTo>
                    <a:lnTo>
                      <a:pt x="346" y="313"/>
                    </a:lnTo>
                    <a:lnTo>
                      <a:pt x="348" y="329"/>
                    </a:lnTo>
                    <a:lnTo>
                      <a:pt x="350" y="347"/>
                    </a:lnTo>
                    <a:lnTo>
                      <a:pt x="350" y="364"/>
                    </a:lnTo>
                    <a:lnTo>
                      <a:pt x="351" y="380"/>
                    </a:lnTo>
                    <a:lnTo>
                      <a:pt x="354" y="396"/>
                    </a:lnTo>
                    <a:lnTo>
                      <a:pt x="356" y="402"/>
                    </a:lnTo>
                    <a:lnTo>
                      <a:pt x="348" y="415"/>
                    </a:lnTo>
                    <a:lnTo>
                      <a:pt x="339" y="426"/>
                    </a:lnTo>
                    <a:lnTo>
                      <a:pt x="330" y="438"/>
                    </a:lnTo>
                    <a:lnTo>
                      <a:pt x="320" y="448"/>
                    </a:lnTo>
                    <a:lnTo>
                      <a:pt x="309" y="458"/>
                    </a:lnTo>
                    <a:lnTo>
                      <a:pt x="299" y="468"/>
                    </a:lnTo>
                    <a:lnTo>
                      <a:pt x="286" y="476"/>
                    </a:lnTo>
                    <a:lnTo>
                      <a:pt x="275" y="483"/>
                    </a:lnTo>
                    <a:lnTo>
                      <a:pt x="262" y="490"/>
                    </a:lnTo>
                    <a:lnTo>
                      <a:pt x="249" y="494"/>
                    </a:lnTo>
                    <a:lnTo>
                      <a:pt x="236" y="499"/>
                    </a:lnTo>
                    <a:lnTo>
                      <a:pt x="222" y="502"/>
                    </a:lnTo>
                    <a:lnTo>
                      <a:pt x="208" y="505"/>
                    </a:lnTo>
                    <a:lnTo>
                      <a:pt x="194" y="506"/>
                    </a:lnTo>
                    <a:lnTo>
                      <a:pt x="179" y="506"/>
                    </a:lnTo>
                    <a:lnTo>
                      <a:pt x="164" y="505"/>
                    </a:lnTo>
                    <a:lnTo>
                      <a:pt x="153" y="503"/>
                    </a:lnTo>
                    <a:lnTo>
                      <a:pt x="141" y="501"/>
                    </a:lnTo>
                    <a:lnTo>
                      <a:pt x="130" y="498"/>
                    </a:lnTo>
                    <a:lnTo>
                      <a:pt x="119" y="493"/>
                    </a:lnTo>
                    <a:lnTo>
                      <a:pt x="109" y="487"/>
                    </a:lnTo>
                    <a:lnTo>
                      <a:pt x="101" y="479"/>
                    </a:lnTo>
                    <a:lnTo>
                      <a:pt x="94" y="470"/>
                    </a:lnTo>
                    <a:lnTo>
                      <a:pt x="89" y="457"/>
                    </a:lnTo>
                    <a:lnTo>
                      <a:pt x="87" y="445"/>
                    </a:lnTo>
                    <a:lnTo>
                      <a:pt x="85" y="433"/>
                    </a:lnTo>
                    <a:lnTo>
                      <a:pt x="83" y="420"/>
                    </a:lnTo>
                    <a:lnTo>
                      <a:pt x="82" y="408"/>
                    </a:lnTo>
                    <a:lnTo>
                      <a:pt x="104" y="408"/>
                    </a:lnTo>
                    <a:lnTo>
                      <a:pt x="126" y="405"/>
                    </a:lnTo>
                    <a:lnTo>
                      <a:pt x="146" y="401"/>
                    </a:lnTo>
                    <a:lnTo>
                      <a:pt x="165" y="395"/>
                    </a:lnTo>
                    <a:lnTo>
                      <a:pt x="184" y="388"/>
                    </a:lnTo>
                    <a:lnTo>
                      <a:pt x="202" y="379"/>
                    </a:lnTo>
                    <a:lnTo>
                      <a:pt x="219" y="367"/>
                    </a:lnTo>
                    <a:lnTo>
                      <a:pt x="236" y="355"/>
                    </a:lnTo>
                    <a:lnTo>
                      <a:pt x="245" y="347"/>
                    </a:lnTo>
                    <a:lnTo>
                      <a:pt x="253" y="339"/>
                    </a:lnTo>
                    <a:lnTo>
                      <a:pt x="262" y="329"/>
                    </a:lnTo>
                    <a:lnTo>
                      <a:pt x="270" y="320"/>
                    </a:lnTo>
                    <a:lnTo>
                      <a:pt x="277" y="310"/>
                    </a:lnTo>
                    <a:lnTo>
                      <a:pt x="284" y="301"/>
                    </a:lnTo>
                    <a:lnTo>
                      <a:pt x="291" y="290"/>
                    </a:lnTo>
                    <a:lnTo>
                      <a:pt x="297" y="280"/>
                    </a:lnTo>
                    <a:lnTo>
                      <a:pt x="291" y="286"/>
                    </a:lnTo>
                    <a:lnTo>
                      <a:pt x="285" y="293"/>
                    </a:lnTo>
                    <a:lnTo>
                      <a:pt x="279" y="300"/>
                    </a:lnTo>
                    <a:lnTo>
                      <a:pt x="272" y="306"/>
                    </a:lnTo>
                    <a:lnTo>
                      <a:pt x="256" y="319"/>
                    </a:lnTo>
                    <a:lnTo>
                      <a:pt x="241" y="331"/>
                    </a:lnTo>
                    <a:lnTo>
                      <a:pt x="224" y="341"/>
                    </a:lnTo>
                    <a:lnTo>
                      <a:pt x="208" y="350"/>
                    </a:lnTo>
                    <a:lnTo>
                      <a:pt x="189" y="359"/>
                    </a:lnTo>
                    <a:lnTo>
                      <a:pt x="172" y="365"/>
                    </a:lnTo>
                    <a:lnTo>
                      <a:pt x="153" y="371"/>
                    </a:lnTo>
                    <a:lnTo>
                      <a:pt x="133" y="373"/>
                    </a:lnTo>
                    <a:lnTo>
                      <a:pt x="121" y="374"/>
                    </a:lnTo>
                    <a:lnTo>
                      <a:pt x="110" y="374"/>
                    </a:lnTo>
                    <a:lnTo>
                      <a:pt x="98" y="374"/>
                    </a:lnTo>
                    <a:lnTo>
                      <a:pt x="87" y="374"/>
                    </a:lnTo>
                    <a:lnTo>
                      <a:pt x="75" y="374"/>
                    </a:lnTo>
                    <a:lnTo>
                      <a:pt x="64" y="373"/>
                    </a:lnTo>
                    <a:lnTo>
                      <a:pt x="53" y="372"/>
                    </a:lnTo>
                    <a:lnTo>
                      <a:pt x="42" y="371"/>
                    </a:lnTo>
                    <a:lnTo>
                      <a:pt x="36" y="369"/>
                    </a:lnTo>
                    <a:lnTo>
                      <a:pt x="35" y="363"/>
                    </a:lnTo>
                    <a:lnTo>
                      <a:pt x="35" y="357"/>
                    </a:lnTo>
                    <a:lnTo>
                      <a:pt x="36" y="351"/>
                    </a:lnTo>
                    <a:lnTo>
                      <a:pt x="40" y="338"/>
                    </a:lnTo>
                    <a:lnTo>
                      <a:pt x="44" y="324"/>
                    </a:lnTo>
                    <a:lnTo>
                      <a:pt x="47" y="310"/>
                    </a:lnTo>
                    <a:lnTo>
                      <a:pt x="45" y="295"/>
                    </a:lnTo>
                    <a:lnTo>
                      <a:pt x="42" y="290"/>
                    </a:lnTo>
                    <a:lnTo>
                      <a:pt x="36" y="286"/>
                    </a:lnTo>
                    <a:lnTo>
                      <a:pt x="32" y="281"/>
                    </a:lnTo>
                    <a:lnTo>
                      <a:pt x="29" y="275"/>
                    </a:lnTo>
                    <a:lnTo>
                      <a:pt x="30" y="266"/>
                    </a:lnTo>
                    <a:lnTo>
                      <a:pt x="41" y="271"/>
                    </a:lnTo>
                    <a:lnTo>
                      <a:pt x="51" y="273"/>
                    </a:lnTo>
                    <a:lnTo>
                      <a:pt x="63" y="274"/>
                    </a:lnTo>
                    <a:lnTo>
                      <a:pt x="74" y="273"/>
                    </a:lnTo>
                    <a:lnTo>
                      <a:pt x="86" y="272"/>
                    </a:lnTo>
                    <a:lnTo>
                      <a:pt x="97" y="268"/>
                    </a:lnTo>
                    <a:lnTo>
                      <a:pt x="106" y="264"/>
                    </a:lnTo>
                    <a:lnTo>
                      <a:pt x="116" y="257"/>
                    </a:lnTo>
                    <a:lnTo>
                      <a:pt x="118" y="253"/>
                    </a:lnTo>
                    <a:lnTo>
                      <a:pt x="120" y="250"/>
                    </a:lnTo>
                    <a:lnTo>
                      <a:pt x="123" y="247"/>
                    </a:lnTo>
                    <a:lnTo>
                      <a:pt x="124" y="243"/>
                    </a:lnTo>
                    <a:lnTo>
                      <a:pt x="115" y="248"/>
                    </a:lnTo>
                    <a:lnTo>
                      <a:pt x="105" y="252"/>
                    </a:lnTo>
                    <a:lnTo>
                      <a:pt x="95" y="256"/>
                    </a:lnTo>
                    <a:lnTo>
                      <a:pt x="83" y="258"/>
                    </a:lnTo>
                    <a:lnTo>
                      <a:pt x="73" y="259"/>
                    </a:lnTo>
                    <a:lnTo>
                      <a:pt x="62" y="258"/>
                    </a:lnTo>
                    <a:lnTo>
                      <a:pt x="50" y="257"/>
                    </a:lnTo>
                    <a:lnTo>
                      <a:pt x="40" y="253"/>
                    </a:lnTo>
                    <a:lnTo>
                      <a:pt x="44" y="244"/>
                    </a:lnTo>
                    <a:lnTo>
                      <a:pt x="47" y="237"/>
                    </a:lnTo>
                    <a:lnTo>
                      <a:pt x="49" y="234"/>
                    </a:lnTo>
                    <a:lnTo>
                      <a:pt x="50" y="233"/>
                    </a:lnTo>
                    <a:lnTo>
                      <a:pt x="57" y="234"/>
                    </a:lnTo>
                    <a:lnTo>
                      <a:pt x="65" y="234"/>
                    </a:lnTo>
                    <a:lnTo>
                      <a:pt x="72" y="234"/>
                    </a:lnTo>
                    <a:lnTo>
                      <a:pt x="79" y="230"/>
                    </a:lnTo>
                    <a:lnTo>
                      <a:pt x="82" y="227"/>
                    </a:lnTo>
                    <a:lnTo>
                      <a:pt x="86" y="224"/>
                    </a:lnTo>
                    <a:lnTo>
                      <a:pt x="87" y="219"/>
                    </a:lnTo>
                    <a:lnTo>
                      <a:pt x="88" y="214"/>
                    </a:lnTo>
                    <a:lnTo>
                      <a:pt x="86" y="206"/>
                    </a:lnTo>
                    <a:lnTo>
                      <a:pt x="82" y="199"/>
                    </a:lnTo>
                    <a:lnTo>
                      <a:pt x="78" y="194"/>
                    </a:lnTo>
                    <a:lnTo>
                      <a:pt x="71" y="189"/>
                    </a:lnTo>
                    <a:lnTo>
                      <a:pt x="63" y="187"/>
                    </a:lnTo>
                    <a:lnTo>
                      <a:pt x="55" y="187"/>
                    </a:lnTo>
                    <a:lnTo>
                      <a:pt x="47" y="190"/>
                    </a:lnTo>
                    <a:lnTo>
                      <a:pt x="40" y="194"/>
                    </a:lnTo>
                    <a:lnTo>
                      <a:pt x="45" y="192"/>
                    </a:lnTo>
                    <a:lnTo>
                      <a:pt x="52" y="191"/>
                    </a:lnTo>
                    <a:lnTo>
                      <a:pt x="59" y="191"/>
                    </a:lnTo>
                    <a:lnTo>
                      <a:pt x="65" y="194"/>
                    </a:lnTo>
                    <a:lnTo>
                      <a:pt x="68" y="198"/>
                    </a:lnTo>
                    <a:lnTo>
                      <a:pt x="70" y="204"/>
                    </a:lnTo>
                    <a:lnTo>
                      <a:pt x="68" y="210"/>
                    </a:lnTo>
                    <a:lnTo>
                      <a:pt x="67" y="214"/>
                    </a:lnTo>
                    <a:lnTo>
                      <a:pt x="66" y="217"/>
                    </a:lnTo>
                    <a:lnTo>
                      <a:pt x="64" y="219"/>
                    </a:lnTo>
                    <a:lnTo>
                      <a:pt x="62" y="220"/>
                    </a:lnTo>
                    <a:lnTo>
                      <a:pt x="59" y="220"/>
                    </a:lnTo>
                    <a:lnTo>
                      <a:pt x="51" y="219"/>
                    </a:lnTo>
                    <a:lnTo>
                      <a:pt x="44" y="219"/>
                    </a:lnTo>
                    <a:lnTo>
                      <a:pt x="36" y="218"/>
                    </a:lnTo>
                    <a:lnTo>
                      <a:pt x="29" y="215"/>
                    </a:lnTo>
                    <a:lnTo>
                      <a:pt x="22" y="214"/>
                    </a:lnTo>
                    <a:lnTo>
                      <a:pt x="15" y="213"/>
                    </a:lnTo>
                    <a:lnTo>
                      <a:pt x="7" y="211"/>
                    </a:lnTo>
                    <a:lnTo>
                      <a:pt x="0" y="210"/>
                    </a:lnTo>
                    <a:lnTo>
                      <a:pt x="7" y="190"/>
                    </a:lnTo>
                    <a:lnTo>
                      <a:pt x="17" y="172"/>
                    </a:lnTo>
                    <a:lnTo>
                      <a:pt x="27" y="153"/>
                    </a:lnTo>
                    <a:lnTo>
                      <a:pt x="38" y="136"/>
                    </a:lnTo>
                    <a:lnTo>
                      <a:pt x="51" y="119"/>
                    </a:lnTo>
                    <a:lnTo>
                      <a:pt x="65" y="103"/>
                    </a:lnTo>
                    <a:lnTo>
                      <a:pt x="80" y="85"/>
                    </a:lnTo>
                    <a:lnTo>
                      <a:pt x="94" y="69"/>
                    </a:lnTo>
                    <a:lnTo>
                      <a:pt x="100" y="62"/>
                    </a:lnTo>
                    <a:lnTo>
                      <a:pt x="105" y="55"/>
                    </a:lnTo>
                    <a:lnTo>
                      <a:pt x="112" y="48"/>
                    </a:lnTo>
                    <a:lnTo>
                      <a:pt x="118" y="42"/>
                    </a:lnTo>
                    <a:lnTo>
                      <a:pt x="125" y="36"/>
                    </a:lnTo>
                    <a:lnTo>
                      <a:pt x="131" y="31"/>
                    </a:lnTo>
                    <a:lnTo>
                      <a:pt x="138" y="28"/>
                    </a:lnTo>
                    <a:lnTo>
                      <a:pt x="146" y="25"/>
                    </a:lnTo>
                    <a:lnTo>
                      <a:pt x="158" y="23"/>
                    </a:lnTo>
                    <a:lnTo>
                      <a:pt x="170" y="21"/>
                    </a:lnTo>
                    <a:lnTo>
                      <a:pt x="181" y="17"/>
                    </a:lnTo>
                    <a:lnTo>
                      <a:pt x="193" y="13"/>
                    </a:lnTo>
                    <a:lnTo>
                      <a:pt x="204" y="9"/>
                    </a:lnTo>
                    <a:lnTo>
                      <a:pt x="216" y="6"/>
                    </a:lnTo>
                    <a:lnTo>
                      <a:pt x="227" y="2"/>
                    </a:lnTo>
                    <a:lnTo>
                      <a:pt x="239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0" name="Freeform 46"/>
              <p:cNvSpPr/>
              <p:nvPr/>
            </p:nvSpPr>
            <p:spPr>
              <a:xfrm>
                <a:off x="3922" y="2293"/>
                <a:ext cx="64" cy="31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27" h="62">
                    <a:moveTo>
                      <a:pt x="127" y="62"/>
                    </a:moveTo>
                    <a:lnTo>
                      <a:pt x="117" y="54"/>
                    </a:lnTo>
                    <a:lnTo>
                      <a:pt x="107" y="44"/>
                    </a:lnTo>
                    <a:lnTo>
                      <a:pt x="98" y="36"/>
                    </a:lnTo>
                    <a:lnTo>
                      <a:pt x="87" y="27"/>
                    </a:lnTo>
                    <a:lnTo>
                      <a:pt x="77" y="21"/>
                    </a:lnTo>
                    <a:lnTo>
                      <a:pt x="67" y="16"/>
                    </a:lnTo>
                    <a:lnTo>
                      <a:pt x="54" y="13"/>
                    </a:lnTo>
                    <a:lnTo>
                      <a:pt x="41" y="15"/>
                    </a:lnTo>
                    <a:lnTo>
                      <a:pt x="0" y="15"/>
                    </a:lnTo>
                    <a:lnTo>
                      <a:pt x="9" y="9"/>
                    </a:lnTo>
                    <a:lnTo>
                      <a:pt x="19" y="5"/>
                    </a:lnTo>
                    <a:lnTo>
                      <a:pt x="30" y="2"/>
                    </a:lnTo>
                    <a:lnTo>
                      <a:pt x="41" y="0"/>
                    </a:lnTo>
                    <a:lnTo>
                      <a:pt x="53" y="0"/>
                    </a:lnTo>
                    <a:lnTo>
                      <a:pt x="64" y="1"/>
                    </a:lnTo>
                    <a:lnTo>
                      <a:pt x="75" y="3"/>
                    </a:lnTo>
                    <a:lnTo>
                      <a:pt x="85" y="9"/>
                    </a:lnTo>
                    <a:lnTo>
                      <a:pt x="92" y="13"/>
                    </a:lnTo>
                    <a:lnTo>
                      <a:pt x="98" y="19"/>
                    </a:lnTo>
                    <a:lnTo>
                      <a:pt x="104" y="26"/>
                    </a:lnTo>
                    <a:lnTo>
                      <a:pt x="109" y="33"/>
                    </a:lnTo>
                    <a:lnTo>
                      <a:pt x="114" y="40"/>
                    </a:lnTo>
                    <a:lnTo>
                      <a:pt x="119" y="47"/>
                    </a:lnTo>
                    <a:lnTo>
                      <a:pt x="123" y="55"/>
                    </a:lnTo>
                    <a:lnTo>
                      <a:pt x="127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1" name="Freeform 47"/>
              <p:cNvSpPr/>
              <p:nvPr/>
            </p:nvSpPr>
            <p:spPr>
              <a:xfrm>
                <a:off x="3921" y="2316"/>
                <a:ext cx="39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80" h="31">
                    <a:moveTo>
                      <a:pt x="80" y="7"/>
                    </a:moveTo>
                    <a:lnTo>
                      <a:pt x="75" y="13"/>
                    </a:lnTo>
                    <a:lnTo>
                      <a:pt x="68" y="20"/>
                    </a:lnTo>
                    <a:lnTo>
                      <a:pt x="63" y="25"/>
                    </a:lnTo>
                    <a:lnTo>
                      <a:pt x="56" y="28"/>
                    </a:lnTo>
                    <a:lnTo>
                      <a:pt x="48" y="30"/>
                    </a:lnTo>
                    <a:lnTo>
                      <a:pt x="40" y="31"/>
                    </a:lnTo>
                    <a:lnTo>
                      <a:pt x="31" y="31"/>
                    </a:lnTo>
                    <a:lnTo>
                      <a:pt x="23" y="30"/>
                    </a:lnTo>
                    <a:lnTo>
                      <a:pt x="14" y="26"/>
                    </a:lnTo>
                    <a:lnTo>
                      <a:pt x="7" y="19"/>
                    </a:lnTo>
                    <a:lnTo>
                      <a:pt x="3" y="11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0" y="4"/>
                    </a:lnTo>
                    <a:lnTo>
                      <a:pt x="19" y="8"/>
                    </a:lnTo>
                    <a:lnTo>
                      <a:pt x="28" y="10"/>
                    </a:lnTo>
                    <a:lnTo>
                      <a:pt x="38" y="11"/>
                    </a:lnTo>
                    <a:lnTo>
                      <a:pt x="50" y="11"/>
                    </a:lnTo>
                    <a:lnTo>
                      <a:pt x="60" y="11"/>
                    </a:lnTo>
                    <a:lnTo>
                      <a:pt x="70" y="9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2" name="Freeform 48"/>
              <p:cNvSpPr/>
              <p:nvPr/>
            </p:nvSpPr>
            <p:spPr>
              <a:xfrm>
                <a:off x="3756" y="2321"/>
                <a:ext cx="49" cy="43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98" h="85">
                    <a:moveTo>
                      <a:pt x="93" y="20"/>
                    </a:moveTo>
                    <a:lnTo>
                      <a:pt x="95" y="25"/>
                    </a:lnTo>
                    <a:lnTo>
                      <a:pt x="97" y="31"/>
                    </a:lnTo>
                    <a:lnTo>
                      <a:pt x="98" y="38"/>
                    </a:lnTo>
                    <a:lnTo>
                      <a:pt x="97" y="45"/>
                    </a:lnTo>
                    <a:lnTo>
                      <a:pt x="92" y="37"/>
                    </a:lnTo>
                    <a:lnTo>
                      <a:pt x="86" y="29"/>
                    </a:lnTo>
                    <a:lnTo>
                      <a:pt x="79" y="22"/>
                    </a:lnTo>
                    <a:lnTo>
                      <a:pt x="72" y="15"/>
                    </a:lnTo>
                    <a:lnTo>
                      <a:pt x="76" y="22"/>
                    </a:lnTo>
                    <a:lnTo>
                      <a:pt x="80" y="30"/>
                    </a:lnTo>
                    <a:lnTo>
                      <a:pt x="83" y="39"/>
                    </a:lnTo>
                    <a:lnTo>
                      <a:pt x="84" y="48"/>
                    </a:lnTo>
                    <a:lnTo>
                      <a:pt x="84" y="55"/>
                    </a:lnTo>
                    <a:lnTo>
                      <a:pt x="82" y="62"/>
                    </a:lnTo>
                    <a:lnTo>
                      <a:pt x="80" y="69"/>
                    </a:lnTo>
                    <a:lnTo>
                      <a:pt x="78" y="76"/>
                    </a:lnTo>
                    <a:lnTo>
                      <a:pt x="76" y="60"/>
                    </a:lnTo>
                    <a:lnTo>
                      <a:pt x="71" y="45"/>
                    </a:lnTo>
                    <a:lnTo>
                      <a:pt x="63" y="31"/>
                    </a:lnTo>
                    <a:lnTo>
                      <a:pt x="52" y="20"/>
                    </a:lnTo>
                    <a:lnTo>
                      <a:pt x="52" y="24"/>
                    </a:lnTo>
                    <a:lnTo>
                      <a:pt x="54" y="29"/>
                    </a:lnTo>
                    <a:lnTo>
                      <a:pt x="57" y="33"/>
                    </a:lnTo>
                    <a:lnTo>
                      <a:pt x="60" y="38"/>
                    </a:lnTo>
                    <a:lnTo>
                      <a:pt x="62" y="51"/>
                    </a:lnTo>
                    <a:lnTo>
                      <a:pt x="62" y="63"/>
                    </a:lnTo>
                    <a:lnTo>
                      <a:pt x="59" y="75"/>
                    </a:lnTo>
                    <a:lnTo>
                      <a:pt x="52" y="85"/>
                    </a:lnTo>
                    <a:lnTo>
                      <a:pt x="51" y="78"/>
                    </a:lnTo>
                    <a:lnTo>
                      <a:pt x="51" y="69"/>
                    </a:lnTo>
                    <a:lnTo>
                      <a:pt x="51" y="61"/>
                    </a:lnTo>
                    <a:lnTo>
                      <a:pt x="48" y="54"/>
                    </a:lnTo>
                    <a:lnTo>
                      <a:pt x="42" y="46"/>
                    </a:lnTo>
                    <a:lnTo>
                      <a:pt x="36" y="38"/>
                    </a:lnTo>
                    <a:lnTo>
                      <a:pt x="26" y="31"/>
                    </a:lnTo>
                    <a:lnTo>
                      <a:pt x="17" y="28"/>
                    </a:lnTo>
                    <a:lnTo>
                      <a:pt x="12" y="28"/>
                    </a:lnTo>
                    <a:lnTo>
                      <a:pt x="9" y="28"/>
                    </a:lnTo>
                    <a:lnTo>
                      <a:pt x="4" y="28"/>
                    </a:lnTo>
                    <a:lnTo>
                      <a:pt x="0" y="29"/>
                    </a:lnTo>
                    <a:lnTo>
                      <a:pt x="2" y="23"/>
                    </a:lnTo>
                    <a:lnTo>
                      <a:pt x="6" y="18"/>
                    </a:lnTo>
                    <a:lnTo>
                      <a:pt x="11" y="14"/>
                    </a:lnTo>
                    <a:lnTo>
                      <a:pt x="17" y="12"/>
                    </a:lnTo>
                    <a:lnTo>
                      <a:pt x="23" y="9"/>
                    </a:lnTo>
                    <a:lnTo>
                      <a:pt x="29" y="7"/>
                    </a:lnTo>
                    <a:lnTo>
                      <a:pt x="36" y="5"/>
                    </a:lnTo>
                    <a:lnTo>
                      <a:pt x="41" y="2"/>
                    </a:lnTo>
                    <a:lnTo>
                      <a:pt x="48" y="0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71" y="1"/>
                    </a:lnTo>
                    <a:lnTo>
                      <a:pt x="77" y="5"/>
                    </a:lnTo>
                    <a:lnTo>
                      <a:pt x="84" y="8"/>
                    </a:lnTo>
                    <a:lnTo>
                      <a:pt x="89" y="14"/>
                    </a:lnTo>
                    <a:lnTo>
                      <a:pt x="93" y="2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3" name="Freeform 49"/>
              <p:cNvSpPr/>
              <p:nvPr/>
            </p:nvSpPr>
            <p:spPr>
              <a:xfrm>
                <a:off x="4172" y="2330"/>
                <a:ext cx="50" cy="41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00" h="81">
                    <a:moveTo>
                      <a:pt x="78" y="7"/>
                    </a:moveTo>
                    <a:lnTo>
                      <a:pt x="85" y="14"/>
                    </a:lnTo>
                    <a:lnTo>
                      <a:pt x="90" y="21"/>
                    </a:lnTo>
                    <a:lnTo>
                      <a:pt x="94" y="29"/>
                    </a:lnTo>
                    <a:lnTo>
                      <a:pt x="100" y="36"/>
                    </a:lnTo>
                    <a:lnTo>
                      <a:pt x="91" y="38"/>
                    </a:lnTo>
                    <a:lnTo>
                      <a:pt x="82" y="41"/>
                    </a:lnTo>
                    <a:lnTo>
                      <a:pt x="74" y="46"/>
                    </a:lnTo>
                    <a:lnTo>
                      <a:pt x="68" y="55"/>
                    </a:lnTo>
                    <a:lnTo>
                      <a:pt x="67" y="63"/>
                    </a:lnTo>
                    <a:lnTo>
                      <a:pt x="64" y="72"/>
                    </a:lnTo>
                    <a:lnTo>
                      <a:pt x="62" y="79"/>
                    </a:lnTo>
                    <a:lnTo>
                      <a:pt x="54" y="81"/>
                    </a:lnTo>
                    <a:lnTo>
                      <a:pt x="49" y="80"/>
                    </a:lnTo>
                    <a:lnTo>
                      <a:pt x="45" y="75"/>
                    </a:lnTo>
                    <a:lnTo>
                      <a:pt x="41" y="70"/>
                    </a:lnTo>
                    <a:lnTo>
                      <a:pt x="40" y="65"/>
                    </a:lnTo>
                    <a:lnTo>
                      <a:pt x="41" y="52"/>
                    </a:lnTo>
                    <a:lnTo>
                      <a:pt x="47" y="42"/>
                    </a:lnTo>
                    <a:lnTo>
                      <a:pt x="55" y="33"/>
                    </a:lnTo>
                    <a:lnTo>
                      <a:pt x="64" y="25"/>
                    </a:lnTo>
                    <a:lnTo>
                      <a:pt x="60" y="23"/>
                    </a:lnTo>
                    <a:lnTo>
                      <a:pt x="56" y="25"/>
                    </a:lnTo>
                    <a:lnTo>
                      <a:pt x="52" y="26"/>
                    </a:lnTo>
                    <a:lnTo>
                      <a:pt x="48" y="28"/>
                    </a:lnTo>
                    <a:lnTo>
                      <a:pt x="41" y="34"/>
                    </a:lnTo>
                    <a:lnTo>
                      <a:pt x="34" y="41"/>
                    </a:lnTo>
                    <a:lnTo>
                      <a:pt x="30" y="49"/>
                    </a:lnTo>
                    <a:lnTo>
                      <a:pt x="27" y="57"/>
                    </a:lnTo>
                    <a:lnTo>
                      <a:pt x="26" y="63"/>
                    </a:lnTo>
                    <a:lnTo>
                      <a:pt x="27" y="70"/>
                    </a:lnTo>
                    <a:lnTo>
                      <a:pt x="27" y="75"/>
                    </a:lnTo>
                    <a:lnTo>
                      <a:pt x="30" y="81"/>
                    </a:lnTo>
                    <a:lnTo>
                      <a:pt x="25" y="80"/>
                    </a:lnTo>
                    <a:lnTo>
                      <a:pt x="22" y="78"/>
                    </a:lnTo>
                    <a:lnTo>
                      <a:pt x="18" y="75"/>
                    </a:lnTo>
                    <a:lnTo>
                      <a:pt x="17" y="71"/>
                    </a:lnTo>
                    <a:lnTo>
                      <a:pt x="16" y="58"/>
                    </a:lnTo>
                    <a:lnTo>
                      <a:pt x="17" y="45"/>
                    </a:lnTo>
                    <a:lnTo>
                      <a:pt x="22" y="34"/>
                    </a:lnTo>
                    <a:lnTo>
                      <a:pt x="30" y="25"/>
                    </a:lnTo>
                    <a:lnTo>
                      <a:pt x="42" y="14"/>
                    </a:lnTo>
                    <a:lnTo>
                      <a:pt x="37" y="15"/>
                    </a:lnTo>
                    <a:lnTo>
                      <a:pt x="31" y="17"/>
                    </a:lnTo>
                    <a:lnTo>
                      <a:pt x="26" y="20"/>
                    </a:lnTo>
                    <a:lnTo>
                      <a:pt x="22" y="23"/>
                    </a:lnTo>
                    <a:lnTo>
                      <a:pt x="17" y="27"/>
                    </a:lnTo>
                    <a:lnTo>
                      <a:pt x="12" y="32"/>
                    </a:lnTo>
                    <a:lnTo>
                      <a:pt x="9" y="37"/>
                    </a:lnTo>
                    <a:lnTo>
                      <a:pt x="7" y="42"/>
                    </a:lnTo>
                    <a:lnTo>
                      <a:pt x="4" y="46"/>
                    </a:lnTo>
                    <a:lnTo>
                      <a:pt x="2" y="51"/>
                    </a:lnTo>
                    <a:lnTo>
                      <a:pt x="1" y="56"/>
                    </a:lnTo>
                    <a:lnTo>
                      <a:pt x="0" y="61"/>
                    </a:lnTo>
                    <a:lnTo>
                      <a:pt x="0" y="46"/>
                    </a:lnTo>
                    <a:lnTo>
                      <a:pt x="3" y="33"/>
                    </a:lnTo>
                    <a:lnTo>
                      <a:pt x="11" y="20"/>
                    </a:lnTo>
                    <a:lnTo>
                      <a:pt x="23" y="11"/>
                    </a:lnTo>
                    <a:lnTo>
                      <a:pt x="29" y="7"/>
                    </a:lnTo>
                    <a:lnTo>
                      <a:pt x="35" y="5"/>
                    </a:lnTo>
                    <a:lnTo>
                      <a:pt x="42" y="3"/>
                    </a:lnTo>
                    <a:lnTo>
                      <a:pt x="50" y="0"/>
                    </a:lnTo>
                    <a:lnTo>
                      <a:pt x="57" y="0"/>
                    </a:lnTo>
                    <a:lnTo>
                      <a:pt x="64" y="2"/>
                    </a:lnTo>
                    <a:lnTo>
                      <a:pt x="71" y="4"/>
                    </a:lnTo>
                    <a:lnTo>
                      <a:pt x="78" y="7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4" name="Freeform 50"/>
              <p:cNvSpPr/>
              <p:nvPr/>
            </p:nvSpPr>
            <p:spPr>
              <a:xfrm>
                <a:off x="4003" y="2353"/>
                <a:ext cx="30" cy="20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60" h="40">
                    <a:moveTo>
                      <a:pt x="60" y="11"/>
                    </a:moveTo>
                    <a:lnTo>
                      <a:pt x="47" y="12"/>
                    </a:lnTo>
                    <a:lnTo>
                      <a:pt x="46" y="20"/>
                    </a:lnTo>
                    <a:lnTo>
                      <a:pt x="43" y="27"/>
                    </a:lnTo>
                    <a:lnTo>
                      <a:pt x="38" y="34"/>
                    </a:lnTo>
                    <a:lnTo>
                      <a:pt x="31" y="40"/>
                    </a:lnTo>
                    <a:lnTo>
                      <a:pt x="30" y="37"/>
                    </a:lnTo>
                    <a:lnTo>
                      <a:pt x="31" y="34"/>
                    </a:lnTo>
                    <a:lnTo>
                      <a:pt x="32" y="32"/>
                    </a:lnTo>
                    <a:lnTo>
                      <a:pt x="34" y="28"/>
                    </a:lnTo>
                    <a:lnTo>
                      <a:pt x="31" y="18"/>
                    </a:lnTo>
                    <a:lnTo>
                      <a:pt x="24" y="22"/>
                    </a:lnTo>
                    <a:lnTo>
                      <a:pt x="17" y="27"/>
                    </a:lnTo>
                    <a:lnTo>
                      <a:pt x="9" y="32"/>
                    </a:lnTo>
                    <a:lnTo>
                      <a:pt x="0" y="33"/>
                    </a:lnTo>
                    <a:lnTo>
                      <a:pt x="6" y="22"/>
                    </a:lnTo>
                    <a:lnTo>
                      <a:pt x="14" y="13"/>
                    </a:lnTo>
                    <a:lnTo>
                      <a:pt x="22" y="5"/>
                    </a:lnTo>
                    <a:lnTo>
                      <a:pt x="34" y="0"/>
                    </a:lnTo>
                    <a:lnTo>
                      <a:pt x="40" y="2"/>
                    </a:lnTo>
                    <a:lnTo>
                      <a:pt x="47" y="4"/>
                    </a:lnTo>
                    <a:lnTo>
                      <a:pt x="54" y="7"/>
                    </a:lnTo>
                    <a:lnTo>
                      <a:pt x="60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5" name="Freeform 51"/>
              <p:cNvSpPr/>
              <p:nvPr/>
            </p:nvSpPr>
            <p:spPr>
              <a:xfrm>
                <a:off x="3773" y="2370"/>
                <a:ext cx="51" cy="10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104" h="216">
                    <a:moveTo>
                      <a:pt x="34" y="2"/>
                    </a:moveTo>
                    <a:lnTo>
                      <a:pt x="36" y="24"/>
                    </a:lnTo>
                    <a:lnTo>
                      <a:pt x="41" y="45"/>
                    </a:lnTo>
                    <a:lnTo>
                      <a:pt x="47" y="66"/>
                    </a:lnTo>
                    <a:lnTo>
                      <a:pt x="57" y="85"/>
                    </a:lnTo>
                    <a:lnTo>
                      <a:pt x="66" y="105"/>
                    </a:lnTo>
                    <a:lnTo>
                      <a:pt x="77" y="123"/>
                    </a:lnTo>
                    <a:lnTo>
                      <a:pt x="90" y="142"/>
                    </a:lnTo>
                    <a:lnTo>
                      <a:pt x="104" y="159"/>
                    </a:lnTo>
                    <a:lnTo>
                      <a:pt x="97" y="163"/>
                    </a:lnTo>
                    <a:lnTo>
                      <a:pt x="89" y="169"/>
                    </a:lnTo>
                    <a:lnTo>
                      <a:pt x="82" y="176"/>
                    </a:lnTo>
                    <a:lnTo>
                      <a:pt x="75" y="183"/>
                    </a:lnTo>
                    <a:lnTo>
                      <a:pt x="69" y="191"/>
                    </a:lnTo>
                    <a:lnTo>
                      <a:pt x="64" y="199"/>
                    </a:lnTo>
                    <a:lnTo>
                      <a:pt x="60" y="208"/>
                    </a:lnTo>
                    <a:lnTo>
                      <a:pt x="57" y="216"/>
                    </a:lnTo>
                    <a:lnTo>
                      <a:pt x="42" y="193"/>
                    </a:lnTo>
                    <a:lnTo>
                      <a:pt x="30" y="168"/>
                    </a:lnTo>
                    <a:lnTo>
                      <a:pt x="20" y="143"/>
                    </a:lnTo>
                    <a:lnTo>
                      <a:pt x="12" y="116"/>
                    </a:lnTo>
                    <a:lnTo>
                      <a:pt x="6" y="89"/>
                    </a:lnTo>
                    <a:lnTo>
                      <a:pt x="3" y="60"/>
                    </a:lnTo>
                    <a:lnTo>
                      <a:pt x="0" y="30"/>
                    </a:lnTo>
                    <a:lnTo>
                      <a:pt x="1" y="0"/>
                    </a:lnTo>
                    <a:lnTo>
                      <a:pt x="9" y="1"/>
                    </a:lnTo>
                    <a:lnTo>
                      <a:pt x="18" y="2"/>
                    </a:lnTo>
                    <a:lnTo>
                      <a:pt x="26" y="2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6" name="Freeform 52"/>
              <p:cNvSpPr/>
              <p:nvPr/>
            </p:nvSpPr>
            <p:spPr>
              <a:xfrm>
                <a:off x="4123" y="2381"/>
                <a:ext cx="82" cy="1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pathLst>
                  <a:path w="163" h="292">
                    <a:moveTo>
                      <a:pt x="163" y="0"/>
                    </a:moveTo>
                    <a:lnTo>
                      <a:pt x="163" y="31"/>
                    </a:lnTo>
                    <a:lnTo>
                      <a:pt x="159" y="62"/>
                    </a:lnTo>
                    <a:lnTo>
                      <a:pt x="151" y="92"/>
                    </a:lnTo>
                    <a:lnTo>
                      <a:pt x="143" y="122"/>
                    </a:lnTo>
                    <a:lnTo>
                      <a:pt x="133" y="146"/>
                    </a:lnTo>
                    <a:lnTo>
                      <a:pt x="123" y="171"/>
                    </a:lnTo>
                    <a:lnTo>
                      <a:pt x="109" y="194"/>
                    </a:lnTo>
                    <a:lnTo>
                      <a:pt x="94" y="217"/>
                    </a:lnTo>
                    <a:lnTo>
                      <a:pt x="77" y="239"/>
                    </a:lnTo>
                    <a:lnTo>
                      <a:pt x="59" y="259"/>
                    </a:lnTo>
                    <a:lnTo>
                      <a:pt x="37" y="277"/>
                    </a:lnTo>
                    <a:lnTo>
                      <a:pt x="14" y="292"/>
                    </a:lnTo>
                    <a:lnTo>
                      <a:pt x="25" y="265"/>
                    </a:lnTo>
                    <a:lnTo>
                      <a:pt x="30" y="232"/>
                    </a:lnTo>
                    <a:lnTo>
                      <a:pt x="26" y="201"/>
                    </a:lnTo>
                    <a:lnTo>
                      <a:pt x="14" y="173"/>
                    </a:lnTo>
                    <a:lnTo>
                      <a:pt x="0" y="159"/>
                    </a:lnTo>
                    <a:lnTo>
                      <a:pt x="17" y="151"/>
                    </a:lnTo>
                    <a:lnTo>
                      <a:pt x="36" y="143"/>
                    </a:lnTo>
                    <a:lnTo>
                      <a:pt x="54" y="132"/>
                    </a:lnTo>
                    <a:lnTo>
                      <a:pt x="71" y="121"/>
                    </a:lnTo>
                    <a:lnTo>
                      <a:pt x="87" y="107"/>
                    </a:lnTo>
                    <a:lnTo>
                      <a:pt x="102" y="92"/>
                    </a:lnTo>
                    <a:lnTo>
                      <a:pt x="115" y="75"/>
                    </a:lnTo>
                    <a:lnTo>
                      <a:pt x="124" y="56"/>
                    </a:lnTo>
                    <a:lnTo>
                      <a:pt x="129" y="44"/>
                    </a:lnTo>
                    <a:lnTo>
                      <a:pt x="135" y="30"/>
                    </a:lnTo>
                    <a:lnTo>
                      <a:pt x="139" y="17"/>
                    </a:lnTo>
                    <a:lnTo>
                      <a:pt x="143" y="4"/>
                    </a:lnTo>
                    <a:lnTo>
                      <a:pt x="148" y="3"/>
                    </a:lnTo>
                    <a:lnTo>
                      <a:pt x="153" y="2"/>
                    </a:lnTo>
                    <a:lnTo>
                      <a:pt x="159" y="1"/>
                    </a:ln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7" name="Freeform 53"/>
              <p:cNvSpPr/>
              <p:nvPr/>
            </p:nvSpPr>
            <p:spPr>
              <a:xfrm>
                <a:off x="3808" y="2455"/>
                <a:ext cx="52" cy="50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03" h="100">
                    <a:moveTo>
                      <a:pt x="103" y="37"/>
                    </a:moveTo>
                    <a:lnTo>
                      <a:pt x="93" y="40"/>
                    </a:lnTo>
                    <a:lnTo>
                      <a:pt x="81" y="46"/>
                    </a:lnTo>
                    <a:lnTo>
                      <a:pt x="71" y="52"/>
                    </a:lnTo>
                    <a:lnTo>
                      <a:pt x="60" y="59"/>
                    </a:lnTo>
                    <a:lnTo>
                      <a:pt x="50" y="68"/>
                    </a:lnTo>
                    <a:lnTo>
                      <a:pt x="41" y="77"/>
                    </a:lnTo>
                    <a:lnTo>
                      <a:pt x="34" y="88"/>
                    </a:lnTo>
                    <a:lnTo>
                      <a:pt x="31" y="100"/>
                    </a:lnTo>
                    <a:lnTo>
                      <a:pt x="20" y="92"/>
                    </a:lnTo>
                    <a:lnTo>
                      <a:pt x="10" y="84"/>
                    </a:lnTo>
                    <a:lnTo>
                      <a:pt x="2" y="74"/>
                    </a:lnTo>
                    <a:lnTo>
                      <a:pt x="0" y="62"/>
                    </a:lnTo>
                    <a:lnTo>
                      <a:pt x="1" y="53"/>
                    </a:lnTo>
                    <a:lnTo>
                      <a:pt x="4" y="45"/>
                    </a:lnTo>
                    <a:lnTo>
                      <a:pt x="9" y="36"/>
                    </a:lnTo>
                    <a:lnTo>
                      <a:pt x="14" y="29"/>
                    </a:lnTo>
                    <a:lnTo>
                      <a:pt x="20" y="21"/>
                    </a:lnTo>
                    <a:lnTo>
                      <a:pt x="27" y="14"/>
                    </a:lnTo>
                    <a:lnTo>
                      <a:pt x="34" y="7"/>
                    </a:lnTo>
                    <a:lnTo>
                      <a:pt x="41" y="0"/>
                    </a:lnTo>
                    <a:lnTo>
                      <a:pt x="49" y="6"/>
                    </a:lnTo>
                    <a:lnTo>
                      <a:pt x="56" y="11"/>
                    </a:lnTo>
                    <a:lnTo>
                      <a:pt x="64" y="16"/>
                    </a:lnTo>
                    <a:lnTo>
                      <a:pt x="71" y="21"/>
                    </a:lnTo>
                    <a:lnTo>
                      <a:pt x="79" y="26"/>
                    </a:lnTo>
                    <a:lnTo>
                      <a:pt x="87" y="30"/>
                    </a:lnTo>
                    <a:lnTo>
                      <a:pt x="95" y="34"/>
                    </a:lnTo>
                    <a:lnTo>
                      <a:pt x="103" y="37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8" name="Freeform 54"/>
              <p:cNvSpPr/>
              <p:nvPr/>
            </p:nvSpPr>
            <p:spPr>
              <a:xfrm>
                <a:off x="3939" y="2459"/>
                <a:ext cx="41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83" h="37">
                    <a:moveTo>
                      <a:pt x="29" y="37"/>
                    </a:moveTo>
                    <a:lnTo>
                      <a:pt x="21" y="37"/>
                    </a:lnTo>
                    <a:lnTo>
                      <a:pt x="13" y="36"/>
                    </a:lnTo>
                    <a:lnTo>
                      <a:pt x="6" y="32"/>
                    </a:lnTo>
                    <a:lnTo>
                      <a:pt x="0" y="28"/>
                    </a:lnTo>
                    <a:lnTo>
                      <a:pt x="10" y="26"/>
                    </a:lnTo>
                    <a:lnTo>
                      <a:pt x="21" y="24"/>
                    </a:lnTo>
                    <a:lnTo>
                      <a:pt x="32" y="22"/>
                    </a:lnTo>
                    <a:lnTo>
                      <a:pt x="43" y="19"/>
                    </a:lnTo>
                    <a:lnTo>
                      <a:pt x="53" y="16"/>
                    </a:lnTo>
                    <a:lnTo>
                      <a:pt x="63" y="12"/>
                    </a:lnTo>
                    <a:lnTo>
                      <a:pt x="74" y="6"/>
                    </a:lnTo>
                    <a:lnTo>
                      <a:pt x="83" y="0"/>
                    </a:lnTo>
                    <a:lnTo>
                      <a:pt x="78" y="7"/>
                    </a:lnTo>
                    <a:lnTo>
                      <a:pt x="74" y="14"/>
                    </a:lnTo>
                    <a:lnTo>
                      <a:pt x="68" y="20"/>
                    </a:lnTo>
                    <a:lnTo>
                      <a:pt x="61" y="26"/>
                    </a:lnTo>
                    <a:lnTo>
                      <a:pt x="54" y="30"/>
                    </a:lnTo>
                    <a:lnTo>
                      <a:pt x="46" y="34"/>
                    </a:lnTo>
                    <a:lnTo>
                      <a:pt x="38" y="36"/>
                    </a:lnTo>
                    <a:lnTo>
                      <a:pt x="2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59" name="Freeform 55"/>
              <p:cNvSpPr/>
              <p:nvPr/>
            </p:nvSpPr>
            <p:spPr>
              <a:xfrm>
                <a:off x="3830" y="2463"/>
                <a:ext cx="295" cy="19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589" h="398">
                    <a:moveTo>
                      <a:pt x="575" y="17"/>
                    </a:moveTo>
                    <a:lnTo>
                      <a:pt x="586" y="47"/>
                    </a:lnTo>
                    <a:lnTo>
                      <a:pt x="589" y="80"/>
                    </a:lnTo>
                    <a:lnTo>
                      <a:pt x="585" y="113"/>
                    </a:lnTo>
                    <a:lnTo>
                      <a:pt x="573" y="143"/>
                    </a:lnTo>
                    <a:lnTo>
                      <a:pt x="570" y="148"/>
                    </a:lnTo>
                    <a:lnTo>
                      <a:pt x="566" y="150"/>
                    </a:lnTo>
                    <a:lnTo>
                      <a:pt x="562" y="152"/>
                    </a:lnTo>
                    <a:lnTo>
                      <a:pt x="556" y="154"/>
                    </a:lnTo>
                    <a:lnTo>
                      <a:pt x="550" y="155"/>
                    </a:lnTo>
                    <a:lnTo>
                      <a:pt x="545" y="155"/>
                    </a:lnTo>
                    <a:lnTo>
                      <a:pt x="540" y="156"/>
                    </a:lnTo>
                    <a:lnTo>
                      <a:pt x="534" y="157"/>
                    </a:lnTo>
                    <a:lnTo>
                      <a:pt x="536" y="142"/>
                    </a:lnTo>
                    <a:lnTo>
                      <a:pt x="536" y="127"/>
                    </a:lnTo>
                    <a:lnTo>
                      <a:pt x="535" y="112"/>
                    </a:lnTo>
                    <a:lnTo>
                      <a:pt x="531" y="97"/>
                    </a:lnTo>
                    <a:lnTo>
                      <a:pt x="526" y="83"/>
                    </a:lnTo>
                    <a:lnTo>
                      <a:pt x="519" y="70"/>
                    </a:lnTo>
                    <a:lnTo>
                      <a:pt x="511" y="57"/>
                    </a:lnTo>
                    <a:lnTo>
                      <a:pt x="503" y="44"/>
                    </a:lnTo>
                    <a:lnTo>
                      <a:pt x="484" y="27"/>
                    </a:lnTo>
                    <a:lnTo>
                      <a:pt x="488" y="36"/>
                    </a:lnTo>
                    <a:lnTo>
                      <a:pt x="492" y="45"/>
                    </a:lnTo>
                    <a:lnTo>
                      <a:pt x="498" y="55"/>
                    </a:lnTo>
                    <a:lnTo>
                      <a:pt x="504" y="64"/>
                    </a:lnTo>
                    <a:lnTo>
                      <a:pt x="509" y="73"/>
                    </a:lnTo>
                    <a:lnTo>
                      <a:pt x="513" y="82"/>
                    </a:lnTo>
                    <a:lnTo>
                      <a:pt x="517" y="93"/>
                    </a:lnTo>
                    <a:lnTo>
                      <a:pt x="517" y="104"/>
                    </a:lnTo>
                    <a:lnTo>
                      <a:pt x="513" y="128"/>
                    </a:lnTo>
                    <a:lnTo>
                      <a:pt x="505" y="152"/>
                    </a:lnTo>
                    <a:lnTo>
                      <a:pt x="495" y="175"/>
                    </a:lnTo>
                    <a:lnTo>
                      <a:pt x="482" y="197"/>
                    </a:lnTo>
                    <a:lnTo>
                      <a:pt x="465" y="217"/>
                    </a:lnTo>
                    <a:lnTo>
                      <a:pt x="448" y="234"/>
                    </a:lnTo>
                    <a:lnTo>
                      <a:pt x="427" y="250"/>
                    </a:lnTo>
                    <a:lnTo>
                      <a:pt x="405" y="263"/>
                    </a:lnTo>
                    <a:lnTo>
                      <a:pt x="391" y="269"/>
                    </a:lnTo>
                    <a:lnTo>
                      <a:pt x="377" y="272"/>
                    </a:lnTo>
                    <a:lnTo>
                      <a:pt x="362" y="275"/>
                    </a:lnTo>
                    <a:lnTo>
                      <a:pt x="346" y="275"/>
                    </a:lnTo>
                    <a:lnTo>
                      <a:pt x="331" y="272"/>
                    </a:lnTo>
                    <a:lnTo>
                      <a:pt x="316" y="269"/>
                    </a:lnTo>
                    <a:lnTo>
                      <a:pt x="301" y="264"/>
                    </a:lnTo>
                    <a:lnTo>
                      <a:pt x="289" y="258"/>
                    </a:lnTo>
                    <a:lnTo>
                      <a:pt x="304" y="271"/>
                    </a:lnTo>
                    <a:lnTo>
                      <a:pt x="318" y="283"/>
                    </a:lnTo>
                    <a:lnTo>
                      <a:pt x="336" y="293"/>
                    </a:lnTo>
                    <a:lnTo>
                      <a:pt x="353" y="300"/>
                    </a:lnTo>
                    <a:lnTo>
                      <a:pt x="371" y="306"/>
                    </a:lnTo>
                    <a:lnTo>
                      <a:pt x="390" y="308"/>
                    </a:lnTo>
                    <a:lnTo>
                      <a:pt x="410" y="308"/>
                    </a:lnTo>
                    <a:lnTo>
                      <a:pt x="429" y="303"/>
                    </a:lnTo>
                    <a:lnTo>
                      <a:pt x="428" y="314"/>
                    </a:lnTo>
                    <a:lnTo>
                      <a:pt x="428" y="325"/>
                    </a:lnTo>
                    <a:lnTo>
                      <a:pt x="428" y="337"/>
                    </a:lnTo>
                    <a:lnTo>
                      <a:pt x="429" y="348"/>
                    </a:lnTo>
                    <a:lnTo>
                      <a:pt x="411" y="363"/>
                    </a:lnTo>
                    <a:lnTo>
                      <a:pt x="390" y="375"/>
                    </a:lnTo>
                    <a:lnTo>
                      <a:pt x="368" y="384"/>
                    </a:lnTo>
                    <a:lnTo>
                      <a:pt x="345" y="390"/>
                    </a:lnTo>
                    <a:lnTo>
                      <a:pt x="321" y="394"/>
                    </a:lnTo>
                    <a:lnTo>
                      <a:pt x="297" y="397"/>
                    </a:lnTo>
                    <a:lnTo>
                      <a:pt x="271" y="398"/>
                    </a:lnTo>
                    <a:lnTo>
                      <a:pt x="246" y="398"/>
                    </a:lnTo>
                    <a:lnTo>
                      <a:pt x="221" y="397"/>
                    </a:lnTo>
                    <a:lnTo>
                      <a:pt x="196" y="394"/>
                    </a:lnTo>
                    <a:lnTo>
                      <a:pt x="173" y="390"/>
                    </a:lnTo>
                    <a:lnTo>
                      <a:pt x="150" y="384"/>
                    </a:lnTo>
                    <a:lnTo>
                      <a:pt x="127" y="376"/>
                    </a:lnTo>
                    <a:lnTo>
                      <a:pt x="106" y="367"/>
                    </a:lnTo>
                    <a:lnTo>
                      <a:pt x="86" y="355"/>
                    </a:lnTo>
                    <a:lnTo>
                      <a:pt x="66" y="341"/>
                    </a:lnTo>
                    <a:lnTo>
                      <a:pt x="66" y="313"/>
                    </a:lnTo>
                    <a:lnTo>
                      <a:pt x="62" y="286"/>
                    </a:lnTo>
                    <a:lnTo>
                      <a:pt x="51" y="260"/>
                    </a:lnTo>
                    <a:lnTo>
                      <a:pt x="38" y="235"/>
                    </a:lnTo>
                    <a:lnTo>
                      <a:pt x="37" y="232"/>
                    </a:lnTo>
                    <a:lnTo>
                      <a:pt x="49" y="235"/>
                    </a:lnTo>
                    <a:lnTo>
                      <a:pt x="62" y="239"/>
                    </a:lnTo>
                    <a:lnTo>
                      <a:pt x="74" y="241"/>
                    </a:lnTo>
                    <a:lnTo>
                      <a:pt x="88" y="242"/>
                    </a:lnTo>
                    <a:lnTo>
                      <a:pt x="101" y="242"/>
                    </a:lnTo>
                    <a:lnTo>
                      <a:pt x="115" y="241"/>
                    </a:lnTo>
                    <a:lnTo>
                      <a:pt x="126" y="238"/>
                    </a:lnTo>
                    <a:lnTo>
                      <a:pt x="138" y="233"/>
                    </a:lnTo>
                    <a:lnTo>
                      <a:pt x="123" y="233"/>
                    </a:lnTo>
                    <a:lnTo>
                      <a:pt x="108" y="232"/>
                    </a:lnTo>
                    <a:lnTo>
                      <a:pt x="94" y="230"/>
                    </a:lnTo>
                    <a:lnTo>
                      <a:pt x="80" y="226"/>
                    </a:lnTo>
                    <a:lnTo>
                      <a:pt x="67" y="222"/>
                    </a:lnTo>
                    <a:lnTo>
                      <a:pt x="55" y="215"/>
                    </a:lnTo>
                    <a:lnTo>
                      <a:pt x="43" y="208"/>
                    </a:lnTo>
                    <a:lnTo>
                      <a:pt x="32" y="199"/>
                    </a:lnTo>
                    <a:lnTo>
                      <a:pt x="22" y="189"/>
                    </a:lnTo>
                    <a:lnTo>
                      <a:pt x="15" y="179"/>
                    </a:lnTo>
                    <a:lnTo>
                      <a:pt x="9" y="167"/>
                    </a:lnTo>
                    <a:lnTo>
                      <a:pt x="5" y="156"/>
                    </a:lnTo>
                    <a:lnTo>
                      <a:pt x="2" y="143"/>
                    </a:lnTo>
                    <a:lnTo>
                      <a:pt x="0" y="131"/>
                    </a:lnTo>
                    <a:lnTo>
                      <a:pt x="0" y="118"/>
                    </a:lnTo>
                    <a:lnTo>
                      <a:pt x="2" y="104"/>
                    </a:lnTo>
                    <a:lnTo>
                      <a:pt x="5" y="91"/>
                    </a:lnTo>
                    <a:lnTo>
                      <a:pt x="9" y="80"/>
                    </a:lnTo>
                    <a:lnTo>
                      <a:pt x="14" y="67"/>
                    </a:lnTo>
                    <a:lnTo>
                      <a:pt x="22" y="56"/>
                    </a:lnTo>
                    <a:lnTo>
                      <a:pt x="30" y="45"/>
                    </a:lnTo>
                    <a:lnTo>
                      <a:pt x="41" y="36"/>
                    </a:lnTo>
                    <a:lnTo>
                      <a:pt x="51" y="29"/>
                    </a:lnTo>
                    <a:lnTo>
                      <a:pt x="64" y="25"/>
                    </a:lnTo>
                    <a:lnTo>
                      <a:pt x="72" y="23"/>
                    </a:lnTo>
                    <a:lnTo>
                      <a:pt x="81" y="23"/>
                    </a:lnTo>
                    <a:lnTo>
                      <a:pt x="89" y="25"/>
                    </a:lnTo>
                    <a:lnTo>
                      <a:pt x="97" y="26"/>
                    </a:lnTo>
                    <a:lnTo>
                      <a:pt x="105" y="28"/>
                    </a:lnTo>
                    <a:lnTo>
                      <a:pt x="115" y="30"/>
                    </a:lnTo>
                    <a:lnTo>
                      <a:pt x="123" y="32"/>
                    </a:lnTo>
                    <a:lnTo>
                      <a:pt x="132" y="33"/>
                    </a:lnTo>
                    <a:lnTo>
                      <a:pt x="134" y="44"/>
                    </a:lnTo>
                    <a:lnTo>
                      <a:pt x="139" y="56"/>
                    </a:lnTo>
                    <a:lnTo>
                      <a:pt x="144" y="66"/>
                    </a:lnTo>
                    <a:lnTo>
                      <a:pt x="153" y="76"/>
                    </a:lnTo>
                    <a:lnTo>
                      <a:pt x="162" y="85"/>
                    </a:lnTo>
                    <a:lnTo>
                      <a:pt x="172" y="93"/>
                    </a:lnTo>
                    <a:lnTo>
                      <a:pt x="184" y="98"/>
                    </a:lnTo>
                    <a:lnTo>
                      <a:pt x="194" y="103"/>
                    </a:lnTo>
                    <a:lnTo>
                      <a:pt x="218" y="110"/>
                    </a:lnTo>
                    <a:lnTo>
                      <a:pt x="244" y="113"/>
                    </a:lnTo>
                    <a:lnTo>
                      <a:pt x="268" y="112"/>
                    </a:lnTo>
                    <a:lnTo>
                      <a:pt x="292" y="108"/>
                    </a:lnTo>
                    <a:lnTo>
                      <a:pt x="315" y="101"/>
                    </a:lnTo>
                    <a:lnTo>
                      <a:pt x="337" y="90"/>
                    </a:lnTo>
                    <a:lnTo>
                      <a:pt x="358" y="76"/>
                    </a:lnTo>
                    <a:lnTo>
                      <a:pt x="377" y="61"/>
                    </a:lnTo>
                    <a:lnTo>
                      <a:pt x="384" y="56"/>
                    </a:lnTo>
                    <a:lnTo>
                      <a:pt x="390" y="50"/>
                    </a:lnTo>
                    <a:lnTo>
                      <a:pt x="397" y="43"/>
                    </a:lnTo>
                    <a:lnTo>
                      <a:pt x="403" y="36"/>
                    </a:lnTo>
                    <a:lnTo>
                      <a:pt x="408" y="30"/>
                    </a:lnTo>
                    <a:lnTo>
                      <a:pt x="413" y="23"/>
                    </a:lnTo>
                    <a:lnTo>
                      <a:pt x="418" y="15"/>
                    </a:lnTo>
                    <a:lnTo>
                      <a:pt x="422" y="9"/>
                    </a:lnTo>
                    <a:lnTo>
                      <a:pt x="429" y="3"/>
                    </a:lnTo>
                    <a:lnTo>
                      <a:pt x="445" y="5"/>
                    </a:lnTo>
                    <a:lnTo>
                      <a:pt x="461" y="6"/>
                    </a:lnTo>
                    <a:lnTo>
                      <a:pt x="478" y="7"/>
                    </a:lnTo>
                    <a:lnTo>
                      <a:pt x="494" y="7"/>
                    </a:lnTo>
                    <a:lnTo>
                      <a:pt x="510" y="7"/>
                    </a:lnTo>
                    <a:lnTo>
                      <a:pt x="526" y="6"/>
                    </a:lnTo>
                    <a:lnTo>
                      <a:pt x="541" y="4"/>
                    </a:lnTo>
                    <a:lnTo>
                      <a:pt x="556" y="0"/>
                    </a:lnTo>
                    <a:lnTo>
                      <a:pt x="563" y="0"/>
                    </a:lnTo>
                    <a:lnTo>
                      <a:pt x="569" y="5"/>
                    </a:lnTo>
                    <a:lnTo>
                      <a:pt x="572" y="11"/>
                    </a:lnTo>
                    <a:lnTo>
                      <a:pt x="575" y="17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0" name="Freeform 56"/>
              <p:cNvSpPr/>
              <p:nvPr/>
            </p:nvSpPr>
            <p:spPr>
              <a:xfrm>
                <a:off x="3922" y="2594"/>
                <a:ext cx="14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7" h="117">
                    <a:moveTo>
                      <a:pt x="9" y="1"/>
                    </a:moveTo>
                    <a:lnTo>
                      <a:pt x="12" y="17"/>
                    </a:lnTo>
                    <a:lnTo>
                      <a:pt x="16" y="32"/>
                    </a:lnTo>
                    <a:lnTo>
                      <a:pt x="17" y="48"/>
                    </a:lnTo>
                    <a:lnTo>
                      <a:pt x="15" y="64"/>
                    </a:lnTo>
                    <a:lnTo>
                      <a:pt x="14" y="78"/>
                    </a:lnTo>
                    <a:lnTo>
                      <a:pt x="16" y="92"/>
                    </a:lnTo>
                    <a:lnTo>
                      <a:pt x="22" y="105"/>
                    </a:lnTo>
                    <a:lnTo>
                      <a:pt x="27" y="117"/>
                    </a:lnTo>
                    <a:lnTo>
                      <a:pt x="18" y="107"/>
                    </a:lnTo>
                    <a:lnTo>
                      <a:pt x="11" y="95"/>
                    </a:lnTo>
                    <a:lnTo>
                      <a:pt x="5" y="83"/>
                    </a:lnTo>
                    <a:lnTo>
                      <a:pt x="1" y="70"/>
                    </a:lnTo>
                    <a:lnTo>
                      <a:pt x="0" y="52"/>
                    </a:lnTo>
                    <a:lnTo>
                      <a:pt x="3" y="34"/>
                    </a:lnTo>
                    <a:lnTo>
                      <a:pt x="8" y="18"/>
                    </a:lnTo>
                    <a:lnTo>
                      <a:pt x="7" y="0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1" name="Freeform 57"/>
              <p:cNvSpPr/>
              <p:nvPr/>
            </p:nvSpPr>
            <p:spPr>
              <a:xfrm>
                <a:off x="3868" y="2602"/>
                <a:ext cx="43" cy="1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87" h="28">
                    <a:moveTo>
                      <a:pt x="87" y="12"/>
                    </a:moveTo>
                    <a:lnTo>
                      <a:pt x="80" y="16"/>
                    </a:lnTo>
                    <a:lnTo>
                      <a:pt x="73" y="21"/>
                    </a:lnTo>
                    <a:lnTo>
                      <a:pt x="65" y="24"/>
                    </a:lnTo>
                    <a:lnTo>
                      <a:pt x="57" y="26"/>
                    </a:lnTo>
                    <a:lnTo>
                      <a:pt x="48" y="28"/>
                    </a:lnTo>
                    <a:lnTo>
                      <a:pt x="40" y="28"/>
                    </a:lnTo>
                    <a:lnTo>
                      <a:pt x="30" y="26"/>
                    </a:lnTo>
                    <a:lnTo>
                      <a:pt x="22" y="23"/>
                    </a:lnTo>
                    <a:lnTo>
                      <a:pt x="15" y="18"/>
                    </a:lnTo>
                    <a:lnTo>
                      <a:pt x="10" y="13"/>
                    </a:lnTo>
                    <a:lnTo>
                      <a:pt x="5" y="7"/>
                    </a:lnTo>
                    <a:lnTo>
                      <a:pt x="0" y="0"/>
                    </a:lnTo>
                    <a:lnTo>
                      <a:pt x="10" y="5"/>
                    </a:lnTo>
                    <a:lnTo>
                      <a:pt x="20" y="8"/>
                    </a:lnTo>
                    <a:lnTo>
                      <a:pt x="31" y="10"/>
                    </a:lnTo>
                    <a:lnTo>
                      <a:pt x="42" y="13"/>
                    </a:lnTo>
                    <a:lnTo>
                      <a:pt x="53" y="14"/>
                    </a:lnTo>
                    <a:lnTo>
                      <a:pt x="64" y="14"/>
                    </a:lnTo>
                    <a:lnTo>
                      <a:pt x="75" y="13"/>
                    </a:lnTo>
                    <a:lnTo>
                      <a:pt x="87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2" name="Freeform 58"/>
              <p:cNvSpPr/>
              <p:nvPr/>
            </p:nvSpPr>
            <p:spPr>
              <a:xfrm>
                <a:off x="3963" y="2619"/>
                <a:ext cx="57" cy="1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14" h="33">
                    <a:moveTo>
                      <a:pt x="114" y="11"/>
                    </a:moveTo>
                    <a:lnTo>
                      <a:pt x="103" y="17"/>
                    </a:lnTo>
                    <a:lnTo>
                      <a:pt x="91" y="21"/>
                    </a:lnTo>
                    <a:lnTo>
                      <a:pt x="79" y="27"/>
                    </a:lnTo>
                    <a:lnTo>
                      <a:pt x="66" y="30"/>
                    </a:lnTo>
                    <a:lnTo>
                      <a:pt x="53" y="33"/>
                    </a:lnTo>
                    <a:lnTo>
                      <a:pt x="40" y="33"/>
                    </a:lnTo>
                    <a:lnTo>
                      <a:pt x="27" y="29"/>
                    </a:lnTo>
                    <a:lnTo>
                      <a:pt x="16" y="22"/>
                    </a:lnTo>
                    <a:lnTo>
                      <a:pt x="10" y="18"/>
                    </a:lnTo>
                    <a:lnTo>
                      <a:pt x="7" y="12"/>
                    </a:lnTo>
                    <a:lnTo>
                      <a:pt x="3" y="6"/>
                    </a:lnTo>
                    <a:lnTo>
                      <a:pt x="0" y="0"/>
                    </a:lnTo>
                    <a:lnTo>
                      <a:pt x="12" y="7"/>
                    </a:lnTo>
                    <a:lnTo>
                      <a:pt x="26" y="13"/>
                    </a:lnTo>
                    <a:lnTo>
                      <a:pt x="40" y="17"/>
                    </a:lnTo>
                    <a:lnTo>
                      <a:pt x="55" y="18"/>
                    </a:lnTo>
                    <a:lnTo>
                      <a:pt x="70" y="18"/>
                    </a:lnTo>
                    <a:lnTo>
                      <a:pt x="85" y="17"/>
                    </a:lnTo>
                    <a:lnTo>
                      <a:pt x="100" y="14"/>
                    </a:lnTo>
                    <a:lnTo>
                      <a:pt x="114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3" name="Freeform 59"/>
              <p:cNvSpPr/>
              <p:nvPr/>
            </p:nvSpPr>
            <p:spPr>
              <a:xfrm>
                <a:off x="3762" y="2753"/>
                <a:ext cx="40" cy="2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81" h="55">
                    <a:moveTo>
                      <a:pt x="79" y="5"/>
                    </a:moveTo>
                    <a:lnTo>
                      <a:pt x="79" y="10"/>
                    </a:lnTo>
                    <a:lnTo>
                      <a:pt x="80" y="19"/>
                    </a:lnTo>
                    <a:lnTo>
                      <a:pt x="81" y="32"/>
                    </a:lnTo>
                    <a:lnTo>
                      <a:pt x="81" y="41"/>
                    </a:lnTo>
                    <a:lnTo>
                      <a:pt x="74" y="43"/>
                    </a:lnTo>
                    <a:lnTo>
                      <a:pt x="67" y="46"/>
                    </a:lnTo>
                    <a:lnTo>
                      <a:pt x="58" y="48"/>
                    </a:lnTo>
                    <a:lnTo>
                      <a:pt x="49" y="50"/>
                    </a:lnTo>
                    <a:lnTo>
                      <a:pt x="38" y="53"/>
                    </a:lnTo>
                    <a:lnTo>
                      <a:pt x="26" y="54"/>
                    </a:lnTo>
                    <a:lnTo>
                      <a:pt x="14" y="55"/>
                    </a:lnTo>
                    <a:lnTo>
                      <a:pt x="0" y="55"/>
                    </a:lnTo>
                    <a:lnTo>
                      <a:pt x="6" y="48"/>
                    </a:lnTo>
                    <a:lnTo>
                      <a:pt x="12" y="42"/>
                    </a:lnTo>
                    <a:lnTo>
                      <a:pt x="16" y="35"/>
                    </a:lnTo>
                    <a:lnTo>
                      <a:pt x="21" y="29"/>
                    </a:lnTo>
                    <a:lnTo>
                      <a:pt x="25" y="22"/>
                    </a:lnTo>
                    <a:lnTo>
                      <a:pt x="29" y="15"/>
                    </a:lnTo>
                    <a:lnTo>
                      <a:pt x="34" y="8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9" y="1"/>
                    </a:lnTo>
                    <a:lnTo>
                      <a:pt x="54" y="1"/>
                    </a:lnTo>
                    <a:lnTo>
                      <a:pt x="59" y="1"/>
                    </a:lnTo>
                    <a:lnTo>
                      <a:pt x="65" y="2"/>
                    </a:lnTo>
                    <a:lnTo>
                      <a:pt x="69" y="3"/>
                    </a:lnTo>
                    <a:lnTo>
                      <a:pt x="74" y="4"/>
                    </a:ln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4" name="Freeform 60"/>
              <p:cNvSpPr/>
              <p:nvPr/>
            </p:nvSpPr>
            <p:spPr>
              <a:xfrm>
                <a:off x="3967" y="2830"/>
                <a:ext cx="32" cy="50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64" h="99">
                    <a:moveTo>
                      <a:pt x="64" y="13"/>
                    </a:moveTo>
                    <a:lnTo>
                      <a:pt x="61" y="35"/>
                    </a:lnTo>
                    <a:lnTo>
                      <a:pt x="57" y="56"/>
                    </a:lnTo>
                    <a:lnTo>
                      <a:pt x="53" y="77"/>
                    </a:lnTo>
                    <a:lnTo>
                      <a:pt x="49" y="99"/>
                    </a:lnTo>
                    <a:lnTo>
                      <a:pt x="43" y="90"/>
                    </a:lnTo>
                    <a:lnTo>
                      <a:pt x="38" y="82"/>
                    </a:lnTo>
                    <a:lnTo>
                      <a:pt x="30" y="73"/>
                    </a:lnTo>
                    <a:lnTo>
                      <a:pt x="23" y="63"/>
                    </a:lnTo>
                    <a:lnTo>
                      <a:pt x="16" y="54"/>
                    </a:lnTo>
                    <a:lnTo>
                      <a:pt x="9" y="45"/>
                    </a:lnTo>
                    <a:lnTo>
                      <a:pt x="3" y="37"/>
                    </a:lnTo>
                    <a:lnTo>
                      <a:pt x="0" y="28"/>
                    </a:lnTo>
                    <a:lnTo>
                      <a:pt x="1" y="22"/>
                    </a:lnTo>
                    <a:lnTo>
                      <a:pt x="3" y="16"/>
                    </a:lnTo>
                    <a:lnTo>
                      <a:pt x="6" y="10"/>
                    </a:lnTo>
                    <a:lnTo>
                      <a:pt x="11" y="6"/>
                    </a:lnTo>
                    <a:lnTo>
                      <a:pt x="17" y="2"/>
                    </a:lnTo>
                    <a:lnTo>
                      <a:pt x="23" y="0"/>
                    </a:lnTo>
                    <a:lnTo>
                      <a:pt x="30" y="0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5"/>
                    </a:lnTo>
                    <a:lnTo>
                      <a:pt x="58" y="8"/>
                    </a:lnTo>
                    <a:lnTo>
                      <a:pt x="64" y="13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5" name="Freeform 61"/>
              <p:cNvSpPr/>
              <p:nvPr/>
            </p:nvSpPr>
            <p:spPr>
              <a:xfrm>
                <a:off x="3892" y="2530"/>
                <a:ext cx="99" cy="4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198" h="98">
                    <a:moveTo>
                      <a:pt x="94" y="97"/>
                    </a:moveTo>
                    <a:lnTo>
                      <a:pt x="114" y="98"/>
                    </a:lnTo>
                    <a:lnTo>
                      <a:pt x="132" y="97"/>
                    </a:lnTo>
                    <a:lnTo>
                      <a:pt x="150" y="94"/>
                    </a:lnTo>
                    <a:lnTo>
                      <a:pt x="166" y="90"/>
                    </a:lnTo>
                    <a:lnTo>
                      <a:pt x="178" y="85"/>
                    </a:lnTo>
                    <a:lnTo>
                      <a:pt x="188" y="77"/>
                    </a:lnTo>
                    <a:lnTo>
                      <a:pt x="194" y="69"/>
                    </a:lnTo>
                    <a:lnTo>
                      <a:pt x="198" y="60"/>
                    </a:lnTo>
                    <a:lnTo>
                      <a:pt x="197" y="50"/>
                    </a:lnTo>
                    <a:lnTo>
                      <a:pt x="192" y="40"/>
                    </a:lnTo>
                    <a:lnTo>
                      <a:pt x="184" y="31"/>
                    </a:lnTo>
                    <a:lnTo>
                      <a:pt x="173" y="23"/>
                    </a:lnTo>
                    <a:lnTo>
                      <a:pt x="159" y="15"/>
                    </a:lnTo>
                    <a:lnTo>
                      <a:pt x="141" y="9"/>
                    </a:lnTo>
                    <a:lnTo>
                      <a:pt x="123" y="5"/>
                    </a:lnTo>
                    <a:lnTo>
                      <a:pt x="103" y="1"/>
                    </a:lnTo>
                    <a:lnTo>
                      <a:pt x="84" y="0"/>
                    </a:lnTo>
                    <a:lnTo>
                      <a:pt x="65" y="1"/>
                    </a:lnTo>
                    <a:lnTo>
                      <a:pt x="48" y="3"/>
                    </a:lnTo>
                    <a:lnTo>
                      <a:pt x="33" y="8"/>
                    </a:lnTo>
                    <a:lnTo>
                      <a:pt x="19" y="14"/>
                    </a:lnTo>
                    <a:lnTo>
                      <a:pt x="10" y="21"/>
                    </a:lnTo>
                    <a:lnTo>
                      <a:pt x="3" y="30"/>
                    </a:lnTo>
                    <a:lnTo>
                      <a:pt x="0" y="39"/>
                    </a:lnTo>
                    <a:lnTo>
                      <a:pt x="1" y="50"/>
                    </a:lnTo>
                    <a:lnTo>
                      <a:pt x="6" y="59"/>
                    </a:lnTo>
                    <a:lnTo>
                      <a:pt x="14" y="68"/>
                    </a:lnTo>
                    <a:lnTo>
                      <a:pt x="25" y="76"/>
                    </a:lnTo>
                    <a:lnTo>
                      <a:pt x="39" y="83"/>
                    </a:lnTo>
                    <a:lnTo>
                      <a:pt x="56" y="90"/>
                    </a:lnTo>
                    <a:lnTo>
                      <a:pt x="75" y="94"/>
                    </a:lnTo>
                    <a:lnTo>
                      <a:pt x="94" y="9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6" name="Freeform 62"/>
              <p:cNvSpPr/>
              <p:nvPr/>
            </p:nvSpPr>
            <p:spPr>
              <a:xfrm>
                <a:off x="4030" y="2295"/>
                <a:ext cx="42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84" h="142">
                    <a:moveTo>
                      <a:pt x="0" y="0"/>
                    </a:moveTo>
                    <a:lnTo>
                      <a:pt x="4" y="1"/>
                    </a:lnTo>
                    <a:lnTo>
                      <a:pt x="13" y="4"/>
                    </a:lnTo>
                    <a:lnTo>
                      <a:pt x="27" y="11"/>
                    </a:lnTo>
                    <a:lnTo>
                      <a:pt x="42" y="22"/>
                    </a:lnTo>
                    <a:lnTo>
                      <a:pt x="57" y="40"/>
                    </a:lnTo>
                    <a:lnTo>
                      <a:pt x="69" y="66"/>
                    </a:lnTo>
                    <a:lnTo>
                      <a:pt x="79" y="99"/>
                    </a:lnTo>
                    <a:lnTo>
                      <a:pt x="81" y="142"/>
                    </a:lnTo>
                    <a:lnTo>
                      <a:pt x="82" y="136"/>
                    </a:lnTo>
                    <a:lnTo>
                      <a:pt x="83" y="119"/>
                    </a:lnTo>
                    <a:lnTo>
                      <a:pt x="84" y="97"/>
                    </a:lnTo>
                    <a:lnTo>
                      <a:pt x="82" y="70"/>
                    </a:lnTo>
                    <a:lnTo>
                      <a:pt x="74" y="44"/>
                    </a:lnTo>
                    <a:lnTo>
                      <a:pt x="59" y="21"/>
                    </a:lnTo>
                    <a:lnTo>
                      <a:pt x="35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7" name="Freeform 63"/>
              <p:cNvSpPr/>
              <p:nvPr/>
            </p:nvSpPr>
            <p:spPr>
              <a:xfrm>
                <a:off x="4026" y="2305"/>
                <a:ext cx="26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pathLst>
                  <a:path w="52" h="80">
                    <a:moveTo>
                      <a:pt x="0" y="0"/>
                    </a:moveTo>
                    <a:lnTo>
                      <a:pt x="3" y="1"/>
                    </a:lnTo>
                    <a:lnTo>
                      <a:pt x="7" y="3"/>
                    </a:lnTo>
                    <a:lnTo>
                      <a:pt x="15" y="8"/>
                    </a:lnTo>
                    <a:lnTo>
                      <a:pt x="23" y="16"/>
                    </a:lnTo>
                    <a:lnTo>
                      <a:pt x="32" y="26"/>
                    </a:lnTo>
                    <a:lnTo>
                      <a:pt x="41" y="40"/>
                    </a:lnTo>
                    <a:lnTo>
                      <a:pt x="47" y="58"/>
                    </a:lnTo>
                    <a:lnTo>
                      <a:pt x="52" y="80"/>
                    </a:lnTo>
                    <a:lnTo>
                      <a:pt x="52" y="77"/>
                    </a:lnTo>
                    <a:lnTo>
                      <a:pt x="52" y="68"/>
                    </a:lnTo>
                    <a:lnTo>
                      <a:pt x="51" y="54"/>
                    </a:lnTo>
                    <a:lnTo>
                      <a:pt x="49" y="39"/>
                    </a:lnTo>
                    <a:lnTo>
                      <a:pt x="43" y="24"/>
                    </a:lnTo>
                    <a:lnTo>
                      <a:pt x="34" y="11"/>
                    </a:lnTo>
                    <a:lnTo>
                      <a:pt x="2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8" name="Freeform 64"/>
              <p:cNvSpPr/>
              <p:nvPr/>
            </p:nvSpPr>
            <p:spPr>
              <a:xfrm>
                <a:off x="4048" y="2292"/>
                <a:ext cx="33" cy="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67" h="71">
                    <a:moveTo>
                      <a:pt x="0" y="1"/>
                    </a:moveTo>
                    <a:lnTo>
                      <a:pt x="2" y="1"/>
                    </a:lnTo>
                    <a:lnTo>
                      <a:pt x="8" y="4"/>
                    </a:lnTo>
                    <a:lnTo>
                      <a:pt x="16" y="7"/>
                    </a:lnTo>
                    <a:lnTo>
                      <a:pt x="27" y="13"/>
                    </a:lnTo>
                    <a:lnTo>
                      <a:pt x="37" y="21"/>
                    </a:lnTo>
                    <a:lnTo>
                      <a:pt x="48" y="34"/>
                    </a:lnTo>
                    <a:lnTo>
                      <a:pt x="59" y="50"/>
                    </a:lnTo>
                    <a:lnTo>
                      <a:pt x="67" y="71"/>
                    </a:lnTo>
                    <a:lnTo>
                      <a:pt x="67" y="67"/>
                    </a:lnTo>
                    <a:lnTo>
                      <a:pt x="65" y="58"/>
                    </a:lnTo>
                    <a:lnTo>
                      <a:pt x="61" y="44"/>
                    </a:lnTo>
                    <a:lnTo>
                      <a:pt x="54" y="30"/>
                    </a:lnTo>
                    <a:lnTo>
                      <a:pt x="46" y="16"/>
                    </a:lnTo>
                    <a:lnTo>
                      <a:pt x="35" y="5"/>
                    </a:lnTo>
                    <a:lnTo>
                      <a:pt x="2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9" name="Freeform 65"/>
              <p:cNvSpPr/>
              <p:nvPr/>
            </p:nvSpPr>
            <p:spPr>
              <a:xfrm>
                <a:off x="4003" y="2244"/>
                <a:ext cx="48" cy="2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pathLst>
                  <a:path w="96" h="54">
                    <a:moveTo>
                      <a:pt x="0" y="9"/>
                    </a:moveTo>
                    <a:lnTo>
                      <a:pt x="2" y="8"/>
                    </a:lnTo>
                    <a:lnTo>
                      <a:pt x="11" y="7"/>
                    </a:lnTo>
                    <a:lnTo>
                      <a:pt x="22" y="7"/>
                    </a:lnTo>
                    <a:lnTo>
                      <a:pt x="36" y="8"/>
                    </a:lnTo>
                    <a:lnTo>
                      <a:pt x="52" y="12"/>
                    </a:lnTo>
                    <a:lnTo>
                      <a:pt x="68" y="21"/>
                    </a:lnTo>
                    <a:lnTo>
                      <a:pt x="83" y="34"/>
                    </a:lnTo>
                    <a:lnTo>
                      <a:pt x="96" y="54"/>
                    </a:lnTo>
                    <a:lnTo>
                      <a:pt x="95" y="50"/>
                    </a:lnTo>
                    <a:lnTo>
                      <a:pt x="91" y="41"/>
                    </a:lnTo>
                    <a:lnTo>
                      <a:pt x="85" y="30"/>
                    </a:lnTo>
                    <a:lnTo>
                      <a:pt x="76" y="17"/>
                    </a:lnTo>
                    <a:lnTo>
                      <a:pt x="62" y="6"/>
                    </a:lnTo>
                    <a:lnTo>
                      <a:pt x="46" y="0"/>
                    </a:lnTo>
                    <a:lnTo>
                      <a:pt x="25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70" name="Freeform 66"/>
              <p:cNvSpPr/>
              <p:nvPr/>
            </p:nvSpPr>
            <p:spPr>
              <a:xfrm>
                <a:off x="4004" y="2677"/>
                <a:ext cx="38" cy="13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pathLst>
                  <a:path w="75" h="261">
                    <a:moveTo>
                      <a:pt x="47" y="0"/>
                    </a:moveTo>
                    <a:lnTo>
                      <a:pt x="49" y="7"/>
                    </a:lnTo>
                    <a:lnTo>
                      <a:pt x="53" y="25"/>
                    </a:lnTo>
                    <a:lnTo>
                      <a:pt x="57" y="54"/>
                    </a:lnTo>
                    <a:lnTo>
                      <a:pt x="60" y="90"/>
                    </a:lnTo>
                    <a:lnTo>
                      <a:pt x="58" y="131"/>
                    </a:lnTo>
                    <a:lnTo>
                      <a:pt x="49" y="175"/>
                    </a:lnTo>
                    <a:lnTo>
                      <a:pt x="30" y="219"/>
                    </a:lnTo>
                    <a:lnTo>
                      <a:pt x="0" y="261"/>
                    </a:lnTo>
                    <a:lnTo>
                      <a:pt x="6" y="255"/>
                    </a:lnTo>
                    <a:lnTo>
                      <a:pt x="20" y="240"/>
                    </a:lnTo>
                    <a:lnTo>
                      <a:pt x="37" y="216"/>
                    </a:lnTo>
                    <a:lnTo>
                      <a:pt x="56" y="185"/>
                    </a:lnTo>
                    <a:lnTo>
                      <a:pt x="70" y="146"/>
                    </a:lnTo>
                    <a:lnTo>
                      <a:pt x="75" y="102"/>
                    </a:lnTo>
                    <a:lnTo>
                      <a:pt x="70" y="53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71" name="Freeform 67"/>
              <p:cNvSpPr/>
              <p:nvPr/>
            </p:nvSpPr>
            <p:spPr>
              <a:xfrm>
                <a:off x="3789" y="2657"/>
                <a:ext cx="48" cy="7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97" h="149">
                    <a:moveTo>
                      <a:pt x="0" y="149"/>
                    </a:moveTo>
                    <a:lnTo>
                      <a:pt x="2" y="143"/>
                    </a:lnTo>
                    <a:lnTo>
                      <a:pt x="5" y="127"/>
                    </a:lnTo>
                    <a:lnTo>
                      <a:pt x="11" y="104"/>
                    </a:lnTo>
                    <a:lnTo>
                      <a:pt x="20" y="78"/>
                    </a:lnTo>
                    <a:lnTo>
                      <a:pt x="33" y="51"/>
                    </a:lnTo>
                    <a:lnTo>
                      <a:pt x="49" y="27"/>
                    </a:lnTo>
                    <a:lnTo>
                      <a:pt x="71" y="10"/>
                    </a:lnTo>
                    <a:lnTo>
                      <a:pt x="97" y="0"/>
                    </a:lnTo>
                    <a:lnTo>
                      <a:pt x="95" y="2"/>
                    </a:lnTo>
                    <a:lnTo>
                      <a:pt x="89" y="4"/>
                    </a:lnTo>
                    <a:lnTo>
                      <a:pt x="79" y="11"/>
                    </a:lnTo>
                    <a:lnTo>
                      <a:pt x="67" y="22"/>
                    </a:lnTo>
                    <a:lnTo>
                      <a:pt x="52" y="41"/>
                    </a:lnTo>
                    <a:lnTo>
                      <a:pt x="36" y="67"/>
                    </a:lnTo>
                    <a:lnTo>
                      <a:pt x="19" y="103"/>
                    </a:ln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72" name="Freeform 68"/>
              <p:cNvSpPr/>
              <p:nvPr/>
            </p:nvSpPr>
            <p:spPr>
              <a:xfrm>
                <a:off x="3941" y="2693"/>
                <a:ext cx="58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pathLst>
                  <a:path w="116" h="143">
                    <a:moveTo>
                      <a:pt x="0" y="0"/>
                    </a:moveTo>
                    <a:lnTo>
                      <a:pt x="4" y="2"/>
                    </a:lnTo>
                    <a:lnTo>
                      <a:pt x="16" y="10"/>
                    </a:lnTo>
                    <a:lnTo>
                      <a:pt x="33" y="22"/>
                    </a:lnTo>
                    <a:lnTo>
                      <a:pt x="54" y="39"/>
                    </a:lnTo>
                    <a:lnTo>
                      <a:pt x="75" y="60"/>
                    </a:lnTo>
                    <a:lnTo>
                      <a:pt x="93" y="84"/>
                    </a:lnTo>
                    <a:lnTo>
                      <a:pt x="108" y="112"/>
                    </a:lnTo>
                    <a:lnTo>
                      <a:pt x="116" y="143"/>
                    </a:lnTo>
                    <a:lnTo>
                      <a:pt x="116" y="137"/>
                    </a:lnTo>
                    <a:lnTo>
                      <a:pt x="114" y="121"/>
                    </a:lnTo>
                    <a:lnTo>
                      <a:pt x="108" y="99"/>
                    </a:lnTo>
                    <a:lnTo>
                      <a:pt x="100" y="74"/>
                    </a:lnTo>
                    <a:lnTo>
                      <a:pt x="85" y="47"/>
                    </a:lnTo>
                    <a:lnTo>
                      <a:pt x="64" y="24"/>
                    </a:lnTo>
                    <a:lnTo>
                      <a:pt x="37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73" name="Freeform 69"/>
              <p:cNvSpPr/>
              <p:nvPr/>
            </p:nvSpPr>
            <p:spPr>
              <a:xfrm>
                <a:off x="3894" y="2516"/>
                <a:ext cx="128" cy="4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257" h="98">
                    <a:moveTo>
                      <a:pt x="0" y="22"/>
                    </a:moveTo>
                    <a:lnTo>
                      <a:pt x="6" y="28"/>
                    </a:lnTo>
                    <a:lnTo>
                      <a:pt x="15" y="37"/>
                    </a:lnTo>
                    <a:lnTo>
                      <a:pt x="28" y="50"/>
                    </a:lnTo>
                    <a:lnTo>
                      <a:pt x="41" y="63"/>
                    </a:lnTo>
                    <a:lnTo>
                      <a:pt x="54" y="76"/>
                    </a:lnTo>
                    <a:lnTo>
                      <a:pt x="66" y="88"/>
                    </a:lnTo>
                    <a:lnTo>
                      <a:pt x="73" y="95"/>
                    </a:lnTo>
                    <a:lnTo>
                      <a:pt x="76" y="98"/>
                    </a:lnTo>
                    <a:lnTo>
                      <a:pt x="257" y="0"/>
                    </a:lnTo>
                    <a:lnTo>
                      <a:pt x="77" y="75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5749925" y="2759075"/>
            <a:ext cx="30505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M: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自由落体：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58840" y="4115753"/>
            <a:ext cx="3113088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M+N+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板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转动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6875463" y="4623435"/>
          <a:ext cx="10366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4" imgW="571500" imgH="279400" progId="Equation.3">
                  <p:embed/>
                </p:oleObj>
              </mc:Choice>
              <mc:Fallback>
                <p:oleObj name="" r:id="rId4" imgW="571500" imgH="2794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75463" y="4623435"/>
                        <a:ext cx="1036637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6499543" y="3460433"/>
          <a:ext cx="16430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6" imgW="838200" imgH="228600" progId="Equation.3">
                  <p:embed/>
                </p:oleObj>
              </mc:Choice>
              <mc:Fallback>
                <p:oleObj name="" r:id="rId6" imgW="838200" imgH="228600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99543" y="3460433"/>
                        <a:ext cx="1643062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5958605" y="5145032"/>
            <a:ext cx="31130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latin typeface="Arial" panose="020B0604020202020204" pitchFamily="34" charset="0"/>
              </a:rPr>
              <a:t>、</a:t>
            </a:r>
            <a:r>
              <a:rPr lang="en-US" altLang="zh-CN" sz="2800" b="0" dirty="0">
                <a:latin typeface="Arial" panose="020B0604020202020204" pitchFamily="34" charset="0"/>
              </a:rPr>
              <a:t>N:</a:t>
            </a:r>
            <a:r>
              <a:rPr lang="zh-CN" altLang="en-US" sz="2800" b="1" dirty="0">
                <a:latin typeface="Arial" panose="020B0604020202020204" pitchFamily="34" charset="0"/>
              </a:rPr>
              <a:t>竖直上抛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矩形 332803"/>
          <p:cNvSpPr/>
          <p:nvPr/>
        </p:nvSpPr>
        <p:spPr>
          <a:xfrm>
            <a:off x="1104900" y="117475"/>
            <a:ext cx="1130300" cy="676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r>
              <a:rPr lang="en-US" altLang="zh-CN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</a:t>
            </a:r>
            <a:r>
              <a:rPr lang="zh-CN" altLang="en-US" sz="32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</a:t>
            </a:r>
            <a:endParaRPr lang="zh-CN" altLang="en-US" sz="3200" b="1" dirty="0">
              <a:solidFill>
                <a:srgbClr val="1C1C1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2873" name="文本框 332872"/>
          <p:cNvSpPr txBox="1"/>
          <p:nvPr/>
        </p:nvSpPr>
        <p:spPr>
          <a:xfrm>
            <a:off x="911225" y="792163"/>
            <a:ext cx="472757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碰撞前</a:t>
            </a:r>
            <a:r>
              <a:rPr lang="en-US" altLang="zh-CN" sz="320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落在</a:t>
            </a:r>
            <a:r>
              <a:rPr lang="zh-CN" altLang="en-US" sz="3200" i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点的速度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2874" name="对象 332873"/>
          <p:cNvGraphicFramePr/>
          <p:nvPr/>
        </p:nvGraphicFramePr>
        <p:xfrm>
          <a:off x="1508125" y="1528763"/>
          <a:ext cx="25717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1" imgW="838200" imgH="228600" progId="Equation.3">
                  <p:embed/>
                </p:oleObj>
              </mc:Choice>
              <mc:Fallback>
                <p:oleObj name="" r:id="rId1" imgW="838200" imgH="2286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25" y="1528763"/>
                        <a:ext cx="257175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75" name="文本框 332874"/>
          <p:cNvSpPr txBox="1"/>
          <p:nvPr/>
        </p:nvSpPr>
        <p:spPr>
          <a:xfrm>
            <a:off x="658813" y="3132138"/>
            <a:ext cx="315277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碰撞后的瞬间：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M+N+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板转动：                             </a:t>
            </a:r>
            <a:endParaRPr lang="zh-CN" altLang="en-US" sz="3200" b="1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8133" name="组合 332877"/>
          <p:cNvGrpSpPr/>
          <p:nvPr/>
        </p:nvGrpSpPr>
        <p:grpSpPr>
          <a:xfrm>
            <a:off x="4786313" y="1474788"/>
            <a:ext cx="3919537" cy="3246437"/>
            <a:chOff x="1409" y="1937"/>
            <a:chExt cx="3072" cy="2065"/>
          </a:xfrm>
        </p:grpSpPr>
        <p:sp>
          <p:nvSpPr>
            <p:cNvPr id="48134" name="矩形 332878"/>
            <p:cNvSpPr/>
            <p:nvPr/>
          </p:nvSpPr>
          <p:spPr>
            <a:xfrm>
              <a:off x="1409" y="1937"/>
              <a:ext cx="3072" cy="2016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5" name="等腰三角形 332879"/>
            <p:cNvSpPr/>
            <p:nvPr/>
          </p:nvSpPr>
          <p:spPr>
            <a:xfrm>
              <a:off x="2801" y="3500"/>
              <a:ext cx="144" cy="144"/>
            </a:xfrm>
            <a:prstGeom prst="triangle">
              <a:avLst>
                <a:gd name="adj" fmla="val 50000"/>
              </a:avLst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6" name="直接连接符 332880"/>
            <p:cNvSpPr/>
            <p:nvPr/>
          </p:nvSpPr>
          <p:spPr>
            <a:xfrm>
              <a:off x="1601" y="3521"/>
              <a:ext cx="0" cy="336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37" name="直接连接符 332881"/>
            <p:cNvSpPr/>
            <p:nvPr/>
          </p:nvSpPr>
          <p:spPr>
            <a:xfrm>
              <a:off x="4193" y="3521"/>
              <a:ext cx="0" cy="336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38" name="直接连接符 332882"/>
            <p:cNvSpPr/>
            <p:nvPr/>
          </p:nvSpPr>
          <p:spPr>
            <a:xfrm>
              <a:off x="1601" y="3809"/>
              <a:ext cx="2592" cy="0"/>
            </a:xfrm>
            <a:prstGeom prst="line">
              <a:avLst/>
            </a:prstGeom>
            <a:ln w="31750" cap="flat" cmpd="sng">
              <a:solidFill>
                <a:srgbClr val="0066FF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48139" name="直接连接符 332883"/>
            <p:cNvSpPr/>
            <p:nvPr/>
          </p:nvSpPr>
          <p:spPr>
            <a:xfrm>
              <a:off x="2863" y="3659"/>
              <a:ext cx="0" cy="102"/>
            </a:xfrm>
            <a:prstGeom prst="line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0" name="直接连接符 332884"/>
            <p:cNvSpPr/>
            <p:nvPr/>
          </p:nvSpPr>
          <p:spPr>
            <a:xfrm>
              <a:off x="2874" y="3713"/>
              <a:ext cx="1319" cy="0"/>
            </a:xfrm>
            <a:prstGeom prst="line">
              <a:avLst/>
            </a:prstGeom>
            <a:ln w="31750" cap="flat" cmpd="sng">
              <a:solidFill>
                <a:srgbClr val="0066FF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48141" name="文本框 332885"/>
            <p:cNvSpPr txBox="1"/>
            <p:nvPr/>
          </p:nvSpPr>
          <p:spPr>
            <a:xfrm>
              <a:off x="2376" y="3617"/>
              <a:ext cx="249" cy="33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2" name="文本框 332886"/>
            <p:cNvSpPr txBox="1"/>
            <p:nvPr/>
          </p:nvSpPr>
          <p:spPr>
            <a:xfrm>
              <a:off x="3354" y="3479"/>
              <a:ext cx="378" cy="52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/2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3" name="文本框 332887"/>
            <p:cNvSpPr txBox="1"/>
            <p:nvPr/>
          </p:nvSpPr>
          <p:spPr>
            <a:xfrm>
              <a:off x="2727" y="3090"/>
              <a:ext cx="329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4" name="文本框 332888"/>
            <p:cNvSpPr txBox="1"/>
            <p:nvPr/>
          </p:nvSpPr>
          <p:spPr>
            <a:xfrm>
              <a:off x="3880" y="3090"/>
              <a:ext cx="31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5" name="文本框 332889"/>
            <p:cNvSpPr txBox="1"/>
            <p:nvPr/>
          </p:nvSpPr>
          <p:spPr>
            <a:xfrm>
              <a:off x="1601" y="3470"/>
              <a:ext cx="31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6" name="文本框 332890"/>
            <p:cNvSpPr txBox="1"/>
            <p:nvPr/>
          </p:nvSpPr>
          <p:spPr>
            <a:xfrm>
              <a:off x="3722" y="2233"/>
              <a:ext cx="39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7" name="文本框 332891"/>
            <p:cNvSpPr txBox="1"/>
            <p:nvPr/>
          </p:nvSpPr>
          <p:spPr>
            <a:xfrm>
              <a:off x="1817" y="3052"/>
              <a:ext cx="34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8" name="文本框 332892"/>
            <p:cNvSpPr txBox="1"/>
            <p:nvPr/>
          </p:nvSpPr>
          <p:spPr>
            <a:xfrm>
              <a:off x="4172" y="2720"/>
              <a:ext cx="28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9" name="直接连接符 332893"/>
            <p:cNvSpPr/>
            <p:nvPr/>
          </p:nvSpPr>
          <p:spPr>
            <a:xfrm>
              <a:off x="4001" y="2495"/>
              <a:ext cx="384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0" name="直接连接符 332894"/>
            <p:cNvSpPr/>
            <p:nvPr/>
          </p:nvSpPr>
          <p:spPr>
            <a:xfrm>
              <a:off x="4001" y="3425"/>
              <a:ext cx="384" cy="0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8151" name="直接箭头连接符 332895"/>
            <p:cNvCxnSpPr/>
            <p:nvPr/>
          </p:nvCxnSpPr>
          <p:spPr>
            <a:xfrm>
              <a:off x="4193" y="2474"/>
              <a:ext cx="1" cy="951"/>
            </a:xfrm>
            <a:prstGeom prst="straightConnector1">
              <a:avLst/>
            </a:prstGeom>
            <a:ln w="31750" cap="flat" cmpd="sng">
              <a:solidFill>
                <a:srgbClr val="3366FF"/>
              </a:solidFill>
              <a:prstDash val="solid"/>
              <a:round/>
              <a:headEnd type="triangle" w="sm" len="lg"/>
              <a:tailEnd type="triangle" w="sm" len="lg"/>
            </a:ln>
          </p:spPr>
        </p:cxnSp>
        <p:grpSp>
          <p:nvGrpSpPr>
            <p:cNvPr id="48152" name="组合 332896"/>
            <p:cNvGrpSpPr/>
            <p:nvPr/>
          </p:nvGrpSpPr>
          <p:grpSpPr>
            <a:xfrm>
              <a:off x="4023" y="2015"/>
              <a:ext cx="314" cy="480"/>
              <a:chOff x="2422" y="2050"/>
              <a:chExt cx="459" cy="694"/>
            </a:xfrm>
          </p:grpSpPr>
          <p:sp>
            <p:nvSpPr>
              <p:cNvPr id="48153" name="任意多边形 332897"/>
              <p:cNvSpPr/>
              <p:nvPr/>
            </p:nvSpPr>
            <p:spPr>
              <a:xfrm>
                <a:off x="2422" y="2050"/>
                <a:ext cx="459" cy="694"/>
              </a:xfrm>
              <a:custGeom>
                <a:avLst/>
                <a:gdLst/>
                <a:ahLst/>
                <a:cxnLst/>
                <a:pathLst>
                  <a:path w="917" h="1388">
                    <a:moveTo>
                      <a:pt x="503" y="130"/>
                    </a:moveTo>
                    <a:lnTo>
                      <a:pt x="515" y="153"/>
                    </a:lnTo>
                    <a:lnTo>
                      <a:pt x="523" y="178"/>
                    </a:lnTo>
                    <a:lnTo>
                      <a:pt x="526" y="203"/>
                    </a:lnTo>
                    <a:lnTo>
                      <a:pt x="527" y="228"/>
                    </a:lnTo>
                    <a:lnTo>
                      <a:pt x="525" y="253"/>
                    </a:lnTo>
                    <a:lnTo>
                      <a:pt x="518" y="279"/>
                    </a:lnTo>
                    <a:lnTo>
                      <a:pt x="509" y="303"/>
                    </a:lnTo>
                    <a:lnTo>
                      <a:pt x="496" y="326"/>
                    </a:lnTo>
                    <a:lnTo>
                      <a:pt x="505" y="321"/>
                    </a:lnTo>
                    <a:lnTo>
                      <a:pt x="516" y="318"/>
                    </a:lnTo>
                    <a:lnTo>
                      <a:pt x="525" y="314"/>
                    </a:lnTo>
                    <a:lnTo>
                      <a:pt x="535" y="312"/>
                    </a:lnTo>
                    <a:lnTo>
                      <a:pt x="546" y="311"/>
                    </a:lnTo>
                    <a:lnTo>
                      <a:pt x="556" y="312"/>
                    </a:lnTo>
                    <a:lnTo>
                      <a:pt x="566" y="313"/>
                    </a:lnTo>
                    <a:lnTo>
                      <a:pt x="577" y="318"/>
                    </a:lnTo>
                    <a:lnTo>
                      <a:pt x="585" y="322"/>
                    </a:lnTo>
                    <a:lnTo>
                      <a:pt x="594" y="326"/>
                    </a:lnTo>
                    <a:lnTo>
                      <a:pt x="603" y="330"/>
                    </a:lnTo>
                    <a:lnTo>
                      <a:pt x="613" y="334"/>
                    </a:lnTo>
                    <a:lnTo>
                      <a:pt x="622" y="336"/>
                    </a:lnTo>
                    <a:lnTo>
                      <a:pt x="631" y="339"/>
                    </a:lnTo>
                    <a:lnTo>
                      <a:pt x="640" y="339"/>
                    </a:lnTo>
                    <a:lnTo>
                      <a:pt x="651" y="336"/>
                    </a:lnTo>
                    <a:lnTo>
                      <a:pt x="660" y="333"/>
                    </a:lnTo>
                    <a:lnTo>
                      <a:pt x="668" y="328"/>
                    </a:lnTo>
                    <a:lnTo>
                      <a:pt x="675" y="322"/>
                    </a:lnTo>
                    <a:lnTo>
                      <a:pt x="682" y="316"/>
                    </a:lnTo>
                    <a:lnTo>
                      <a:pt x="686" y="307"/>
                    </a:lnTo>
                    <a:lnTo>
                      <a:pt x="690" y="299"/>
                    </a:lnTo>
                    <a:lnTo>
                      <a:pt x="693" y="290"/>
                    </a:lnTo>
                    <a:lnTo>
                      <a:pt x="694" y="281"/>
                    </a:lnTo>
                    <a:lnTo>
                      <a:pt x="694" y="273"/>
                    </a:lnTo>
                    <a:lnTo>
                      <a:pt x="693" y="264"/>
                    </a:lnTo>
                    <a:lnTo>
                      <a:pt x="691" y="256"/>
                    </a:lnTo>
                    <a:lnTo>
                      <a:pt x="689" y="248"/>
                    </a:lnTo>
                    <a:lnTo>
                      <a:pt x="701" y="261"/>
                    </a:lnTo>
                    <a:lnTo>
                      <a:pt x="706" y="277"/>
                    </a:lnTo>
                    <a:lnTo>
                      <a:pt x="707" y="295"/>
                    </a:lnTo>
                    <a:lnTo>
                      <a:pt x="708" y="313"/>
                    </a:lnTo>
                    <a:lnTo>
                      <a:pt x="707" y="327"/>
                    </a:lnTo>
                    <a:lnTo>
                      <a:pt x="705" y="340"/>
                    </a:lnTo>
                    <a:lnTo>
                      <a:pt x="700" y="352"/>
                    </a:lnTo>
                    <a:lnTo>
                      <a:pt x="694" y="363"/>
                    </a:lnTo>
                    <a:lnTo>
                      <a:pt x="686" y="374"/>
                    </a:lnTo>
                    <a:lnTo>
                      <a:pt x="677" y="383"/>
                    </a:lnTo>
                    <a:lnTo>
                      <a:pt x="667" y="392"/>
                    </a:lnTo>
                    <a:lnTo>
                      <a:pt x="655" y="400"/>
                    </a:lnTo>
                    <a:lnTo>
                      <a:pt x="644" y="405"/>
                    </a:lnTo>
                    <a:lnTo>
                      <a:pt x="632" y="410"/>
                    </a:lnTo>
                    <a:lnTo>
                      <a:pt x="619" y="413"/>
                    </a:lnTo>
                    <a:lnTo>
                      <a:pt x="608" y="416"/>
                    </a:lnTo>
                    <a:lnTo>
                      <a:pt x="595" y="417"/>
                    </a:lnTo>
                    <a:lnTo>
                      <a:pt x="584" y="418"/>
                    </a:lnTo>
                    <a:lnTo>
                      <a:pt x="571" y="418"/>
                    </a:lnTo>
                    <a:lnTo>
                      <a:pt x="560" y="417"/>
                    </a:lnTo>
                    <a:lnTo>
                      <a:pt x="545" y="415"/>
                    </a:lnTo>
                    <a:lnTo>
                      <a:pt x="532" y="409"/>
                    </a:lnTo>
                    <a:lnTo>
                      <a:pt x="519" y="401"/>
                    </a:lnTo>
                    <a:lnTo>
                      <a:pt x="509" y="392"/>
                    </a:lnTo>
                    <a:lnTo>
                      <a:pt x="497" y="383"/>
                    </a:lnTo>
                    <a:lnTo>
                      <a:pt x="485" y="377"/>
                    </a:lnTo>
                    <a:lnTo>
                      <a:pt x="472" y="371"/>
                    </a:lnTo>
                    <a:lnTo>
                      <a:pt x="457" y="370"/>
                    </a:lnTo>
                    <a:lnTo>
                      <a:pt x="451" y="371"/>
                    </a:lnTo>
                    <a:lnTo>
                      <a:pt x="447" y="374"/>
                    </a:lnTo>
                    <a:lnTo>
                      <a:pt x="442" y="379"/>
                    </a:lnTo>
                    <a:lnTo>
                      <a:pt x="440" y="385"/>
                    </a:lnTo>
                    <a:lnTo>
                      <a:pt x="439" y="393"/>
                    </a:lnTo>
                    <a:lnTo>
                      <a:pt x="439" y="401"/>
                    </a:lnTo>
                    <a:lnTo>
                      <a:pt x="439" y="410"/>
                    </a:lnTo>
                    <a:lnTo>
                      <a:pt x="440" y="418"/>
                    </a:lnTo>
                    <a:lnTo>
                      <a:pt x="466" y="420"/>
                    </a:lnTo>
                    <a:lnTo>
                      <a:pt x="492" y="424"/>
                    </a:lnTo>
                    <a:lnTo>
                      <a:pt x="517" y="428"/>
                    </a:lnTo>
                    <a:lnTo>
                      <a:pt x="542" y="434"/>
                    </a:lnTo>
                    <a:lnTo>
                      <a:pt x="568" y="441"/>
                    </a:lnTo>
                    <a:lnTo>
                      <a:pt x="592" y="449"/>
                    </a:lnTo>
                    <a:lnTo>
                      <a:pt x="616" y="458"/>
                    </a:lnTo>
                    <a:lnTo>
                      <a:pt x="640" y="468"/>
                    </a:lnTo>
                    <a:lnTo>
                      <a:pt x="663" y="479"/>
                    </a:lnTo>
                    <a:lnTo>
                      <a:pt x="686" y="491"/>
                    </a:lnTo>
                    <a:lnTo>
                      <a:pt x="709" y="502"/>
                    </a:lnTo>
                    <a:lnTo>
                      <a:pt x="730" y="516"/>
                    </a:lnTo>
                    <a:lnTo>
                      <a:pt x="752" y="529"/>
                    </a:lnTo>
                    <a:lnTo>
                      <a:pt x="772" y="544"/>
                    </a:lnTo>
                    <a:lnTo>
                      <a:pt x="792" y="559"/>
                    </a:lnTo>
                    <a:lnTo>
                      <a:pt x="811" y="573"/>
                    </a:lnTo>
                    <a:lnTo>
                      <a:pt x="826" y="586"/>
                    </a:lnTo>
                    <a:lnTo>
                      <a:pt x="841" y="600"/>
                    </a:lnTo>
                    <a:lnTo>
                      <a:pt x="855" y="615"/>
                    </a:lnTo>
                    <a:lnTo>
                      <a:pt x="867" y="630"/>
                    </a:lnTo>
                    <a:lnTo>
                      <a:pt x="881" y="646"/>
                    </a:lnTo>
                    <a:lnTo>
                      <a:pt x="893" y="663"/>
                    </a:lnTo>
                    <a:lnTo>
                      <a:pt x="905" y="681"/>
                    </a:lnTo>
                    <a:lnTo>
                      <a:pt x="917" y="698"/>
                    </a:lnTo>
                    <a:lnTo>
                      <a:pt x="913" y="707"/>
                    </a:lnTo>
                    <a:lnTo>
                      <a:pt x="908" y="714"/>
                    </a:lnTo>
                    <a:lnTo>
                      <a:pt x="902" y="721"/>
                    </a:lnTo>
                    <a:lnTo>
                      <a:pt x="897" y="729"/>
                    </a:lnTo>
                    <a:lnTo>
                      <a:pt x="891" y="736"/>
                    </a:lnTo>
                    <a:lnTo>
                      <a:pt x="886" y="743"/>
                    </a:lnTo>
                    <a:lnTo>
                      <a:pt x="880" y="749"/>
                    </a:lnTo>
                    <a:lnTo>
                      <a:pt x="873" y="753"/>
                    </a:lnTo>
                    <a:lnTo>
                      <a:pt x="864" y="755"/>
                    </a:lnTo>
                    <a:lnTo>
                      <a:pt x="855" y="754"/>
                    </a:lnTo>
                    <a:lnTo>
                      <a:pt x="848" y="749"/>
                    </a:lnTo>
                    <a:lnTo>
                      <a:pt x="842" y="739"/>
                    </a:lnTo>
                    <a:lnTo>
                      <a:pt x="837" y="731"/>
                    </a:lnTo>
                    <a:lnTo>
                      <a:pt x="827" y="716"/>
                    </a:lnTo>
                    <a:lnTo>
                      <a:pt x="815" y="704"/>
                    </a:lnTo>
                    <a:lnTo>
                      <a:pt x="803" y="691"/>
                    </a:lnTo>
                    <a:lnTo>
                      <a:pt x="790" y="681"/>
                    </a:lnTo>
                    <a:lnTo>
                      <a:pt x="776" y="671"/>
                    </a:lnTo>
                    <a:lnTo>
                      <a:pt x="761" y="663"/>
                    </a:lnTo>
                    <a:lnTo>
                      <a:pt x="746" y="656"/>
                    </a:lnTo>
                    <a:lnTo>
                      <a:pt x="730" y="649"/>
                    </a:lnTo>
                    <a:lnTo>
                      <a:pt x="717" y="646"/>
                    </a:lnTo>
                    <a:lnTo>
                      <a:pt x="705" y="643"/>
                    </a:lnTo>
                    <a:lnTo>
                      <a:pt x="692" y="640"/>
                    </a:lnTo>
                    <a:lnTo>
                      <a:pt x="681" y="639"/>
                    </a:lnTo>
                    <a:lnTo>
                      <a:pt x="668" y="639"/>
                    </a:lnTo>
                    <a:lnTo>
                      <a:pt x="655" y="639"/>
                    </a:lnTo>
                    <a:lnTo>
                      <a:pt x="644" y="640"/>
                    </a:lnTo>
                    <a:lnTo>
                      <a:pt x="631" y="643"/>
                    </a:lnTo>
                    <a:lnTo>
                      <a:pt x="628" y="645"/>
                    </a:lnTo>
                    <a:lnTo>
                      <a:pt x="621" y="671"/>
                    </a:lnTo>
                    <a:lnTo>
                      <a:pt x="616" y="699"/>
                    </a:lnTo>
                    <a:lnTo>
                      <a:pt x="616" y="725"/>
                    </a:lnTo>
                    <a:lnTo>
                      <a:pt x="623" y="752"/>
                    </a:lnTo>
                    <a:lnTo>
                      <a:pt x="629" y="765"/>
                    </a:lnTo>
                    <a:lnTo>
                      <a:pt x="637" y="775"/>
                    </a:lnTo>
                    <a:lnTo>
                      <a:pt x="645" y="784"/>
                    </a:lnTo>
                    <a:lnTo>
                      <a:pt x="654" y="792"/>
                    </a:lnTo>
                    <a:lnTo>
                      <a:pt x="663" y="800"/>
                    </a:lnTo>
                    <a:lnTo>
                      <a:pt x="674" y="808"/>
                    </a:lnTo>
                    <a:lnTo>
                      <a:pt x="684" y="815"/>
                    </a:lnTo>
                    <a:lnTo>
                      <a:pt x="694" y="823"/>
                    </a:lnTo>
                    <a:lnTo>
                      <a:pt x="736" y="863"/>
                    </a:lnTo>
                    <a:lnTo>
                      <a:pt x="765" y="907"/>
                    </a:lnTo>
                    <a:lnTo>
                      <a:pt x="782" y="955"/>
                    </a:lnTo>
                    <a:lnTo>
                      <a:pt x="792" y="1001"/>
                    </a:lnTo>
                    <a:lnTo>
                      <a:pt x="797" y="1043"/>
                    </a:lnTo>
                    <a:lnTo>
                      <a:pt x="798" y="1081"/>
                    </a:lnTo>
                    <a:lnTo>
                      <a:pt x="799" y="1110"/>
                    </a:lnTo>
                    <a:lnTo>
                      <a:pt x="802" y="1127"/>
                    </a:lnTo>
                    <a:lnTo>
                      <a:pt x="808" y="1144"/>
                    </a:lnTo>
                    <a:lnTo>
                      <a:pt x="816" y="1160"/>
                    </a:lnTo>
                    <a:lnTo>
                      <a:pt x="826" y="1175"/>
                    </a:lnTo>
                    <a:lnTo>
                      <a:pt x="835" y="1191"/>
                    </a:lnTo>
                    <a:lnTo>
                      <a:pt x="844" y="1207"/>
                    </a:lnTo>
                    <a:lnTo>
                      <a:pt x="851" y="1222"/>
                    </a:lnTo>
                    <a:lnTo>
                      <a:pt x="858" y="1238"/>
                    </a:lnTo>
                    <a:lnTo>
                      <a:pt x="861" y="1254"/>
                    </a:lnTo>
                    <a:lnTo>
                      <a:pt x="860" y="1256"/>
                    </a:lnTo>
                    <a:lnTo>
                      <a:pt x="858" y="1258"/>
                    </a:lnTo>
                    <a:lnTo>
                      <a:pt x="855" y="1258"/>
                    </a:lnTo>
                    <a:lnTo>
                      <a:pt x="851" y="1258"/>
                    </a:lnTo>
                    <a:lnTo>
                      <a:pt x="834" y="1256"/>
                    </a:lnTo>
                    <a:lnTo>
                      <a:pt x="816" y="1254"/>
                    </a:lnTo>
                    <a:lnTo>
                      <a:pt x="798" y="1252"/>
                    </a:lnTo>
                    <a:lnTo>
                      <a:pt x="781" y="1250"/>
                    </a:lnTo>
                    <a:lnTo>
                      <a:pt x="763" y="1245"/>
                    </a:lnTo>
                    <a:lnTo>
                      <a:pt x="747" y="1238"/>
                    </a:lnTo>
                    <a:lnTo>
                      <a:pt x="735" y="1228"/>
                    </a:lnTo>
                    <a:lnTo>
                      <a:pt x="723" y="1215"/>
                    </a:lnTo>
                    <a:lnTo>
                      <a:pt x="716" y="1197"/>
                    </a:lnTo>
                    <a:lnTo>
                      <a:pt x="717" y="1176"/>
                    </a:lnTo>
                    <a:lnTo>
                      <a:pt x="721" y="1155"/>
                    </a:lnTo>
                    <a:lnTo>
                      <a:pt x="722" y="1134"/>
                    </a:lnTo>
                    <a:lnTo>
                      <a:pt x="721" y="1122"/>
                    </a:lnTo>
                    <a:lnTo>
                      <a:pt x="719" y="1110"/>
                    </a:lnTo>
                    <a:lnTo>
                      <a:pt x="715" y="1097"/>
                    </a:lnTo>
                    <a:lnTo>
                      <a:pt x="712" y="1085"/>
                    </a:lnTo>
                    <a:lnTo>
                      <a:pt x="707" y="1073"/>
                    </a:lnTo>
                    <a:lnTo>
                      <a:pt x="700" y="1062"/>
                    </a:lnTo>
                    <a:lnTo>
                      <a:pt x="693" y="1050"/>
                    </a:lnTo>
                    <a:lnTo>
                      <a:pt x="684" y="1040"/>
                    </a:lnTo>
                    <a:lnTo>
                      <a:pt x="671" y="1026"/>
                    </a:lnTo>
                    <a:lnTo>
                      <a:pt x="657" y="1013"/>
                    </a:lnTo>
                    <a:lnTo>
                      <a:pt x="642" y="1001"/>
                    </a:lnTo>
                    <a:lnTo>
                      <a:pt x="628" y="989"/>
                    </a:lnTo>
                    <a:lnTo>
                      <a:pt x="611" y="979"/>
                    </a:lnTo>
                    <a:lnTo>
                      <a:pt x="594" y="971"/>
                    </a:lnTo>
                    <a:lnTo>
                      <a:pt x="576" y="965"/>
                    </a:lnTo>
                    <a:lnTo>
                      <a:pt x="556" y="962"/>
                    </a:lnTo>
                    <a:lnTo>
                      <a:pt x="539" y="963"/>
                    </a:lnTo>
                    <a:lnTo>
                      <a:pt x="520" y="967"/>
                    </a:lnTo>
                    <a:lnTo>
                      <a:pt x="504" y="974"/>
                    </a:lnTo>
                    <a:lnTo>
                      <a:pt x="487" y="983"/>
                    </a:lnTo>
                    <a:lnTo>
                      <a:pt x="472" y="994"/>
                    </a:lnTo>
                    <a:lnTo>
                      <a:pt x="457" y="1007"/>
                    </a:lnTo>
                    <a:lnTo>
                      <a:pt x="443" y="1019"/>
                    </a:lnTo>
                    <a:lnTo>
                      <a:pt x="430" y="1032"/>
                    </a:lnTo>
                    <a:lnTo>
                      <a:pt x="414" y="1054"/>
                    </a:lnTo>
                    <a:lnTo>
                      <a:pt x="404" y="1077"/>
                    </a:lnTo>
                    <a:lnTo>
                      <a:pt x="397" y="1102"/>
                    </a:lnTo>
                    <a:lnTo>
                      <a:pt x="395" y="1127"/>
                    </a:lnTo>
                    <a:lnTo>
                      <a:pt x="396" y="1154"/>
                    </a:lnTo>
                    <a:lnTo>
                      <a:pt x="402" y="1179"/>
                    </a:lnTo>
                    <a:lnTo>
                      <a:pt x="409" y="1205"/>
                    </a:lnTo>
                    <a:lnTo>
                      <a:pt x="419" y="1229"/>
                    </a:lnTo>
                    <a:lnTo>
                      <a:pt x="428" y="1241"/>
                    </a:lnTo>
                    <a:lnTo>
                      <a:pt x="439" y="1252"/>
                    </a:lnTo>
                    <a:lnTo>
                      <a:pt x="448" y="1262"/>
                    </a:lnTo>
                    <a:lnTo>
                      <a:pt x="452" y="1275"/>
                    </a:lnTo>
                    <a:lnTo>
                      <a:pt x="451" y="1293"/>
                    </a:lnTo>
                    <a:lnTo>
                      <a:pt x="448" y="1311"/>
                    </a:lnTo>
                    <a:lnTo>
                      <a:pt x="441" y="1327"/>
                    </a:lnTo>
                    <a:lnTo>
                      <a:pt x="432" y="1340"/>
                    </a:lnTo>
                    <a:lnTo>
                      <a:pt x="419" y="1354"/>
                    </a:lnTo>
                    <a:lnTo>
                      <a:pt x="406" y="1367"/>
                    </a:lnTo>
                    <a:lnTo>
                      <a:pt x="391" y="1377"/>
                    </a:lnTo>
                    <a:lnTo>
                      <a:pt x="375" y="1387"/>
                    </a:lnTo>
                    <a:lnTo>
                      <a:pt x="371" y="1388"/>
                    </a:lnTo>
                    <a:lnTo>
                      <a:pt x="366" y="1388"/>
                    </a:lnTo>
                    <a:lnTo>
                      <a:pt x="361" y="1385"/>
                    </a:lnTo>
                    <a:lnTo>
                      <a:pt x="358" y="1383"/>
                    </a:lnTo>
                    <a:lnTo>
                      <a:pt x="344" y="1352"/>
                    </a:lnTo>
                    <a:lnTo>
                      <a:pt x="336" y="1319"/>
                    </a:lnTo>
                    <a:lnTo>
                      <a:pt x="334" y="1285"/>
                    </a:lnTo>
                    <a:lnTo>
                      <a:pt x="335" y="1251"/>
                    </a:lnTo>
                    <a:lnTo>
                      <a:pt x="334" y="1245"/>
                    </a:lnTo>
                    <a:lnTo>
                      <a:pt x="328" y="1240"/>
                    </a:lnTo>
                    <a:lnTo>
                      <a:pt x="322" y="1237"/>
                    </a:lnTo>
                    <a:lnTo>
                      <a:pt x="318" y="1231"/>
                    </a:lnTo>
                    <a:lnTo>
                      <a:pt x="303" y="1209"/>
                    </a:lnTo>
                    <a:lnTo>
                      <a:pt x="290" y="1187"/>
                    </a:lnTo>
                    <a:lnTo>
                      <a:pt x="280" y="1165"/>
                    </a:lnTo>
                    <a:lnTo>
                      <a:pt x="271" y="1142"/>
                    </a:lnTo>
                    <a:lnTo>
                      <a:pt x="265" y="1118"/>
                    </a:lnTo>
                    <a:lnTo>
                      <a:pt x="261" y="1095"/>
                    </a:lnTo>
                    <a:lnTo>
                      <a:pt x="258" y="1071"/>
                    </a:lnTo>
                    <a:lnTo>
                      <a:pt x="258" y="1047"/>
                    </a:lnTo>
                    <a:lnTo>
                      <a:pt x="259" y="1027"/>
                    </a:lnTo>
                    <a:lnTo>
                      <a:pt x="261" y="1007"/>
                    </a:lnTo>
                    <a:lnTo>
                      <a:pt x="266" y="986"/>
                    </a:lnTo>
                    <a:lnTo>
                      <a:pt x="271" y="965"/>
                    </a:lnTo>
                    <a:lnTo>
                      <a:pt x="277" y="944"/>
                    </a:lnTo>
                    <a:lnTo>
                      <a:pt x="284" y="925"/>
                    </a:lnTo>
                    <a:lnTo>
                      <a:pt x="292" y="905"/>
                    </a:lnTo>
                    <a:lnTo>
                      <a:pt x="301" y="887"/>
                    </a:lnTo>
                    <a:lnTo>
                      <a:pt x="305" y="871"/>
                    </a:lnTo>
                    <a:lnTo>
                      <a:pt x="303" y="854"/>
                    </a:lnTo>
                    <a:lnTo>
                      <a:pt x="296" y="838"/>
                    </a:lnTo>
                    <a:lnTo>
                      <a:pt x="286" y="823"/>
                    </a:lnTo>
                    <a:lnTo>
                      <a:pt x="277" y="814"/>
                    </a:lnTo>
                    <a:lnTo>
                      <a:pt x="267" y="806"/>
                    </a:lnTo>
                    <a:lnTo>
                      <a:pt x="255" y="799"/>
                    </a:lnTo>
                    <a:lnTo>
                      <a:pt x="243" y="792"/>
                    </a:lnTo>
                    <a:lnTo>
                      <a:pt x="231" y="785"/>
                    </a:lnTo>
                    <a:lnTo>
                      <a:pt x="220" y="778"/>
                    </a:lnTo>
                    <a:lnTo>
                      <a:pt x="209" y="769"/>
                    </a:lnTo>
                    <a:lnTo>
                      <a:pt x="201" y="758"/>
                    </a:lnTo>
                    <a:lnTo>
                      <a:pt x="194" y="759"/>
                    </a:lnTo>
                    <a:lnTo>
                      <a:pt x="187" y="762"/>
                    </a:lnTo>
                    <a:lnTo>
                      <a:pt x="183" y="767"/>
                    </a:lnTo>
                    <a:lnTo>
                      <a:pt x="177" y="773"/>
                    </a:lnTo>
                    <a:lnTo>
                      <a:pt x="157" y="792"/>
                    </a:lnTo>
                    <a:lnTo>
                      <a:pt x="140" y="812"/>
                    </a:lnTo>
                    <a:lnTo>
                      <a:pt x="123" y="834"/>
                    </a:lnTo>
                    <a:lnTo>
                      <a:pt x="108" y="857"/>
                    </a:lnTo>
                    <a:lnTo>
                      <a:pt x="94" y="881"/>
                    </a:lnTo>
                    <a:lnTo>
                      <a:pt x="84" y="907"/>
                    </a:lnTo>
                    <a:lnTo>
                      <a:pt x="77" y="935"/>
                    </a:lnTo>
                    <a:lnTo>
                      <a:pt x="72" y="964"/>
                    </a:lnTo>
                    <a:lnTo>
                      <a:pt x="72" y="1004"/>
                    </a:lnTo>
                    <a:lnTo>
                      <a:pt x="62" y="1003"/>
                    </a:lnTo>
                    <a:lnTo>
                      <a:pt x="51" y="1001"/>
                    </a:lnTo>
                    <a:lnTo>
                      <a:pt x="41" y="997"/>
                    </a:lnTo>
                    <a:lnTo>
                      <a:pt x="32" y="993"/>
                    </a:lnTo>
                    <a:lnTo>
                      <a:pt x="24" y="987"/>
                    </a:lnTo>
                    <a:lnTo>
                      <a:pt x="17" y="980"/>
                    </a:lnTo>
                    <a:lnTo>
                      <a:pt x="11" y="971"/>
                    </a:lnTo>
                    <a:lnTo>
                      <a:pt x="6" y="962"/>
                    </a:lnTo>
                    <a:lnTo>
                      <a:pt x="0" y="921"/>
                    </a:lnTo>
                    <a:lnTo>
                      <a:pt x="2" y="879"/>
                    </a:lnTo>
                    <a:lnTo>
                      <a:pt x="11" y="836"/>
                    </a:lnTo>
                    <a:lnTo>
                      <a:pt x="23" y="792"/>
                    </a:lnTo>
                    <a:lnTo>
                      <a:pt x="32" y="766"/>
                    </a:lnTo>
                    <a:lnTo>
                      <a:pt x="42" y="740"/>
                    </a:lnTo>
                    <a:lnTo>
                      <a:pt x="54" y="716"/>
                    </a:lnTo>
                    <a:lnTo>
                      <a:pt x="66" y="692"/>
                    </a:lnTo>
                    <a:lnTo>
                      <a:pt x="80" y="669"/>
                    </a:lnTo>
                    <a:lnTo>
                      <a:pt x="95" y="648"/>
                    </a:lnTo>
                    <a:lnTo>
                      <a:pt x="111" y="628"/>
                    </a:lnTo>
                    <a:lnTo>
                      <a:pt x="130" y="609"/>
                    </a:lnTo>
                    <a:lnTo>
                      <a:pt x="146" y="594"/>
                    </a:lnTo>
                    <a:lnTo>
                      <a:pt x="161" y="579"/>
                    </a:lnTo>
                    <a:lnTo>
                      <a:pt x="177" y="565"/>
                    </a:lnTo>
                    <a:lnTo>
                      <a:pt x="193" y="552"/>
                    </a:lnTo>
                    <a:lnTo>
                      <a:pt x="210" y="538"/>
                    </a:lnTo>
                    <a:lnTo>
                      <a:pt x="228" y="525"/>
                    </a:lnTo>
                    <a:lnTo>
                      <a:pt x="246" y="512"/>
                    </a:lnTo>
                    <a:lnTo>
                      <a:pt x="266" y="500"/>
                    </a:lnTo>
                    <a:lnTo>
                      <a:pt x="268" y="495"/>
                    </a:lnTo>
                    <a:lnTo>
                      <a:pt x="268" y="488"/>
                    </a:lnTo>
                    <a:lnTo>
                      <a:pt x="265" y="481"/>
                    </a:lnTo>
                    <a:lnTo>
                      <a:pt x="261" y="476"/>
                    </a:lnTo>
                    <a:lnTo>
                      <a:pt x="253" y="478"/>
                    </a:lnTo>
                    <a:lnTo>
                      <a:pt x="246" y="480"/>
                    </a:lnTo>
                    <a:lnTo>
                      <a:pt x="238" y="484"/>
                    </a:lnTo>
                    <a:lnTo>
                      <a:pt x="230" y="486"/>
                    </a:lnTo>
                    <a:lnTo>
                      <a:pt x="217" y="489"/>
                    </a:lnTo>
                    <a:lnTo>
                      <a:pt x="205" y="492"/>
                    </a:lnTo>
                    <a:lnTo>
                      <a:pt x="192" y="494"/>
                    </a:lnTo>
                    <a:lnTo>
                      <a:pt x="179" y="495"/>
                    </a:lnTo>
                    <a:lnTo>
                      <a:pt x="167" y="495"/>
                    </a:lnTo>
                    <a:lnTo>
                      <a:pt x="154" y="493"/>
                    </a:lnTo>
                    <a:lnTo>
                      <a:pt x="142" y="488"/>
                    </a:lnTo>
                    <a:lnTo>
                      <a:pt x="131" y="481"/>
                    </a:lnTo>
                    <a:lnTo>
                      <a:pt x="122" y="470"/>
                    </a:lnTo>
                    <a:lnTo>
                      <a:pt x="116" y="457"/>
                    </a:lnTo>
                    <a:lnTo>
                      <a:pt x="112" y="443"/>
                    </a:lnTo>
                    <a:lnTo>
                      <a:pt x="111" y="430"/>
                    </a:lnTo>
                    <a:lnTo>
                      <a:pt x="104" y="427"/>
                    </a:lnTo>
                    <a:lnTo>
                      <a:pt x="99" y="423"/>
                    </a:lnTo>
                    <a:lnTo>
                      <a:pt x="93" y="418"/>
                    </a:lnTo>
                    <a:lnTo>
                      <a:pt x="88" y="412"/>
                    </a:lnTo>
                    <a:lnTo>
                      <a:pt x="87" y="406"/>
                    </a:lnTo>
                    <a:lnTo>
                      <a:pt x="88" y="403"/>
                    </a:lnTo>
                    <a:lnTo>
                      <a:pt x="88" y="398"/>
                    </a:lnTo>
                    <a:lnTo>
                      <a:pt x="85" y="392"/>
                    </a:lnTo>
                    <a:lnTo>
                      <a:pt x="82" y="385"/>
                    </a:lnTo>
                    <a:lnTo>
                      <a:pt x="86" y="379"/>
                    </a:lnTo>
                    <a:lnTo>
                      <a:pt x="91" y="374"/>
                    </a:lnTo>
                    <a:lnTo>
                      <a:pt x="92" y="371"/>
                    </a:lnTo>
                    <a:lnTo>
                      <a:pt x="89" y="365"/>
                    </a:lnTo>
                    <a:lnTo>
                      <a:pt x="85" y="360"/>
                    </a:lnTo>
                    <a:lnTo>
                      <a:pt x="78" y="356"/>
                    </a:lnTo>
                    <a:lnTo>
                      <a:pt x="72" y="354"/>
                    </a:lnTo>
                    <a:lnTo>
                      <a:pt x="64" y="350"/>
                    </a:lnTo>
                    <a:lnTo>
                      <a:pt x="57" y="348"/>
                    </a:lnTo>
                    <a:lnTo>
                      <a:pt x="51" y="344"/>
                    </a:lnTo>
                    <a:lnTo>
                      <a:pt x="46" y="340"/>
                    </a:lnTo>
                    <a:lnTo>
                      <a:pt x="50" y="334"/>
                    </a:lnTo>
                    <a:lnTo>
                      <a:pt x="57" y="321"/>
                    </a:lnTo>
                    <a:lnTo>
                      <a:pt x="64" y="306"/>
                    </a:lnTo>
                    <a:lnTo>
                      <a:pt x="68" y="291"/>
                    </a:lnTo>
                    <a:lnTo>
                      <a:pt x="66" y="267"/>
                    </a:lnTo>
                    <a:lnTo>
                      <a:pt x="61" y="243"/>
                    </a:lnTo>
                    <a:lnTo>
                      <a:pt x="54" y="219"/>
                    </a:lnTo>
                    <a:lnTo>
                      <a:pt x="53" y="195"/>
                    </a:lnTo>
                    <a:lnTo>
                      <a:pt x="55" y="181"/>
                    </a:lnTo>
                    <a:lnTo>
                      <a:pt x="59" y="168"/>
                    </a:lnTo>
                    <a:lnTo>
                      <a:pt x="64" y="157"/>
                    </a:lnTo>
                    <a:lnTo>
                      <a:pt x="71" y="146"/>
                    </a:lnTo>
                    <a:lnTo>
                      <a:pt x="78" y="136"/>
                    </a:lnTo>
                    <a:lnTo>
                      <a:pt x="86" y="127"/>
                    </a:lnTo>
                    <a:lnTo>
                      <a:pt x="95" y="117"/>
                    </a:lnTo>
                    <a:lnTo>
                      <a:pt x="106" y="109"/>
                    </a:lnTo>
                    <a:lnTo>
                      <a:pt x="106" y="98"/>
                    </a:lnTo>
                    <a:lnTo>
                      <a:pt x="103" y="86"/>
                    </a:lnTo>
                    <a:lnTo>
                      <a:pt x="103" y="76"/>
                    </a:lnTo>
                    <a:lnTo>
                      <a:pt x="108" y="64"/>
                    </a:lnTo>
                    <a:lnTo>
                      <a:pt x="119" y="51"/>
                    </a:lnTo>
                    <a:lnTo>
                      <a:pt x="134" y="39"/>
                    </a:lnTo>
                    <a:lnTo>
                      <a:pt x="149" y="29"/>
                    </a:lnTo>
                    <a:lnTo>
                      <a:pt x="167" y="21"/>
                    </a:lnTo>
                    <a:lnTo>
                      <a:pt x="184" y="14"/>
                    </a:lnTo>
                    <a:lnTo>
                      <a:pt x="202" y="9"/>
                    </a:lnTo>
                    <a:lnTo>
                      <a:pt x="221" y="6"/>
                    </a:lnTo>
                    <a:lnTo>
                      <a:pt x="238" y="2"/>
                    </a:lnTo>
                    <a:lnTo>
                      <a:pt x="251" y="1"/>
                    </a:lnTo>
                    <a:lnTo>
                      <a:pt x="265" y="0"/>
                    </a:lnTo>
                    <a:lnTo>
                      <a:pt x="278" y="0"/>
                    </a:lnTo>
                    <a:lnTo>
                      <a:pt x="292" y="1"/>
                    </a:lnTo>
                    <a:lnTo>
                      <a:pt x="307" y="3"/>
                    </a:lnTo>
                    <a:lnTo>
                      <a:pt x="321" y="6"/>
                    </a:lnTo>
                    <a:lnTo>
                      <a:pt x="335" y="8"/>
                    </a:lnTo>
                    <a:lnTo>
                      <a:pt x="350" y="11"/>
                    </a:lnTo>
                    <a:lnTo>
                      <a:pt x="364" y="16"/>
                    </a:lnTo>
                    <a:lnTo>
                      <a:pt x="377" y="21"/>
                    </a:lnTo>
                    <a:lnTo>
                      <a:pt x="390" y="25"/>
                    </a:lnTo>
                    <a:lnTo>
                      <a:pt x="403" y="31"/>
                    </a:lnTo>
                    <a:lnTo>
                      <a:pt x="415" y="38"/>
                    </a:lnTo>
                    <a:lnTo>
                      <a:pt x="428" y="45"/>
                    </a:lnTo>
                    <a:lnTo>
                      <a:pt x="440" y="52"/>
                    </a:lnTo>
                    <a:lnTo>
                      <a:pt x="450" y="60"/>
                    </a:lnTo>
                    <a:lnTo>
                      <a:pt x="458" y="67"/>
                    </a:lnTo>
                    <a:lnTo>
                      <a:pt x="465" y="74"/>
                    </a:lnTo>
                    <a:lnTo>
                      <a:pt x="472" y="83"/>
                    </a:lnTo>
                    <a:lnTo>
                      <a:pt x="479" y="91"/>
                    </a:lnTo>
                    <a:lnTo>
                      <a:pt x="486" y="100"/>
                    </a:lnTo>
                    <a:lnTo>
                      <a:pt x="492" y="109"/>
                    </a:lnTo>
                    <a:lnTo>
                      <a:pt x="497" y="120"/>
                    </a:lnTo>
                    <a:lnTo>
                      <a:pt x="503" y="1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4" name="任意多边形 332898"/>
              <p:cNvSpPr/>
              <p:nvPr/>
            </p:nvSpPr>
            <p:spPr>
              <a:xfrm>
                <a:off x="2457" y="2094"/>
                <a:ext cx="188" cy="233"/>
              </a:xfrm>
              <a:custGeom>
                <a:avLst/>
                <a:gdLst/>
                <a:ahLst/>
                <a:cxnLst/>
                <a:pathLst>
                  <a:path w="375" h="468">
                    <a:moveTo>
                      <a:pt x="189" y="11"/>
                    </a:moveTo>
                    <a:lnTo>
                      <a:pt x="199" y="19"/>
                    </a:lnTo>
                    <a:lnTo>
                      <a:pt x="208" y="29"/>
                    </a:lnTo>
                    <a:lnTo>
                      <a:pt x="216" y="39"/>
                    </a:lnTo>
                    <a:lnTo>
                      <a:pt x="223" y="51"/>
                    </a:lnTo>
                    <a:lnTo>
                      <a:pt x="230" y="63"/>
                    </a:lnTo>
                    <a:lnTo>
                      <a:pt x="237" y="74"/>
                    </a:lnTo>
                    <a:lnTo>
                      <a:pt x="245" y="86"/>
                    </a:lnTo>
                    <a:lnTo>
                      <a:pt x="253" y="96"/>
                    </a:lnTo>
                    <a:lnTo>
                      <a:pt x="266" y="118"/>
                    </a:lnTo>
                    <a:lnTo>
                      <a:pt x="272" y="142"/>
                    </a:lnTo>
                    <a:lnTo>
                      <a:pt x="273" y="167"/>
                    </a:lnTo>
                    <a:lnTo>
                      <a:pt x="275" y="191"/>
                    </a:lnTo>
                    <a:lnTo>
                      <a:pt x="282" y="187"/>
                    </a:lnTo>
                    <a:lnTo>
                      <a:pt x="289" y="182"/>
                    </a:lnTo>
                    <a:lnTo>
                      <a:pt x="296" y="177"/>
                    </a:lnTo>
                    <a:lnTo>
                      <a:pt x="303" y="172"/>
                    </a:lnTo>
                    <a:lnTo>
                      <a:pt x="310" y="167"/>
                    </a:lnTo>
                    <a:lnTo>
                      <a:pt x="317" y="164"/>
                    </a:lnTo>
                    <a:lnTo>
                      <a:pt x="325" y="163"/>
                    </a:lnTo>
                    <a:lnTo>
                      <a:pt x="334" y="163"/>
                    </a:lnTo>
                    <a:lnTo>
                      <a:pt x="340" y="164"/>
                    </a:lnTo>
                    <a:lnTo>
                      <a:pt x="345" y="166"/>
                    </a:lnTo>
                    <a:lnTo>
                      <a:pt x="350" y="170"/>
                    </a:lnTo>
                    <a:lnTo>
                      <a:pt x="353" y="174"/>
                    </a:lnTo>
                    <a:lnTo>
                      <a:pt x="356" y="191"/>
                    </a:lnTo>
                    <a:lnTo>
                      <a:pt x="351" y="208"/>
                    </a:lnTo>
                    <a:lnTo>
                      <a:pt x="341" y="224"/>
                    </a:lnTo>
                    <a:lnTo>
                      <a:pt x="328" y="235"/>
                    </a:lnTo>
                    <a:lnTo>
                      <a:pt x="322" y="238"/>
                    </a:lnTo>
                    <a:lnTo>
                      <a:pt x="317" y="239"/>
                    </a:lnTo>
                    <a:lnTo>
                      <a:pt x="311" y="238"/>
                    </a:lnTo>
                    <a:lnTo>
                      <a:pt x="305" y="236"/>
                    </a:lnTo>
                    <a:lnTo>
                      <a:pt x="292" y="230"/>
                    </a:lnTo>
                    <a:lnTo>
                      <a:pt x="295" y="236"/>
                    </a:lnTo>
                    <a:lnTo>
                      <a:pt x="299" y="242"/>
                    </a:lnTo>
                    <a:lnTo>
                      <a:pt x="305" y="247"/>
                    </a:lnTo>
                    <a:lnTo>
                      <a:pt x="313" y="249"/>
                    </a:lnTo>
                    <a:lnTo>
                      <a:pt x="320" y="251"/>
                    </a:lnTo>
                    <a:lnTo>
                      <a:pt x="327" y="253"/>
                    </a:lnTo>
                    <a:lnTo>
                      <a:pt x="334" y="254"/>
                    </a:lnTo>
                    <a:lnTo>
                      <a:pt x="340" y="254"/>
                    </a:lnTo>
                    <a:lnTo>
                      <a:pt x="340" y="271"/>
                    </a:lnTo>
                    <a:lnTo>
                      <a:pt x="341" y="289"/>
                    </a:lnTo>
                    <a:lnTo>
                      <a:pt x="342" y="308"/>
                    </a:lnTo>
                    <a:lnTo>
                      <a:pt x="345" y="325"/>
                    </a:lnTo>
                    <a:lnTo>
                      <a:pt x="350" y="342"/>
                    </a:lnTo>
                    <a:lnTo>
                      <a:pt x="356" y="360"/>
                    </a:lnTo>
                    <a:lnTo>
                      <a:pt x="365" y="376"/>
                    </a:lnTo>
                    <a:lnTo>
                      <a:pt x="375" y="392"/>
                    </a:lnTo>
                    <a:lnTo>
                      <a:pt x="371" y="405"/>
                    </a:lnTo>
                    <a:lnTo>
                      <a:pt x="364" y="416"/>
                    </a:lnTo>
                    <a:lnTo>
                      <a:pt x="355" y="428"/>
                    </a:lnTo>
                    <a:lnTo>
                      <a:pt x="345" y="437"/>
                    </a:lnTo>
                    <a:lnTo>
                      <a:pt x="336" y="446"/>
                    </a:lnTo>
                    <a:lnTo>
                      <a:pt x="325" y="454"/>
                    </a:lnTo>
                    <a:lnTo>
                      <a:pt x="313" y="460"/>
                    </a:lnTo>
                    <a:lnTo>
                      <a:pt x="300" y="464"/>
                    </a:lnTo>
                    <a:lnTo>
                      <a:pt x="288" y="467"/>
                    </a:lnTo>
                    <a:lnTo>
                      <a:pt x="275" y="468"/>
                    </a:lnTo>
                    <a:lnTo>
                      <a:pt x="261" y="467"/>
                    </a:lnTo>
                    <a:lnTo>
                      <a:pt x="249" y="464"/>
                    </a:lnTo>
                    <a:lnTo>
                      <a:pt x="234" y="456"/>
                    </a:lnTo>
                    <a:lnTo>
                      <a:pt x="229" y="438"/>
                    </a:lnTo>
                    <a:lnTo>
                      <a:pt x="224" y="418"/>
                    </a:lnTo>
                    <a:lnTo>
                      <a:pt x="220" y="400"/>
                    </a:lnTo>
                    <a:lnTo>
                      <a:pt x="215" y="382"/>
                    </a:lnTo>
                    <a:lnTo>
                      <a:pt x="226" y="371"/>
                    </a:lnTo>
                    <a:lnTo>
                      <a:pt x="235" y="360"/>
                    </a:lnTo>
                    <a:lnTo>
                      <a:pt x="243" y="347"/>
                    </a:lnTo>
                    <a:lnTo>
                      <a:pt x="251" y="334"/>
                    </a:lnTo>
                    <a:lnTo>
                      <a:pt x="257" y="320"/>
                    </a:lnTo>
                    <a:lnTo>
                      <a:pt x="262" y="307"/>
                    </a:lnTo>
                    <a:lnTo>
                      <a:pt x="267" y="293"/>
                    </a:lnTo>
                    <a:lnTo>
                      <a:pt x="272" y="278"/>
                    </a:lnTo>
                    <a:lnTo>
                      <a:pt x="273" y="271"/>
                    </a:lnTo>
                    <a:lnTo>
                      <a:pt x="275" y="264"/>
                    </a:lnTo>
                    <a:lnTo>
                      <a:pt x="276" y="257"/>
                    </a:lnTo>
                    <a:lnTo>
                      <a:pt x="276" y="250"/>
                    </a:lnTo>
                    <a:lnTo>
                      <a:pt x="262" y="279"/>
                    </a:lnTo>
                    <a:lnTo>
                      <a:pt x="249" y="302"/>
                    </a:lnTo>
                    <a:lnTo>
                      <a:pt x="236" y="322"/>
                    </a:lnTo>
                    <a:lnTo>
                      <a:pt x="223" y="335"/>
                    </a:lnTo>
                    <a:lnTo>
                      <a:pt x="213" y="347"/>
                    </a:lnTo>
                    <a:lnTo>
                      <a:pt x="204" y="354"/>
                    </a:lnTo>
                    <a:lnTo>
                      <a:pt x="199" y="358"/>
                    </a:lnTo>
                    <a:lnTo>
                      <a:pt x="197" y="360"/>
                    </a:lnTo>
                    <a:lnTo>
                      <a:pt x="186" y="368"/>
                    </a:lnTo>
                    <a:lnTo>
                      <a:pt x="175" y="373"/>
                    </a:lnTo>
                    <a:lnTo>
                      <a:pt x="162" y="379"/>
                    </a:lnTo>
                    <a:lnTo>
                      <a:pt x="151" y="383"/>
                    </a:lnTo>
                    <a:lnTo>
                      <a:pt x="138" y="385"/>
                    </a:lnTo>
                    <a:lnTo>
                      <a:pt x="125" y="386"/>
                    </a:lnTo>
                    <a:lnTo>
                      <a:pt x="111" y="386"/>
                    </a:lnTo>
                    <a:lnTo>
                      <a:pt x="99" y="384"/>
                    </a:lnTo>
                    <a:lnTo>
                      <a:pt x="92" y="382"/>
                    </a:lnTo>
                    <a:lnTo>
                      <a:pt x="85" y="379"/>
                    </a:lnTo>
                    <a:lnTo>
                      <a:pt x="79" y="375"/>
                    </a:lnTo>
                    <a:lnTo>
                      <a:pt x="75" y="369"/>
                    </a:lnTo>
                    <a:lnTo>
                      <a:pt x="70" y="363"/>
                    </a:lnTo>
                    <a:lnTo>
                      <a:pt x="66" y="357"/>
                    </a:lnTo>
                    <a:lnTo>
                      <a:pt x="64" y="350"/>
                    </a:lnTo>
                    <a:lnTo>
                      <a:pt x="62" y="344"/>
                    </a:lnTo>
                    <a:lnTo>
                      <a:pt x="63" y="334"/>
                    </a:lnTo>
                    <a:lnTo>
                      <a:pt x="69" y="327"/>
                    </a:lnTo>
                    <a:lnTo>
                      <a:pt x="78" y="322"/>
                    </a:lnTo>
                    <a:lnTo>
                      <a:pt x="85" y="315"/>
                    </a:lnTo>
                    <a:lnTo>
                      <a:pt x="106" y="287"/>
                    </a:lnTo>
                    <a:lnTo>
                      <a:pt x="99" y="288"/>
                    </a:lnTo>
                    <a:lnTo>
                      <a:pt x="92" y="289"/>
                    </a:lnTo>
                    <a:lnTo>
                      <a:pt x="84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2" y="291"/>
                    </a:lnTo>
                    <a:lnTo>
                      <a:pt x="56" y="289"/>
                    </a:lnTo>
                    <a:lnTo>
                      <a:pt x="50" y="285"/>
                    </a:lnTo>
                    <a:lnTo>
                      <a:pt x="48" y="281"/>
                    </a:lnTo>
                    <a:lnTo>
                      <a:pt x="48" y="278"/>
                    </a:lnTo>
                    <a:lnTo>
                      <a:pt x="48" y="274"/>
                    </a:lnTo>
                    <a:lnTo>
                      <a:pt x="48" y="270"/>
                    </a:lnTo>
                    <a:lnTo>
                      <a:pt x="55" y="265"/>
                    </a:lnTo>
                    <a:lnTo>
                      <a:pt x="61" y="259"/>
                    </a:lnTo>
                    <a:lnTo>
                      <a:pt x="64" y="251"/>
                    </a:lnTo>
                    <a:lnTo>
                      <a:pt x="63" y="244"/>
                    </a:lnTo>
                    <a:lnTo>
                      <a:pt x="61" y="240"/>
                    </a:lnTo>
                    <a:lnTo>
                      <a:pt x="57" y="235"/>
                    </a:lnTo>
                    <a:lnTo>
                      <a:pt x="54" y="232"/>
                    </a:lnTo>
                    <a:lnTo>
                      <a:pt x="48" y="230"/>
                    </a:lnTo>
                    <a:lnTo>
                      <a:pt x="43" y="228"/>
                    </a:lnTo>
                    <a:lnTo>
                      <a:pt x="38" y="227"/>
                    </a:lnTo>
                    <a:lnTo>
                      <a:pt x="32" y="226"/>
                    </a:lnTo>
                    <a:lnTo>
                      <a:pt x="26" y="226"/>
                    </a:lnTo>
                    <a:lnTo>
                      <a:pt x="33" y="231"/>
                    </a:lnTo>
                    <a:lnTo>
                      <a:pt x="40" y="233"/>
                    </a:lnTo>
                    <a:lnTo>
                      <a:pt x="46" y="238"/>
                    </a:lnTo>
                    <a:lnTo>
                      <a:pt x="48" y="244"/>
                    </a:lnTo>
                    <a:lnTo>
                      <a:pt x="48" y="249"/>
                    </a:lnTo>
                    <a:lnTo>
                      <a:pt x="46" y="254"/>
                    </a:lnTo>
                    <a:lnTo>
                      <a:pt x="43" y="257"/>
                    </a:lnTo>
                    <a:lnTo>
                      <a:pt x="40" y="259"/>
                    </a:lnTo>
                    <a:lnTo>
                      <a:pt x="35" y="261"/>
                    </a:lnTo>
                    <a:lnTo>
                      <a:pt x="30" y="261"/>
                    </a:lnTo>
                    <a:lnTo>
                      <a:pt x="25" y="259"/>
                    </a:lnTo>
                    <a:lnTo>
                      <a:pt x="20" y="258"/>
                    </a:lnTo>
                    <a:lnTo>
                      <a:pt x="15" y="256"/>
                    </a:lnTo>
                    <a:lnTo>
                      <a:pt x="10" y="254"/>
                    </a:lnTo>
                    <a:lnTo>
                      <a:pt x="4" y="253"/>
                    </a:lnTo>
                    <a:lnTo>
                      <a:pt x="0" y="251"/>
                    </a:lnTo>
                    <a:lnTo>
                      <a:pt x="9" y="231"/>
                    </a:lnTo>
                    <a:lnTo>
                      <a:pt x="12" y="210"/>
                    </a:lnTo>
                    <a:lnTo>
                      <a:pt x="12" y="188"/>
                    </a:lnTo>
                    <a:lnTo>
                      <a:pt x="9" y="167"/>
                    </a:lnTo>
                    <a:lnTo>
                      <a:pt x="5" y="147"/>
                    </a:lnTo>
                    <a:lnTo>
                      <a:pt x="4" y="126"/>
                    </a:lnTo>
                    <a:lnTo>
                      <a:pt x="7" y="104"/>
                    </a:lnTo>
                    <a:lnTo>
                      <a:pt x="15" y="82"/>
                    </a:lnTo>
                    <a:lnTo>
                      <a:pt x="19" y="75"/>
                    </a:lnTo>
                    <a:lnTo>
                      <a:pt x="23" y="68"/>
                    </a:lnTo>
                    <a:lnTo>
                      <a:pt x="27" y="61"/>
                    </a:lnTo>
                    <a:lnTo>
                      <a:pt x="32" y="53"/>
                    </a:lnTo>
                    <a:lnTo>
                      <a:pt x="37" y="46"/>
                    </a:lnTo>
                    <a:lnTo>
                      <a:pt x="42" y="39"/>
                    </a:lnTo>
                    <a:lnTo>
                      <a:pt x="47" y="33"/>
                    </a:lnTo>
                    <a:lnTo>
                      <a:pt x="52" y="26"/>
                    </a:lnTo>
                    <a:lnTo>
                      <a:pt x="54" y="33"/>
                    </a:lnTo>
                    <a:lnTo>
                      <a:pt x="56" y="38"/>
                    </a:lnTo>
                    <a:lnTo>
                      <a:pt x="58" y="44"/>
                    </a:lnTo>
                    <a:lnTo>
                      <a:pt x="63" y="49"/>
                    </a:lnTo>
                    <a:lnTo>
                      <a:pt x="76" y="36"/>
                    </a:lnTo>
                    <a:lnTo>
                      <a:pt x="91" y="25"/>
                    </a:lnTo>
                    <a:lnTo>
                      <a:pt x="107" y="14"/>
                    </a:lnTo>
                    <a:lnTo>
                      <a:pt x="124" y="7"/>
                    </a:lnTo>
                    <a:lnTo>
                      <a:pt x="141" y="1"/>
                    </a:lnTo>
                    <a:lnTo>
                      <a:pt x="158" y="0"/>
                    </a:lnTo>
                    <a:lnTo>
                      <a:pt x="174" y="4"/>
                    </a:lnTo>
                    <a:lnTo>
                      <a:pt x="189" y="11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5" name="任意多边形 332899"/>
              <p:cNvSpPr/>
              <p:nvPr/>
            </p:nvSpPr>
            <p:spPr>
              <a:xfrm>
                <a:off x="2603" y="2181"/>
                <a:ext cx="27" cy="19"/>
              </a:xfrm>
              <a:custGeom>
                <a:avLst/>
                <a:gdLst/>
                <a:ahLst/>
                <a:cxnLst/>
                <a:pathLst>
                  <a:path w="53" h="38">
                    <a:moveTo>
                      <a:pt x="38" y="34"/>
                    </a:moveTo>
                    <a:lnTo>
                      <a:pt x="37" y="35"/>
                    </a:lnTo>
                    <a:lnTo>
                      <a:pt x="37" y="36"/>
                    </a:lnTo>
                    <a:lnTo>
                      <a:pt x="36" y="37"/>
                    </a:lnTo>
                    <a:lnTo>
                      <a:pt x="36" y="38"/>
                    </a:lnTo>
                    <a:lnTo>
                      <a:pt x="36" y="34"/>
                    </a:lnTo>
                    <a:lnTo>
                      <a:pt x="36" y="28"/>
                    </a:lnTo>
                    <a:lnTo>
                      <a:pt x="35" y="22"/>
                    </a:lnTo>
                    <a:lnTo>
                      <a:pt x="31" y="19"/>
                    </a:lnTo>
                    <a:lnTo>
                      <a:pt x="22" y="17"/>
                    </a:lnTo>
                    <a:lnTo>
                      <a:pt x="15" y="22"/>
                    </a:lnTo>
                    <a:lnTo>
                      <a:pt x="7" y="28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3" y="21"/>
                    </a:lnTo>
                    <a:lnTo>
                      <a:pt x="6" y="15"/>
                    </a:lnTo>
                    <a:lnTo>
                      <a:pt x="10" y="11"/>
                    </a:lnTo>
                    <a:lnTo>
                      <a:pt x="14" y="6"/>
                    </a:lnTo>
                    <a:lnTo>
                      <a:pt x="20" y="4"/>
                    </a:lnTo>
                    <a:lnTo>
                      <a:pt x="25" y="3"/>
                    </a:lnTo>
                    <a:lnTo>
                      <a:pt x="30" y="1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53" y="0"/>
                    </a:lnTo>
                    <a:lnTo>
                      <a:pt x="43" y="4"/>
                    </a:lnTo>
                    <a:lnTo>
                      <a:pt x="42" y="13"/>
                    </a:lnTo>
                    <a:lnTo>
                      <a:pt x="43" y="23"/>
                    </a:lnTo>
                    <a:lnTo>
                      <a:pt x="38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6" name="任意多边形 332900"/>
              <p:cNvSpPr/>
              <p:nvPr/>
            </p:nvSpPr>
            <p:spPr>
              <a:xfrm>
                <a:off x="2486" y="2177"/>
                <a:ext cx="50" cy="19"/>
              </a:xfrm>
              <a:custGeom>
                <a:avLst/>
                <a:gdLst/>
                <a:ahLst/>
                <a:cxnLst/>
                <a:pathLst>
                  <a:path w="100" h="37">
                    <a:moveTo>
                      <a:pt x="52" y="37"/>
                    </a:moveTo>
                    <a:lnTo>
                      <a:pt x="45" y="36"/>
                    </a:lnTo>
                    <a:lnTo>
                      <a:pt x="37" y="35"/>
                    </a:lnTo>
                    <a:lnTo>
                      <a:pt x="30" y="31"/>
                    </a:lnTo>
                    <a:lnTo>
                      <a:pt x="23" y="28"/>
                    </a:lnTo>
                    <a:lnTo>
                      <a:pt x="17" y="23"/>
                    </a:lnTo>
                    <a:lnTo>
                      <a:pt x="10" y="18"/>
                    </a:lnTo>
                    <a:lnTo>
                      <a:pt x="5" y="12"/>
                    </a:lnTo>
                    <a:lnTo>
                      <a:pt x="0" y="6"/>
                    </a:lnTo>
                    <a:lnTo>
                      <a:pt x="10" y="10"/>
                    </a:lnTo>
                    <a:lnTo>
                      <a:pt x="19" y="12"/>
                    </a:lnTo>
                    <a:lnTo>
                      <a:pt x="28" y="14"/>
                    </a:lnTo>
                    <a:lnTo>
                      <a:pt x="38" y="16"/>
                    </a:lnTo>
                    <a:lnTo>
                      <a:pt x="48" y="16"/>
                    </a:lnTo>
                    <a:lnTo>
                      <a:pt x="58" y="16"/>
                    </a:lnTo>
                    <a:lnTo>
                      <a:pt x="68" y="14"/>
                    </a:lnTo>
                    <a:lnTo>
                      <a:pt x="79" y="10"/>
                    </a:lnTo>
                    <a:lnTo>
                      <a:pt x="100" y="0"/>
                    </a:lnTo>
                    <a:lnTo>
                      <a:pt x="95" y="6"/>
                    </a:lnTo>
                    <a:lnTo>
                      <a:pt x="90" y="13"/>
                    </a:lnTo>
                    <a:lnTo>
                      <a:pt x="86" y="19"/>
                    </a:lnTo>
                    <a:lnTo>
                      <a:pt x="80" y="24"/>
                    </a:lnTo>
                    <a:lnTo>
                      <a:pt x="74" y="30"/>
                    </a:lnTo>
                    <a:lnTo>
                      <a:pt x="67" y="34"/>
                    </a:lnTo>
                    <a:lnTo>
                      <a:pt x="60" y="36"/>
                    </a:lnTo>
                    <a:lnTo>
                      <a:pt x="52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7" name="任意多边形 332901"/>
              <p:cNvSpPr/>
              <p:nvPr/>
            </p:nvSpPr>
            <p:spPr>
              <a:xfrm>
                <a:off x="2480" y="2276"/>
                <a:ext cx="278" cy="216"/>
              </a:xfrm>
              <a:custGeom>
                <a:avLst/>
                <a:gdLst/>
                <a:ahLst/>
                <a:cxnLst/>
                <a:pathLst>
                  <a:path w="555" h="432">
                    <a:moveTo>
                      <a:pt x="555" y="66"/>
                    </a:moveTo>
                    <a:lnTo>
                      <a:pt x="548" y="75"/>
                    </a:lnTo>
                    <a:lnTo>
                      <a:pt x="542" y="86"/>
                    </a:lnTo>
                    <a:lnTo>
                      <a:pt x="536" y="96"/>
                    </a:lnTo>
                    <a:lnTo>
                      <a:pt x="530" y="106"/>
                    </a:lnTo>
                    <a:lnTo>
                      <a:pt x="525" y="118"/>
                    </a:lnTo>
                    <a:lnTo>
                      <a:pt x="522" y="129"/>
                    </a:lnTo>
                    <a:lnTo>
                      <a:pt x="522" y="142"/>
                    </a:lnTo>
                    <a:lnTo>
                      <a:pt x="524" y="154"/>
                    </a:lnTo>
                    <a:lnTo>
                      <a:pt x="523" y="155"/>
                    </a:lnTo>
                    <a:lnTo>
                      <a:pt x="521" y="156"/>
                    </a:lnTo>
                    <a:lnTo>
                      <a:pt x="519" y="156"/>
                    </a:lnTo>
                    <a:lnTo>
                      <a:pt x="517" y="155"/>
                    </a:lnTo>
                    <a:lnTo>
                      <a:pt x="514" y="143"/>
                    </a:lnTo>
                    <a:lnTo>
                      <a:pt x="509" y="131"/>
                    </a:lnTo>
                    <a:lnTo>
                      <a:pt x="503" y="119"/>
                    </a:lnTo>
                    <a:lnTo>
                      <a:pt x="496" y="109"/>
                    </a:lnTo>
                    <a:lnTo>
                      <a:pt x="488" y="98"/>
                    </a:lnTo>
                    <a:lnTo>
                      <a:pt x="479" y="90"/>
                    </a:lnTo>
                    <a:lnTo>
                      <a:pt x="469" y="82"/>
                    </a:lnTo>
                    <a:lnTo>
                      <a:pt x="458" y="76"/>
                    </a:lnTo>
                    <a:lnTo>
                      <a:pt x="466" y="84"/>
                    </a:lnTo>
                    <a:lnTo>
                      <a:pt x="473" y="95"/>
                    </a:lnTo>
                    <a:lnTo>
                      <a:pt x="480" y="105"/>
                    </a:lnTo>
                    <a:lnTo>
                      <a:pt x="486" y="116"/>
                    </a:lnTo>
                    <a:lnTo>
                      <a:pt x="491" y="128"/>
                    </a:lnTo>
                    <a:lnTo>
                      <a:pt x="493" y="141"/>
                    </a:lnTo>
                    <a:lnTo>
                      <a:pt x="493" y="154"/>
                    </a:lnTo>
                    <a:lnTo>
                      <a:pt x="489" y="166"/>
                    </a:lnTo>
                    <a:lnTo>
                      <a:pt x="483" y="182"/>
                    </a:lnTo>
                    <a:lnTo>
                      <a:pt x="474" y="197"/>
                    </a:lnTo>
                    <a:lnTo>
                      <a:pt x="465" y="211"/>
                    </a:lnTo>
                    <a:lnTo>
                      <a:pt x="454" y="224"/>
                    </a:lnTo>
                    <a:lnTo>
                      <a:pt x="440" y="234"/>
                    </a:lnTo>
                    <a:lnTo>
                      <a:pt x="426" y="243"/>
                    </a:lnTo>
                    <a:lnTo>
                      <a:pt x="411" y="251"/>
                    </a:lnTo>
                    <a:lnTo>
                      <a:pt x="394" y="256"/>
                    </a:lnTo>
                    <a:lnTo>
                      <a:pt x="388" y="256"/>
                    </a:lnTo>
                    <a:lnTo>
                      <a:pt x="382" y="256"/>
                    </a:lnTo>
                    <a:lnTo>
                      <a:pt x="377" y="256"/>
                    </a:lnTo>
                    <a:lnTo>
                      <a:pt x="371" y="254"/>
                    </a:lnTo>
                    <a:lnTo>
                      <a:pt x="365" y="253"/>
                    </a:lnTo>
                    <a:lnTo>
                      <a:pt x="359" y="250"/>
                    </a:lnTo>
                    <a:lnTo>
                      <a:pt x="353" y="248"/>
                    </a:lnTo>
                    <a:lnTo>
                      <a:pt x="349" y="246"/>
                    </a:lnTo>
                    <a:lnTo>
                      <a:pt x="355" y="253"/>
                    </a:lnTo>
                    <a:lnTo>
                      <a:pt x="363" y="258"/>
                    </a:lnTo>
                    <a:lnTo>
                      <a:pt x="371" y="264"/>
                    </a:lnTo>
                    <a:lnTo>
                      <a:pt x="380" y="269"/>
                    </a:lnTo>
                    <a:lnTo>
                      <a:pt x="389" y="272"/>
                    </a:lnTo>
                    <a:lnTo>
                      <a:pt x="400" y="274"/>
                    </a:lnTo>
                    <a:lnTo>
                      <a:pt x="410" y="276"/>
                    </a:lnTo>
                    <a:lnTo>
                      <a:pt x="419" y="276"/>
                    </a:lnTo>
                    <a:lnTo>
                      <a:pt x="425" y="274"/>
                    </a:lnTo>
                    <a:lnTo>
                      <a:pt x="431" y="274"/>
                    </a:lnTo>
                    <a:lnTo>
                      <a:pt x="436" y="273"/>
                    </a:lnTo>
                    <a:lnTo>
                      <a:pt x="442" y="271"/>
                    </a:lnTo>
                    <a:lnTo>
                      <a:pt x="448" y="270"/>
                    </a:lnTo>
                    <a:lnTo>
                      <a:pt x="453" y="268"/>
                    </a:lnTo>
                    <a:lnTo>
                      <a:pt x="458" y="264"/>
                    </a:lnTo>
                    <a:lnTo>
                      <a:pt x="464" y="262"/>
                    </a:lnTo>
                    <a:lnTo>
                      <a:pt x="466" y="278"/>
                    </a:lnTo>
                    <a:lnTo>
                      <a:pt x="472" y="294"/>
                    </a:lnTo>
                    <a:lnTo>
                      <a:pt x="476" y="311"/>
                    </a:lnTo>
                    <a:lnTo>
                      <a:pt x="472" y="329"/>
                    </a:lnTo>
                    <a:lnTo>
                      <a:pt x="466" y="340"/>
                    </a:lnTo>
                    <a:lnTo>
                      <a:pt x="461" y="351"/>
                    </a:lnTo>
                    <a:lnTo>
                      <a:pt x="455" y="361"/>
                    </a:lnTo>
                    <a:lnTo>
                      <a:pt x="447" y="371"/>
                    </a:lnTo>
                    <a:lnTo>
                      <a:pt x="439" y="380"/>
                    </a:lnTo>
                    <a:lnTo>
                      <a:pt x="430" y="389"/>
                    </a:lnTo>
                    <a:lnTo>
                      <a:pt x="419" y="397"/>
                    </a:lnTo>
                    <a:lnTo>
                      <a:pt x="408" y="402"/>
                    </a:lnTo>
                    <a:lnTo>
                      <a:pt x="387" y="412"/>
                    </a:lnTo>
                    <a:lnTo>
                      <a:pt x="366" y="420"/>
                    </a:lnTo>
                    <a:lnTo>
                      <a:pt x="344" y="425"/>
                    </a:lnTo>
                    <a:lnTo>
                      <a:pt x="324" y="430"/>
                    </a:lnTo>
                    <a:lnTo>
                      <a:pt x="302" y="432"/>
                    </a:lnTo>
                    <a:lnTo>
                      <a:pt x="280" y="431"/>
                    </a:lnTo>
                    <a:lnTo>
                      <a:pt x="258" y="427"/>
                    </a:lnTo>
                    <a:lnTo>
                      <a:pt x="235" y="420"/>
                    </a:lnTo>
                    <a:lnTo>
                      <a:pt x="227" y="415"/>
                    </a:lnTo>
                    <a:lnTo>
                      <a:pt x="222" y="408"/>
                    </a:lnTo>
                    <a:lnTo>
                      <a:pt x="219" y="401"/>
                    </a:lnTo>
                    <a:lnTo>
                      <a:pt x="216" y="393"/>
                    </a:lnTo>
                    <a:lnTo>
                      <a:pt x="214" y="385"/>
                    </a:lnTo>
                    <a:lnTo>
                      <a:pt x="211" y="377"/>
                    </a:lnTo>
                    <a:lnTo>
                      <a:pt x="206" y="370"/>
                    </a:lnTo>
                    <a:lnTo>
                      <a:pt x="199" y="364"/>
                    </a:lnTo>
                    <a:lnTo>
                      <a:pt x="190" y="356"/>
                    </a:lnTo>
                    <a:lnTo>
                      <a:pt x="206" y="354"/>
                    </a:lnTo>
                    <a:lnTo>
                      <a:pt x="220" y="348"/>
                    </a:lnTo>
                    <a:lnTo>
                      <a:pt x="234" y="339"/>
                    </a:lnTo>
                    <a:lnTo>
                      <a:pt x="245" y="330"/>
                    </a:lnTo>
                    <a:lnTo>
                      <a:pt x="257" y="317"/>
                    </a:lnTo>
                    <a:lnTo>
                      <a:pt x="266" y="304"/>
                    </a:lnTo>
                    <a:lnTo>
                      <a:pt x="273" y="291"/>
                    </a:lnTo>
                    <a:lnTo>
                      <a:pt x="280" y="276"/>
                    </a:lnTo>
                    <a:lnTo>
                      <a:pt x="272" y="284"/>
                    </a:lnTo>
                    <a:lnTo>
                      <a:pt x="264" y="293"/>
                    </a:lnTo>
                    <a:lnTo>
                      <a:pt x="254" y="301"/>
                    </a:lnTo>
                    <a:lnTo>
                      <a:pt x="245" y="309"/>
                    </a:lnTo>
                    <a:lnTo>
                      <a:pt x="235" y="317"/>
                    </a:lnTo>
                    <a:lnTo>
                      <a:pt x="224" y="323"/>
                    </a:lnTo>
                    <a:lnTo>
                      <a:pt x="213" y="327"/>
                    </a:lnTo>
                    <a:lnTo>
                      <a:pt x="200" y="330"/>
                    </a:lnTo>
                    <a:lnTo>
                      <a:pt x="188" y="331"/>
                    </a:lnTo>
                    <a:lnTo>
                      <a:pt x="175" y="330"/>
                    </a:lnTo>
                    <a:lnTo>
                      <a:pt x="162" y="329"/>
                    </a:lnTo>
                    <a:lnTo>
                      <a:pt x="150" y="325"/>
                    </a:lnTo>
                    <a:lnTo>
                      <a:pt x="137" y="321"/>
                    </a:lnTo>
                    <a:lnTo>
                      <a:pt x="125" y="315"/>
                    </a:lnTo>
                    <a:lnTo>
                      <a:pt x="116" y="308"/>
                    </a:lnTo>
                    <a:lnTo>
                      <a:pt x="107" y="300"/>
                    </a:lnTo>
                    <a:lnTo>
                      <a:pt x="92" y="278"/>
                    </a:lnTo>
                    <a:lnTo>
                      <a:pt x="84" y="255"/>
                    </a:lnTo>
                    <a:lnTo>
                      <a:pt x="82" y="230"/>
                    </a:lnTo>
                    <a:lnTo>
                      <a:pt x="82" y="205"/>
                    </a:lnTo>
                    <a:lnTo>
                      <a:pt x="80" y="204"/>
                    </a:lnTo>
                    <a:lnTo>
                      <a:pt x="79" y="204"/>
                    </a:lnTo>
                    <a:lnTo>
                      <a:pt x="77" y="204"/>
                    </a:lnTo>
                    <a:lnTo>
                      <a:pt x="76" y="205"/>
                    </a:lnTo>
                    <a:lnTo>
                      <a:pt x="71" y="224"/>
                    </a:lnTo>
                    <a:lnTo>
                      <a:pt x="71" y="242"/>
                    </a:lnTo>
                    <a:lnTo>
                      <a:pt x="70" y="260"/>
                    </a:lnTo>
                    <a:lnTo>
                      <a:pt x="64" y="277"/>
                    </a:lnTo>
                    <a:lnTo>
                      <a:pt x="61" y="273"/>
                    </a:lnTo>
                    <a:lnTo>
                      <a:pt x="60" y="269"/>
                    </a:lnTo>
                    <a:lnTo>
                      <a:pt x="59" y="263"/>
                    </a:lnTo>
                    <a:lnTo>
                      <a:pt x="56" y="257"/>
                    </a:lnTo>
                    <a:lnTo>
                      <a:pt x="52" y="249"/>
                    </a:lnTo>
                    <a:lnTo>
                      <a:pt x="46" y="242"/>
                    </a:lnTo>
                    <a:lnTo>
                      <a:pt x="39" y="235"/>
                    </a:lnTo>
                    <a:lnTo>
                      <a:pt x="33" y="230"/>
                    </a:lnTo>
                    <a:lnTo>
                      <a:pt x="25" y="225"/>
                    </a:lnTo>
                    <a:lnTo>
                      <a:pt x="17" y="222"/>
                    </a:lnTo>
                    <a:lnTo>
                      <a:pt x="9" y="219"/>
                    </a:lnTo>
                    <a:lnTo>
                      <a:pt x="0" y="217"/>
                    </a:lnTo>
                    <a:lnTo>
                      <a:pt x="15" y="196"/>
                    </a:lnTo>
                    <a:lnTo>
                      <a:pt x="31" y="178"/>
                    </a:lnTo>
                    <a:lnTo>
                      <a:pt x="49" y="159"/>
                    </a:lnTo>
                    <a:lnTo>
                      <a:pt x="68" y="142"/>
                    </a:lnTo>
                    <a:lnTo>
                      <a:pt x="88" y="126"/>
                    </a:lnTo>
                    <a:lnTo>
                      <a:pt x="109" y="110"/>
                    </a:lnTo>
                    <a:lnTo>
                      <a:pt x="131" y="95"/>
                    </a:lnTo>
                    <a:lnTo>
                      <a:pt x="153" y="80"/>
                    </a:lnTo>
                    <a:lnTo>
                      <a:pt x="160" y="91"/>
                    </a:lnTo>
                    <a:lnTo>
                      <a:pt x="168" y="101"/>
                    </a:lnTo>
                    <a:lnTo>
                      <a:pt x="178" y="109"/>
                    </a:lnTo>
                    <a:lnTo>
                      <a:pt x="190" y="116"/>
                    </a:lnTo>
                    <a:lnTo>
                      <a:pt x="201" y="120"/>
                    </a:lnTo>
                    <a:lnTo>
                      <a:pt x="214" y="124"/>
                    </a:lnTo>
                    <a:lnTo>
                      <a:pt x="227" y="126"/>
                    </a:lnTo>
                    <a:lnTo>
                      <a:pt x="239" y="127"/>
                    </a:lnTo>
                    <a:lnTo>
                      <a:pt x="259" y="126"/>
                    </a:lnTo>
                    <a:lnTo>
                      <a:pt x="277" y="120"/>
                    </a:lnTo>
                    <a:lnTo>
                      <a:pt x="294" y="111"/>
                    </a:lnTo>
                    <a:lnTo>
                      <a:pt x="310" y="99"/>
                    </a:lnTo>
                    <a:lnTo>
                      <a:pt x="325" y="86"/>
                    </a:lnTo>
                    <a:lnTo>
                      <a:pt x="337" y="71"/>
                    </a:lnTo>
                    <a:lnTo>
                      <a:pt x="348" y="55"/>
                    </a:lnTo>
                    <a:lnTo>
                      <a:pt x="357" y="37"/>
                    </a:lnTo>
                    <a:lnTo>
                      <a:pt x="360" y="28"/>
                    </a:lnTo>
                    <a:lnTo>
                      <a:pt x="364" y="19"/>
                    </a:lnTo>
                    <a:lnTo>
                      <a:pt x="367" y="10"/>
                    </a:lnTo>
                    <a:lnTo>
                      <a:pt x="371" y="0"/>
                    </a:lnTo>
                    <a:lnTo>
                      <a:pt x="383" y="3"/>
                    </a:lnTo>
                    <a:lnTo>
                      <a:pt x="395" y="5"/>
                    </a:lnTo>
                    <a:lnTo>
                      <a:pt x="408" y="8"/>
                    </a:lnTo>
                    <a:lnTo>
                      <a:pt x="419" y="11"/>
                    </a:lnTo>
                    <a:lnTo>
                      <a:pt x="432" y="14"/>
                    </a:lnTo>
                    <a:lnTo>
                      <a:pt x="443" y="19"/>
                    </a:lnTo>
                    <a:lnTo>
                      <a:pt x="455" y="22"/>
                    </a:lnTo>
                    <a:lnTo>
                      <a:pt x="466" y="26"/>
                    </a:lnTo>
                    <a:lnTo>
                      <a:pt x="478" y="30"/>
                    </a:lnTo>
                    <a:lnTo>
                      <a:pt x="489" y="35"/>
                    </a:lnTo>
                    <a:lnTo>
                      <a:pt x="501" y="40"/>
                    </a:lnTo>
                    <a:lnTo>
                      <a:pt x="513" y="45"/>
                    </a:lnTo>
                    <a:lnTo>
                      <a:pt x="523" y="50"/>
                    </a:lnTo>
                    <a:lnTo>
                      <a:pt x="534" y="55"/>
                    </a:lnTo>
                    <a:lnTo>
                      <a:pt x="545" y="60"/>
                    </a:lnTo>
                    <a:lnTo>
                      <a:pt x="555" y="66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8" name="任意多边形 332902"/>
              <p:cNvSpPr/>
              <p:nvPr/>
            </p:nvSpPr>
            <p:spPr>
              <a:xfrm>
                <a:off x="2752" y="2317"/>
                <a:ext cx="117" cy="101"/>
              </a:xfrm>
              <a:custGeom>
                <a:avLst/>
                <a:gdLst/>
                <a:ahLst/>
                <a:cxnLst/>
                <a:pathLst>
                  <a:path w="234" h="203">
                    <a:moveTo>
                      <a:pt x="227" y="151"/>
                    </a:moveTo>
                    <a:lnTo>
                      <a:pt x="230" y="157"/>
                    </a:lnTo>
                    <a:lnTo>
                      <a:pt x="233" y="161"/>
                    </a:lnTo>
                    <a:lnTo>
                      <a:pt x="234" y="167"/>
                    </a:lnTo>
                    <a:lnTo>
                      <a:pt x="234" y="173"/>
                    </a:lnTo>
                    <a:lnTo>
                      <a:pt x="229" y="168"/>
                    </a:lnTo>
                    <a:lnTo>
                      <a:pt x="224" y="164"/>
                    </a:lnTo>
                    <a:lnTo>
                      <a:pt x="220" y="159"/>
                    </a:lnTo>
                    <a:lnTo>
                      <a:pt x="215" y="153"/>
                    </a:lnTo>
                    <a:lnTo>
                      <a:pt x="211" y="149"/>
                    </a:lnTo>
                    <a:lnTo>
                      <a:pt x="206" y="143"/>
                    </a:lnTo>
                    <a:lnTo>
                      <a:pt x="201" y="138"/>
                    </a:lnTo>
                    <a:lnTo>
                      <a:pt x="197" y="134"/>
                    </a:lnTo>
                    <a:lnTo>
                      <a:pt x="204" y="145"/>
                    </a:lnTo>
                    <a:lnTo>
                      <a:pt x="211" y="158"/>
                    </a:lnTo>
                    <a:lnTo>
                      <a:pt x="219" y="171"/>
                    </a:lnTo>
                    <a:lnTo>
                      <a:pt x="226" y="183"/>
                    </a:lnTo>
                    <a:lnTo>
                      <a:pt x="226" y="184"/>
                    </a:lnTo>
                    <a:lnTo>
                      <a:pt x="226" y="184"/>
                    </a:lnTo>
                    <a:lnTo>
                      <a:pt x="224" y="186"/>
                    </a:lnTo>
                    <a:lnTo>
                      <a:pt x="224" y="187"/>
                    </a:lnTo>
                    <a:lnTo>
                      <a:pt x="223" y="188"/>
                    </a:lnTo>
                    <a:lnTo>
                      <a:pt x="223" y="188"/>
                    </a:lnTo>
                    <a:lnTo>
                      <a:pt x="222" y="188"/>
                    </a:lnTo>
                    <a:lnTo>
                      <a:pt x="221" y="188"/>
                    </a:lnTo>
                    <a:lnTo>
                      <a:pt x="216" y="181"/>
                    </a:lnTo>
                    <a:lnTo>
                      <a:pt x="212" y="174"/>
                    </a:lnTo>
                    <a:lnTo>
                      <a:pt x="208" y="167"/>
                    </a:lnTo>
                    <a:lnTo>
                      <a:pt x="204" y="161"/>
                    </a:lnTo>
                    <a:lnTo>
                      <a:pt x="198" y="156"/>
                    </a:lnTo>
                    <a:lnTo>
                      <a:pt x="193" y="150"/>
                    </a:lnTo>
                    <a:lnTo>
                      <a:pt x="188" y="145"/>
                    </a:lnTo>
                    <a:lnTo>
                      <a:pt x="182" y="141"/>
                    </a:lnTo>
                    <a:lnTo>
                      <a:pt x="183" y="146"/>
                    </a:lnTo>
                    <a:lnTo>
                      <a:pt x="191" y="160"/>
                    </a:lnTo>
                    <a:lnTo>
                      <a:pt x="199" y="173"/>
                    </a:lnTo>
                    <a:lnTo>
                      <a:pt x="206" y="186"/>
                    </a:lnTo>
                    <a:lnTo>
                      <a:pt x="215" y="197"/>
                    </a:lnTo>
                    <a:lnTo>
                      <a:pt x="212" y="203"/>
                    </a:lnTo>
                    <a:lnTo>
                      <a:pt x="203" y="195"/>
                    </a:lnTo>
                    <a:lnTo>
                      <a:pt x="195" y="186"/>
                    </a:lnTo>
                    <a:lnTo>
                      <a:pt x="188" y="174"/>
                    </a:lnTo>
                    <a:lnTo>
                      <a:pt x="180" y="163"/>
                    </a:lnTo>
                    <a:lnTo>
                      <a:pt x="163" y="143"/>
                    </a:lnTo>
                    <a:lnTo>
                      <a:pt x="145" y="126"/>
                    </a:lnTo>
                    <a:lnTo>
                      <a:pt x="124" y="111"/>
                    </a:lnTo>
                    <a:lnTo>
                      <a:pt x="101" y="98"/>
                    </a:lnTo>
                    <a:lnTo>
                      <a:pt x="77" y="89"/>
                    </a:lnTo>
                    <a:lnTo>
                      <a:pt x="52" y="81"/>
                    </a:lnTo>
                    <a:lnTo>
                      <a:pt x="26" y="75"/>
                    </a:lnTo>
                    <a:lnTo>
                      <a:pt x="0" y="72"/>
                    </a:lnTo>
                    <a:lnTo>
                      <a:pt x="0" y="52"/>
                    </a:lnTo>
                    <a:lnTo>
                      <a:pt x="6" y="32"/>
                    </a:lnTo>
                    <a:lnTo>
                      <a:pt x="16" y="14"/>
                    </a:lnTo>
                    <a:lnTo>
                      <a:pt x="30" y="0"/>
                    </a:lnTo>
                    <a:lnTo>
                      <a:pt x="45" y="6"/>
                    </a:lnTo>
                    <a:lnTo>
                      <a:pt x="59" y="13"/>
                    </a:lnTo>
                    <a:lnTo>
                      <a:pt x="74" y="20"/>
                    </a:lnTo>
                    <a:lnTo>
                      <a:pt x="87" y="28"/>
                    </a:lnTo>
                    <a:lnTo>
                      <a:pt x="100" y="35"/>
                    </a:lnTo>
                    <a:lnTo>
                      <a:pt x="114" y="44"/>
                    </a:lnTo>
                    <a:lnTo>
                      <a:pt x="127" y="52"/>
                    </a:lnTo>
                    <a:lnTo>
                      <a:pt x="139" y="61"/>
                    </a:lnTo>
                    <a:lnTo>
                      <a:pt x="151" y="72"/>
                    </a:lnTo>
                    <a:lnTo>
                      <a:pt x="163" y="82"/>
                    </a:lnTo>
                    <a:lnTo>
                      <a:pt x="175" y="92"/>
                    </a:lnTo>
                    <a:lnTo>
                      <a:pt x="185" y="103"/>
                    </a:lnTo>
                    <a:lnTo>
                      <a:pt x="197" y="114"/>
                    </a:lnTo>
                    <a:lnTo>
                      <a:pt x="207" y="127"/>
                    </a:lnTo>
                    <a:lnTo>
                      <a:pt x="218" y="138"/>
                    </a:lnTo>
                    <a:lnTo>
                      <a:pt x="227" y="151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9" name="任意多边形 332903"/>
              <p:cNvSpPr/>
              <p:nvPr/>
            </p:nvSpPr>
            <p:spPr>
              <a:xfrm>
                <a:off x="2429" y="2390"/>
                <a:ext cx="74" cy="156"/>
              </a:xfrm>
              <a:custGeom>
                <a:avLst/>
                <a:gdLst/>
                <a:ahLst/>
                <a:cxnLst/>
                <a:pathLst>
                  <a:path w="148" h="311">
                    <a:moveTo>
                      <a:pt x="147" y="57"/>
                    </a:moveTo>
                    <a:lnTo>
                      <a:pt x="148" y="61"/>
                    </a:lnTo>
                    <a:lnTo>
                      <a:pt x="147" y="67"/>
                    </a:lnTo>
                    <a:lnTo>
                      <a:pt x="143" y="72"/>
                    </a:lnTo>
                    <a:lnTo>
                      <a:pt x="140" y="75"/>
                    </a:lnTo>
                    <a:lnTo>
                      <a:pt x="124" y="93"/>
                    </a:lnTo>
                    <a:lnTo>
                      <a:pt x="108" y="111"/>
                    </a:lnTo>
                    <a:lnTo>
                      <a:pt x="94" y="131"/>
                    </a:lnTo>
                    <a:lnTo>
                      <a:pt x="80" y="151"/>
                    </a:lnTo>
                    <a:lnTo>
                      <a:pt x="68" y="172"/>
                    </a:lnTo>
                    <a:lnTo>
                      <a:pt x="58" y="195"/>
                    </a:lnTo>
                    <a:lnTo>
                      <a:pt x="49" y="218"/>
                    </a:lnTo>
                    <a:lnTo>
                      <a:pt x="42" y="243"/>
                    </a:lnTo>
                    <a:lnTo>
                      <a:pt x="38" y="261"/>
                    </a:lnTo>
                    <a:lnTo>
                      <a:pt x="38" y="278"/>
                    </a:lnTo>
                    <a:lnTo>
                      <a:pt x="40" y="295"/>
                    </a:lnTo>
                    <a:lnTo>
                      <a:pt x="43" y="311"/>
                    </a:lnTo>
                    <a:lnTo>
                      <a:pt x="34" y="302"/>
                    </a:lnTo>
                    <a:lnTo>
                      <a:pt x="30" y="288"/>
                    </a:lnTo>
                    <a:lnTo>
                      <a:pt x="28" y="275"/>
                    </a:lnTo>
                    <a:lnTo>
                      <a:pt x="27" y="260"/>
                    </a:lnTo>
                    <a:lnTo>
                      <a:pt x="27" y="254"/>
                    </a:lnTo>
                    <a:lnTo>
                      <a:pt x="27" y="247"/>
                    </a:lnTo>
                    <a:lnTo>
                      <a:pt x="27" y="241"/>
                    </a:lnTo>
                    <a:lnTo>
                      <a:pt x="27" y="235"/>
                    </a:lnTo>
                    <a:lnTo>
                      <a:pt x="21" y="251"/>
                    </a:lnTo>
                    <a:lnTo>
                      <a:pt x="19" y="268"/>
                    </a:lnTo>
                    <a:lnTo>
                      <a:pt x="19" y="284"/>
                    </a:lnTo>
                    <a:lnTo>
                      <a:pt x="20" y="300"/>
                    </a:lnTo>
                    <a:lnTo>
                      <a:pt x="14" y="286"/>
                    </a:lnTo>
                    <a:lnTo>
                      <a:pt x="12" y="271"/>
                    </a:lnTo>
                    <a:lnTo>
                      <a:pt x="11" y="256"/>
                    </a:lnTo>
                    <a:lnTo>
                      <a:pt x="11" y="240"/>
                    </a:lnTo>
                    <a:lnTo>
                      <a:pt x="8" y="250"/>
                    </a:lnTo>
                    <a:lnTo>
                      <a:pt x="6" y="261"/>
                    </a:lnTo>
                    <a:lnTo>
                      <a:pt x="6" y="272"/>
                    </a:lnTo>
                    <a:lnTo>
                      <a:pt x="5" y="283"/>
                    </a:lnTo>
                    <a:lnTo>
                      <a:pt x="0" y="250"/>
                    </a:lnTo>
                    <a:lnTo>
                      <a:pt x="0" y="218"/>
                    </a:lnTo>
                    <a:lnTo>
                      <a:pt x="5" y="185"/>
                    </a:lnTo>
                    <a:lnTo>
                      <a:pt x="13" y="151"/>
                    </a:lnTo>
                    <a:lnTo>
                      <a:pt x="23" y="118"/>
                    </a:lnTo>
                    <a:lnTo>
                      <a:pt x="37" y="87"/>
                    </a:lnTo>
                    <a:lnTo>
                      <a:pt x="52" y="57"/>
                    </a:lnTo>
                    <a:lnTo>
                      <a:pt x="69" y="29"/>
                    </a:lnTo>
                    <a:lnTo>
                      <a:pt x="93" y="0"/>
                    </a:lnTo>
                    <a:lnTo>
                      <a:pt x="101" y="6"/>
                    </a:lnTo>
                    <a:lnTo>
                      <a:pt x="108" y="12"/>
                    </a:lnTo>
                    <a:lnTo>
                      <a:pt x="116" y="19"/>
                    </a:lnTo>
                    <a:lnTo>
                      <a:pt x="122" y="25"/>
                    </a:lnTo>
                    <a:lnTo>
                      <a:pt x="129" y="33"/>
                    </a:lnTo>
                    <a:lnTo>
                      <a:pt x="136" y="40"/>
                    </a:lnTo>
                    <a:lnTo>
                      <a:pt x="142" y="48"/>
                    </a:lnTo>
                    <a:lnTo>
                      <a:pt x="147" y="57"/>
                    </a:lnTo>
                    <a:close/>
                  </a:path>
                </a:pathLst>
              </a:custGeom>
              <a:solidFill>
                <a:srgbClr val="994C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0" name="任意多边形 332904"/>
              <p:cNvSpPr/>
              <p:nvPr/>
            </p:nvSpPr>
            <p:spPr>
              <a:xfrm>
                <a:off x="2796" y="2631"/>
                <a:ext cx="44" cy="37"/>
              </a:xfrm>
              <a:custGeom>
                <a:avLst/>
                <a:gdLst/>
                <a:ahLst/>
                <a:cxnLst/>
                <a:pathLst>
                  <a:path w="89" h="74">
                    <a:moveTo>
                      <a:pt x="89" y="74"/>
                    </a:moveTo>
                    <a:lnTo>
                      <a:pt x="76" y="69"/>
                    </a:lnTo>
                    <a:lnTo>
                      <a:pt x="64" y="65"/>
                    </a:lnTo>
                    <a:lnTo>
                      <a:pt x="51" y="62"/>
                    </a:lnTo>
                    <a:lnTo>
                      <a:pt x="38" y="57"/>
                    </a:lnTo>
                    <a:lnTo>
                      <a:pt x="26" y="53"/>
                    </a:lnTo>
                    <a:lnTo>
                      <a:pt x="15" y="47"/>
                    </a:lnTo>
                    <a:lnTo>
                      <a:pt x="6" y="41"/>
                    </a:lnTo>
                    <a:lnTo>
                      <a:pt x="0" y="33"/>
                    </a:lnTo>
                    <a:lnTo>
                      <a:pt x="6" y="31"/>
                    </a:lnTo>
                    <a:lnTo>
                      <a:pt x="13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9" y="15"/>
                    </a:lnTo>
                    <a:lnTo>
                      <a:pt x="34" y="10"/>
                    </a:lnTo>
                    <a:lnTo>
                      <a:pt x="37" y="4"/>
                    </a:lnTo>
                    <a:lnTo>
                      <a:pt x="42" y="0"/>
                    </a:lnTo>
                    <a:lnTo>
                      <a:pt x="49" y="8"/>
                    </a:lnTo>
                    <a:lnTo>
                      <a:pt x="54" y="17"/>
                    </a:lnTo>
                    <a:lnTo>
                      <a:pt x="61" y="25"/>
                    </a:lnTo>
                    <a:lnTo>
                      <a:pt x="68" y="34"/>
                    </a:lnTo>
                    <a:lnTo>
                      <a:pt x="74" y="44"/>
                    </a:lnTo>
                    <a:lnTo>
                      <a:pt x="80" y="54"/>
                    </a:lnTo>
                    <a:lnTo>
                      <a:pt x="84" y="63"/>
                    </a:lnTo>
                    <a:lnTo>
                      <a:pt x="89" y="74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1" name="任意多边形 332905"/>
              <p:cNvSpPr/>
              <p:nvPr/>
            </p:nvSpPr>
            <p:spPr>
              <a:xfrm>
                <a:off x="2602" y="2687"/>
                <a:ext cx="31" cy="48"/>
              </a:xfrm>
              <a:custGeom>
                <a:avLst/>
                <a:gdLst/>
                <a:ahLst/>
                <a:cxnLst/>
                <a:pathLst>
                  <a:path w="61" h="96">
                    <a:moveTo>
                      <a:pt x="60" y="25"/>
                    </a:moveTo>
                    <a:lnTo>
                      <a:pt x="54" y="35"/>
                    </a:lnTo>
                    <a:lnTo>
                      <a:pt x="50" y="46"/>
                    </a:lnTo>
                    <a:lnTo>
                      <a:pt x="44" y="55"/>
                    </a:lnTo>
                    <a:lnTo>
                      <a:pt x="37" y="64"/>
                    </a:lnTo>
                    <a:lnTo>
                      <a:pt x="30" y="73"/>
                    </a:lnTo>
                    <a:lnTo>
                      <a:pt x="23" y="81"/>
                    </a:lnTo>
                    <a:lnTo>
                      <a:pt x="15" y="89"/>
                    </a:lnTo>
                    <a:lnTo>
                      <a:pt x="6" y="96"/>
                    </a:lnTo>
                    <a:lnTo>
                      <a:pt x="2" y="79"/>
                    </a:lnTo>
                    <a:lnTo>
                      <a:pt x="0" y="61"/>
                    </a:lnTo>
                    <a:lnTo>
                      <a:pt x="0" y="42"/>
                    </a:lnTo>
                    <a:lnTo>
                      <a:pt x="1" y="24"/>
                    </a:lnTo>
                    <a:lnTo>
                      <a:pt x="8" y="23"/>
                    </a:lnTo>
                    <a:lnTo>
                      <a:pt x="15" y="21"/>
                    </a:lnTo>
                    <a:lnTo>
                      <a:pt x="21" y="19"/>
                    </a:lnTo>
                    <a:lnTo>
                      <a:pt x="28" y="16"/>
                    </a:lnTo>
                    <a:lnTo>
                      <a:pt x="35" y="12"/>
                    </a:lnTo>
                    <a:lnTo>
                      <a:pt x="40" y="9"/>
                    </a:lnTo>
                    <a:lnTo>
                      <a:pt x="46" y="4"/>
                    </a:lnTo>
                    <a:lnTo>
                      <a:pt x="52" y="0"/>
                    </a:lnTo>
                    <a:lnTo>
                      <a:pt x="55" y="5"/>
                    </a:lnTo>
                    <a:lnTo>
                      <a:pt x="60" y="11"/>
                    </a:lnTo>
                    <a:lnTo>
                      <a:pt x="61" y="17"/>
                    </a:lnTo>
                    <a:lnTo>
                      <a:pt x="60" y="2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2" name="任意多边形 332906"/>
              <p:cNvSpPr/>
              <p:nvPr/>
            </p:nvSpPr>
            <p:spPr>
              <a:xfrm>
                <a:off x="2575" y="2356"/>
                <a:ext cx="97" cy="51"/>
              </a:xfrm>
              <a:custGeom>
                <a:avLst/>
                <a:gdLst/>
                <a:ahLst/>
                <a:cxnLst/>
                <a:pathLst>
                  <a:path w="195" h="103">
                    <a:moveTo>
                      <a:pt x="107" y="98"/>
                    </a:moveTo>
                    <a:lnTo>
                      <a:pt x="127" y="94"/>
                    </a:lnTo>
                    <a:lnTo>
                      <a:pt x="144" y="87"/>
                    </a:lnTo>
                    <a:lnTo>
                      <a:pt x="160" y="80"/>
                    </a:lnTo>
                    <a:lnTo>
                      <a:pt x="174" y="71"/>
                    </a:lnTo>
                    <a:lnTo>
                      <a:pt x="184" y="61"/>
                    </a:lnTo>
                    <a:lnTo>
                      <a:pt x="191" y="51"/>
                    </a:lnTo>
                    <a:lnTo>
                      <a:pt x="195" y="42"/>
                    </a:lnTo>
                    <a:lnTo>
                      <a:pt x="195" y="31"/>
                    </a:lnTo>
                    <a:lnTo>
                      <a:pt x="191" y="22"/>
                    </a:lnTo>
                    <a:lnTo>
                      <a:pt x="183" y="15"/>
                    </a:lnTo>
                    <a:lnTo>
                      <a:pt x="173" y="8"/>
                    </a:lnTo>
                    <a:lnTo>
                      <a:pt x="160" y="4"/>
                    </a:lnTo>
                    <a:lnTo>
                      <a:pt x="144" y="1"/>
                    </a:lnTo>
                    <a:lnTo>
                      <a:pt x="127" y="0"/>
                    </a:lnTo>
                    <a:lnTo>
                      <a:pt x="108" y="1"/>
                    </a:lnTo>
                    <a:lnTo>
                      <a:pt x="89" y="4"/>
                    </a:lnTo>
                    <a:lnTo>
                      <a:pt x="69" y="8"/>
                    </a:lnTo>
                    <a:lnTo>
                      <a:pt x="52" y="15"/>
                    </a:lnTo>
                    <a:lnTo>
                      <a:pt x="36" y="22"/>
                    </a:lnTo>
                    <a:lnTo>
                      <a:pt x="22" y="31"/>
                    </a:lnTo>
                    <a:lnTo>
                      <a:pt x="11" y="41"/>
                    </a:lnTo>
                    <a:lnTo>
                      <a:pt x="4" y="50"/>
                    </a:lnTo>
                    <a:lnTo>
                      <a:pt x="0" y="60"/>
                    </a:lnTo>
                    <a:lnTo>
                      <a:pt x="0" y="71"/>
                    </a:lnTo>
                    <a:lnTo>
                      <a:pt x="4" y="80"/>
                    </a:lnTo>
                    <a:lnTo>
                      <a:pt x="11" y="88"/>
                    </a:lnTo>
                    <a:lnTo>
                      <a:pt x="22" y="94"/>
                    </a:lnTo>
                    <a:lnTo>
                      <a:pt x="36" y="98"/>
                    </a:lnTo>
                    <a:lnTo>
                      <a:pt x="51" y="102"/>
                    </a:lnTo>
                    <a:lnTo>
                      <a:pt x="68" y="103"/>
                    </a:lnTo>
                    <a:lnTo>
                      <a:pt x="87" y="102"/>
                    </a:lnTo>
                    <a:lnTo>
                      <a:pt x="107" y="9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3" name="任意多边形 332907"/>
              <p:cNvSpPr/>
              <p:nvPr/>
            </p:nvSpPr>
            <p:spPr>
              <a:xfrm>
                <a:off x="2609" y="2201"/>
                <a:ext cx="8" cy="8"/>
              </a:xfrm>
              <a:custGeom>
                <a:avLst/>
                <a:gdLst/>
                <a:ahLst/>
                <a:cxnLst/>
                <a:pathLst>
                  <a:path w="16" h="17">
                    <a:moveTo>
                      <a:pt x="8" y="17"/>
                    </a:moveTo>
                    <a:lnTo>
                      <a:pt x="11" y="16"/>
                    </a:lnTo>
                    <a:lnTo>
                      <a:pt x="14" y="15"/>
                    </a:lnTo>
                    <a:lnTo>
                      <a:pt x="15" y="11"/>
                    </a:lnTo>
                    <a:lnTo>
                      <a:pt x="16" y="8"/>
                    </a:lnTo>
                    <a:lnTo>
                      <a:pt x="15" y="4"/>
                    </a:lnTo>
                    <a:lnTo>
                      <a:pt x="14" y="2"/>
                    </a:lnTo>
                    <a:lnTo>
                      <a:pt x="11" y="1"/>
                    </a:lnTo>
                    <a:lnTo>
                      <a:pt x="8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2" y="15"/>
                    </a:lnTo>
                    <a:lnTo>
                      <a:pt x="4" y="16"/>
                    </a:lnTo>
                    <a:lnTo>
                      <a:pt x="8" y="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4" name="任意多边形 332908"/>
              <p:cNvSpPr/>
              <p:nvPr/>
            </p:nvSpPr>
            <p:spPr>
              <a:xfrm>
                <a:off x="2570" y="2334"/>
                <a:ext cx="110" cy="63"/>
              </a:xfrm>
              <a:custGeom>
                <a:avLst/>
                <a:gdLst/>
                <a:ahLst/>
                <a:cxnLst/>
                <a:pathLst>
                  <a:path w="221" h="124">
                    <a:moveTo>
                      <a:pt x="0" y="70"/>
                    </a:moveTo>
                    <a:lnTo>
                      <a:pt x="10" y="73"/>
                    </a:lnTo>
                    <a:lnTo>
                      <a:pt x="26" y="80"/>
                    </a:lnTo>
                    <a:lnTo>
                      <a:pt x="43" y="90"/>
                    </a:lnTo>
                    <a:lnTo>
                      <a:pt x="62" y="99"/>
                    </a:lnTo>
                    <a:lnTo>
                      <a:pt x="79" y="108"/>
                    </a:lnTo>
                    <a:lnTo>
                      <a:pt x="94" y="116"/>
                    </a:lnTo>
                    <a:lnTo>
                      <a:pt x="104" y="122"/>
                    </a:lnTo>
                    <a:lnTo>
                      <a:pt x="108" y="124"/>
                    </a:lnTo>
                    <a:lnTo>
                      <a:pt x="221" y="0"/>
                    </a:lnTo>
                    <a:lnTo>
                      <a:pt x="102" y="86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5" name="任意多边形 332909"/>
              <p:cNvSpPr/>
              <p:nvPr/>
            </p:nvSpPr>
            <p:spPr>
              <a:xfrm>
                <a:off x="2524" y="2074"/>
                <a:ext cx="128" cy="76"/>
              </a:xfrm>
              <a:custGeom>
                <a:avLst/>
                <a:gdLst/>
                <a:ahLst/>
                <a:cxnLst/>
                <a:pathLst>
                  <a:path w="255" h="151">
                    <a:moveTo>
                      <a:pt x="0" y="14"/>
                    </a:moveTo>
                    <a:lnTo>
                      <a:pt x="3" y="14"/>
                    </a:lnTo>
                    <a:lnTo>
                      <a:pt x="9" y="13"/>
                    </a:lnTo>
                    <a:lnTo>
                      <a:pt x="18" y="11"/>
                    </a:lnTo>
                    <a:lnTo>
                      <a:pt x="29" y="9"/>
                    </a:lnTo>
                    <a:lnTo>
                      <a:pt x="44" y="8"/>
                    </a:lnTo>
                    <a:lnTo>
                      <a:pt x="62" y="8"/>
                    </a:lnTo>
                    <a:lnTo>
                      <a:pt x="80" y="11"/>
                    </a:lnTo>
                    <a:lnTo>
                      <a:pt x="100" y="13"/>
                    </a:lnTo>
                    <a:lnTo>
                      <a:pt x="120" y="19"/>
                    </a:lnTo>
                    <a:lnTo>
                      <a:pt x="142" y="27"/>
                    </a:lnTo>
                    <a:lnTo>
                      <a:pt x="163" y="38"/>
                    </a:lnTo>
                    <a:lnTo>
                      <a:pt x="184" y="52"/>
                    </a:lnTo>
                    <a:lnTo>
                      <a:pt x="203" y="70"/>
                    </a:lnTo>
                    <a:lnTo>
                      <a:pt x="223" y="92"/>
                    </a:lnTo>
                    <a:lnTo>
                      <a:pt x="240" y="119"/>
                    </a:lnTo>
                    <a:lnTo>
                      <a:pt x="255" y="151"/>
                    </a:lnTo>
                    <a:lnTo>
                      <a:pt x="255" y="149"/>
                    </a:lnTo>
                    <a:lnTo>
                      <a:pt x="253" y="143"/>
                    </a:lnTo>
                    <a:lnTo>
                      <a:pt x="249" y="133"/>
                    </a:lnTo>
                    <a:lnTo>
                      <a:pt x="245" y="120"/>
                    </a:lnTo>
                    <a:lnTo>
                      <a:pt x="239" y="106"/>
                    </a:lnTo>
                    <a:lnTo>
                      <a:pt x="231" y="90"/>
                    </a:lnTo>
                    <a:lnTo>
                      <a:pt x="221" y="74"/>
                    </a:lnTo>
                    <a:lnTo>
                      <a:pt x="208" y="58"/>
                    </a:lnTo>
                    <a:lnTo>
                      <a:pt x="193" y="42"/>
                    </a:lnTo>
                    <a:lnTo>
                      <a:pt x="174" y="28"/>
                    </a:lnTo>
                    <a:lnTo>
                      <a:pt x="154" y="16"/>
                    </a:lnTo>
                    <a:lnTo>
                      <a:pt x="131" y="7"/>
                    </a:lnTo>
                    <a:lnTo>
                      <a:pt x="103" y="1"/>
                    </a:lnTo>
                    <a:lnTo>
                      <a:pt x="73" y="0"/>
                    </a:lnTo>
                    <a:lnTo>
                      <a:pt x="38" y="5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6" name="任意多边形 332910"/>
              <p:cNvSpPr/>
              <p:nvPr/>
            </p:nvSpPr>
            <p:spPr>
              <a:xfrm>
                <a:off x="2578" y="2107"/>
                <a:ext cx="53" cy="47"/>
              </a:xfrm>
              <a:custGeom>
                <a:avLst/>
                <a:gdLst/>
                <a:ahLst/>
                <a:cxnLst/>
                <a:pathLst>
                  <a:path w="106" h="94">
                    <a:moveTo>
                      <a:pt x="0" y="0"/>
                    </a:moveTo>
                    <a:lnTo>
                      <a:pt x="3" y="1"/>
                    </a:lnTo>
                    <a:lnTo>
                      <a:pt x="11" y="4"/>
                    </a:lnTo>
                    <a:lnTo>
                      <a:pt x="25" y="10"/>
                    </a:lnTo>
                    <a:lnTo>
                      <a:pt x="41" y="18"/>
                    </a:lnTo>
                    <a:lnTo>
                      <a:pt x="58" y="31"/>
                    </a:lnTo>
                    <a:lnTo>
                      <a:pt x="76" y="47"/>
                    </a:lnTo>
                    <a:lnTo>
                      <a:pt x="92" y="69"/>
                    </a:lnTo>
                    <a:lnTo>
                      <a:pt x="106" y="94"/>
                    </a:lnTo>
                    <a:lnTo>
                      <a:pt x="104" y="91"/>
                    </a:lnTo>
                    <a:lnTo>
                      <a:pt x="102" y="79"/>
                    </a:lnTo>
                    <a:lnTo>
                      <a:pt x="98" y="65"/>
                    </a:lnTo>
                    <a:lnTo>
                      <a:pt x="88" y="48"/>
                    </a:lnTo>
                    <a:lnTo>
                      <a:pt x="76" y="31"/>
                    </a:lnTo>
                    <a:lnTo>
                      <a:pt x="56" y="16"/>
                    </a:lnTo>
                    <a:lnTo>
                      <a:pt x="3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7" name="任意多边形 332911"/>
              <p:cNvSpPr/>
              <p:nvPr/>
            </p:nvSpPr>
            <p:spPr>
              <a:xfrm>
                <a:off x="2481" y="2143"/>
                <a:ext cx="63" cy="21"/>
              </a:xfrm>
              <a:custGeom>
                <a:avLst/>
                <a:gdLst/>
                <a:ahLst/>
                <a:cxnLst/>
                <a:pathLst>
                  <a:path w="126" h="43">
                    <a:moveTo>
                      <a:pt x="0" y="42"/>
                    </a:moveTo>
                    <a:lnTo>
                      <a:pt x="2" y="38"/>
                    </a:lnTo>
                    <a:lnTo>
                      <a:pt x="8" y="28"/>
                    </a:lnTo>
                    <a:lnTo>
                      <a:pt x="18" y="16"/>
                    </a:lnTo>
                    <a:lnTo>
                      <a:pt x="32" y="6"/>
                    </a:lnTo>
                    <a:lnTo>
                      <a:pt x="50" y="0"/>
                    </a:lnTo>
                    <a:lnTo>
                      <a:pt x="71" y="2"/>
                    </a:lnTo>
                    <a:lnTo>
                      <a:pt x="97" y="15"/>
                    </a:lnTo>
                    <a:lnTo>
                      <a:pt x="126" y="43"/>
                    </a:lnTo>
                    <a:lnTo>
                      <a:pt x="122" y="41"/>
                    </a:lnTo>
                    <a:lnTo>
                      <a:pt x="113" y="34"/>
                    </a:lnTo>
                    <a:lnTo>
                      <a:pt x="99" y="26"/>
                    </a:lnTo>
                    <a:lnTo>
                      <a:pt x="82" y="18"/>
                    </a:lnTo>
                    <a:lnTo>
                      <a:pt x="61" y="13"/>
                    </a:lnTo>
                    <a:lnTo>
                      <a:pt x="40" y="14"/>
                    </a:lnTo>
                    <a:lnTo>
                      <a:pt x="20" y="23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8" name="任意多边形 332912"/>
              <p:cNvSpPr/>
              <p:nvPr/>
            </p:nvSpPr>
            <p:spPr>
              <a:xfrm>
                <a:off x="2730" y="2474"/>
                <a:ext cx="76" cy="149"/>
              </a:xfrm>
              <a:custGeom>
                <a:avLst/>
                <a:gdLst/>
                <a:ahLst/>
                <a:cxnLst/>
                <a:pathLst>
                  <a:path w="152" h="299">
                    <a:moveTo>
                      <a:pt x="0" y="0"/>
                    </a:moveTo>
                    <a:lnTo>
                      <a:pt x="7" y="3"/>
                    </a:lnTo>
                    <a:lnTo>
                      <a:pt x="23" y="12"/>
                    </a:lnTo>
                    <a:lnTo>
                      <a:pt x="47" y="28"/>
                    </a:lnTo>
                    <a:lnTo>
                      <a:pt x="75" y="55"/>
                    </a:lnTo>
                    <a:lnTo>
                      <a:pt x="102" y="93"/>
                    </a:lnTo>
                    <a:lnTo>
                      <a:pt x="127" y="146"/>
                    </a:lnTo>
                    <a:lnTo>
                      <a:pt x="143" y="213"/>
                    </a:lnTo>
                    <a:lnTo>
                      <a:pt x="148" y="299"/>
                    </a:lnTo>
                    <a:lnTo>
                      <a:pt x="148" y="295"/>
                    </a:lnTo>
                    <a:lnTo>
                      <a:pt x="150" y="287"/>
                    </a:lnTo>
                    <a:lnTo>
                      <a:pt x="151" y="275"/>
                    </a:lnTo>
                    <a:lnTo>
                      <a:pt x="152" y="257"/>
                    </a:lnTo>
                    <a:lnTo>
                      <a:pt x="152" y="237"/>
                    </a:lnTo>
                    <a:lnTo>
                      <a:pt x="151" y="213"/>
                    </a:lnTo>
                    <a:lnTo>
                      <a:pt x="150" y="188"/>
                    </a:lnTo>
                    <a:lnTo>
                      <a:pt x="145" y="163"/>
                    </a:lnTo>
                    <a:lnTo>
                      <a:pt x="139" y="136"/>
                    </a:lnTo>
                    <a:lnTo>
                      <a:pt x="130" y="110"/>
                    </a:lnTo>
                    <a:lnTo>
                      <a:pt x="119" y="84"/>
                    </a:lnTo>
                    <a:lnTo>
                      <a:pt x="102" y="61"/>
                    </a:lnTo>
                    <a:lnTo>
                      <a:pt x="84" y="41"/>
                    </a:lnTo>
                    <a:lnTo>
                      <a:pt x="61" y="23"/>
                    </a:lnTo>
                    <a:lnTo>
                      <a:pt x="32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9" name="任意多边形 332913"/>
              <p:cNvSpPr/>
              <p:nvPr/>
            </p:nvSpPr>
            <p:spPr>
              <a:xfrm>
                <a:off x="2566" y="2519"/>
                <a:ext cx="13" cy="111"/>
              </a:xfrm>
              <a:custGeom>
                <a:avLst/>
                <a:gdLst/>
                <a:ahLst/>
                <a:cxnLst/>
                <a:pathLst>
                  <a:path w="25" h="222">
                    <a:moveTo>
                      <a:pt x="25" y="0"/>
                    </a:moveTo>
                    <a:lnTo>
                      <a:pt x="23" y="6"/>
                    </a:lnTo>
                    <a:lnTo>
                      <a:pt x="17" y="21"/>
                    </a:lnTo>
                    <a:lnTo>
                      <a:pt x="10" y="44"/>
                    </a:lnTo>
                    <a:lnTo>
                      <a:pt x="3" y="73"/>
                    </a:lnTo>
                    <a:lnTo>
                      <a:pt x="0" y="108"/>
                    </a:lnTo>
                    <a:lnTo>
                      <a:pt x="1" y="144"/>
                    </a:lnTo>
                    <a:lnTo>
                      <a:pt x="9" y="184"/>
                    </a:lnTo>
                    <a:lnTo>
                      <a:pt x="25" y="222"/>
                    </a:lnTo>
                    <a:lnTo>
                      <a:pt x="20" y="200"/>
                    </a:lnTo>
                    <a:lnTo>
                      <a:pt x="13" y="144"/>
                    </a:lnTo>
                    <a:lnTo>
                      <a:pt x="11" y="7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70" name="任意多边形 332914"/>
              <p:cNvSpPr/>
              <p:nvPr/>
            </p:nvSpPr>
            <p:spPr>
              <a:xfrm>
                <a:off x="2594" y="2509"/>
                <a:ext cx="61" cy="13"/>
              </a:xfrm>
              <a:custGeom>
                <a:avLst/>
                <a:gdLst/>
                <a:ahLst/>
                <a:cxnLst/>
                <a:pathLst>
                  <a:path w="122" h="26">
                    <a:moveTo>
                      <a:pt x="0" y="0"/>
                    </a:moveTo>
                    <a:lnTo>
                      <a:pt x="1" y="1"/>
                    </a:lnTo>
                    <a:lnTo>
                      <a:pt x="3" y="5"/>
                    </a:lnTo>
                    <a:lnTo>
                      <a:pt x="9" y="11"/>
                    </a:lnTo>
                    <a:lnTo>
                      <a:pt x="19" y="17"/>
                    </a:lnTo>
                    <a:lnTo>
                      <a:pt x="34" y="22"/>
                    </a:lnTo>
                    <a:lnTo>
                      <a:pt x="56" y="25"/>
                    </a:lnTo>
                    <a:lnTo>
                      <a:pt x="85" y="26"/>
                    </a:lnTo>
                    <a:lnTo>
                      <a:pt x="122" y="23"/>
                    </a:lnTo>
                    <a:lnTo>
                      <a:pt x="119" y="23"/>
                    </a:lnTo>
                    <a:lnTo>
                      <a:pt x="109" y="22"/>
                    </a:lnTo>
                    <a:lnTo>
                      <a:pt x="94" y="20"/>
                    </a:lnTo>
                    <a:lnTo>
                      <a:pt x="77" y="19"/>
                    </a:lnTo>
                    <a:lnTo>
                      <a:pt x="58" y="16"/>
                    </a:lnTo>
                    <a:lnTo>
                      <a:pt x="38" y="12"/>
                    </a:lnTo>
                    <a:lnTo>
                      <a:pt x="17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8171" name="立方体 332915" descr="褐色大理石"/>
            <p:cNvSpPr/>
            <p:nvPr/>
          </p:nvSpPr>
          <p:spPr>
            <a:xfrm>
              <a:off x="1475" y="3377"/>
              <a:ext cx="2928" cy="144"/>
            </a:xfrm>
            <a:prstGeom prst="cube">
              <a:avLst>
                <a:gd name="adj" fmla="val 83472"/>
              </a:avLst>
            </a:prstGeom>
            <a:blipFill rotWithShape="1">
              <a:blip r:embed="rId3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72" name="任意多边形 332916"/>
            <p:cNvSpPr/>
            <p:nvPr/>
          </p:nvSpPr>
          <p:spPr>
            <a:xfrm>
              <a:off x="2941" y="3513"/>
              <a:ext cx="96" cy="132"/>
            </a:xfrm>
            <a:custGeom>
              <a:avLst/>
              <a:gdLst/>
              <a:ahLst/>
              <a:cxnLst/>
              <a:pathLst>
                <a:path w="96" h="132">
                  <a:moveTo>
                    <a:pt x="0" y="132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8173" name="组合 332917"/>
            <p:cNvGrpSpPr/>
            <p:nvPr/>
          </p:nvGrpSpPr>
          <p:grpSpPr>
            <a:xfrm>
              <a:off x="1553" y="2957"/>
              <a:ext cx="288" cy="480"/>
              <a:chOff x="3744" y="2228"/>
              <a:chExt cx="486" cy="668"/>
            </a:xfrm>
          </p:grpSpPr>
          <p:sp>
            <p:nvSpPr>
              <p:cNvPr id="48174" name="任意多边形 332918"/>
              <p:cNvSpPr/>
              <p:nvPr/>
            </p:nvSpPr>
            <p:spPr>
              <a:xfrm>
                <a:off x="3744" y="2228"/>
                <a:ext cx="486" cy="668"/>
              </a:xfrm>
              <a:custGeom>
                <a:avLst/>
                <a:gdLst/>
                <a:ahLst/>
                <a:cxnLst/>
                <a:pathLst>
                  <a:path w="971" h="1334">
                    <a:moveTo>
                      <a:pt x="646" y="61"/>
                    </a:moveTo>
                    <a:lnTo>
                      <a:pt x="652" y="69"/>
                    </a:lnTo>
                    <a:lnTo>
                      <a:pt x="657" y="78"/>
                    </a:lnTo>
                    <a:lnTo>
                      <a:pt x="661" y="86"/>
                    </a:lnTo>
                    <a:lnTo>
                      <a:pt x="666" y="95"/>
                    </a:lnTo>
                    <a:lnTo>
                      <a:pt x="669" y="104"/>
                    </a:lnTo>
                    <a:lnTo>
                      <a:pt x="673" y="114"/>
                    </a:lnTo>
                    <a:lnTo>
                      <a:pt x="677" y="123"/>
                    </a:lnTo>
                    <a:lnTo>
                      <a:pt x="682" y="132"/>
                    </a:lnTo>
                    <a:lnTo>
                      <a:pt x="690" y="153"/>
                    </a:lnTo>
                    <a:lnTo>
                      <a:pt x="697" y="175"/>
                    </a:lnTo>
                    <a:lnTo>
                      <a:pt x="700" y="198"/>
                    </a:lnTo>
                    <a:lnTo>
                      <a:pt x="703" y="222"/>
                    </a:lnTo>
                    <a:lnTo>
                      <a:pt x="700" y="246"/>
                    </a:lnTo>
                    <a:lnTo>
                      <a:pt x="696" y="269"/>
                    </a:lnTo>
                    <a:lnTo>
                      <a:pt x="689" y="291"/>
                    </a:lnTo>
                    <a:lnTo>
                      <a:pt x="677" y="312"/>
                    </a:lnTo>
                    <a:lnTo>
                      <a:pt x="666" y="328"/>
                    </a:lnTo>
                    <a:lnTo>
                      <a:pt x="653" y="344"/>
                    </a:lnTo>
                    <a:lnTo>
                      <a:pt x="640" y="360"/>
                    </a:lnTo>
                    <a:lnTo>
                      <a:pt x="629" y="377"/>
                    </a:lnTo>
                    <a:lnTo>
                      <a:pt x="621" y="396"/>
                    </a:lnTo>
                    <a:lnTo>
                      <a:pt x="616" y="414"/>
                    </a:lnTo>
                    <a:lnTo>
                      <a:pt x="615" y="434"/>
                    </a:lnTo>
                    <a:lnTo>
                      <a:pt x="621" y="454"/>
                    </a:lnTo>
                    <a:lnTo>
                      <a:pt x="639" y="457"/>
                    </a:lnTo>
                    <a:lnTo>
                      <a:pt x="657" y="457"/>
                    </a:lnTo>
                    <a:lnTo>
                      <a:pt x="674" y="457"/>
                    </a:lnTo>
                    <a:lnTo>
                      <a:pt x="691" y="456"/>
                    </a:lnTo>
                    <a:lnTo>
                      <a:pt x="708" y="452"/>
                    </a:lnTo>
                    <a:lnTo>
                      <a:pt x="725" y="449"/>
                    </a:lnTo>
                    <a:lnTo>
                      <a:pt x="741" y="443"/>
                    </a:lnTo>
                    <a:lnTo>
                      <a:pt x="757" y="437"/>
                    </a:lnTo>
                    <a:lnTo>
                      <a:pt x="772" y="430"/>
                    </a:lnTo>
                    <a:lnTo>
                      <a:pt x="787" y="422"/>
                    </a:lnTo>
                    <a:lnTo>
                      <a:pt x="801" y="413"/>
                    </a:lnTo>
                    <a:lnTo>
                      <a:pt x="814" y="403"/>
                    </a:lnTo>
                    <a:lnTo>
                      <a:pt x="827" y="391"/>
                    </a:lnTo>
                    <a:lnTo>
                      <a:pt x="840" y="380"/>
                    </a:lnTo>
                    <a:lnTo>
                      <a:pt x="852" y="366"/>
                    </a:lnTo>
                    <a:lnTo>
                      <a:pt x="864" y="352"/>
                    </a:lnTo>
                    <a:lnTo>
                      <a:pt x="871" y="342"/>
                    </a:lnTo>
                    <a:lnTo>
                      <a:pt x="878" y="331"/>
                    </a:lnTo>
                    <a:lnTo>
                      <a:pt x="881" y="320"/>
                    </a:lnTo>
                    <a:lnTo>
                      <a:pt x="884" y="307"/>
                    </a:lnTo>
                    <a:lnTo>
                      <a:pt x="879" y="304"/>
                    </a:lnTo>
                    <a:lnTo>
                      <a:pt x="874" y="301"/>
                    </a:lnTo>
                    <a:lnTo>
                      <a:pt x="870" y="298"/>
                    </a:lnTo>
                    <a:lnTo>
                      <a:pt x="864" y="294"/>
                    </a:lnTo>
                    <a:lnTo>
                      <a:pt x="859" y="290"/>
                    </a:lnTo>
                    <a:lnTo>
                      <a:pt x="855" y="286"/>
                    </a:lnTo>
                    <a:lnTo>
                      <a:pt x="850" y="282"/>
                    </a:lnTo>
                    <a:lnTo>
                      <a:pt x="847" y="276"/>
                    </a:lnTo>
                    <a:lnTo>
                      <a:pt x="842" y="263"/>
                    </a:lnTo>
                    <a:lnTo>
                      <a:pt x="840" y="251"/>
                    </a:lnTo>
                    <a:lnTo>
                      <a:pt x="841" y="238"/>
                    </a:lnTo>
                    <a:lnTo>
                      <a:pt x="844" y="225"/>
                    </a:lnTo>
                    <a:lnTo>
                      <a:pt x="850" y="216"/>
                    </a:lnTo>
                    <a:lnTo>
                      <a:pt x="857" y="209"/>
                    </a:lnTo>
                    <a:lnTo>
                      <a:pt x="864" y="202"/>
                    </a:lnTo>
                    <a:lnTo>
                      <a:pt x="873" y="198"/>
                    </a:lnTo>
                    <a:lnTo>
                      <a:pt x="882" y="195"/>
                    </a:lnTo>
                    <a:lnTo>
                      <a:pt x="893" y="193"/>
                    </a:lnTo>
                    <a:lnTo>
                      <a:pt x="903" y="192"/>
                    </a:lnTo>
                    <a:lnTo>
                      <a:pt x="914" y="192"/>
                    </a:lnTo>
                    <a:lnTo>
                      <a:pt x="923" y="193"/>
                    </a:lnTo>
                    <a:lnTo>
                      <a:pt x="932" y="197"/>
                    </a:lnTo>
                    <a:lnTo>
                      <a:pt x="941" y="201"/>
                    </a:lnTo>
                    <a:lnTo>
                      <a:pt x="949" y="207"/>
                    </a:lnTo>
                    <a:lnTo>
                      <a:pt x="956" y="214"/>
                    </a:lnTo>
                    <a:lnTo>
                      <a:pt x="962" y="222"/>
                    </a:lnTo>
                    <a:lnTo>
                      <a:pt x="968" y="230"/>
                    </a:lnTo>
                    <a:lnTo>
                      <a:pt x="971" y="239"/>
                    </a:lnTo>
                    <a:lnTo>
                      <a:pt x="971" y="244"/>
                    </a:lnTo>
                    <a:lnTo>
                      <a:pt x="970" y="246"/>
                    </a:lnTo>
                    <a:lnTo>
                      <a:pt x="967" y="247"/>
                    </a:lnTo>
                    <a:lnTo>
                      <a:pt x="964" y="249"/>
                    </a:lnTo>
                    <a:lnTo>
                      <a:pt x="955" y="262"/>
                    </a:lnTo>
                    <a:lnTo>
                      <a:pt x="948" y="276"/>
                    </a:lnTo>
                    <a:lnTo>
                      <a:pt x="943" y="290"/>
                    </a:lnTo>
                    <a:lnTo>
                      <a:pt x="942" y="306"/>
                    </a:lnTo>
                    <a:lnTo>
                      <a:pt x="942" y="328"/>
                    </a:lnTo>
                    <a:lnTo>
                      <a:pt x="940" y="349"/>
                    </a:lnTo>
                    <a:lnTo>
                      <a:pt x="938" y="369"/>
                    </a:lnTo>
                    <a:lnTo>
                      <a:pt x="933" y="390"/>
                    </a:lnTo>
                    <a:lnTo>
                      <a:pt x="929" y="411"/>
                    </a:lnTo>
                    <a:lnTo>
                      <a:pt x="923" y="430"/>
                    </a:lnTo>
                    <a:lnTo>
                      <a:pt x="916" y="450"/>
                    </a:lnTo>
                    <a:lnTo>
                      <a:pt x="909" y="469"/>
                    </a:lnTo>
                    <a:lnTo>
                      <a:pt x="902" y="486"/>
                    </a:lnTo>
                    <a:lnTo>
                      <a:pt x="894" y="502"/>
                    </a:lnTo>
                    <a:lnTo>
                      <a:pt x="885" y="517"/>
                    </a:lnTo>
                    <a:lnTo>
                      <a:pt x="876" y="532"/>
                    </a:lnTo>
                    <a:lnTo>
                      <a:pt x="864" y="547"/>
                    </a:lnTo>
                    <a:lnTo>
                      <a:pt x="851" y="560"/>
                    </a:lnTo>
                    <a:lnTo>
                      <a:pt x="839" y="573"/>
                    </a:lnTo>
                    <a:lnTo>
                      <a:pt x="825" y="586"/>
                    </a:lnTo>
                    <a:lnTo>
                      <a:pt x="811" y="597"/>
                    </a:lnTo>
                    <a:lnTo>
                      <a:pt x="796" y="608"/>
                    </a:lnTo>
                    <a:lnTo>
                      <a:pt x="780" y="618"/>
                    </a:lnTo>
                    <a:lnTo>
                      <a:pt x="765" y="626"/>
                    </a:lnTo>
                    <a:lnTo>
                      <a:pt x="748" y="634"/>
                    </a:lnTo>
                    <a:lnTo>
                      <a:pt x="731" y="640"/>
                    </a:lnTo>
                    <a:lnTo>
                      <a:pt x="715" y="646"/>
                    </a:lnTo>
                    <a:lnTo>
                      <a:pt x="698" y="649"/>
                    </a:lnTo>
                    <a:lnTo>
                      <a:pt x="696" y="651"/>
                    </a:lnTo>
                    <a:lnTo>
                      <a:pt x="693" y="665"/>
                    </a:lnTo>
                    <a:lnTo>
                      <a:pt x="689" y="678"/>
                    </a:lnTo>
                    <a:lnTo>
                      <a:pt x="682" y="691"/>
                    </a:lnTo>
                    <a:lnTo>
                      <a:pt x="675" y="702"/>
                    </a:lnTo>
                    <a:lnTo>
                      <a:pt x="667" y="715"/>
                    </a:lnTo>
                    <a:lnTo>
                      <a:pt x="659" y="726"/>
                    </a:lnTo>
                    <a:lnTo>
                      <a:pt x="651" y="738"/>
                    </a:lnTo>
                    <a:lnTo>
                      <a:pt x="643" y="749"/>
                    </a:lnTo>
                    <a:lnTo>
                      <a:pt x="631" y="780"/>
                    </a:lnTo>
                    <a:lnTo>
                      <a:pt x="630" y="816"/>
                    </a:lnTo>
                    <a:lnTo>
                      <a:pt x="634" y="852"/>
                    </a:lnTo>
                    <a:lnTo>
                      <a:pt x="637" y="888"/>
                    </a:lnTo>
                    <a:lnTo>
                      <a:pt x="639" y="919"/>
                    </a:lnTo>
                    <a:lnTo>
                      <a:pt x="640" y="951"/>
                    </a:lnTo>
                    <a:lnTo>
                      <a:pt x="640" y="982"/>
                    </a:lnTo>
                    <a:lnTo>
                      <a:pt x="639" y="1013"/>
                    </a:lnTo>
                    <a:lnTo>
                      <a:pt x="635" y="1044"/>
                    </a:lnTo>
                    <a:lnTo>
                      <a:pt x="627" y="1073"/>
                    </a:lnTo>
                    <a:lnTo>
                      <a:pt x="614" y="1101"/>
                    </a:lnTo>
                    <a:lnTo>
                      <a:pt x="598" y="1126"/>
                    </a:lnTo>
                    <a:lnTo>
                      <a:pt x="591" y="1135"/>
                    </a:lnTo>
                    <a:lnTo>
                      <a:pt x="584" y="1144"/>
                    </a:lnTo>
                    <a:lnTo>
                      <a:pt x="576" y="1154"/>
                    </a:lnTo>
                    <a:lnTo>
                      <a:pt x="569" y="1162"/>
                    </a:lnTo>
                    <a:lnTo>
                      <a:pt x="561" y="1171"/>
                    </a:lnTo>
                    <a:lnTo>
                      <a:pt x="553" y="1179"/>
                    </a:lnTo>
                    <a:lnTo>
                      <a:pt x="545" y="1187"/>
                    </a:lnTo>
                    <a:lnTo>
                      <a:pt x="536" y="1194"/>
                    </a:lnTo>
                    <a:lnTo>
                      <a:pt x="534" y="1198"/>
                    </a:lnTo>
                    <a:lnTo>
                      <a:pt x="532" y="1212"/>
                    </a:lnTo>
                    <a:lnTo>
                      <a:pt x="528" y="1232"/>
                    </a:lnTo>
                    <a:lnTo>
                      <a:pt x="522" y="1255"/>
                    </a:lnTo>
                    <a:lnTo>
                      <a:pt x="516" y="1280"/>
                    </a:lnTo>
                    <a:lnTo>
                      <a:pt x="510" y="1302"/>
                    </a:lnTo>
                    <a:lnTo>
                      <a:pt x="506" y="1322"/>
                    </a:lnTo>
                    <a:lnTo>
                      <a:pt x="501" y="1334"/>
                    </a:lnTo>
                    <a:lnTo>
                      <a:pt x="494" y="1331"/>
                    </a:lnTo>
                    <a:lnTo>
                      <a:pt x="488" y="1325"/>
                    </a:lnTo>
                    <a:lnTo>
                      <a:pt x="481" y="1318"/>
                    </a:lnTo>
                    <a:lnTo>
                      <a:pt x="476" y="1312"/>
                    </a:lnTo>
                    <a:lnTo>
                      <a:pt x="468" y="1304"/>
                    </a:lnTo>
                    <a:lnTo>
                      <a:pt x="460" y="1296"/>
                    </a:lnTo>
                    <a:lnTo>
                      <a:pt x="453" y="1287"/>
                    </a:lnTo>
                    <a:lnTo>
                      <a:pt x="445" y="1278"/>
                    </a:lnTo>
                    <a:lnTo>
                      <a:pt x="439" y="1269"/>
                    </a:lnTo>
                    <a:lnTo>
                      <a:pt x="433" y="1259"/>
                    </a:lnTo>
                    <a:lnTo>
                      <a:pt x="427" y="1250"/>
                    </a:lnTo>
                    <a:lnTo>
                      <a:pt x="424" y="1240"/>
                    </a:lnTo>
                    <a:lnTo>
                      <a:pt x="422" y="1219"/>
                    </a:lnTo>
                    <a:lnTo>
                      <a:pt x="428" y="1201"/>
                    </a:lnTo>
                    <a:lnTo>
                      <a:pt x="438" y="1181"/>
                    </a:lnTo>
                    <a:lnTo>
                      <a:pt x="446" y="1163"/>
                    </a:lnTo>
                    <a:lnTo>
                      <a:pt x="451" y="1122"/>
                    </a:lnTo>
                    <a:lnTo>
                      <a:pt x="451" y="1082"/>
                    </a:lnTo>
                    <a:lnTo>
                      <a:pt x="443" y="1044"/>
                    </a:lnTo>
                    <a:lnTo>
                      <a:pt x="430" y="1008"/>
                    </a:lnTo>
                    <a:lnTo>
                      <a:pt x="418" y="991"/>
                    </a:lnTo>
                    <a:lnTo>
                      <a:pt x="404" y="978"/>
                    </a:lnTo>
                    <a:lnTo>
                      <a:pt x="389" y="968"/>
                    </a:lnTo>
                    <a:lnTo>
                      <a:pt x="372" y="960"/>
                    </a:lnTo>
                    <a:lnTo>
                      <a:pt x="352" y="955"/>
                    </a:lnTo>
                    <a:lnTo>
                      <a:pt x="334" y="952"/>
                    </a:lnTo>
                    <a:lnTo>
                      <a:pt x="313" y="951"/>
                    </a:lnTo>
                    <a:lnTo>
                      <a:pt x="294" y="952"/>
                    </a:lnTo>
                    <a:lnTo>
                      <a:pt x="271" y="954"/>
                    </a:lnTo>
                    <a:lnTo>
                      <a:pt x="249" y="958"/>
                    </a:lnTo>
                    <a:lnTo>
                      <a:pt x="227" y="964"/>
                    </a:lnTo>
                    <a:lnTo>
                      <a:pt x="205" y="972"/>
                    </a:lnTo>
                    <a:lnTo>
                      <a:pt x="185" y="981"/>
                    </a:lnTo>
                    <a:lnTo>
                      <a:pt x="167" y="995"/>
                    </a:lnTo>
                    <a:lnTo>
                      <a:pt x="151" y="1010"/>
                    </a:lnTo>
                    <a:lnTo>
                      <a:pt x="136" y="1029"/>
                    </a:lnTo>
                    <a:lnTo>
                      <a:pt x="133" y="1046"/>
                    </a:lnTo>
                    <a:lnTo>
                      <a:pt x="135" y="1072"/>
                    </a:lnTo>
                    <a:lnTo>
                      <a:pt x="136" y="1097"/>
                    </a:lnTo>
                    <a:lnTo>
                      <a:pt x="132" y="1112"/>
                    </a:lnTo>
                    <a:lnTo>
                      <a:pt x="125" y="1114"/>
                    </a:lnTo>
                    <a:lnTo>
                      <a:pt x="113" y="1118"/>
                    </a:lnTo>
                    <a:lnTo>
                      <a:pt x="97" y="1120"/>
                    </a:lnTo>
                    <a:lnTo>
                      <a:pt x="76" y="1122"/>
                    </a:lnTo>
                    <a:lnTo>
                      <a:pt x="55" y="1125"/>
                    </a:lnTo>
                    <a:lnTo>
                      <a:pt x="34" y="1126"/>
                    </a:lnTo>
                    <a:lnTo>
                      <a:pt x="17" y="1125"/>
                    </a:lnTo>
                    <a:lnTo>
                      <a:pt x="3" y="1124"/>
                    </a:lnTo>
                    <a:lnTo>
                      <a:pt x="9" y="1111"/>
                    </a:lnTo>
                    <a:lnTo>
                      <a:pt x="17" y="1099"/>
                    </a:lnTo>
                    <a:lnTo>
                      <a:pt x="25" y="1089"/>
                    </a:lnTo>
                    <a:lnTo>
                      <a:pt x="34" y="1078"/>
                    </a:lnTo>
                    <a:lnTo>
                      <a:pt x="42" y="1067"/>
                    </a:lnTo>
                    <a:lnTo>
                      <a:pt x="50" y="1056"/>
                    </a:lnTo>
                    <a:lnTo>
                      <a:pt x="56" y="1043"/>
                    </a:lnTo>
                    <a:lnTo>
                      <a:pt x="59" y="1030"/>
                    </a:lnTo>
                    <a:lnTo>
                      <a:pt x="62" y="1000"/>
                    </a:lnTo>
                    <a:lnTo>
                      <a:pt x="67" y="970"/>
                    </a:lnTo>
                    <a:lnTo>
                      <a:pt x="72" y="943"/>
                    </a:lnTo>
                    <a:lnTo>
                      <a:pt x="80" y="915"/>
                    </a:lnTo>
                    <a:lnTo>
                      <a:pt x="91" y="890"/>
                    </a:lnTo>
                    <a:lnTo>
                      <a:pt x="106" y="867"/>
                    </a:lnTo>
                    <a:lnTo>
                      <a:pt x="123" y="845"/>
                    </a:lnTo>
                    <a:lnTo>
                      <a:pt x="146" y="825"/>
                    </a:lnTo>
                    <a:lnTo>
                      <a:pt x="151" y="822"/>
                    </a:lnTo>
                    <a:lnTo>
                      <a:pt x="155" y="818"/>
                    </a:lnTo>
                    <a:lnTo>
                      <a:pt x="160" y="814"/>
                    </a:lnTo>
                    <a:lnTo>
                      <a:pt x="165" y="810"/>
                    </a:lnTo>
                    <a:lnTo>
                      <a:pt x="169" y="807"/>
                    </a:lnTo>
                    <a:lnTo>
                      <a:pt x="174" y="803"/>
                    </a:lnTo>
                    <a:lnTo>
                      <a:pt x="178" y="800"/>
                    </a:lnTo>
                    <a:lnTo>
                      <a:pt x="183" y="798"/>
                    </a:lnTo>
                    <a:lnTo>
                      <a:pt x="185" y="776"/>
                    </a:lnTo>
                    <a:lnTo>
                      <a:pt x="188" y="754"/>
                    </a:lnTo>
                    <a:lnTo>
                      <a:pt x="186" y="732"/>
                    </a:lnTo>
                    <a:lnTo>
                      <a:pt x="181" y="711"/>
                    </a:lnTo>
                    <a:lnTo>
                      <a:pt x="175" y="696"/>
                    </a:lnTo>
                    <a:lnTo>
                      <a:pt x="169" y="681"/>
                    </a:lnTo>
                    <a:lnTo>
                      <a:pt x="166" y="666"/>
                    </a:lnTo>
                    <a:lnTo>
                      <a:pt x="161" y="651"/>
                    </a:lnTo>
                    <a:lnTo>
                      <a:pt x="158" y="636"/>
                    </a:lnTo>
                    <a:lnTo>
                      <a:pt x="152" y="621"/>
                    </a:lnTo>
                    <a:lnTo>
                      <a:pt x="146" y="606"/>
                    </a:lnTo>
                    <a:lnTo>
                      <a:pt x="138" y="593"/>
                    </a:lnTo>
                    <a:lnTo>
                      <a:pt x="120" y="565"/>
                    </a:lnTo>
                    <a:lnTo>
                      <a:pt x="102" y="537"/>
                    </a:lnTo>
                    <a:lnTo>
                      <a:pt x="86" y="510"/>
                    </a:lnTo>
                    <a:lnTo>
                      <a:pt x="71" y="482"/>
                    </a:lnTo>
                    <a:lnTo>
                      <a:pt x="57" y="454"/>
                    </a:lnTo>
                    <a:lnTo>
                      <a:pt x="47" y="425"/>
                    </a:lnTo>
                    <a:lnTo>
                      <a:pt x="39" y="395"/>
                    </a:lnTo>
                    <a:lnTo>
                      <a:pt x="34" y="363"/>
                    </a:lnTo>
                    <a:lnTo>
                      <a:pt x="33" y="335"/>
                    </a:lnTo>
                    <a:lnTo>
                      <a:pt x="34" y="306"/>
                    </a:lnTo>
                    <a:lnTo>
                      <a:pt x="31" y="278"/>
                    </a:lnTo>
                    <a:lnTo>
                      <a:pt x="21" y="253"/>
                    </a:lnTo>
                    <a:lnTo>
                      <a:pt x="15" y="246"/>
                    </a:lnTo>
                    <a:lnTo>
                      <a:pt x="8" y="239"/>
                    </a:lnTo>
                    <a:lnTo>
                      <a:pt x="2" y="231"/>
                    </a:lnTo>
                    <a:lnTo>
                      <a:pt x="0" y="222"/>
                    </a:lnTo>
                    <a:lnTo>
                      <a:pt x="2" y="210"/>
                    </a:lnTo>
                    <a:lnTo>
                      <a:pt x="6" y="200"/>
                    </a:lnTo>
                    <a:lnTo>
                      <a:pt x="12" y="192"/>
                    </a:lnTo>
                    <a:lnTo>
                      <a:pt x="21" y="184"/>
                    </a:lnTo>
                    <a:lnTo>
                      <a:pt x="32" y="178"/>
                    </a:lnTo>
                    <a:lnTo>
                      <a:pt x="44" y="173"/>
                    </a:lnTo>
                    <a:lnTo>
                      <a:pt x="56" y="172"/>
                    </a:lnTo>
                    <a:lnTo>
                      <a:pt x="69" y="171"/>
                    </a:lnTo>
                    <a:lnTo>
                      <a:pt x="82" y="173"/>
                    </a:lnTo>
                    <a:lnTo>
                      <a:pt x="94" y="176"/>
                    </a:lnTo>
                    <a:lnTo>
                      <a:pt x="106" y="180"/>
                    </a:lnTo>
                    <a:lnTo>
                      <a:pt x="116" y="186"/>
                    </a:lnTo>
                    <a:lnTo>
                      <a:pt x="127" y="194"/>
                    </a:lnTo>
                    <a:lnTo>
                      <a:pt x="135" y="203"/>
                    </a:lnTo>
                    <a:lnTo>
                      <a:pt x="142" y="214"/>
                    </a:lnTo>
                    <a:lnTo>
                      <a:pt x="145" y="226"/>
                    </a:lnTo>
                    <a:lnTo>
                      <a:pt x="144" y="241"/>
                    </a:lnTo>
                    <a:lnTo>
                      <a:pt x="139" y="254"/>
                    </a:lnTo>
                    <a:lnTo>
                      <a:pt x="130" y="266"/>
                    </a:lnTo>
                    <a:lnTo>
                      <a:pt x="118" y="275"/>
                    </a:lnTo>
                    <a:lnTo>
                      <a:pt x="116" y="276"/>
                    </a:lnTo>
                    <a:lnTo>
                      <a:pt x="115" y="276"/>
                    </a:lnTo>
                    <a:lnTo>
                      <a:pt x="114" y="277"/>
                    </a:lnTo>
                    <a:lnTo>
                      <a:pt x="113" y="279"/>
                    </a:lnTo>
                    <a:lnTo>
                      <a:pt x="117" y="308"/>
                    </a:lnTo>
                    <a:lnTo>
                      <a:pt x="125" y="338"/>
                    </a:lnTo>
                    <a:lnTo>
                      <a:pt x="137" y="366"/>
                    </a:lnTo>
                    <a:lnTo>
                      <a:pt x="152" y="391"/>
                    </a:lnTo>
                    <a:lnTo>
                      <a:pt x="170" y="415"/>
                    </a:lnTo>
                    <a:lnTo>
                      <a:pt x="192" y="437"/>
                    </a:lnTo>
                    <a:lnTo>
                      <a:pt x="216" y="454"/>
                    </a:lnTo>
                    <a:lnTo>
                      <a:pt x="244" y="468"/>
                    </a:lnTo>
                    <a:lnTo>
                      <a:pt x="251" y="471"/>
                    </a:lnTo>
                    <a:lnTo>
                      <a:pt x="258" y="473"/>
                    </a:lnTo>
                    <a:lnTo>
                      <a:pt x="265" y="475"/>
                    </a:lnTo>
                    <a:lnTo>
                      <a:pt x="273" y="478"/>
                    </a:lnTo>
                    <a:lnTo>
                      <a:pt x="280" y="480"/>
                    </a:lnTo>
                    <a:lnTo>
                      <a:pt x="287" y="482"/>
                    </a:lnTo>
                    <a:lnTo>
                      <a:pt x="295" y="483"/>
                    </a:lnTo>
                    <a:lnTo>
                      <a:pt x="302" y="486"/>
                    </a:lnTo>
                    <a:lnTo>
                      <a:pt x="302" y="452"/>
                    </a:lnTo>
                    <a:lnTo>
                      <a:pt x="294" y="450"/>
                    </a:lnTo>
                    <a:lnTo>
                      <a:pt x="286" y="448"/>
                    </a:lnTo>
                    <a:lnTo>
                      <a:pt x="276" y="445"/>
                    </a:lnTo>
                    <a:lnTo>
                      <a:pt x="268" y="442"/>
                    </a:lnTo>
                    <a:lnTo>
                      <a:pt x="260" y="438"/>
                    </a:lnTo>
                    <a:lnTo>
                      <a:pt x="253" y="435"/>
                    </a:lnTo>
                    <a:lnTo>
                      <a:pt x="248" y="429"/>
                    </a:lnTo>
                    <a:lnTo>
                      <a:pt x="244" y="421"/>
                    </a:lnTo>
                    <a:lnTo>
                      <a:pt x="243" y="412"/>
                    </a:lnTo>
                    <a:lnTo>
                      <a:pt x="245" y="401"/>
                    </a:lnTo>
                    <a:lnTo>
                      <a:pt x="249" y="391"/>
                    </a:lnTo>
                    <a:lnTo>
                      <a:pt x="251" y="382"/>
                    </a:lnTo>
                    <a:lnTo>
                      <a:pt x="258" y="340"/>
                    </a:lnTo>
                    <a:lnTo>
                      <a:pt x="253" y="336"/>
                    </a:lnTo>
                    <a:lnTo>
                      <a:pt x="249" y="331"/>
                    </a:lnTo>
                    <a:lnTo>
                      <a:pt x="246" y="325"/>
                    </a:lnTo>
                    <a:lnTo>
                      <a:pt x="246" y="320"/>
                    </a:lnTo>
                    <a:lnTo>
                      <a:pt x="250" y="308"/>
                    </a:lnTo>
                    <a:lnTo>
                      <a:pt x="257" y="299"/>
                    </a:lnTo>
                    <a:lnTo>
                      <a:pt x="262" y="289"/>
                    </a:lnTo>
                    <a:lnTo>
                      <a:pt x="262" y="277"/>
                    </a:lnTo>
                    <a:lnTo>
                      <a:pt x="228" y="268"/>
                    </a:lnTo>
                    <a:lnTo>
                      <a:pt x="224" y="264"/>
                    </a:lnTo>
                    <a:lnTo>
                      <a:pt x="223" y="260"/>
                    </a:lnTo>
                    <a:lnTo>
                      <a:pt x="223" y="255"/>
                    </a:lnTo>
                    <a:lnTo>
                      <a:pt x="226" y="252"/>
                    </a:lnTo>
                    <a:lnTo>
                      <a:pt x="231" y="239"/>
                    </a:lnTo>
                    <a:lnTo>
                      <a:pt x="237" y="226"/>
                    </a:lnTo>
                    <a:lnTo>
                      <a:pt x="244" y="214"/>
                    </a:lnTo>
                    <a:lnTo>
                      <a:pt x="251" y="202"/>
                    </a:lnTo>
                    <a:lnTo>
                      <a:pt x="258" y="190"/>
                    </a:lnTo>
                    <a:lnTo>
                      <a:pt x="265" y="178"/>
                    </a:lnTo>
                    <a:lnTo>
                      <a:pt x="273" y="165"/>
                    </a:lnTo>
                    <a:lnTo>
                      <a:pt x="280" y="154"/>
                    </a:lnTo>
                    <a:lnTo>
                      <a:pt x="287" y="142"/>
                    </a:lnTo>
                    <a:lnTo>
                      <a:pt x="295" y="132"/>
                    </a:lnTo>
                    <a:lnTo>
                      <a:pt x="304" y="123"/>
                    </a:lnTo>
                    <a:lnTo>
                      <a:pt x="313" y="112"/>
                    </a:lnTo>
                    <a:lnTo>
                      <a:pt x="322" y="103"/>
                    </a:lnTo>
                    <a:lnTo>
                      <a:pt x="333" y="93"/>
                    </a:lnTo>
                    <a:lnTo>
                      <a:pt x="342" y="84"/>
                    </a:lnTo>
                    <a:lnTo>
                      <a:pt x="352" y="74"/>
                    </a:lnTo>
                    <a:lnTo>
                      <a:pt x="360" y="70"/>
                    </a:lnTo>
                    <a:lnTo>
                      <a:pt x="349" y="62"/>
                    </a:lnTo>
                    <a:lnTo>
                      <a:pt x="340" y="51"/>
                    </a:lnTo>
                    <a:lnTo>
                      <a:pt x="332" y="40"/>
                    </a:lnTo>
                    <a:lnTo>
                      <a:pt x="327" y="27"/>
                    </a:lnTo>
                    <a:lnTo>
                      <a:pt x="332" y="32"/>
                    </a:lnTo>
                    <a:lnTo>
                      <a:pt x="337" y="36"/>
                    </a:lnTo>
                    <a:lnTo>
                      <a:pt x="343" y="40"/>
                    </a:lnTo>
                    <a:lnTo>
                      <a:pt x="350" y="42"/>
                    </a:lnTo>
                    <a:lnTo>
                      <a:pt x="357" y="43"/>
                    </a:lnTo>
                    <a:lnTo>
                      <a:pt x="365" y="43"/>
                    </a:lnTo>
                    <a:lnTo>
                      <a:pt x="372" y="43"/>
                    </a:lnTo>
                    <a:lnTo>
                      <a:pt x="379" y="41"/>
                    </a:lnTo>
                    <a:lnTo>
                      <a:pt x="390" y="36"/>
                    </a:lnTo>
                    <a:lnTo>
                      <a:pt x="403" y="32"/>
                    </a:lnTo>
                    <a:lnTo>
                      <a:pt x="415" y="26"/>
                    </a:lnTo>
                    <a:lnTo>
                      <a:pt x="426" y="21"/>
                    </a:lnTo>
                    <a:lnTo>
                      <a:pt x="439" y="16"/>
                    </a:lnTo>
                    <a:lnTo>
                      <a:pt x="450" y="11"/>
                    </a:lnTo>
                    <a:lnTo>
                      <a:pt x="463" y="6"/>
                    </a:lnTo>
                    <a:lnTo>
                      <a:pt x="476" y="3"/>
                    </a:lnTo>
                    <a:lnTo>
                      <a:pt x="492" y="1"/>
                    </a:lnTo>
                    <a:lnTo>
                      <a:pt x="508" y="0"/>
                    </a:lnTo>
                    <a:lnTo>
                      <a:pt x="525" y="0"/>
                    </a:lnTo>
                    <a:lnTo>
                      <a:pt x="541" y="1"/>
                    </a:lnTo>
                    <a:lnTo>
                      <a:pt x="557" y="3"/>
                    </a:lnTo>
                    <a:lnTo>
                      <a:pt x="574" y="8"/>
                    </a:lnTo>
                    <a:lnTo>
                      <a:pt x="589" y="12"/>
                    </a:lnTo>
                    <a:lnTo>
                      <a:pt x="602" y="19"/>
                    </a:lnTo>
                    <a:lnTo>
                      <a:pt x="609" y="23"/>
                    </a:lnTo>
                    <a:lnTo>
                      <a:pt x="615" y="27"/>
                    </a:lnTo>
                    <a:lnTo>
                      <a:pt x="621" y="32"/>
                    </a:lnTo>
                    <a:lnTo>
                      <a:pt x="627" y="38"/>
                    </a:lnTo>
                    <a:lnTo>
                      <a:pt x="632" y="43"/>
                    </a:lnTo>
                    <a:lnTo>
                      <a:pt x="637" y="49"/>
                    </a:lnTo>
                    <a:lnTo>
                      <a:pt x="642" y="55"/>
                    </a:lnTo>
                    <a:lnTo>
                      <a:pt x="646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75" name="任意多边形 332919"/>
              <p:cNvSpPr/>
              <p:nvPr/>
            </p:nvSpPr>
            <p:spPr>
              <a:xfrm>
                <a:off x="3864" y="2253"/>
                <a:ext cx="178" cy="253"/>
              </a:xfrm>
              <a:custGeom>
                <a:avLst/>
                <a:gdLst/>
                <a:ahLst/>
                <a:cxnLst/>
                <a:pathLst>
                  <a:path w="356" h="506">
                    <a:moveTo>
                      <a:pt x="252" y="0"/>
                    </a:moveTo>
                    <a:lnTo>
                      <a:pt x="246" y="6"/>
                    </a:lnTo>
                    <a:lnTo>
                      <a:pt x="239" y="12"/>
                    </a:lnTo>
                    <a:lnTo>
                      <a:pt x="233" y="17"/>
                    </a:lnTo>
                    <a:lnTo>
                      <a:pt x="226" y="22"/>
                    </a:lnTo>
                    <a:lnTo>
                      <a:pt x="219" y="27"/>
                    </a:lnTo>
                    <a:lnTo>
                      <a:pt x="212" y="30"/>
                    </a:lnTo>
                    <a:lnTo>
                      <a:pt x="206" y="33"/>
                    </a:lnTo>
                    <a:lnTo>
                      <a:pt x="199" y="37"/>
                    </a:lnTo>
                    <a:lnTo>
                      <a:pt x="196" y="38"/>
                    </a:lnTo>
                    <a:lnTo>
                      <a:pt x="194" y="38"/>
                    </a:lnTo>
                    <a:lnTo>
                      <a:pt x="191" y="38"/>
                    </a:lnTo>
                    <a:lnTo>
                      <a:pt x="188" y="38"/>
                    </a:lnTo>
                    <a:lnTo>
                      <a:pt x="207" y="40"/>
                    </a:lnTo>
                    <a:lnTo>
                      <a:pt x="225" y="38"/>
                    </a:lnTo>
                    <a:lnTo>
                      <a:pt x="242" y="31"/>
                    </a:lnTo>
                    <a:lnTo>
                      <a:pt x="261" y="24"/>
                    </a:lnTo>
                    <a:lnTo>
                      <a:pt x="278" y="20"/>
                    </a:lnTo>
                    <a:lnTo>
                      <a:pt x="295" y="19"/>
                    </a:lnTo>
                    <a:lnTo>
                      <a:pt x="312" y="23"/>
                    </a:lnTo>
                    <a:lnTo>
                      <a:pt x="329" y="36"/>
                    </a:lnTo>
                    <a:lnTo>
                      <a:pt x="317" y="43"/>
                    </a:lnTo>
                    <a:lnTo>
                      <a:pt x="306" y="50"/>
                    </a:lnTo>
                    <a:lnTo>
                      <a:pt x="294" y="59"/>
                    </a:lnTo>
                    <a:lnTo>
                      <a:pt x="285" y="69"/>
                    </a:lnTo>
                    <a:lnTo>
                      <a:pt x="277" y="81"/>
                    </a:lnTo>
                    <a:lnTo>
                      <a:pt x="270" y="92"/>
                    </a:lnTo>
                    <a:lnTo>
                      <a:pt x="265" y="105"/>
                    </a:lnTo>
                    <a:lnTo>
                      <a:pt x="264" y="119"/>
                    </a:lnTo>
                    <a:lnTo>
                      <a:pt x="265" y="137"/>
                    </a:lnTo>
                    <a:lnTo>
                      <a:pt x="269" y="156"/>
                    </a:lnTo>
                    <a:lnTo>
                      <a:pt x="270" y="174"/>
                    </a:lnTo>
                    <a:lnTo>
                      <a:pt x="268" y="192"/>
                    </a:lnTo>
                    <a:lnTo>
                      <a:pt x="261" y="210"/>
                    </a:lnTo>
                    <a:lnTo>
                      <a:pt x="254" y="226"/>
                    </a:lnTo>
                    <a:lnTo>
                      <a:pt x="246" y="241"/>
                    </a:lnTo>
                    <a:lnTo>
                      <a:pt x="238" y="257"/>
                    </a:lnTo>
                    <a:lnTo>
                      <a:pt x="240" y="257"/>
                    </a:lnTo>
                    <a:lnTo>
                      <a:pt x="250" y="245"/>
                    </a:lnTo>
                    <a:lnTo>
                      <a:pt x="262" y="233"/>
                    </a:lnTo>
                    <a:lnTo>
                      <a:pt x="272" y="219"/>
                    </a:lnTo>
                    <a:lnTo>
                      <a:pt x="284" y="206"/>
                    </a:lnTo>
                    <a:lnTo>
                      <a:pt x="295" y="196"/>
                    </a:lnTo>
                    <a:lnTo>
                      <a:pt x="309" y="188"/>
                    </a:lnTo>
                    <a:lnTo>
                      <a:pt x="324" y="186"/>
                    </a:lnTo>
                    <a:lnTo>
                      <a:pt x="340" y="190"/>
                    </a:lnTo>
                    <a:lnTo>
                      <a:pt x="345" y="194"/>
                    </a:lnTo>
                    <a:lnTo>
                      <a:pt x="347" y="197"/>
                    </a:lnTo>
                    <a:lnTo>
                      <a:pt x="348" y="203"/>
                    </a:lnTo>
                    <a:lnTo>
                      <a:pt x="348" y="207"/>
                    </a:lnTo>
                    <a:lnTo>
                      <a:pt x="346" y="219"/>
                    </a:lnTo>
                    <a:lnTo>
                      <a:pt x="342" y="229"/>
                    </a:lnTo>
                    <a:lnTo>
                      <a:pt x="333" y="240"/>
                    </a:lnTo>
                    <a:lnTo>
                      <a:pt x="324" y="245"/>
                    </a:lnTo>
                    <a:lnTo>
                      <a:pt x="317" y="248"/>
                    </a:lnTo>
                    <a:lnTo>
                      <a:pt x="310" y="249"/>
                    </a:lnTo>
                    <a:lnTo>
                      <a:pt x="302" y="249"/>
                    </a:lnTo>
                    <a:lnTo>
                      <a:pt x="295" y="249"/>
                    </a:lnTo>
                    <a:lnTo>
                      <a:pt x="287" y="248"/>
                    </a:lnTo>
                    <a:lnTo>
                      <a:pt x="280" y="245"/>
                    </a:lnTo>
                    <a:lnTo>
                      <a:pt x="274" y="243"/>
                    </a:lnTo>
                    <a:lnTo>
                      <a:pt x="268" y="241"/>
                    </a:lnTo>
                    <a:lnTo>
                      <a:pt x="269" y="250"/>
                    </a:lnTo>
                    <a:lnTo>
                      <a:pt x="276" y="257"/>
                    </a:lnTo>
                    <a:lnTo>
                      <a:pt x="284" y="262"/>
                    </a:lnTo>
                    <a:lnTo>
                      <a:pt x="292" y="266"/>
                    </a:lnTo>
                    <a:lnTo>
                      <a:pt x="325" y="270"/>
                    </a:lnTo>
                    <a:lnTo>
                      <a:pt x="336" y="282"/>
                    </a:lnTo>
                    <a:lnTo>
                      <a:pt x="343" y="297"/>
                    </a:lnTo>
                    <a:lnTo>
                      <a:pt x="346" y="313"/>
                    </a:lnTo>
                    <a:lnTo>
                      <a:pt x="348" y="329"/>
                    </a:lnTo>
                    <a:lnTo>
                      <a:pt x="350" y="347"/>
                    </a:lnTo>
                    <a:lnTo>
                      <a:pt x="350" y="364"/>
                    </a:lnTo>
                    <a:lnTo>
                      <a:pt x="351" y="380"/>
                    </a:lnTo>
                    <a:lnTo>
                      <a:pt x="354" y="396"/>
                    </a:lnTo>
                    <a:lnTo>
                      <a:pt x="356" y="402"/>
                    </a:lnTo>
                    <a:lnTo>
                      <a:pt x="348" y="415"/>
                    </a:lnTo>
                    <a:lnTo>
                      <a:pt x="339" y="426"/>
                    </a:lnTo>
                    <a:lnTo>
                      <a:pt x="330" y="438"/>
                    </a:lnTo>
                    <a:lnTo>
                      <a:pt x="320" y="448"/>
                    </a:lnTo>
                    <a:lnTo>
                      <a:pt x="309" y="458"/>
                    </a:lnTo>
                    <a:lnTo>
                      <a:pt x="299" y="468"/>
                    </a:lnTo>
                    <a:lnTo>
                      <a:pt x="286" y="476"/>
                    </a:lnTo>
                    <a:lnTo>
                      <a:pt x="275" y="483"/>
                    </a:lnTo>
                    <a:lnTo>
                      <a:pt x="262" y="490"/>
                    </a:lnTo>
                    <a:lnTo>
                      <a:pt x="249" y="494"/>
                    </a:lnTo>
                    <a:lnTo>
                      <a:pt x="236" y="499"/>
                    </a:lnTo>
                    <a:lnTo>
                      <a:pt x="222" y="502"/>
                    </a:lnTo>
                    <a:lnTo>
                      <a:pt x="208" y="505"/>
                    </a:lnTo>
                    <a:lnTo>
                      <a:pt x="194" y="506"/>
                    </a:lnTo>
                    <a:lnTo>
                      <a:pt x="179" y="506"/>
                    </a:lnTo>
                    <a:lnTo>
                      <a:pt x="164" y="505"/>
                    </a:lnTo>
                    <a:lnTo>
                      <a:pt x="153" y="503"/>
                    </a:lnTo>
                    <a:lnTo>
                      <a:pt x="141" y="501"/>
                    </a:lnTo>
                    <a:lnTo>
                      <a:pt x="130" y="498"/>
                    </a:lnTo>
                    <a:lnTo>
                      <a:pt x="119" y="493"/>
                    </a:lnTo>
                    <a:lnTo>
                      <a:pt x="109" y="487"/>
                    </a:lnTo>
                    <a:lnTo>
                      <a:pt x="101" y="479"/>
                    </a:lnTo>
                    <a:lnTo>
                      <a:pt x="94" y="470"/>
                    </a:lnTo>
                    <a:lnTo>
                      <a:pt x="89" y="457"/>
                    </a:lnTo>
                    <a:lnTo>
                      <a:pt x="87" y="445"/>
                    </a:lnTo>
                    <a:lnTo>
                      <a:pt x="85" y="433"/>
                    </a:lnTo>
                    <a:lnTo>
                      <a:pt x="83" y="420"/>
                    </a:lnTo>
                    <a:lnTo>
                      <a:pt x="82" y="408"/>
                    </a:lnTo>
                    <a:lnTo>
                      <a:pt x="104" y="408"/>
                    </a:lnTo>
                    <a:lnTo>
                      <a:pt x="126" y="405"/>
                    </a:lnTo>
                    <a:lnTo>
                      <a:pt x="146" y="401"/>
                    </a:lnTo>
                    <a:lnTo>
                      <a:pt x="165" y="395"/>
                    </a:lnTo>
                    <a:lnTo>
                      <a:pt x="184" y="388"/>
                    </a:lnTo>
                    <a:lnTo>
                      <a:pt x="202" y="379"/>
                    </a:lnTo>
                    <a:lnTo>
                      <a:pt x="219" y="367"/>
                    </a:lnTo>
                    <a:lnTo>
                      <a:pt x="236" y="355"/>
                    </a:lnTo>
                    <a:lnTo>
                      <a:pt x="245" y="347"/>
                    </a:lnTo>
                    <a:lnTo>
                      <a:pt x="253" y="339"/>
                    </a:lnTo>
                    <a:lnTo>
                      <a:pt x="262" y="329"/>
                    </a:lnTo>
                    <a:lnTo>
                      <a:pt x="270" y="320"/>
                    </a:lnTo>
                    <a:lnTo>
                      <a:pt x="277" y="310"/>
                    </a:lnTo>
                    <a:lnTo>
                      <a:pt x="284" y="301"/>
                    </a:lnTo>
                    <a:lnTo>
                      <a:pt x="291" y="290"/>
                    </a:lnTo>
                    <a:lnTo>
                      <a:pt x="297" y="280"/>
                    </a:lnTo>
                    <a:lnTo>
                      <a:pt x="291" y="286"/>
                    </a:lnTo>
                    <a:lnTo>
                      <a:pt x="285" y="293"/>
                    </a:lnTo>
                    <a:lnTo>
                      <a:pt x="279" y="300"/>
                    </a:lnTo>
                    <a:lnTo>
                      <a:pt x="272" y="306"/>
                    </a:lnTo>
                    <a:lnTo>
                      <a:pt x="256" y="319"/>
                    </a:lnTo>
                    <a:lnTo>
                      <a:pt x="241" y="331"/>
                    </a:lnTo>
                    <a:lnTo>
                      <a:pt x="224" y="341"/>
                    </a:lnTo>
                    <a:lnTo>
                      <a:pt x="208" y="350"/>
                    </a:lnTo>
                    <a:lnTo>
                      <a:pt x="189" y="359"/>
                    </a:lnTo>
                    <a:lnTo>
                      <a:pt x="172" y="365"/>
                    </a:lnTo>
                    <a:lnTo>
                      <a:pt x="153" y="371"/>
                    </a:lnTo>
                    <a:lnTo>
                      <a:pt x="133" y="373"/>
                    </a:lnTo>
                    <a:lnTo>
                      <a:pt x="121" y="374"/>
                    </a:lnTo>
                    <a:lnTo>
                      <a:pt x="110" y="374"/>
                    </a:lnTo>
                    <a:lnTo>
                      <a:pt x="98" y="374"/>
                    </a:lnTo>
                    <a:lnTo>
                      <a:pt x="87" y="374"/>
                    </a:lnTo>
                    <a:lnTo>
                      <a:pt x="75" y="374"/>
                    </a:lnTo>
                    <a:lnTo>
                      <a:pt x="64" y="373"/>
                    </a:lnTo>
                    <a:lnTo>
                      <a:pt x="53" y="372"/>
                    </a:lnTo>
                    <a:lnTo>
                      <a:pt x="42" y="371"/>
                    </a:lnTo>
                    <a:lnTo>
                      <a:pt x="36" y="369"/>
                    </a:lnTo>
                    <a:lnTo>
                      <a:pt x="35" y="363"/>
                    </a:lnTo>
                    <a:lnTo>
                      <a:pt x="35" y="357"/>
                    </a:lnTo>
                    <a:lnTo>
                      <a:pt x="36" y="351"/>
                    </a:lnTo>
                    <a:lnTo>
                      <a:pt x="40" y="338"/>
                    </a:lnTo>
                    <a:lnTo>
                      <a:pt x="44" y="324"/>
                    </a:lnTo>
                    <a:lnTo>
                      <a:pt x="47" y="310"/>
                    </a:lnTo>
                    <a:lnTo>
                      <a:pt x="45" y="295"/>
                    </a:lnTo>
                    <a:lnTo>
                      <a:pt x="42" y="290"/>
                    </a:lnTo>
                    <a:lnTo>
                      <a:pt x="36" y="286"/>
                    </a:lnTo>
                    <a:lnTo>
                      <a:pt x="32" y="281"/>
                    </a:lnTo>
                    <a:lnTo>
                      <a:pt x="29" y="275"/>
                    </a:lnTo>
                    <a:lnTo>
                      <a:pt x="30" y="266"/>
                    </a:lnTo>
                    <a:lnTo>
                      <a:pt x="41" y="271"/>
                    </a:lnTo>
                    <a:lnTo>
                      <a:pt x="51" y="273"/>
                    </a:lnTo>
                    <a:lnTo>
                      <a:pt x="63" y="274"/>
                    </a:lnTo>
                    <a:lnTo>
                      <a:pt x="74" y="273"/>
                    </a:lnTo>
                    <a:lnTo>
                      <a:pt x="86" y="272"/>
                    </a:lnTo>
                    <a:lnTo>
                      <a:pt x="97" y="268"/>
                    </a:lnTo>
                    <a:lnTo>
                      <a:pt x="106" y="264"/>
                    </a:lnTo>
                    <a:lnTo>
                      <a:pt x="116" y="257"/>
                    </a:lnTo>
                    <a:lnTo>
                      <a:pt x="118" y="253"/>
                    </a:lnTo>
                    <a:lnTo>
                      <a:pt x="120" y="250"/>
                    </a:lnTo>
                    <a:lnTo>
                      <a:pt x="123" y="247"/>
                    </a:lnTo>
                    <a:lnTo>
                      <a:pt x="124" y="243"/>
                    </a:lnTo>
                    <a:lnTo>
                      <a:pt x="115" y="248"/>
                    </a:lnTo>
                    <a:lnTo>
                      <a:pt x="105" y="252"/>
                    </a:lnTo>
                    <a:lnTo>
                      <a:pt x="95" y="256"/>
                    </a:lnTo>
                    <a:lnTo>
                      <a:pt x="83" y="258"/>
                    </a:lnTo>
                    <a:lnTo>
                      <a:pt x="73" y="259"/>
                    </a:lnTo>
                    <a:lnTo>
                      <a:pt x="62" y="258"/>
                    </a:lnTo>
                    <a:lnTo>
                      <a:pt x="50" y="257"/>
                    </a:lnTo>
                    <a:lnTo>
                      <a:pt x="40" y="253"/>
                    </a:lnTo>
                    <a:lnTo>
                      <a:pt x="44" y="244"/>
                    </a:lnTo>
                    <a:lnTo>
                      <a:pt x="47" y="237"/>
                    </a:lnTo>
                    <a:lnTo>
                      <a:pt x="49" y="234"/>
                    </a:lnTo>
                    <a:lnTo>
                      <a:pt x="50" y="233"/>
                    </a:lnTo>
                    <a:lnTo>
                      <a:pt x="57" y="234"/>
                    </a:lnTo>
                    <a:lnTo>
                      <a:pt x="65" y="234"/>
                    </a:lnTo>
                    <a:lnTo>
                      <a:pt x="72" y="234"/>
                    </a:lnTo>
                    <a:lnTo>
                      <a:pt x="79" y="230"/>
                    </a:lnTo>
                    <a:lnTo>
                      <a:pt x="82" y="227"/>
                    </a:lnTo>
                    <a:lnTo>
                      <a:pt x="86" y="224"/>
                    </a:lnTo>
                    <a:lnTo>
                      <a:pt x="87" y="219"/>
                    </a:lnTo>
                    <a:lnTo>
                      <a:pt x="88" y="214"/>
                    </a:lnTo>
                    <a:lnTo>
                      <a:pt x="86" y="206"/>
                    </a:lnTo>
                    <a:lnTo>
                      <a:pt x="82" y="199"/>
                    </a:lnTo>
                    <a:lnTo>
                      <a:pt x="78" y="194"/>
                    </a:lnTo>
                    <a:lnTo>
                      <a:pt x="71" y="189"/>
                    </a:lnTo>
                    <a:lnTo>
                      <a:pt x="63" y="187"/>
                    </a:lnTo>
                    <a:lnTo>
                      <a:pt x="55" y="187"/>
                    </a:lnTo>
                    <a:lnTo>
                      <a:pt x="47" y="190"/>
                    </a:lnTo>
                    <a:lnTo>
                      <a:pt x="40" y="194"/>
                    </a:lnTo>
                    <a:lnTo>
                      <a:pt x="45" y="192"/>
                    </a:lnTo>
                    <a:lnTo>
                      <a:pt x="52" y="191"/>
                    </a:lnTo>
                    <a:lnTo>
                      <a:pt x="59" y="191"/>
                    </a:lnTo>
                    <a:lnTo>
                      <a:pt x="65" y="194"/>
                    </a:lnTo>
                    <a:lnTo>
                      <a:pt x="68" y="198"/>
                    </a:lnTo>
                    <a:lnTo>
                      <a:pt x="70" y="204"/>
                    </a:lnTo>
                    <a:lnTo>
                      <a:pt x="68" y="210"/>
                    </a:lnTo>
                    <a:lnTo>
                      <a:pt x="67" y="214"/>
                    </a:lnTo>
                    <a:lnTo>
                      <a:pt x="66" y="217"/>
                    </a:lnTo>
                    <a:lnTo>
                      <a:pt x="64" y="219"/>
                    </a:lnTo>
                    <a:lnTo>
                      <a:pt x="62" y="220"/>
                    </a:lnTo>
                    <a:lnTo>
                      <a:pt x="59" y="220"/>
                    </a:lnTo>
                    <a:lnTo>
                      <a:pt x="51" y="219"/>
                    </a:lnTo>
                    <a:lnTo>
                      <a:pt x="44" y="219"/>
                    </a:lnTo>
                    <a:lnTo>
                      <a:pt x="36" y="218"/>
                    </a:lnTo>
                    <a:lnTo>
                      <a:pt x="29" y="215"/>
                    </a:lnTo>
                    <a:lnTo>
                      <a:pt x="22" y="214"/>
                    </a:lnTo>
                    <a:lnTo>
                      <a:pt x="15" y="213"/>
                    </a:lnTo>
                    <a:lnTo>
                      <a:pt x="7" y="211"/>
                    </a:lnTo>
                    <a:lnTo>
                      <a:pt x="0" y="210"/>
                    </a:lnTo>
                    <a:lnTo>
                      <a:pt x="7" y="190"/>
                    </a:lnTo>
                    <a:lnTo>
                      <a:pt x="17" y="172"/>
                    </a:lnTo>
                    <a:lnTo>
                      <a:pt x="27" y="153"/>
                    </a:lnTo>
                    <a:lnTo>
                      <a:pt x="38" y="136"/>
                    </a:lnTo>
                    <a:lnTo>
                      <a:pt x="51" y="119"/>
                    </a:lnTo>
                    <a:lnTo>
                      <a:pt x="65" y="103"/>
                    </a:lnTo>
                    <a:lnTo>
                      <a:pt x="80" y="85"/>
                    </a:lnTo>
                    <a:lnTo>
                      <a:pt x="94" y="69"/>
                    </a:lnTo>
                    <a:lnTo>
                      <a:pt x="100" y="62"/>
                    </a:lnTo>
                    <a:lnTo>
                      <a:pt x="105" y="55"/>
                    </a:lnTo>
                    <a:lnTo>
                      <a:pt x="112" y="48"/>
                    </a:lnTo>
                    <a:lnTo>
                      <a:pt x="118" y="42"/>
                    </a:lnTo>
                    <a:lnTo>
                      <a:pt x="125" y="36"/>
                    </a:lnTo>
                    <a:lnTo>
                      <a:pt x="131" y="31"/>
                    </a:lnTo>
                    <a:lnTo>
                      <a:pt x="138" y="28"/>
                    </a:lnTo>
                    <a:lnTo>
                      <a:pt x="146" y="25"/>
                    </a:lnTo>
                    <a:lnTo>
                      <a:pt x="158" y="23"/>
                    </a:lnTo>
                    <a:lnTo>
                      <a:pt x="170" y="21"/>
                    </a:lnTo>
                    <a:lnTo>
                      <a:pt x="181" y="17"/>
                    </a:lnTo>
                    <a:lnTo>
                      <a:pt x="193" y="13"/>
                    </a:lnTo>
                    <a:lnTo>
                      <a:pt x="204" y="9"/>
                    </a:lnTo>
                    <a:lnTo>
                      <a:pt x="216" y="6"/>
                    </a:lnTo>
                    <a:lnTo>
                      <a:pt x="227" y="2"/>
                    </a:lnTo>
                    <a:lnTo>
                      <a:pt x="239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76" name="任意多边形 332920"/>
              <p:cNvSpPr/>
              <p:nvPr/>
            </p:nvSpPr>
            <p:spPr>
              <a:xfrm>
                <a:off x="3922" y="2293"/>
                <a:ext cx="64" cy="31"/>
              </a:xfrm>
              <a:custGeom>
                <a:avLst/>
                <a:gdLst/>
                <a:ahLst/>
                <a:cxnLst/>
                <a:pathLst>
                  <a:path w="127" h="62">
                    <a:moveTo>
                      <a:pt x="127" y="62"/>
                    </a:moveTo>
                    <a:lnTo>
                      <a:pt x="117" y="54"/>
                    </a:lnTo>
                    <a:lnTo>
                      <a:pt x="107" y="44"/>
                    </a:lnTo>
                    <a:lnTo>
                      <a:pt x="98" y="36"/>
                    </a:lnTo>
                    <a:lnTo>
                      <a:pt x="87" y="27"/>
                    </a:lnTo>
                    <a:lnTo>
                      <a:pt x="77" y="21"/>
                    </a:lnTo>
                    <a:lnTo>
                      <a:pt x="67" y="16"/>
                    </a:lnTo>
                    <a:lnTo>
                      <a:pt x="54" y="13"/>
                    </a:lnTo>
                    <a:lnTo>
                      <a:pt x="41" y="15"/>
                    </a:lnTo>
                    <a:lnTo>
                      <a:pt x="0" y="15"/>
                    </a:lnTo>
                    <a:lnTo>
                      <a:pt x="9" y="9"/>
                    </a:lnTo>
                    <a:lnTo>
                      <a:pt x="19" y="5"/>
                    </a:lnTo>
                    <a:lnTo>
                      <a:pt x="30" y="2"/>
                    </a:lnTo>
                    <a:lnTo>
                      <a:pt x="41" y="0"/>
                    </a:lnTo>
                    <a:lnTo>
                      <a:pt x="53" y="0"/>
                    </a:lnTo>
                    <a:lnTo>
                      <a:pt x="64" y="1"/>
                    </a:lnTo>
                    <a:lnTo>
                      <a:pt x="75" y="3"/>
                    </a:lnTo>
                    <a:lnTo>
                      <a:pt x="85" y="9"/>
                    </a:lnTo>
                    <a:lnTo>
                      <a:pt x="92" y="13"/>
                    </a:lnTo>
                    <a:lnTo>
                      <a:pt x="98" y="19"/>
                    </a:lnTo>
                    <a:lnTo>
                      <a:pt x="104" y="26"/>
                    </a:lnTo>
                    <a:lnTo>
                      <a:pt x="109" y="33"/>
                    </a:lnTo>
                    <a:lnTo>
                      <a:pt x="114" y="40"/>
                    </a:lnTo>
                    <a:lnTo>
                      <a:pt x="119" y="47"/>
                    </a:lnTo>
                    <a:lnTo>
                      <a:pt x="123" y="55"/>
                    </a:lnTo>
                    <a:lnTo>
                      <a:pt x="127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77" name="任意多边形 332921"/>
              <p:cNvSpPr/>
              <p:nvPr/>
            </p:nvSpPr>
            <p:spPr>
              <a:xfrm>
                <a:off x="3921" y="2316"/>
                <a:ext cx="39" cy="15"/>
              </a:xfrm>
              <a:custGeom>
                <a:avLst/>
                <a:gdLst/>
                <a:ahLst/>
                <a:cxnLst/>
                <a:pathLst>
                  <a:path w="80" h="31">
                    <a:moveTo>
                      <a:pt x="80" y="7"/>
                    </a:moveTo>
                    <a:lnTo>
                      <a:pt x="75" y="13"/>
                    </a:lnTo>
                    <a:lnTo>
                      <a:pt x="68" y="20"/>
                    </a:lnTo>
                    <a:lnTo>
                      <a:pt x="63" y="25"/>
                    </a:lnTo>
                    <a:lnTo>
                      <a:pt x="56" y="28"/>
                    </a:lnTo>
                    <a:lnTo>
                      <a:pt x="48" y="30"/>
                    </a:lnTo>
                    <a:lnTo>
                      <a:pt x="40" y="31"/>
                    </a:lnTo>
                    <a:lnTo>
                      <a:pt x="31" y="31"/>
                    </a:lnTo>
                    <a:lnTo>
                      <a:pt x="23" y="30"/>
                    </a:lnTo>
                    <a:lnTo>
                      <a:pt x="14" y="26"/>
                    </a:lnTo>
                    <a:lnTo>
                      <a:pt x="7" y="19"/>
                    </a:lnTo>
                    <a:lnTo>
                      <a:pt x="3" y="11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0" y="4"/>
                    </a:lnTo>
                    <a:lnTo>
                      <a:pt x="19" y="8"/>
                    </a:lnTo>
                    <a:lnTo>
                      <a:pt x="28" y="10"/>
                    </a:lnTo>
                    <a:lnTo>
                      <a:pt x="38" y="11"/>
                    </a:lnTo>
                    <a:lnTo>
                      <a:pt x="50" y="11"/>
                    </a:lnTo>
                    <a:lnTo>
                      <a:pt x="60" y="11"/>
                    </a:lnTo>
                    <a:lnTo>
                      <a:pt x="70" y="9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78" name="任意多边形 332922"/>
              <p:cNvSpPr/>
              <p:nvPr/>
            </p:nvSpPr>
            <p:spPr>
              <a:xfrm>
                <a:off x="3756" y="2321"/>
                <a:ext cx="49" cy="43"/>
              </a:xfrm>
              <a:custGeom>
                <a:avLst/>
                <a:gdLst/>
                <a:ahLst/>
                <a:cxnLst/>
                <a:pathLst>
                  <a:path w="98" h="85">
                    <a:moveTo>
                      <a:pt x="93" y="20"/>
                    </a:moveTo>
                    <a:lnTo>
                      <a:pt x="95" y="25"/>
                    </a:lnTo>
                    <a:lnTo>
                      <a:pt x="97" y="31"/>
                    </a:lnTo>
                    <a:lnTo>
                      <a:pt x="98" y="38"/>
                    </a:lnTo>
                    <a:lnTo>
                      <a:pt x="97" y="45"/>
                    </a:lnTo>
                    <a:lnTo>
                      <a:pt x="92" y="37"/>
                    </a:lnTo>
                    <a:lnTo>
                      <a:pt x="86" y="29"/>
                    </a:lnTo>
                    <a:lnTo>
                      <a:pt x="79" y="22"/>
                    </a:lnTo>
                    <a:lnTo>
                      <a:pt x="72" y="15"/>
                    </a:lnTo>
                    <a:lnTo>
                      <a:pt x="76" y="22"/>
                    </a:lnTo>
                    <a:lnTo>
                      <a:pt x="80" y="30"/>
                    </a:lnTo>
                    <a:lnTo>
                      <a:pt x="83" y="39"/>
                    </a:lnTo>
                    <a:lnTo>
                      <a:pt x="84" y="48"/>
                    </a:lnTo>
                    <a:lnTo>
                      <a:pt x="84" y="55"/>
                    </a:lnTo>
                    <a:lnTo>
                      <a:pt x="82" y="62"/>
                    </a:lnTo>
                    <a:lnTo>
                      <a:pt x="80" y="69"/>
                    </a:lnTo>
                    <a:lnTo>
                      <a:pt x="78" y="76"/>
                    </a:lnTo>
                    <a:lnTo>
                      <a:pt x="76" y="60"/>
                    </a:lnTo>
                    <a:lnTo>
                      <a:pt x="71" y="45"/>
                    </a:lnTo>
                    <a:lnTo>
                      <a:pt x="63" y="31"/>
                    </a:lnTo>
                    <a:lnTo>
                      <a:pt x="52" y="20"/>
                    </a:lnTo>
                    <a:lnTo>
                      <a:pt x="52" y="24"/>
                    </a:lnTo>
                    <a:lnTo>
                      <a:pt x="54" y="29"/>
                    </a:lnTo>
                    <a:lnTo>
                      <a:pt x="57" y="33"/>
                    </a:lnTo>
                    <a:lnTo>
                      <a:pt x="60" y="38"/>
                    </a:lnTo>
                    <a:lnTo>
                      <a:pt x="62" y="51"/>
                    </a:lnTo>
                    <a:lnTo>
                      <a:pt x="62" y="63"/>
                    </a:lnTo>
                    <a:lnTo>
                      <a:pt x="59" y="75"/>
                    </a:lnTo>
                    <a:lnTo>
                      <a:pt x="52" y="85"/>
                    </a:lnTo>
                    <a:lnTo>
                      <a:pt x="51" y="78"/>
                    </a:lnTo>
                    <a:lnTo>
                      <a:pt x="51" y="69"/>
                    </a:lnTo>
                    <a:lnTo>
                      <a:pt x="51" y="61"/>
                    </a:lnTo>
                    <a:lnTo>
                      <a:pt x="48" y="54"/>
                    </a:lnTo>
                    <a:lnTo>
                      <a:pt x="42" y="46"/>
                    </a:lnTo>
                    <a:lnTo>
                      <a:pt x="36" y="38"/>
                    </a:lnTo>
                    <a:lnTo>
                      <a:pt x="26" y="31"/>
                    </a:lnTo>
                    <a:lnTo>
                      <a:pt x="17" y="28"/>
                    </a:lnTo>
                    <a:lnTo>
                      <a:pt x="12" y="28"/>
                    </a:lnTo>
                    <a:lnTo>
                      <a:pt x="9" y="28"/>
                    </a:lnTo>
                    <a:lnTo>
                      <a:pt x="4" y="28"/>
                    </a:lnTo>
                    <a:lnTo>
                      <a:pt x="0" y="29"/>
                    </a:lnTo>
                    <a:lnTo>
                      <a:pt x="2" y="23"/>
                    </a:lnTo>
                    <a:lnTo>
                      <a:pt x="6" y="18"/>
                    </a:lnTo>
                    <a:lnTo>
                      <a:pt x="11" y="14"/>
                    </a:lnTo>
                    <a:lnTo>
                      <a:pt x="17" y="12"/>
                    </a:lnTo>
                    <a:lnTo>
                      <a:pt x="23" y="9"/>
                    </a:lnTo>
                    <a:lnTo>
                      <a:pt x="29" y="7"/>
                    </a:lnTo>
                    <a:lnTo>
                      <a:pt x="36" y="5"/>
                    </a:lnTo>
                    <a:lnTo>
                      <a:pt x="41" y="2"/>
                    </a:lnTo>
                    <a:lnTo>
                      <a:pt x="48" y="0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71" y="1"/>
                    </a:lnTo>
                    <a:lnTo>
                      <a:pt x="77" y="5"/>
                    </a:lnTo>
                    <a:lnTo>
                      <a:pt x="84" y="8"/>
                    </a:lnTo>
                    <a:lnTo>
                      <a:pt x="89" y="14"/>
                    </a:lnTo>
                    <a:lnTo>
                      <a:pt x="93" y="2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79" name="任意多边形 332923"/>
              <p:cNvSpPr/>
              <p:nvPr/>
            </p:nvSpPr>
            <p:spPr>
              <a:xfrm>
                <a:off x="4172" y="2330"/>
                <a:ext cx="50" cy="41"/>
              </a:xfrm>
              <a:custGeom>
                <a:avLst/>
                <a:gdLst/>
                <a:ahLst/>
                <a:cxnLst/>
                <a:pathLst>
                  <a:path w="100" h="81">
                    <a:moveTo>
                      <a:pt x="78" y="7"/>
                    </a:moveTo>
                    <a:lnTo>
                      <a:pt x="85" y="14"/>
                    </a:lnTo>
                    <a:lnTo>
                      <a:pt x="90" y="21"/>
                    </a:lnTo>
                    <a:lnTo>
                      <a:pt x="94" y="29"/>
                    </a:lnTo>
                    <a:lnTo>
                      <a:pt x="100" y="36"/>
                    </a:lnTo>
                    <a:lnTo>
                      <a:pt x="91" y="38"/>
                    </a:lnTo>
                    <a:lnTo>
                      <a:pt x="82" y="41"/>
                    </a:lnTo>
                    <a:lnTo>
                      <a:pt x="74" y="46"/>
                    </a:lnTo>
                    <a:lnTo>
                      <a:pt x="68" y="55"/>
                    </a:lnTo>
                    <a:lnTo>
                      <a:pt x="67" y="63"/>
                    </a:lnTo>
                    <a:lnTo>
                      <a:pt x="64" y="72"/>
                    </a:lnTo>
                    <a:lnTo>
                      <a:pt x="62" y="79"/>
                    </a:lnTo>
                    <a:lnTo>
                      <a:pt x="54" y="81"/>
                    </a:lnTo>
                    <a:lnTo>
                      <a:pt x="49" y="80"/>
                    </a:lnTo>
                    <a:lnTo>
                      <a:pt x="45" y="75"/>
                    </a:lnTo>
                    <a:lnTo>
                      <a:pt x="41" y="70"/>
                    </a:lnTo>
                    <a:lnTo>
                      <a:pt x="40" y="65"/>
                    </a:lnTo>
                    <a:lnTo>
                      <a:pt x="41" y="52"/>
                    </a:lnTo>
                    <a:lnTo>
                      <a:pt x="47" y="42"/>
                    </a:lnTo>
                    <a:lnTo>
                      <a:pt x="55" y="33"/>
                    </a:lnTo>
                    <a:lnTo>
                      <a:pt x="64" y="25"/>
                    </a:lnTo>
                    <a:lnTo>
                      <a:pt x="60" y="23"/>
                    </a:lnTo>
                    <a:lnTo>
                      <a:pt x="56" y="25"/>
                    </a:lnTo>
                    <a:lnTo>
                      <a:pt x="52" y="26"/>
                    </a:lnTo>
                    <a:lnTo>
                      <a:pt x="48" y="28"/>
                    </a:lnTo>
                    <a:lnTo>
                      <a:pt x="41" y="34"/>
                    </a:lnTo>
                    <a:lnTo>
                      <a:pt x="34" y="41"/>
                    </a:lnTo>
                    <a:lnTo>
                      <a:pt x="30" y="49"/>
                    </a:lnTo>
                    <a:lnTo>
                      <a:pt x="27" y="57"/>
                    </a:lnTo>
                    <a:lnTo>
                      <a:pt x="26" y="63"/>
                    </a:lnTo>
                    <a:lnTo>
                      <a:pt x="27" y="70"/>
                    </a:lnTo>
                    <a:lnTo>
                      <a:pt x="27" y="75"/>
                    </a:lnTo>
                    <a:lnTo>
                      <a:pt x="30" y="81"/>
                    </a:lnTo>
                    <a:lnTo>
                      <a:pt x="25" y="80"/>
                    </a:lnTo>
                    <a:lnTo>
                      <a:pt x="22" y="78"/>
                    </a:lnTo>
                    <a:lnTo>
                      <a:pt x="18" y="75"/>
                    </a:lnTo>
                    <a:lnTo>
                      <a:pt x="17" y="71"/>
                    </a:lnTo>
                    <a:lnTo>
                      <a:pt x="16" y="58"/>
                    </a:lnTo>
                    <a:lnTo>
                      <a:pt x="17" y="45"/>
                    </a:lnTo>
                    <a:lnTo>
                      <a:pt x="22" y="34"/>
                    </a:lnTo>
                    <a:lnTo>
                      <a:pt x="30" y="25"/>
                    </a:lnTo>
                    <a:lnTo>
                      <a:pt x="42" y="14"/>
                    </a:lnTo>
                    <a:lnTo>
                      <a:pt x="37" y="15"/>
                    </a:lnTo>
                    <a:lnTo>
                      <a:pt x="31" y="17"/>
                    </a:lnTo>
                    <a:lnTo>
                      <a:pt x="26" y="20"/>
                    </a:lnTo>
                    <a:lnTo>
                      <a:pt x="22" y="23"/>
                    </a:lnTo>
                    <a:lnTo>
                      <a:pt x="17" y="27"/>
                    </a:lnTo>
                    <a:lnTo>
                      <a:pt x="12" y="32"/>
                    </a:lnTo>
                    <a:lnTo>
                      <a:pt x="9" y="37"/>
                    </a:lnTo>
                    <a:lnTo>
                      <a:pt x="7" y="42"/>
                    </a:lnTo>
                    <a:lnTo>
                      <a:pt x="4" y="46"/>
                    </a:lnTo>
                    <a:lnTo>
                      <a:pt x="2" y="51"/>
                    </a:lnTo>
                    <a:lnTo>
                      <a:pt x="1" y="56"/>
                    </a:lnTo>
                    <a:lnTo>
                      <a:pt x="0" y="61"/>
                    </a:lnTo>
                    <a:lnTo>
                      <a:pt x="0" y="46"/>
                    </a:lnTo>
                    <a:lnTo>
                      <a:pt x="3" y="33"/>
                    </a:lnTo>
                    <a:lnTo>
                      <a:pt x="11" y="20"/>
                    </a:lnTo>
                    <a:lnTo>
                      <a:pt x="23" y="11"/>
                    </a:lnTo>
                    <a:lnTo>
                      <a:pt x="29" y="7"/>
                    </a:lnTo>
                    <a:lnTo>
                      <a:pt x="35" y="5"/>
                    </a:lnTo>
                    <a:lnTo>
                      <a:pt x="42" y="3"/>
                    </a:lnTo>
                    <a:lnTo>
                      <a:pt x="50" y="0"/>
                    </a:lnTo>
                    <a:lnTo>
                      <a:pt x="57" y="0"/>
                    </a:lnTo>
                    <a:lnTo>
                      <a:pt x="64" y="2"/>
                    </a:lnTo>
                    <a:lnTo>
                      <a:pt x="71" y="4"/>
                    </a:lnTo>
                    <a:lnTo>
                      <a:pt x="78" y="7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0" name="任意多边形 332924"/>
              <p:cNvSpPr/>
              <p:nvPr/>
            </p:nvSpPr>
            <p:spPr>
              <a:xfrm>
                <a:off x="4003" y="2353"/>
                <a:ext cx="30" cy="20"/>
              </a:xfrm>
              <a:custGeom>
                <a:avLst/>
                <a:gdLst/>
                <a:ahLst/>
                <a:cxnLst/>
                <a:pathLst>
                  <a:path w="60" h="40">
                    <a:moveTo>
                      <a:pt x="60" y="11"/>
                    </a:moveTo>
                    <a:lnTo>
                      <a:pt x="47" y="12"/>
                    </a:lnTo>
                    <a:lnTo>
                      <a:pt x="46" y="20"/>
                    </a:lnTo>
                    <a:lnTo>
                      <a:pt x="43" y="27"/>
                    </a:lnTo>
                    <a:lnTo>
                      <a:pt x="38" y="34"/>
                    </a:lnTo>
                    <a:lnTo>
                      <a:pt x="31" y="40"/>
                    </a:lnTo>
                    <a:lnTo>
                      <a:pt x="30" y="37"/>
                    </a:lnTo>
                    <a:lnTo>
                      <a:pt x="31" y="34"/>
                    </a:lnTo>
                    <a:lnTo>
                      <a:pt x="32" y="32"/>
                    </a:lnTo>
                    <a:lnTo>
                      <a:pt x="34" y="28"/>
                    </a:lnTo>
                    <a:lnTo>
                      <a:pt x="31" y="18"/>
                    </a:lnTo>
                    <a:lnTo>
                      <a:pt x="24" y="22"/>
                    </a:lnTo>
                    <a:lnTo>
                      <a:pt x="17" y="27"/>
                    </a:lnTo>
                    <a:lnTo>
                      <a:pt x="9" y="32"/>
                    </a:lnTo>
                    <a:lnTo>
                      <a:pt x="0" y="33"/>
                    </a:lnTo>
                    <a:lnTo>
                      <a:pt x="6" y="22"/>
                    </a:lnTo>
                    <a:lnTo>
                      <a:pt x="14" y="13"/>
                    </a:lnTo>
                    <a:lnTo>
                      <a:pt x="22" y="5"/>
                    </a:lnTo>
                    <a:lnTo>
                      <a:pt x="34" y="0"/>
                    </a:lnTo>
                    <a:lnTo>
                      <a:pt x="40" y="2"/>
                    </a:lnTo>
                    <a:lnTo>
                      <a:pt x="47" y="4"/>
                    </a:lnTo>
                    <a:lnTo>
                      <a:pt x="54" y="7"/>
                    </a:lnTo>
                    <a:lnTo>
                      <a:pt x="60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1" name="任意多边形 332925"/>
              <p:cNvSpPr/>
              <p:nvPr/>
            </p:nvSpPr>
            <p:spPr>
              <a:xfrm>
                <a:off x="3773" y="2370"/>
                <a:ext cx="51" cy="108"/>
              </a:xfrm>
              <a:custGeom>
                <a:avLst/>
                <a:gdLst/>
                <a:ahLst/>
                <a:cxnLst/>
                <a:pathLst>
                  <a:path w="104" h="216">
                    <a:moveTo>
                      <a:pt x="34" y="2"/>
                    </a:moveTo>
                    <a:lnTo>
                      <a:pt x="36" y="24"/>
                    </a:lnTo>
                    <a:lnTo>
                      <a:pt x="41" y="45"/>
                    </a:lnTo>
                    <a:lnTo>
                      <a:pt x="47" y="66"/>
                    </a:lnTo>
                    <a:lnTo>
                      <a:pt x="57" y="85"/>
                    </a:lnTo>
                    <a:lnTo>
                      <a:pt x="66" y="105"/>
                    </a:lnTo>
                    <a:lnTo>
                      <a:pt x="77" y="123"/>
                    </a:lnTo>
                    <a:lnTo>
                      <a:pt x="90" y="142"/>
                    </a:lnTo>
                    <a:lnTo>
                      <a:pt x="104" y="159"/>
                    </a:lnTo>
                    <a:lnTo>
                      <a:pt x="97" y="163"/>
                    </a:lnTo>
                    <a:lnTo>
                      <a:pt x="89" y="169"/>
                    </a:lnTo>
                    <a:lnTo>
                      <a:pt x="82" y="176"/>
                    </a:lnTo>
                    <a:lnTo>
                      <a:pt x="75" y="183"/>
                    </a:lnTo>
                    <a:lnTo>
                      <a:pt x="69" y="191"/>
                    </a:lnTo>
                    <a:lnTo>
                      <a:pt x="64" y="199"/>
                    </a:lnTo>
                    <a:lnTo>
                      <a:pt x="60" y="208"/>
                    </a:lnTo>
                    <a:lnTo>
                      <a:pt x="57" y="216"/>
                    </a:lnTo>
                    <a:lnTo>
                      <a:pt x="42" y="193"/>
                    </a:lnTo>
                    <a:lnTo>
                      <a:pt x="30" y="168"/>
                    </a:lnTo>
                    <a:lnTo>
                      <a:pt x="20" y="143"/>
                    </a:lnTo>
                    <a:lnTo>
                      <a:pt x="12" y="116"/>
                    </a:lnTo>
                    <a:lnTo>
                      <a:pt x="6" y="89"/>
                    </a:lnTo>
                    <a:lnTo>
                      <a:pt x="3" y="60"/>
                    </a:lnTo>
                    <a:lnTo>
                      <a:pt x="0" y="30"/>
                    </a:lnTo>
                    <a:lnTo>
                      <a:pt x="1" y="0"/>
                    </a:lnTo>
                    <a:lnTo>
                      <a:pt x="9" y="1"/>
                    </a:lnTo>
                    <a:lnTo>
                      <a:pt x="18" y="2"/>
                    </a:lnTo>
                    <a:lnTo>
                      <a:pt x="26" y="2"/>
                    </a:ln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2" name="任意多边形 332926"/>
              <p:cNvSpPr/>
              <p:nvPr/>
            </p:nvSpPr>
            <p:spPr>
              <a:xfrm>
                <a:off x="4123" y="2381"/>
                <a:ext cx="82" cy="146"/>
              </a:xfrm>
              <a:custGeom>
                <a:avLst/>
                <a:gdLst/>
                <a:ahLst/>
                <a:cxnLst/>
                <a:pathLst>
                  <a:path w="163" h="292">
                    <a:moveTo>
                      <a:pt x="163" y="0"/>
                    </a:moveTo>
                    <a:lnTo>
                      <a:pt x="163" y="31"/>
                    </a:lnTo>
                    <a:lnTo>
                      <a:pt x="159" y="62"/>
                    </a:lnTo>
                    <a:lnTo>
                      <a:pt x="151" y="92"/>
                    </a:lnTo>
                    <a:lnTo>
                      <a:pt x="143" y="122"/>
                    </a:lnTo>
                    <a:lnTo>
                      <a:pt x="133" y="146"/>
                    </a:lnTo>
                    <a:lnTo>
                      <a:pt x="123" y="171"/>
                    </a:lnTo>
                    <a:lnTo>
                      <a:pt x="109" y="194"/>
                    </a:lnTo>
                    <a:lnTo>
                      <a:pt x="94" y="217"/>
                    </a:lnTo>
                    <a:lnTo>
                      <a:pt x="77" y="239"/>
                    </a:lnTo>
                    <a:lnTo>
                      <a:pt x="59" y="259"/>
                    </a:lnTo>
                    <a:lnTo>
                      <a:pt x="37" y="277"/>
                    </a:lnTo>
                    <a:lnTo>
                      <a:pt x="14" y="292"/>
                    </a:lnTo>
                    <a:lnTo>
                      <a:pt x="25" y="265"/>
                    </a:lnTo>
                    <a:lnTo>
                      <a:pt x="30" y="232"/>
                    </a:lnTo>
                    <a:lnTo>
                      <a:pt x="26" y="201"/>
                    </a:lnTo>
                    <a:lnTo>
                      <a:pt x="14" y="173"/>
                    </a:lnTo>
                    <a:lnTo>
                      <a:pt x="0" y="159"/>
                    </a:lnTo>
                    <a:lnTo>
                      <a:pt x="17" y="151"/>
                    </a:lnTo>
                    <a:lnTo>
                      <a:pt x="36" y="143"/>
                    </a:lnTo>
                    <a:lnTo>
                      <a:pt x="54" y="132"/>
                    </a:lnTo>
                    <a:lnTo>
                      <a:pt x="71" y="121"/>
                    </a:lnTo>
                    <a:lnTo>
                      <a:pt x="87" y="107"/>
                    </a:lnTo>
                    <a:lnTo>
                      <a:pt x="102" y="92"/>
                    </a:lnTo>
                    <a:lnTo>
                      <a:pt x="115" y="75"/>
                    </a:lnTo>
                    <a:lnTo>
                      <a:pt x="124" y="56"/>
                    </a:lnTo>
                    <a:lnTo>
                      <a:pt x="129" y="44"/>
                    </a:lnTo>
                    <a:lnTo>
                      <a:pt x="135" y="30"/>
                    </a:lnTo>
                    <a:lnTo>
                      <a:pt x="139" y="17"/>
                    </a:lnTo>
                    <a:lnTo>
                      <a:pt x="143" y="4"/>
                    </a:lnTo>
                    <a:lnTo>
                      <a:pt x="148" y="3"/>
                    </a:lnTo>
                    <a:lnTo>
                      <a:pt x="153" y="2"/>
                    </a:lnTo>
                    <a:lnTo>
                      <a:pt x="159" y="1"/>
                    </a:ln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2BFB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3" name="任意多边形 332927"/>
              <p:cNvSpPr/>
              <p:nvPr/>
            </p:nvSpPr>
            <p:spPr>
              <a:xfrm>
                <a:off x="3808" y="2455"/>
                <a:ext cx="52" cy="50"/>
              </a:xfrm>
              <a:custGeom>
                <a:avLst/>
                <a:gdLst/>
                <a:ahLst/>
                <a:cxnLst/>
                <a:pathLst>
                  <a:path w="103" h="100">
                    <a:moveTo>
                      <a:pt x="103" y="37"/>
                    </a:moveTo>
                    <a:lnTo>
                      <a:pt x="93" y="40"/>
                    </a:lnTo>
                    <a:lnTo>
                      <a:pt x="81" y="46"/>
                    </a:lnTo>
                    <a:lnTo>
                      <a:pt x="71" y="52"/>
                    </a:lnTo>
                    <a:lnTo>
                      <a:pt x="60" y="59"/>
                    </a:lnTo>
                    <a:lnTo>
                      <a:pt x="50" y="68"/>
                    </a:lnTo>
                    <a:lnTo>
                      <a:pt x="41" y="77"/>
                    </a:lnTo>
                    <a:lnTo>
                      <a:pt x="34" y="88"/>
                    </a:lnTo>
                    <a:lnTo>
                      <a:pt x="31" y="100"/>
                    </a:lnTo>
                    <a:lnTo>
                      <a:pt x="20" y="92"/>
                    </a:lnTo>
                    <a:lnTo>
                      <a:pt x="10" y="84"/>
                    </a:lnTo>
                    <a:lnTo>
                      <a:pt x="2" y="74"/>
                    </a:lnTo>
                    <a:lnTo>
                      <a:pt x="0" y="62"/>
                    </a:lnTo>
                    <a:lnTo>
                      <a:pt x="1" y="53"/>
                    </a:lnTo>
                    <a:lnTo>
                      <a:pt x="4" y="45"/>
                    </a:lnTo>
                    <a:lnTo>
                      <a:pt x="9" y="36"/>
                    </a:lnTo>
                    <a:lnTo>
                      <a:pt x="14" y="29"/>
                    </a:lnTo>
                    <a:lnTo>
                      <a:pt x="20" y="21"/>
                    </a:lnTo>
                    <a:lnTo>
                      <a:pt x="27" y="14"/>
                    </a:lnTo>
                    <a:lnTo>
                      <a:pt x="34" y="7"/>
                    </a:lnTo>
                    <a:lnTo>
                      <a:pt x="41" y="0"/>
                    </a:lnTo>
                    <a:lnTo>
                      <a:pt x="49" y="6"/>
                    </a:lnTo>
                    <a:lnTo>
                      <a:pt x="56" y="11"/>
                    </a:lnTo>
                    <a:lnTo>
                      <a:pt x="64" y="16"/>
                    </a:lnTo>
                    <a:lnTo>
                      <a:pt x="71" y="21"/>
                    </a:lnTo>
                    <a:lnTo>
                      <a:pt x="79" y="26"/>
                    </a:lnTo>
                    <a:lnTo>
                      <a:pt x="87" y="30"/>
                    </a:lnTo>
                    <a:lnTo>
                      <a:pt x="95" y="34"/>
                    </a:lnTo>
                    <a:lnTo>
                      <a:pt x="103" y="37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4" name="任意多边形 332928"/>
              <p:cNvSpPr/>
              <p:nvPr/>
            </p:nvSpPr>
            <p:spPr>
              <a:xfrm>
                <a:off x="3939" y="2459"/>
                <a:ext cx="41" cy="18"/>
              </a:xfrm>
              <a:custGeom>
                <a:avLst/>
                <a:gdLst/>
                <a:ahLst/>
                <a:cxnLst/>
                <a:pathLst>
                  <a:path w="83" h="37">
                    <a:moveTo>
                      <a:pt x="29" y="37"/>
                    </a:moveTo>
                    <a:lnTo>
                      <a:pt x="21" y="37"/>
                    </a:lnTo>
                    <a:lnTo>
                      <a:pt x="13" y="36"/>
                    </a:lnTo>
                    <a:lnTo>
                      <a:pt x="6" y="32"/>
                    </a:lnTo>
                    <a:lnTo>
                      <a:pt x="0" y="28"/>
                    </a:lnTo>
                    <a:lnTo>
                      <a:pt x="10" y="26"/>
                    </a:lnTo>
                    <a:lnTo>
                      <a:pt x="21" y="24"/>
                    </a:lnTo>
                    <a:lnTo>
                      <a:pt x="32" y="22"/>
                    </a:lnTo>
                    <a:lnTo>
                      <a:pt x="43" y="19"/>
                    </a:lnTo>
                    <a:lnTo>
                      <a:pt x="53" y="16"/>
                    </a:lnTo>
                    <a:lnTo>
                      <a:pt x="63" y="12"/>
                    </a:lnTo>
                    <a:lnTo>
                      <a:pt x="74" y="6"/>
                    </a:lnTo>
                    <a:lnTo>
                      <a:pt x="83" y="0"/>
                    </a:lnTo>
                    <a:lnTo>
                      <a:pt x="78" y="7"/>
                    </a:lnTo>
                    <a:lnTo>
                      <a:pt x="74" y="14"/>
                    </a:lnTo>
                    <a:lnTo>
                      <a:pt x="68" y="20"/>
                    </a:lnTo>
                    <a:lnTo>
                      <a:pt x="61" y="26"/>
                    </a:lnTo>
                    <a:lnTo>
                      <a:pt x="54" y="30"/>
                    </a:lnTo>
                    <a:lnTo>
                      <a:pt x="46" y="34"/>
                    </a:lnTo>
                    <a:lnTo>
                      <a:pt x="38" y="36"/>
                    </a:lnTo>
                    <a:lnTo>
                      <a:pt x="2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5" name="任意多边形 332929"/>
              <p:cNvSpPr/>
              <p:nvPr/>
            </p:nvSpPr>
            <p:spPr>
              <a:xfrm>
                <a:off x="3830" y="2463"/>
                <a:ext cx="295" cy="199"/>
              </a:xfrm>
              <a:custGeom>
                <a:avLst/>
                <a:gdLst/>
                <a:ahLst/>
                <a:cxnLst/>
                <a:pathLst>
                  <a:path w="589" h="398">
                    <a:moveTo>
                      <a:pt x="575" y="17"/>
                    </a:moveTo>
                    <a:lnTo>
                      <a:pt x="586" y="47"/>
                    </a:lnTo>
                    <a:lnTo>
                      <a:pt x="589" y="80"/>
                    </a:lnTo>
                    <a:lnTo>
                      <a:pt x="585" y="113"/>
                    </a:lnTo>
                    <a:lnTo>
                      <a:pt x="573" y="143"/>
                    </a:lnTo>
                    <a:lnTo>
                      <a:pt x="570" y="148"/>
                    </a:lnTo>
                    <a:lnTo>
                      <a:pt x="566" y="150"/>
                    </a:lnTo>
                    <a:lnTo>
                      <a:pt x="562" y="152"/>
                    </a:lnTo>
                    <a:lnTo>
                      <a:pt x="556" y="154"/>
                    </a:lnTo>
                    <a:lnTo>
                      <a:pt x="550" y="155"/>
                    </a:lnTo>
                    <a:lnTo>
                      <a:pt x="545" y="155"/>
                    </a:lnTo>
                    <a:lnTo>
                      <a:pt x="540" y="156"/>
                    </a:lnTo>
                    <a:lnTo>
                      <a:pt x="534" y="157"/>
                    </a:lnTo>
                    <a:lnTo>
                      <a:pt x="536" y="142"/>
                    </a:lnTo>
                    <a:lnTo>
                      <a:pt x="536" y="127"/>
                    </a:lnTo>
                    <a:lnTo>
                      <a:pt x="535" y="112"/>
                    </a:lnTo>
                    <a:lnTo>
                      <a:pt x="531" y="97"/>
                    </a:lnTo>
                    <a:lnTo>
                      <a:pt x="526" y="83"/>
                    </a:lnTo>
                    <a:lnTo>
                      <a:pt x="519" y="70"/>
                    </a:lnTo>
                    <a:lnTo>
                      <a:pt x="511" y="57"/>
                    </a:lnTo>
                    <a:lnTo>
                      <a:pt x="503" y="44"/>
                    </a:lnTo>
                    <a:lnTo>
                      <a:pt x="484" y="27"/>
                    </a:lnTo>
                    <a:lnTo>
                      <a:pt x="488" y="36"/>
                    </a:lnTo>
                    <a:lnTo>
                      <a:pt x="492" y="45"/>
                    </a:lnTo>
                    <a:lnTo>
                      <a:pt x="498" y="55"/>
                    </a:lnTo>
                    <a:lnTo>
                      <a:pt x="504" y="64"/>
                    </a:lnTo>
                    <a:lnTo>
                      <a:pt x="509" y="73"/>
                    </a:lnTo>
                    <a:lnTo>
                      <a:pt x="513" y="82"/>
                    </a:lnTo>
                    <a:lnTo>
                      <a:pt x="517" y="93"/>
                    </a:lnTo>
                    <a:lnTo>
                      <a:pt x="517" y="104"/>
                    </a:lnTo>
                    <a:lnTo>
                      <a:pt x="513" y="128"/>
                    </a:lnTo>
                    <a:lnTo>
                      <a:pt x="505" y="152"/>
                    </a:lnTo>
                    <a:lnTo>
                      <a:pt x="495" y="175"/>
                    </a:lnTo>
                    <a:lnTo>
                      <a:pt x="482" y="197"/>
                    </a:lnTo>
                    <a:lnTo>
                      <a:pt x="465" y="217"/>
                    </a:lnTo>
                    <a:lnTo>
                      <a:pt x="448" y="234"/>
                    </a:lnTo>
                    <a:lnTo>
                      <a:pt x="427" y="250"/>
                    </a:lnTo>
                    <a:lnTo>
                      <a:pt x="405" y="263"/>
                    </a:lnTo>
                    <a:lnTo>
                      <a:pt x="391" y="269"/>
                    </a:lnTo>
                    <a:lnTo>
                      <a:pt x="377" y="272"/>
                    </a:lnTo>
                    <a:lnTo>
                      <a:pt x="362" y="275"/>
                    </a:lnTo>
                    <a:lnTo>
                      <a:pt x="346" y="275"/>
                    </a:lnTo>
                    <a:lnTo>
                      <a:pt x="331" y="272"/>
                    </a:lnTo>
                    <a:lnTo>
                      <a:pt x="316" y="269"/>
                    </a:lnTo>
                    <a:lnTo>
                      <a:pt x="301" y="264"/>
                    </a:lnTo>
                    <a:lnTo>
                      <a:pt x="289" y="258"/>
                    </a:lnTo>
                    <a:lnTo>
                      <a:pt x="304" y="271"/>
                    </a:lnTo>
                    <a:lnTo>
                      <a:pt x="318" y="283"/>
                    </a:lnTo>
                    <a:lnTo>
                      <a:pt x="336" y="293"/>
                    </a:lnTo>
                    <a:lnTo>
                      <a:pt x="353" y="300"/>
                    </a:lnTo>
                    <a:lnTo>
                      <a:pt x="371" y="306"/>
                    </a:lnTo>
                    <a:lnTo>
                      <a:pt x="390" y="308"/>
                    </a:lnTo>
                    <a:lnTo>
                      <a:pt x="410" y="308"/>
                    </a:lnTo>
                    <a:lnTo>
                      <a:pt x="429" y="303"/>
                    </a:lnTo>
                    <a:lnTo>
                      <a:pt x="428" y="314"/>
                    </a:lnTo>
                    <a:lnTo>
                      <a:pt x="428" y="325"/>
                    </a:lnTo>
                    <a:lnTo>
                      <a:pt x="428" y="337"/>
                    </a:lnTo>
                    <a:lnTo>
                      <a:pt x="429" y="348"/>
                    </a:lnTo>
                    <a:lnTo>
                      <a:pt x="411" y="363"/>
                    </a:lnTo>
                    <a:lnTo>
                      <a:pt x="390" y="375"/>
                    </a:lnTo>
                    <a:lnTo>
                      <a:pt x="368" y="384"/>
                    </a:lnTo>
                    <a:lnTo>
                      <a:pt x="345" y="390"/>
                    </a:lnTo>
                    <a:lnTo>
                      <a:pt x="321" y="394"/>
                    </a:lnTo>
                    <a:lnTo>
                      <a:pt x="297" y="397"/>
                    </a:lnTo>
                    <a:lnTo>
                      <a:pt x="271" y="398"/>
                    </a:lnTo>
                    <a:lnTo>
                      <a:pt x="246" y="398"/>
                    </a:lnTo>
                    <a:lnTo>
                      <a:pt x="221" y="397"/>
                    </a:lnTo>
                    <a:lnTo>
                      <a:pt x="196" y="394"/>
                    </a:lnTo>
                    <a:lnTo>
                      <a:pt x="173" y="390"/>
                    </a:lnTo>
                    <a:lnTo>
                      <a:pt x="150" y="384"/>
                    </a:lnTo>
                    <a:lnTo>
                      <a:pt x="127" y="376"/>
                    </a:lnTo>
                    <a:lnTo>
                      <a:pt x="106" y="367"/>
                    </a:lnTo>
                    <a:lnTo>
                      <a:pt x="86" y="355"/>
                    </a:lnTo>
                    <a:lnTo>
                      <a:pt x="66" y="341"/>
                    </a:lnTo>
                    <a:lnTo>
                      <a:pt x="66" y="313"/>
                    </a:lnTo>
                    <a:lnTo>
                      <a:pt x="62" y="286"/>
                    </a:lnTo>
                    <a:lnTo>
                      <a:pt x="51" y="260"/>
                    </a:lnTo>
                    <a:lnTo>
                      <a:pt x="38" y="235"/>
                    </a:lnTo>
                    <a:lnTo>
                      <a:pt x="37" y="232"/>
                    </a:lnTo>
                    <a:lnTo>
                      <a:pt x="49" y="235"/>
                    </a:lnTo>
                    <a:lnTo>
                      <a:pt x="62" y="239"/>
                    </a:lnTo>
                    <a:lnTo>
                      <a:pt x="74" y="241"/>
                    </a:lnTo>
                    <a:lnTo>
                      <a:pt x="88" y="242"/>
                    </a:lnTo>
                    <a:lnTo>
                      <a:pt x="101" y="242"/>
                    </a:lnTo>
                    <a:lnTo>
                      <a:pt x="115" y="241"/>
                    </a:lnTo>
                    <a:lnTo>
                      <a:pt x="126" y="238"/>
                    </a:lnTo>
                    <a:lnTo>
                      <a:pt x="138" y="233"/>
                    </a:lnTo>
                    <a:lnTo>
                      <a:pt x="123" y="233"/>
                    </a:lnTo>
                    <a:lnTo>
                      <a:pt x="108" y="232"/>
                    </a:lnTo>
                    <a:lnTo>
                      <a:pt x="94" y="230"/>
                    </a:lnTo>
                    <a:lnTo>
                      <a:pt x="80" y="226"/>
                    </a:lnTo>
                    <a:lnTo>
                      <a:pt x="67" y="222"/>
                    </a:lnTo>
                    <a:lnTo>
                      <a:pt x="55" y="215"/>
                    </a:lnTo>
                    <a:lnTo>
                      <a:pt x="43" y="208"/>
                    </a:lnTo>
                    <a:lnTo>
                      <a:pt x="32" y="199"/>
                    </a:lnTo>
                    <a:lnTo>
                      <a:pt x="22" y="189"/>
                    </a:lnTo>
                    <a:lnTo>
                      <a:pt x="15" y="179"/>
                    </a:lnTo>
                    <a:lnTo>
                      <a:pt x="9" y="167"/>
                    </a:lnTo>
                    <a:lnTo>
                      <a:pt x="5" y="156"/>
                    </a:lnTo>
                    <a:lnTo>
                      <a:pt x="2" y="143"/>
                    </a:lnTo>
                    <a:lnTo>
                      <a:pt x="0" y="131"/>
                    </a:lnTo>
                    <a:lnTo>
                      <a:pt x="0" y="118"/>
                    </a:lnTo>
                    <a:lnTo>
                      <a:pt x="2" y="104"/>
                    </a:lnTo>
                    <a:lnTo>
                      <a:pt x="5" y="91"/>
                    </a:lnTo>
                    <a:lnTo>
                      <a:pt x="9" y="80"/>
                    </a:lnTo>
                    <a:lnTo>
                      <a:pt x="14" y="67"/>
                    </a:lnTo>
                    <a:lnTo>
                      <a:pt x="22" y="56"/>
                    </a:lnTo>
                    <a:lnTo>
                      <a:pt x="30" y="45"/>
                    </a:lnTo>
                    <a:lnTo>
                      <a:pt x="41" y="36"/>
                    </a:lnTo>
                    <a:lnTo>
                      <a:pt x="51" y="29"/>
                    </a:lnTo>
                    <a:lnTo>
                      <a:pt x="64" y="25"/>
                    </a:lnTo>
                    <a:lnTo>
                      <a:pt x="72" y="23"/>
                    </a:lnTo>
                    <a:lnTo>
                      <a:pt x="81" y="23"/>
                    </a:lnTo>
                    <a:lnTo>
                      <a:pt x="89" y="25"/>
                    </a:lnTo>
                    <a:lnTo>
                      <a:pt x="97" y="26"/>
                    </a:lnTo>
                    <a:lnTo>
                      <a:pt x="105" y="28"/>
                    </a:lnTo>
                    <a:lnTo>
                      <a:pt x="115" y="30"/>
                    </a:lnTo>
                    <a:lnTo>
                      <a:pt x="123" y="32"/>
                    </a:lnTo>
                    <a:lnTo>
                      <a:pt x="132" y="33"/>
                    </a:lnTo>
                    <a:lnTo>
                      <a:pt x="134" y="44"/>
                    </a:lnTo>
                    <a:lnTo>
                      <a:pt x="139" y="56"/>
                    </a:lnTo>
                    <a:lnTo>
                      <a:pt x="144" y="66"/>
                    </a:lnTo>
                    <a:lnTo>
                      <a:pt x="153" y="76"/>
                    </a:lnTo>
                    <a:lnTo>
                      <a:pt x="162" y="85"/>
                    </a:lnTo>
                    <a:lnTo>
                      <a:pt x="172" y="93"/>
                    </a:lnTo>
                    <a:lnTo>
                      <a:pt x="184" y="98"/>
                    </a:lnTo>
                    <a:lnTo>
                      <a:pt x="194" y="103"/>
                    </a:lnTo>
                    <a:lnTo>
                      <a:pt x="218" y="110"/>
                    </a:lnTo>
                    <a:lnTo>
                      <a:pt x="244" y="113"/>
                    </a:lnTo>
                    <a:lnTo>
                      <a:pt x="268" y="112"/>
                    </a:lnTo>
                    <a:lnTo>
                      <a:pt x="292" y="108"/>
                    </a:lnTo>
                    <a:lnTo>
                      <a:pt x="315" y="101"/>
                    </a:lnTo>
                    <a:lnTo>
                      <a:pt x="337" y="90"/>
                    </a:lnTo>
                    <a:lnTo>
                      <a:pt x="358" y="76"/>
                    </a:lnTo>
                    <a:lnTo>
                      <a:pt x="377" y="61"/>
                    </a:lnTo>
                    <a:lnTo>
                      <a:pt x="384" y="56"/>
                    </a:lnTo>
                    <a:lnTo>
                      <a:pt x="390" y="50"/>
                    </a:lnTo>
                    <a:lnTo>
                      <a:pt x="397" y="43"/>
                    </a:lnTo>
                    <a:lnTo>
                      <a:pt x="403" y="36"/>
                    </a:lnTo>
                    <a:lnTo>
                      <a:pt x="408" y="30"/>
                    </a:lnTo>
                    <a:lnTo>
                      <a:pt x="413" y="23"/>
                    </a:lnTo>
                    <a:lnTo>
                      <a:pt x="418" y="15"/>
                    </a:lnTo>
                    <a:lnTo>
                      <a:pt x="422" y="9"/>
                    </a:lnTo>
                    <a:lnTo>
                      <a:pt x="429" y="3"/>
                    </a:lnTo>
                    <a:lnTo>
                      <a:pt x="445" y="5"/>
                    </a:lnTo>
                    <a:lnTo>
                      <a:pt x="461" y="6"/>
                    </a:lnTo>
                    <a:lnTo>
                      <a:pt x="478" y="7"/>
                    </a:lnTo>
                    <a:lnTo>
                      <a:pt x="494" y="7"/>
                    </a:lnTo>
                    <a:lnTo>
                      <a:pt x="510" y="7"/>
                    </a:lnTo>
                    <a:lnTo>
                      <a:pt x="526" y="6"/>
                    </a:lnTo>
                    <a:lnTo>
                      <a:pt x="541" y="4"/>
                    </a:lnTo>
                    <a:lnTo>
                      <a:pt x="556" y="0"/>
                    </a:lnTo>
                    <a:lnTo>
                      <a:pt x="563" y="0"/>
                    </a:lnTo>
                    <a:lnTo>
                      <a:pt x="569" y="5"/>
                    </a:lnTo>
                    <a:lnTo>
                      <a:pt x="572" y="11"/>
                    </a:lnTo>
                    <a:lnTo>
                      <a:pt x="575" y="17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6" name="任意多边形 332930"/>
              <p:cNvSpPr/>
              <p:nvPr/>
            </p:nvSpPr>
            <p:spPr>
              <a:xfrm>
                <a:off x="3922" y="2594"/>
                <a:ext cx="14" cy="59"/>
              </a:xfrm>
              <a:custGeom>
                <a:avLst/>
                <a:gdLst/>
                <a:ahLst/>
                <a:cxnLst/>
                <a:pathLst>
                  <a:path w="27" h="117">
                    <a:moveTo>
                      <a:pt x="9" y="1"/>
                    </a:moveTo>
                    <a:lnTo>
                      <a:pt x="12" y="17"/>
                    </a:lnTo>
                    <a:lnTo>
                      <a:pt x="16" y="32"/>
                    </a:lnTo>
                    <a:lnTo>
                      <a:pt x="17" y="48"/>
                    </a:lnTo>
                    <a:lnTo>
                      <a:pt x="15" y="64"/>
                    </a:lnTo>
                    <a:lnTo>
                      <a:pt x="14" y="78"/>
                    </a:lnTo>
                    <a:lnTo>
                      <a:pt x="16" y="92"/>
                    </a:lnTo>
                    <a:lnTo>
                      <a:pt x="22" y="105"/>
                    </a:lnTo>
                    <a:lnTo>
                      <a:pt x="27" y="117"/>
                    </a:lnTo>
                    <a:lnTo>
                      <a:pt x="18" y="107"/>
                    </a:lnTo>
                    <a:lnTo>
                      <a:pt x="11" y="95"/>
                    </a:lnTo>
                    <a:lnTo>
                      <a:pt x="5" y="83"/>
                    </a:lnTo>
                    <a:lnTo>
                      <a:pt x="1" y="70"/>
                    </a:lnTo>
                    <a:lnTo>
                      <a:pt x="0" y="52"/>
                    </a:lnTo>
                    <a:lnTo>
                      <a:pt x="3" y="34"/>
                    </a:lnTo>
                    <a:lnTo>
                      <a:pt x="8" y="18"/>
                    </a:lnTo>
                    <a:lnTo>
                      <a:pt x="7" y="0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7" name="任意多边形 332931"/>
              <p:cNvSpPr/>
              <p:nvPr/>
            </p:nvSpPr>
            <p:spPr>
              <a:xfrm>
                <a:off x="3868" y="2602"/>
                <a:ext cx="43" cy="14"/>
              </a:xfrm>
              <a:custGeom>
                <a:avLst/>
                <a:gdLst/>
                <a:ahLst/>
                <a:cxnLst/>
                <a:pathLst>
                  <a:path w="87" h="28">
                    <a:moveTo>
                      <a:pt x="87" y="12"/>
                    </a:moveTo>
                    <a:lnTo>
                      <a:pt x="80" y="16"/>
                    </a:lnTo>
                    <a:lnTo>
                      <a:pt x="73" y="21"/>
                    </a:lnTo>
                    <a:lnTo>
                      <a:pt x="65" y="24"/>
                    </a:lnTo>
                    <a:lnTo>
                      <a:pt x="57" y="26"/>
                    </a:lnTo>
                    <a:lnTo>
                      <a:pt x="48" y="28"/>
                    </a:lnTo>
                    <a:lnTo>
                      <a:pt x="40" y="28"/>
                    </a:lnTo>
                    <a:lnTo>
                      <a:pt x="30" y="26"/>
                    </a:lnTo>
                    <a:lnTo>
                      <a:pt x="22" y="23"/>
                    </a:lnTo>
                    <a:lnTo>
                      <a:pt x="15" y="18"/>
                    </a:lnTo>
                    <a:lnTo>
                      <a:pt x="10" y="13"/>
                    </a:lnTo>
                    <a:lnTo>
                      <a:pt x="5" y="7"/>
                    </a:lnTo>
                    <a:lnTo>
                      <a:pt x="0" y="0"/>
                    </a:lnTo>
                    <a:lnTo>
                      <a:pt x="10" y="5"/>
                    </a:lnTo>
                    <a:lnTo>
                      <a:pt x="20" y="8"/>
                    </a:lnTo>
                    <a:lnTo>
                      <a:pt x="31" y="10"/>
                    </a:lnTo>
                    <a:lnTo>
                      <a:pt x="42" y="13"/>
                    </a:lnTo>
                    <a:lnTo>
                      <a:pt x="53" y="14"/>
                    </a:lnTo>
                    <a:lnTo>
                      <a:pt x="64" y="14"/>
                    </a:lnTo>
                    <a:lnTo>
                      <a:pt x="75" y="13"/>
                    </a:lnTo>
                    <a:lnTo>
                      <a:pt x="87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8" name="任意多边形 332932"/>
              <p:cNvSpPr/>
              <p:nvPr/>
            </p:nvSpPr>
            <p:spPr>
              <a:xfrm>
                <a:off x="3963" y="2619"/>
                <a:ext cx="57" cy="16"/>
              </a:xfrm>
              <a:custGeom>
                <a:avLst/>
                <a:gdLst/>
                <a:ahLst/>
                <a:cxnLst/>
                <a:pathLst>
                  <a:path w="114" h="33">
                    <a:moveTo>
                      <a:pt x="114" y="11"/>
                    </a:moveTo>
                    <a:lnTo>
                      <a:pt x="103" y="17"/>
                    </a:lnTo>
                    <a:lnTo>
                      <a:pt x="91" y="21"/>
                    </a:lnTo>
                    <a:lnTo>
                      <a:pt x="79" y="27"/>
                    </a:lnTo>
                    <a:lnTo>
                      <a:pt x="66" y="30"/>
                    </a:lnTo>
                    <a:lnTo>
                      <a:pt x="53" y="33"/>
                    </a:lnTo>
                    <a:lnTo>
                      <a:pt x="40" y="33"/>
                    </a:lnTo>
                    <a:lnTo>
                      <a:pt x="27" y="29"/>
                    </a:lnTo>
                    <a:lnTo>
                      <a:pt x="16" y="22"/>
                    </a:lnTo>
                    <a:lnTo>
                      <a:pt x="10" y="18"/>
                    </a:lnTo>
                    <a:lnTo>
                      <a:pt x="7" y="12"/>
                    </a:lnTo>
                    <a:lnTo>
                      <a:pt x="3" y="6"/>
                    </a:lnTo>
                    <a:lnTo>
                      <a:pt x="0" y="0"/>
                    </a:lnTo>
                    <a:lnTo>
                      <a:pt x="12" y="7"/>
                    </a:lnTo>
                    <a:lnTo>
                      <a:pt x="26" y="13"/>
                    </a:lnTo>
                    <a:lnTo>
                      <a:pt x="40" y="17"/>
                    </a:lnTo>
                    <a:lnTo>
                      <a:pt x="55" y="18"/>
                    </a:lnTo>
                    <a:lnTo>
                      <a:pt x="70" y="18"/>
                    </a:lnTo>
                    <a:lnTo>
                      <a:pt x="85" y="17"/>
                    </a:lnTo>
                    <a:lnTo>
                      <a:pt x="100" y="14"/>
                    </a:lnTo>
                    <a:lnTo>
                      <a:pt x="114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89" name="任意多边形 332933"/>
              <p:cNvSpPr/>
              <p:nvPr/>
            </p:nvSpPr>
            <p:spPr>
              <a:xfrm>
                <a:off x="3762" y="2753"/>
                <a:ext cx="40" cy="28"/>
              </a:xfrm>
              <a:custGeom>
                <a:avLst/>
                <a:gdLst/>
                <a:ahLst/>
                <a:cxnLst/>
                <a:pathLst>
                  <a:path w="81" h="55">
                    <a:moveTo>
                      <a:pt x="79" y="5"/>
                    </a:moveTo>
                    <a:lnTo>
                      <a:pt x="79" y="10"/>
                    </a:lnTo>
                    <a:lnTo>
                      <a:pt x="80" y="19"/>
                    </a:lnTo>
                    <a:lnTo>
                      <a:pt x="81" y="32"/>
                    </a:lnTo>
                    <a:lnTo>
                      <a:pt x="81" y="41"/>
                    </a:lnTo>
                    <a:lnTo>
                      <a:pt x="74" y="43"/>
                    </a:lnTo>
                    <a:lnTo>
                      <a:pt x="67" y="46"/>
                    </a:lnTo>
                    <a:lnTo>
                      <a:pt x="58" y="48"/>
                    </a:lnTo>
                    <a:lnTo>
                      <a:pt x="49" y="50"/>
                    </a:lnTo>
                    <a:lnTo>
                      <a:pt x="38" y="53"/>
                    </a:lnTo>
                    <a:lnTo>
                      <a:pt x="26" y="54"/>
                    </a:lnTo>
                    <a:lnTo>
                      <a:pt x="14" y="55"/>
                    </a:lnTo>
                    <a:lnTo>
                      <a:pt x="0" y="55"/>
                    </a:lnTo>
                    <a:lnTo>
                      <a:pt x="6" y="48"/>
                    </a:lnTo>
                    <a:lnTo>
                      <a:pt x="12" y="42"/>
                    </a:lnTo>
                    <a:lnTo>
                      <a:pt x="16" y="35"/>
                    </a:lnTo>
                    <a:lnTo>
                      <a:pt x="21" y="29"/>
                    </a:lnTo>
                    <a:lnTo>
                      <a:pt x="25" y="22"/>
                    </a:lnTo>
                    <a:lnTo>
                      <a:pt x="29" y="15"/>
                    </a:lnTo>
                    <a:lnTo>
                      <a:pt x="34" y="8"/>
                    </a:lnTo>
                    <a:lnTo>
                      <a:pt x="38" y="0"/>
                    </a:lnTo>
                    <a:lnTo>
                      <a:pt x="44" y="0"/>
                    </a:lnTo>
                    <a:lnTo>
                      <a:pt x="49" y="1"/>
                    </a:lnTo>
                    <a:lnTo>
                      <a:pt x="54" y="1"/>
                    </a:lnTo>
                    <a:lnTo>
                      <a:pt x="59" y="1"/>
                    </a:lnTo>
                    <a:lnTo>
                      <a:pt x="65" y="2"/>
                    </a:lnTo>
                    <a:lnTo>
                      <a:pt x="69" y="3"/>
                    </a:lnTo>
                    <a:lnTo>
                      <a:pt x="74" y="4"/>
                    </a:ln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0" name="任意多边形 332934"/>
              <p:cNvSpPr/>
              <p:nvPr/>
            </p:nvSpPr>
            <p:spPr>
              <a:xfrm>
                <a:off x="3967" y="2830"/>
                <a:ext cx="32" cy="50"/>
              </a:xfrm>
              <a:custGeom>
                <a:avLst/>
                <a:gdLst/>
                <a:ahLst/>
                <a:cxnLst/>
                <a:pathLst>
                  <a:path w="64" h="99">
                    <a:moveTo>
                      <a:pt x="64" y="13"/>
                    </a:moveTo>
                    <a:lnTo>
                      <a:pt x="61" y="35"/>
                    </a:lnTo>
                    <a:lnTo>
                      <a:pt x="57" y="56"/>
                    </a:lnTo>
                    <a:lnTo>
                      <a:pt x="53" y="77"/>
                    </a:lnTo>
                    <a:lnTo>
                      <a:pt x="49" y="99"/>
                    </a:lnTo>
                    <a:lnTo>
                      <a:pt x="43" y="90"/>
                    </a:lnTo>
                    <a:lnTo>
                      <a:pt x="38" y="82"/>
                    </a:lnTo>
                    <a:lnTo>
                      <a:pt x="30" y="73"/>
                    </a:lnTo>
                    <a:lnTo>
                      <a:pt x="23" y="63"/>
                    </a:lnTo>
                    <a:lnTo>
                      <a:pt x="16" y="54"/>
                    </a:lnTo>
                    <a:lnTo>
                      <a:pt x="9" y="45"/>
                    </a:lnTo>
                    <a:lnTo>
                      <a:pt x="3" y="37"/>
                    </a:lnTo>
                    <a:lnTo>
                      <a:pt x="0" y="28"/>
                    </a:lnTo>
                    <a:lnTo>
                      <a:pt x="1" y="22"/>
                    </a:lnTo>
                    <a:lnTo>
                      <a:pt x="3" y="16"/>
                    </a:lnTo>
                    <a:lnTo>
                      <a:pt x="6" y="10"/>
                    </a:lnTo>
                    <a:lnTo>
                      <a:pt x="11" y="6"/>
                    </a:lnTo>
                    <a:lnTo>
                      <a:pt x="17" y="2"/>
                    </a:lnTo>
                    <a:lnTo>
                      <a:pt x="23" y="0"/>
                    </a:lnTo>
                    <a:lnTo>
                      <a:pt x="30" y="0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5"/>
                    </a:lnTo>
                    <a:lnTo>
                      <a:pt x="58" y="8"/>
                    </a:lnTo>
                    <a:lnTo>
                      <a:pt x="64" y="13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1" name="任意多边形 332935"/>
              <p:cNvSpPr/>
              <p:nvPr/>
            </p:nvSpPr>
            <p:spPr>
              <a:xfrm>
                <a:off x="3892" y="2530"/>
                <a:ext cx="99" cy="49"/>
              </a:xfrm>
              <a:custGeom>
                <a:avLst/>
                <a:gdLst/>
                <a:ahLst/>
                <a:cxnLst/>
                <a:pathLst>
                  <a:path w="198" h="98">
                    <a:moveTo>
                      <a:pt x="94" y="97"/>
                    </a:moveTo>
                    <a:lnTo>
                      <a:pt x="114" y="98"/>
                    </a:lnTo>
                    <a:lnTo>
                      <a:pt x="132" y="97"/>
                    </a:lnTo>
                    <a:lnTo>
                      <a:pt x="150" y="94"/>
                    </a:lnTo>
                    <a:lnTo>
                      <a:pt x="166" y="90"/>
                    </a:lnTo>
                    <a:lnTo>
                      <a:pt x="178" y="85"/>
                    </a:lnTo>
                    <a:lnTo>
                      <a:pt x="188" y="77"/>
                    </a:lnTo>
                    <a:lnTo>
                      <a:pt x="194" y="69"/>
                    </a:lnTo>
                    <a:lnTo>
                      <a:pt x="198" y="60"/>
                    </a:lnTo>
                    <a:lnTo>
                      <a:pt x="197" y="50"/>
                    </a:lnTo>
                    <a:lnTo>
                      <a:pt x="192" y="40"/>
                    </a:lnTo>
                    <a:lnTo>
                      <a:pt x="184" y="31"/>
                    </a:lnTo>
                    <a:lnTo>
                      <a:pt x="173" y="23"/>
                    </a:lnTo>
                    <a:lnTo>
                      <a:pt x="159" y="15"/>
                    </a:lnTo>
                    <a:lnTo>
                      <a:pt x="141" y="9"/>
                    </a:lnTo>
                    <a:lnTo>
                      <a:pt x="123" y="5"/>
                    </a:lnTo>
                    <a:lnTo>
                      <a:pt x="103" y="1"/>
                    </a:lnTo>
                    <a:lnTo>
                      <a:pt x="84" y="0"/>
                    </a:lnTo>
                    <a:lnTo>
                      <a:pt x="65" y="1"/>
                    </a:lnTo>
                    <a:lnTo>
                      <a:pt x="48" y="3"/>
                    </a:lnTo>
                    <a:lnTo>
                      <a:pt x="33" y="8"/>
                    </a:lnTo>
                    <a:lnTo>
                      <a:pt x="19" y="14"/>
                    </a:lnTo>
                    <a:lnTo>
                      <a:pt x="10" y="21"/>
                    </a:lnTo>
                    <a:lnTo>
                      <a:pt x="3" y="30"/>
                    </a:lnTo>
                    <a:lnTo>
                      <a:pt x="0" y="39"/>
                    </a:lnTo>
                    <a:lnTo>
                      <a:pt x="1" y="50"/>
                    </a:lnTo>
                    <a:lnTo>
                      <a:pt x="6" y="59"/>
                    </a:lnTo>
                    <a:lnTo>
                      <a:pt x="14" y="68"/>
                    </a:lnTo>
                    <a:lnTo>
                      <a:pt x="25" y="76"/>
                    </a:lnTo>
                    <a:lnTo>
                      <a:pt x="39" y="83"/>
                    </a:lnTo>
                    <a:lnTo>
                      <a:pt x="56" y="90"/>
                    </a:lnTo>
                    <a:lnTo>
                      <a:pt x="75" y="94"/>
                    </a:lnTo>
                    <a:lnTo>
                      <a:pt x="94" y="9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2" name="任意多边形 332936"/>
              <p:cNvSpPr/>
              <p:nvPr/>
            </p:nvSpPr>
            <p:spPr>
              <a:xfrm>
                <a:off x="4030" y="2295"/>
                <a:ext cx="42" cy="71"/>
              </a:xfrm>
              <a:custGeom>
                <a:avLst/>
                <a:gdLst/>
                <a:ahLst/>
                <a:cxnLst/>
                <a:pathLst>
                  <a:path w="84" h="142">
                    <a:moveTo>
                      <a:pt x="0" y="0"/>
                    </a:moveTo>
                    <a:lnTo>
                      <a:pt x="4" y="1"/>
                    </a:lnTo>
                    <a:lnTo>
                      <a:pt x="13" y="4"/>
                    </a:lnTo>
                    <a:lnTo>
                      <a:pt x="27" y="11"/>
                    </a:lnTo>
                    <a:lnTo>
                      <a:pt x="42" y="22"/>
                    </a:lnTo>
                    <a:lnTo>
                      <a:pt x="57" y="40"/>
                    </a:lnTo>
                    <a:lnTo>
                      <a:pt x="69" y="66"/>
                    </a:lnTo>
                    <a:lnTo>
                      <a:pt x="79" y="99"/>
                    </a:lnTo>
                    <a:lnTo>
                      <a:pt x="81" y="142"/>
                    </a:lnTo>
                    <a:lnTo>
                      <a:pt x="82" y="136"/>
                    </a:lnTo>
                    <a:lnTo>
                      <a:pt x="83" y="119"/>
                    </a:lnTo>
                    <a:lnTo>
                      <a:pt x="84" y="97"/>
                    </a:lnTo>
                    <a:lnTo>
                      <a:pt x="82" y="70"/>
                    </a:lnTo>
                    <a:lnTo>
                      <a:pt x="74" y="44"/>
                    </a:lnTo>
                    <a:lnTo>
                      <a:pt x="59" y="21"/>
                    </a:lnTo>
                    <a:lnTo>
                      <a:pt x="35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3" name="任意多边形 332937"/>
              <p:cNvSpPr/>
              <p:nvPr/>
            </p:nvSpPr>
            <p:spPr>
              <a:xfrm>
                <a:off x="4026" y="2305"/>
                <a:ext cx="26" cy="40"/>
              </a:xfrm>
              <a:custGeom>
                <a:avLst/>
                <a:gdLst/>
                <a:ahLst/>
                <a:cxnLst/>
                <a:pathLst>
                  <a:path w="52" h="80">
                    <a:moveTo>
                      <a:pt x="0" y="0"/>
                    </a:moveTo>
                    <a:lnTo>
                      <a:pt x="3" y="1"/>
                    </a:lnTo>
                    <a:lnTo>
                      <a:pt x="7" y="3"/>
                    </a:lnTo>
                    <a:lnTo>
                      <a:pt x="15" y="8"/>
                    </a:lnTo>
                    <a:lnTo>
                      <a:pt x="23" y="16"/>
                    </a:lnTo>
                    <a:lnTo>
                      <a:pt x="32" y="26"/>
                    </a:lnTo>
                    <a:lnTo>
                      <a:pt x="41" y="40"/>
                    </a:lnTo>
                    <a:lnTo>
                      <a:pt x="47" y="58"/>
                    </a:lnTo>
                    <a:lnTo>
                      <a:pt x="52" y="80"/>
                    </a:lnTo>
                    <a:lnTo>
                      <a:pt x="52" y="77"/>
                    </a:lnTo>
                    <a:lnTo>
                      <a:pt x="52" y="68"/>
                    </a:lnTo>
                    <a:lnTo>
                      <a:pt x="51" y="54"/>
                    </a:lnTo>
                    <a:lnTo>
                      <a:pt x="49" y="39"/>
                    </a:lnTo>
                    <a:lnTo>
                      <a:pt x="43" y="24"/>
                    </a:lnTo>
                    <a:lnTo>
                      <a:pt x="34" y="11"/>
                    </a:lnTo>
                    <a:lnTo>
                      <a:pt x="2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4" name="任意多边形 332938"/>
              <p:cNvSpPr/>
              <p:nvPr/>
            </p:nvSpPr>
            <p:spPr>
              <a:xfrm>
                <a:off x="4048" y="2292"/>
                <a:ext cx="33" cy="35"/>
              </a:xfrm>
              <a:custGeom>
                <a:avLst/>
                <a:gdLst/>
                <a:ahLst/>
                <a:cxnLst/>
                <a:pathLst>
                  <a:path w="67" h="71">
                    <a:moveTo>
                      <a:pt x="0" y="1"/>
                    </a:moveTo>
                    <a:lnTo>
                      <a:pt x="2" y="1"/>
                    </a:lnTo>
                    <a:lnTo>
                      <a:pt x="8" y="4"/>
                    </a:lnTo>
                    <a:lnTo>
                      <a:pt x="16" y="7"/>
                    </a:lnTo>
                    <a:lnTo>
                      <a:pt x="27" y="13"/>
                    </a:lnTo>
                    <a:lnTo>
                      <a:pt x="37" y="21"/>
                    </a:lnTo>
                    <a:lnTo>
                      <a:pt x="48" y="34"/>
                    </a:lnTo>
                    <a:lnTo>
                      <a:pt x="59" y="50"/>
                    </a:lnTo>
                    <a:lnTo>
                      <a:pt x="67" y="71"/>
                    </a:lnTo>
                    <a:lnTo>
                      <a:pt x="67" y="67"/>
                    </a:lnTo>
                    <a:lnTo>
                      <a:pt x="65" y="58"/>
                    </a:lnTo>
                    <a:lnTo>
                      <a:pt x="61" y="44"/>
                    </a:lnTo>
                    <a:lnTo>
                      <a:pt x="54" y="30"/>
                    </a:lnTo>
                    <a:lnTo>
                      <a:pt x="46" y="16"/>
                    </a:lnTo>
                    <a:lnTo>
                      <a:pt x="35" y="5"/>
                    </a:lnTo>
                    <a:lnTo>
                      <a:pt x="2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5" name="任意多边形 332939"/>
              <p:cNvSpPr/>
              <p:nvPr/>
            </p:nvSpPr>
            <p:spPr>
              <a:xfrm>
                <a:off x="4003" y="2244"/>
                <a:ext cx="48" cy="27"/>
              </a:xfrm>
              <a:custGeom>
                <a:avLst/>
                <a:gdLst/>
                <a:ahLst/>
                <a:cxnLst/>
                <a:pathLst>
                  <a:path w="96" h="54">
                    <a:moveTo>
                      <a:pt x="0" y="9"/>
                    </a:moveTo>
                    <a:lnTo>
                      <a:pt x="2" y="8"/>
                    </a:lnTo>
                    <a:lnTo>
                      <a:pt x="11" y="7"/>
                    </a:lnTo>
                    <a:lnTo>
                      <a:pt x="22" y="7"/>
                    </a:lnTo>
                    <a:lnTo>
                      <a:pt x="36" y="8"/>
                    </a:lnTo>
                    <a:lnTo>
                      <a:pt x="52" y="12"/>
                    </a:lnTo>
                    <a:lnTo>
                      <a:pt x="68" y="21"/>
                    </a:lnTo>
                    <a:lnTo>
                      <a:pt x="83" y="34"/>
                    </a:lnTo>
                    <a:lnTo>
                      <a:pt x="96" y="54"/>
                    </a:lnTo>
                    <a:lnTo>
                      <a:pt x="95" y="50"/>
                    </a:lnTo>
                    <a:lnTo>
                      <a:pt x="91" y="41"/>
                    </a:lnTo>
                    <a:lnTo>
                      <a:pt x="85" y="30"/>
                    </a:lnTo>
                    <a:lnTo>
                      <a:pt x="76" y="17"/>
                    </a:lnTo>
                    <a:lnTo>
                      <a:pt x="62" y="6"/>
                    </a:lnTo>
                    <a:lnTo>
                      <a:pt x="46" y="0"/>
                    </a:lnTo>
                    <a:lnTo>
                      <a:pt x="25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7F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6" name="任意多边形 332940"/>
              <p:cNvSpPr/>
              <p:nvPr/>
            </p:nvSpPr>
            <p:spPr>
              <a:xfrm>
                <a:off x="4004" y="2677"/>
                <a:ext cx="38" cy="131"/>
              </a:xfrm>
              <a:custGeom>
                <a:avLst/>
                <a:gdLst/>
                <a:ahLst/>
                <a:cxnLst/>
                <a:pathLst>
                  <a:path w="75" h="261">
                    <a:moveTo>
                      <a:pt x="47" y="0"/>
                    </a:moveTo>
                    <a:lnTo>
                      <a:pt x="49" y="7"/>
                    </a:lnTo>
                    <a:lnTo>
                      <a:pt x="53" y="25"/>
                    </a:lnTo>
                    <a:lnTo>
                      <a:pt x="57" y="54"/>
                    </a:lnTo>
                    <a:lnTo>
                      <a:pt x="60" y="90"/>
                    </a:lnTo>
                    <a:lnTo>
                      <a:pt x="58" y="131"/>
                    </a:lnTo>
                    <a:lnTo>
                      <a:pt x="49" y="175"/>
                    </a:lnTo>
                    <a:lnTo>
                      <a:pt x="30" y="219"/>
                    </a:lnTo>
                    <a:lnTo>
                      <a:pt x="0" y="261"/>
                    </a:lnTo>
                    <a:lnTo>
                      <a:pt x="6" y="255"/>
                    </a:lnTo>
                    <a:lnTo>
                      <a:pt x="20" y="240"/>
                    </a:lnTo>
                    <a:lnTo>
                      <a:pt x="37" y="216"/>
                    </a:lnTo>
                    <a:lnTo>
                      <a:pt x="56" y="185"/>
                    </a:lnTo>
                    <a:lnTo>
                      <a:pt x="70" y="146"/>
                    </a:lnTo>
                    <a:lnTo>
                      <a:pt x="75" y="102"/>
                    </a:lnTo>
                    <a:lnTo>
                      <a:pt x="70" y="53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7" name="任意多边形 332941"/>
              <p:cNvSpPr/>
              <p:nvPr/>
            </p:nvSpPr>
            <p:spPr>
              <a:xfrm>
                <a:off x="3789" y="2657"/>
                <a:ext cx="48" cy="74"/>
              </a:xfrm>
              <a:custGeom>
                <a:avLst/>
                <a:gdLst/>
                <a:ahLst/>
                <a:cxnLst/>
                <a:pathLst>
                  <a:path w="97" h="149">
                    <a:moveTo>
                      <a:pt x="0" y="149"/>
                    </a:moveTo>
                    <a:lnTo>
                      <a:pt x="2" y="143"/>
                    </a:lnTo>
                    <a:lnTo>
                      <a:pt x="5" y="127"/>
                    </a:lnTo>
                    <a:lnTo>
                      <a:pt x="11" y="104"/>
                    </a:lnTo>
                    <a:lnTo>
                      <a:pt x="20" y="78"/>
                    </a:lnTo>
                    <a:lnTo>
                      <a:pt x="33" y="51"/>
                    </a:lnTo>
                    <a:lnTo>
                      <a:pt x="49" y="27"/>
                    </a:lnTo>
                    <a:lnTo>
                      <a:pt x="71" y="10"/>
                    </a:lnTo>
                    <a:lnTo>
                      <a:pt x="97" y="0"/>
                    </a:lnTo>
                    <a:lnTo>
                      <a:pt x="95" y="2"/>
                    </a:lnTo>
                    <a:lnTo>
                      <a:pt x="89" y="4"/>
                    </a:lnTo>
                    <a:lnTo>
                      <a:pt x="79" y="11"/>
                    </a:lnTo>
                    <a:lnTo>
                      <a:pt x="67" y="22"/>
                    </a:lnTo>
                    <a:lnTo>
                      <a:pt x="52" y="41"/>
                    </a:lnTo>
                    <a:lnTo>
                      <a:pt x="36" y="67"/>
                    </a:lnTo>
                    <a:lnTo>
                      <a:pt x="19" y="103"/>
                    </a:ln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8" name="任意多边形 332942"/>
              <p:cNvSpPr/>
              <p:nvPr/>
            </p:nvSpPr>
            <p:spPr>
              <a:xfrm>
                <a:off x="3941" y="2693"/>
                <a:ext cx="58" cy="71"/>
              </a:xfrm>
              <a:custGeom>
                <a:avLst/>
                <a:gdLst/>
                <a:ahLst/>
                <a:cxnLst/>
                <a:pathLst>
                  <a:path w="116" h="143">
                    <a:moveTo>
                      <a:pt x="0" y="0"/>
                    </a:moveTo>
                    <a:lnTo>
                      <a:pt x="4" y="2"/>
                    </a:lnTo>
                    <a:lnTo>
                      <a:pt x="16" y="10"/>
                    </a:lnTo>
                    <a:lnTo>
                      <a:pt x="33" y="22"/>
                    </a:lnTo>
                    <a:lnTo>
                      <a:pt x="54" y="39"/>
                    </a:lnTo>
                    <a:lnTo>
                      <a:pt x="75" y="60"/>
                    </a:lnTo>
                    <a:lnTo>
                      <a:pt x="93" y="84"/>
                    </a:lnTo>
                    <a:lnTo>
                      <a:pt x="108" y="112"/>
                    </a:lnTo>
                    <a:lnTo>
                      <a:pt x="116" y="143"/>
                    </a:lnTo>
                    <a:lnTo>
                      <a:pt x="116" y="137"/>
                    </a:lnTo>
                    <a:lnTo>
                      <a:pt x="114" y="121"/>
                    </a:lnTo>
                    <a:lnTo>
                      <a:pt x="108" y="99"/>
                    </a:lnTo>
                    <a:lnTo>
                      <a:pt x="100" y="74"/>
                    </a:lnTo>
                    <a:lnTo>
                      <a:pt x="85" y="47"/>
                    </a:lnTo>
                    <a:lnTo>
                      <a:pt x="64" y="24"/>
                    </a:lnTo>
                    <a:lnTo>
                      <a:pt x="37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99" name="任意多边形 332943"/>
              <p:cNvSpPr/>
              <p:nvPr/>
            </p:nvSpPr>
            <p:spPr>
              <a:xfrm>
                <a:off x="3894" y="2516"/>
                <a:ext cx="128" cy="49"/>
              </a:xfrm>
              <a:custGeom>
                <a:avLst/>
                <a:gdLst/>
                <a:ahLst/>
                <a:cxnLst/>
                <a:pathLst>
                  <a:path w="257" h="98">
                    <a:moveTo>
                      <a:pt x="0" y="22"/>
                    </a:moveTo>
                    <a:lnTo>
                      <a:pt x="6" y="28"/>
                    </a:lnTo>
                    <a:lnTo>
                      <a:pt x="15" y="37"/>
                    </a:lnTo>
                    <a:lnTo>
                      <a:pt x="28" y="50"/>
                    </a:lnTo>
                    <a:lnTo>
                      <a:pt x="41" y="63"/>
                    </a:lnTo>
                    <a:lnTo>
                      <a:pt x="54" y="76"/>
                    </a:lnTo>
                    <a:lnTo>
                      <a:pt x="66" y="88"/>
                    </a:lnTo>
                    <a:lnTo>
                      <a:pt x="73" y="95"/>
                    </a:lnTo>
                    <a:lnTo>
                      <a:pt x="76" y="98"/>
                    </a:lnTo>
                    <a:lnTo>
                      <a:pt x="257" y="0"/>
                    </a:lnTo>
                    <a:lnTo>
                      <a:pt x="77" y="75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7F00FF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332945" name="矩形 332944"/>
          <p:cNvSpPr/>
          <p:nvPr/>
        </p:nvSpPr>
        <p:spPr>
          <a:xfrm>
            <a:off x="636588" y="2459038"/>
            <a:ext cx="34353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完全非弹性</a:t>
            </a:r>
            <a:r>
              <a:rPr lang="zh-CN" altLang="en-US" sz="3200" b="1" dirty="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碰撞．</a:t>
            </a:r>
            <a:endParaRPr lang="zh-CN" altLang="en-US" sz="3200" b="1" dirty="0">
              <a:solidFill>
                <a:srgbClr val="1C1C1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2947" name="内容占位符 332946"/>
          <p:cNvGraphicFramePr>
            <a:graphicFrameLocks noGrp="1"/>
          </p:cNvGraphicFramePr>
          <p:nvPr>
            <p:ph/>
          </p:nvPr>
        </p:nvGraphicFramePr>
        <p:xfrm>
          <a:off x="3422650" y="3668713"/>
          <a:ext cx="584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4" imgW="165100" imgH="152400" progId="Equation.3">
                  <p:embed/>
                </p:oleObj>
              </mc:Choice>
              <mc:Fallback>
                <p:oleObj name="" r:id="rId4" imgW="165100" imgH="1524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2650" y="3668713"/>
                        <a:ext cx="5842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2950" name="组合 332949"/>
          <p:cNvGrpSpPr/>
          <p:nvPr/>
        </p:nvGrpSpPr>
        <p:grpSpPr>
          <a:xfrm>
            <a:off x="785813" y="4635500"/>
            <a:ext cx="3797300" cy="1290638"/>
            <a:chOff x="397" y="2794"/>
            <a:chExt cx="2824" cy="813"/>
          </a:xfrm>
        </p:grpSpPr>
        <p:graphicFrame>
          <p:nvGraphicFramePr>
            <p:cNvPr id="48203" name="对象 332875"/>
            <p:cNvGraphicFramePr/>
            <p:nvPr/>
          </p:nvGraphicFramePr>
          <p:xfrm>
            <a:off x="2248" y="2854"/>
            <a:ext cx="973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6" imgW="508000" imgH="393700" progId="Equation.3">
                    <p:embed/>
                  </p:oleObj>
                </mc:Choice>
                <mc:Fallback>
                  <p:oleObj name="" r:id="rId6" imgW="508000" imgH="3937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48" y="2854"/>
                          <a:ext cx="973" cy="7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204" name="文本框 332948"/>
            <p:cNvSpPr txBox="1"/>
            <p:nvPr/>
          </p:nvSpPr>
          <p:spPr>
            <a:xfrm>
              <a:off x="397" y="2794"/>
              <a:ext cx="1961" cy="6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/>
              <a:r>
                <a:rPr lang="en-US" altLang="zh-CN" sz="3200" b="1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M+N</a:t>
              </a:r>
              <a:r>
                <a:rPr lang="zh-CN" altLang="en-US" sz="3200" b="1" dirty="0">
                  <a:solidFill>
                    <a:srgbClr val="1C1C1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具有</a:t>
              </a:r>
              <a:r>
                <a:rPr lang="zh-CN" altLang="en-US" sz="3200" b="1" dirty="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相同的线速度：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2951" name="直接连接符 332950"/>
          <p:cNvSpPr/>
          <p:nvPr/>
        </p:nvSpPr>
        <p:spPr>
          <a:xfrm>
            <a:off x="100013" y="3324225"/>
            <a:ext cx="536575" cy="14288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2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2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73" grpId="0"/>
      <p:bldP spid="332875" grpId="0"/>
      <p:bldP spid="33294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/>
          <p:nvPr/>
        </p:nvSpPr>
        <p:spPr>
          <a:xfrm>
            <a:off x="960438" y="1000125"/>
            <a:ext cx="712311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32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和跷板组成的系统，角动量守恒</a:t>
            </a:r>
            <a:endParaRPr lang="zh-CN" altLang="en-US" sz="32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42975" y="1579563"/>
          <a:ext cx="78867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" imgW="2603500" imgH="393700" progId="Equation.3">
                  <p:embed/>
                </p:oleObj>
              </mc:Choice>
              <mc:Fallback>
                <p:oleObj name="" r:id="rId1" imgW="2603500" imgH="3937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2975" y="1579563"/>
                        <a:ext cx="7886700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Rectangle 4"/>
          <p:cNvSpPr/>
          <p:nvPr/>
        </p:nvSpPr>
        <p:spPr>
          <a:xfrm>
            <a:off x="2236788" y="3074988"/>
            <a:ext cx="4876800" cy="3200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AutoShape 5"/>
          <p:cNvSpPr/>
          <p:nvPr/>
        </p:nvSpPr>
        <p:spPr>
          <a:xfrm>
            <a:off x="4446588" y="555625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0066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Line 6"/>
          <p:cNvSpPr/>
          <p:nvPr/>
        </p:nvSpPr>
        <p:spPr>
          <a:xfrm>
            <a:off x="2541588" y="5589588"/>
            <a:ext cx="0" cy="533400"/>
          </a:xfrm>
          <a:prstGeom prst="line">
            <a:avLst/>
          </a:prstGeom>
          <a:ln w="31750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8" name="Line 7"/>
          <p:cNvSpPr/>
          <p:nvPr/>
        </p:nvSpPr>
        <p:spPr>
          <a:xfrm>
            <a:off x="6656388" y="5589588"/>
            <a:ext cx="0" cy="533400"/>
          </a:xfrm>
          <a:prstGeom prst="line">
            <a:avLst/>
          </a:prstGeom>
          <a:ln w="31750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9" name="Line 8"/>
          <p:cNvSpPr/>
          <p:nvPr/>
        </p:nvSpPr>
        <p:spPr>
          <a:xfrm>
            <a:off x="2541588" y="6046788"/>
            <a:ext cx="4114800" cy="0"/>
          </a:xfrm>
          <a:prstGeom prst="line">
            <a:avLst/>
          </a:prstGeom>
          <a:ln w="31750" cap="flat" cmpd="sng">
            <a:solidFill>
              <a:srgbClr val="0066FF"/>
            </a:solidFill>
            <a:prstDash val="solid"/>
            <a:round/>
            <a:headEnd type="triangle" w="sm" len="lg"/>
            <a:tailEnd type="triangle" w="sm" len="lg"/>
          </a:ln>
        </p:spPr>
      </p:sp>
      <p:sp>
        <p:nvSpPr>
          <p:cNvPr id="49160" name="Line 9"/>
          <p:cNvSpPr/>
          <p:nvPr/>
        </p:nvSpPr>
        <p:spPr>
          <a:xfrm>
            <a:off x="4545013" y="5808663"/>
            <a:ext cx="0" cy="161925"/>
          </a:xfrm>
          <a:prstGeom prst="line">
            <a:avLst/>
          </a:prstGeom>
          <a:ln w="31750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1" name="Line 10"/>
          <p:cNvSpPr/>
          <p:nvPr/>
        </p:nvSpPr>
        <p:spPr>
          <a:xfrm>
            <a:off x="4562475" y="5894388"/>
            <a:ext cx="2093913" cy="0"/>
          </a:xfrm>
          <a:prstGeom prst="line">
            <a:avLst/>
          </a:prstGeom>
          <a:ln w="31750" cap="flat" cmpd="sng">
            <a:solidFill>
              <a:srgbClr val="0066FF"/>
            </a:solidFill>
            <a:prstDash val="solid"/>
            <a:round/>
            <a:headEnd type="triangle" w="sm" len="lg"/>
            <a:tailEnd type="triangle" w="sm" len="lg"/>
          </a:ln>
        </p:spPr>
      </p:sp>
      <p:sp>
        <p:nvSpPr>
          <p:cNvPr id="49162" name="Text Box 11"/>
          <p:cNvSpPr txBox="1"/>
          <p:nvPr/>
        </p:nvSpPr>
        <p:spPr>
          <a:xfrm>
            <a:off x="3956050" y="5713413"/>
            <a:ext cx="3968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sz="28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3" name="Text Box 12"/>
          <p:cNvSpPr txBox="1"/>
          <p:nvPr/>
        </p:nvSpPr>
        <p:spPr>
          <a:xfrm>
            <a:off x="5326063" y="5522913"/>
            <a:ext cx="598487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4" name="Text Box 13"/>
          <p:cNvSpPr txBox="1"/>
          <p:nvPr/>
        </p:nvSpPr>
        <p:spPr>
          <a:xfrm>
            <a:off x="4330700" y="49037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5" name="Text Box 14"/>
          <p:cNvSpPr txBox="1"/>
          <p:nvPr/>
        </p:nvSpPr>
        <p:spPr>
          <a:xfrm>
            <a:off x="6159500" y="49037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6" name="Text Box 15"/>
          <p:cNvSpPr txBox="1"/>
          <p:nvPr/>
        </p:nvSpPr>
        <p:spPr>
          <a:xfrm>
            <a:off x="2541588" y="550862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8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7" name="Text Box 16"/>
          <p:cNvSpPr txBox="1"/>
          <p:nvPr/>
        </p:nvSpPr>
        <p:spPr>
          <a:xfrm>
            <a:off x="5908675" y="3546475"/>
            <a:ext cx="500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8" name="Text Box 17"/>
          <p:cNvSpPr txBox="1"/>
          <p:nvPr/>
        </p:nvSpPr>
        <p:spPr>
          <a:xfrm>
            <a:off x="2884488" y="484663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9" name="Text Box 18"/>
          <p:cNvSpPr txBox="1"/>
          <p:nvPr/>
        </p:nvSpPr>
        <p:spPr>
          <a:xfrm>
            <a:off x="6623050" y="4318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endParaRPr lang="en-US" altLang="zh-CN" sz="28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70" name="Line 19"/>
          <p:cNvSpPr/>
          <p:nvPr/>
        </p:nvSpPr>
        <p:spPr>
          <a:xfrm>
            <a:off x="6351588" y="3960813"/>
            <a:ext cx="609600" cy="0"/>
          </a:xfrm>
          <a:prstGeom prst="line">
            <a:avLst/>
          </a:prstGeom>
          <a:ln w="38100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71" name="Line 20"/>
          <p:cNvSpPr/>
          <p:nvPr/>
        </p:nvSpPr>
        <p:spPr>
          <a:xfrm>
            <a:off x="6351588" y="5437188"/>
            <a:ext cx="609600" cy="0"/>
          </a:xfrm>
          <a:prstGeom prst="line">
            <a:avLst/>
          </a:prstGeom>
          <a:ln w="38100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49172" name="AutoShape 21"/>
          <p:cNvCxnSpPr/>
          <p:nvPr/>
        </p:nvCxnSpPr>
        <p:spPr>
          <a:xfrm>
            <a:off x="6656388" y="3927475"/>
            <a:ext cx="1587" cy="1509713"/>
          </a:xfrm>
          <a:prstGeom prst="straightConnector1">
            <a:avLst/>
          </a:prstGeom>
          <a:ln w="31750" cap="flat" cmpd="sng">
            <a:solidFill>
              <a:srgbClr val="3366FF"/>
            </a:solidFill>
            <a:prstDash val="solid"/>
            <a:round/>
            <a:headEnd type="triangle" w="sm" len="lg"/>
            <a:tailEnd type="triangle" w="sm" len="lg"/>
          </a:ln>
        </p:spPr>
      </p:cxnSp>
      <p:grpSp>
        <p:nvGrpSpPr>
          <p:cNvPr id="49173" name="Group 22"/>
          <p:cNvGrpSpPr/>
          <p:nvPr/>
        </p:nvGrpSpPr>
        <p:grpSpPr>
          <a:xfrm>
            <a:off x="6386513" y="3213100"/>
            <a:ext cx="498475" cy="762000"/>
            <a:chOff x="2422" y="2050"/>
            <a:chExt cx="459" cy="694"/>
          </a:xfrm>
        </p:grpSpPr>
        <p:sp>
          <p:nvSpPr>
            <p:cNvPr id="49174" name="Freeform 23"/>
            <p:cNvSpPr/>
            <p:nvPr/>
          </p:nvSpPr>
          <p:spPr>
            <a:xfrm>
              <a:off x="2422" y="2050"/>
              <a:ext cx="459" cy="694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917" h="1388">
                  <a:moveTo>
                    <a:pt x="503" y="130"/>
                  </a:moveTo>
                  <a:lnTo>
                    <a:pt x="515" y="153"/>
                  </a:lnTo>
                  <a:lnTo>
                    <a:pt x="523" y="178"/>
                  </a:lnTo>
                  <a:lnTo>
                    <a:pt x="526" y="203"/>
                  </a:lnTo>
                  <a:lnTo>
                    <a:pt x="527" y="228"/>
                  </a:lnTo>
                  <a:lnTo>
                    <a:pt x="525" y="253"/>
                  </a:lnTo>
                  <a:lnTo>
                    <a:pt x="518" y="279"/>
                  </a:lnTo>
                  <a:lnTo>
                    <a:pt x="509" y="303"/>
                  </a:lnTo>
                  <a:lnTo>
                    <a:pt x="496" y="326"/>
                  </a:lnTo>
                  <a:lnTo>
                    <a:pt x="505" y="321"/>
                  </a:lnTo>
                  <a:lnTo>
                    <a:pt x="516" y="318"/>
                  </a:lnTo>
                  <a:lnTo>
                    <a:pt x="525" y="314"/>
                  </a:lnTo>
                  <a:lnTo>
                    <a:pt x="535" y="312"/>
                  </a:lnTo>
                  <a:lnTo>
                    <a:pt x="546" y="311"/>
                  </a:lnTo>
                  <a:lnTo>
                    <a:pt x="556" y="312"/>
                  </a:lnTo>
                  <a:lnTo>
                    <a:pt x="566" y="313"/>
                  </a:lnTo>
                  <a:lnTo>
                    <a:pt x="577" y="318"/>
                  </a:lnTo>
                  <a:lnTo>
                    <a:pt x="585" y="322"/>
                  </a:lnTo>
                  <a:lnTo>
                    <a:pt x="594" y="326"/>
                  </a:lnTo>
                  <a:lnTo>
                    <a:pt x="603" y="330"/>
                  </a:lnTo>
                  <a:lnTo>
                    <a:pt x="613" y="334"/>
                  </a:lnTo>
                  <a:lnTo>
                    <a:pt x="622" y="336"/>
                  </a:lnTo>
                  <a:lnTo>
                    <a:pt x="631" y="339"/>
                  </a:lnTo>
                  <a:lnTo>
                    <a:pt x="640" y="339"/>
                  </a:lnTo>
                  <a:lnTo>
                    <a:pt x="651" y="336"/>
                  </a:lnTo>
                  <a:lnTo>
                    <a:pt x="660" y="333"/>
                  </a:lnTo>
                  <a:lnTo>
                    <a:pt x="668" y="328"/>
                  </a:lnTo>
                  <a:lnTo>
                    <a:pt x="675" y="322"/>
                  </a:lnTo>
                  <a:lnTo>
                    <a:pt x="682" y="316"/>
                  </a:lnTo>
                  <a:lnTo>
                    <a:pt x="686" y="307"/>
                  </a:lnTo>
                  <a:lnTo>
                    <a:pt x="690" y="299"/>
                  </a:lnTo>
                  <a:lnTo>
                    <a:pt x="693" y="290"/>
                  </a:lnTo>
                  <a:lnTo>
                    <a:pt x="694" y="281"/>
                  </a:lnTo>
                  <a:lnTo>
                    <a:pt x="694" y="273"/>
                  </a:lnTo>
                  <a:lnTo>
                    <a:pt x="693" y="264"/>
                  </a:lnTo>
                  <a:lnTo>
                    <a:pt x="691" y="256"/>
                  </a:lnTo>
                  <a:lnTo>
                    <a:pt x="689" y="248"/>
                  </a:lnTo>
                  <a:lnTo>
                    <a:pt x="701" y="261"/>
                  </a:lnTo>
                  <a:lnTo>
                    <a:pt x="706" y="277"/>
                  </a:lnTo>
                  <a:lnTo>
                    <a:pt x="707" y="295"/>
                  </a:lnTo>
                  <a:lnTo>
                    <a:pt x="708" y="313"/>
                  </a:lnTo>
                  <a:lnTo>
                    <a:pt x="707" y="327"/>
                  </a:lnTo>
                  <a:lnTo>
                    <a:pt x="705" y="340"/>
                  </a:lnTo>
                  <a:lnTo>
                    <a:pt x="700" y="352"/>
                  </a:lnTo>
                  <a:lnTo>
                    <a:pt x="694" y="363"/>
                  </a:lnTo>
                  <a:lnTo>
                    <a:pt x="686" y="374"/>
                  </a:lnTo>
                  <a:lnTo>
                    <a:pt x="677" y="383"/>
                  </a:lnTo>
                  <a:lnTo>
                    <a:pt x="667" y="392"/>
                  </a:lnTo>
                  <a:lnTo>
                    <a:pt x="655" y="400"/>
                  </a:lnTo>
                  <a:lnTo>
                    <a:pt x="644" y="405"/>
                  </a:lnTo>
                  <a:lnTo>
                    <a:pt x="632" y="410"/>
                  </a:lnTo>
                  <a:lnTo>
                    <a:pt x="619" y="413"/>
                  </a:lnTo>
                  <a:lnTo>
                    <a:pt x="608" y="416"/>
                  </a:lnTo>
                  <a:lnTo>
                    <a:pt x="595" y="417"/>
                  </a:lnTo>
                  <a:lnTo>
                    <a:pt x="584" y="418"/>
                  </a:lnTo>
                  <a:lnTo>
                    <a:pt x="571" y="418"/>
                  </a:lnTo>
                  <a:lnTo>
                    <a:pt x="560" y="417"/>
                  </a:lnTo>
                  <a:lnTo>
                    <a:pt x="545" y="415"/>
                  </a:lnTo>
                  <a:lnTo>
                    <a:pt x="532" y="409"/>
                  </a:lnTo>
                  <a:lnTo>
                    <a:pt x="519" y="401"/>
                  </a:lnTo>
                  <a:lnTo>
                    <a:pt x="509" y="392"/>
                  </a:lnTo>
                  <a:lnTo>
                    <a:pt x="497" y="383"/>
                  </a:lnTo>
                  <a:lnTo>
                    <a:pt x="485" y="377"/>
                  </a:lnTo>
                  <a:lnTo>
                    <a:pt x="472" y="371"/>
                  </a:lnTo>
                  <a:lnTo>
                    <a:pt x="457" y="370"/>
                  </a:lnTo>
                  <a:lnTo>
                    <a:pt x="451" y="371"/>
                  </a:lnTo>
                  <a:lnTo>
                    <a:pt x="447" y="374"/>
                  </a:lnTo>
                  <a:lnTo>
                    <a:pt x="442" y="379"/>
                  </a:lnTo>
                  <a:lnTo>
                    <a:pt x="440" y="385"/>
                  </a:lnTo>
                  <a:lnTo>
                    <a:pt x="439" y="393"/>
                  </a:lnTo>
                  <a:lnTo>
                    <a:pt x="439" y="401"/>
                  </a:lnTo>
                  <a:lnTo>
                    <a:pt x="439" y="410"/>
                  </a:lnTo>
                  <a:lnTo>
                    <a:pt x="440" y="418"/>
                  </a:lnTo>
                  <a:lnTo>
                    <a:pt x="466" y="420"/>
                  </a:lnTo>
                  <a:lnTo>
                    <a:pt x="492" y="424"/>
                  </a:lnTo>
                  <a:lnTo>
                    <a:pt x="517" y="428"/>
                  </a:lnTo>
                  <a:lnTo>
                    <a:pt x="542" y="434"/>
                  </a:lnTo>
                  <a:lnTo>
                    <a:pt x="568" y="441"/>
                  </a:lnTo>
                  <a:lnTo>
                    <a:pt x="592" y="449"/>
                  </a:lnTo>
                  <a:lnTo>
                    <a:pt x="616" y="458"/>
                  </a:lnTo>
                  <a:lnTo>
                    <a:pt x="640" y="468"/>
                  </a:lnTo>
                  <a:lnTo>
                    <a:pt x="663" y="479"/>
                  </a:lnTo>
                  <a:lnTo>
                    <a:pt x="686" y="491"/>
                  </a:lnTo>
                  <a:lnTo>
                    <a:pt x="709" y="502"/>
                  </a:lnTo>
                  <a:lnTo>
                    <a:pt x="730" y="516"/>
                  </a:lnTo>
                  <a:lnTo>
                    <a:pt x="752" y="529"/>
                  </a:lnTo>
                  <a:lnTo>
                    <a:pt x="772" y="544"/>
                  </a:lnTo>
                  <a:lnTo>
                    <a:pt x="792" y="559"/>
                  </a:lnTo>
                  <a:lnTo>
                    <a:pt x="811" y="573"/>
                  </a:lnTo>
                  <a:lnTo>
                    <a:pt x="826" y="586"/>
                  </a:lnTo>
                  <a:lnTo>
                    <a:pt x="841" y="600"/>
                  </a:lnTo>
                  <a:lnTo>
                    <a:pt x="855" y="615"/>
                  </a:lnTo>
                  <a:lnTo>
                    <a:pt x="867" y="630"/>
                  </a:lnTo>
                  <a:lnTo>
                    <a:pt x="881" y="646"/>
                  </a:lnTo>
                  <a:lnTo>
                    <a:pt x="893" y="663"/>
                  </a:lnTo>
                  <a:lnTo>
                    <a:pt x="905" y="681"/>
                  </a:lnTo>
                  <a:lnTo>
                    <a:pt x="917" y="698"/>
                  </a:lnTo>
                  <a:lnTo>
                    <a:pt x="913" y="707"/>
                  </a:lnTo>
                  <a:lnTo>
                    <a:pt x="908" y="714"/>
                  </a:lnTo>
                  <a:lnTo>
                    <a:pt x="902" y="721"/>
                  </a:lnTo>
                  <a:lnTo>
                    <a:pt x="897" y="729"/>
                  </a:lnTo>
                  <a:lnTo>
                    <a:pt x="891" y="736"/>
                  </a:lnTo>
                  <a:lnTo>
                    <a:pt x="886" y="743"/>
                  </a:lnTo>
                  <a:lnTo>
                    <a:pt x="880" y="749"/>
                  </a:lnTo>
                  <a:lnTo>
                    <a:pt x="873" y="753"/>
                  </a:lnTo>
                  <a:lnTo>
                    <a:pt x="864" y="755"/>
                  </a:lnTo>
                  <a:lnTo>
                    <a:pt x="855" y="754"/>
                  </a:lnTo>
                  <a:lnTo>
                    <a:pt x="848" y="749"/>
                  </a:lnTo>
                  <a:lnTo>
                    <a:pt x="842" y="739"/>
                  </a:lnTo>
                  <a:lnTo>
                    <a:pt x="837" y="731"/>
                  </a:lnTo>
                  <a:lnTo>
                    <a:pt x="827" y="716"/>
                  </a:lnTo>
                  <a:lnTo>
                    <a:pt x="815" y="704"/>
                  </a:lnTo>
                  <a:lnTo>
                    <a:pt x="803" y="691"/>
                  </a:lnTo>
                  <a:lnTo>
                    <a:pt x="790" y="681"/>
                  </a:lnTo>
                  <a:lnTo>
                    <a:pt x="776" y="671"/>
                  </a:lnTo>
                  <a:lnTo>
                    <a:pt x="761" y="663"/>
                  </a:lnTo>
                  <a:lnTo>
                    <a:pt x="746" y="656"/>
                  </a:lnTo>
                  <a:lnTo>
                    <a:pt x="730" y="649"/>
                  </a:lnTo>
                  <a:lnTo>
                    <a:pt x="717" y="646"/>
                  </a:lnTo>
                  <a:lnTo>
                    <a:pt x="705" y="643"/>
                  </a:lnTo>
                  <a:lnTo>
                    <a:pt x="692" y="640"/>
                  </a:lnTo>
                  <a:lnTo>
                    <a:pt x="681" y="639"/>
                  </a:lnTo>
                  <a:lnTo>
                    <a:pt x="668" y="639"/>
                  </a:lnTo>
                  <a:lnTo>
                    <a:pt x="655" y="639"/>
                  </a:lnTo>
                  <a:lnTo>
                    <a:pt x="644" y="640"/>
                  </a:lnTo>
                  <a:lnTo>
                    <a:pt x="631" y="643"/>
                  </a:lnTo>
                  <a:lnTo>
                    <a:pt x="628" y="645"/>
                  </a:lnTo>
                  <a:lnTo>
                    <a:pt x="621" y="671"/>
                  </a:lnTo>
                  <a:lnTo>
                    <a:pt x="616" y="699"/>
                  </a:lnTo>
                  <a:lnTo>
                    <a:pt x="616" y="725"/>
                  </a:lnTo>
                  <a:lnTo>
                    <a:pt x="623" y="752"/>
                  </a:lnTo>
                  <a:lnTo>
                    <a:pt x="629" y="765"/>
                  </a:lnTo>
                  <a:lnTo>
                    <a:pt x="637" y="775"/>
                  </a:lnTo>
                  <a:lnTo>
                    <a:pt x="645" y="784"/>
                  </a:lnTo>
                  <a:lnTo>
                    <a:pt x="654" y="792"/>
                  </a:lnTo>
                  <a:lnTo>
                    <a:pt x="663" y="800"/>
                  </a:lnTo>
                  <a:lnTo>
                    <a:pt x="674" y="808"/>
                  </a:lnTo>
                  <a:lnTo>
                    <a:pt x="684" y="815"/>
                  </a:lnTo>
                  <a:lnTo>
                    <a:pt x="694" y="823"/>
                  </a:lnTo>
                  <a:lnTo>
                    <a:pt x="736" y="863"/>
                  </a:lnTo>
                  <a:lnTo>
                    <a:pt x="765" y="907"/>
                  </a:lnTo>
                  <a:lnTo>
                    <a:pt x="782" y="955"/>
                  </a:lnTo>
                  <a:lnTo>
                    <a:pt x="792" y="1001"/>
                  </a:lnTo>
                  <a:lnTo>
                    <a:pt x="797" y="1043"/>
                  </a:lnTo>
                  <a:lnTo>
                    <a:pt x="798" y="1081"/>
                  </a:lnTo>
                  <a:lnTo>
                    <a:pt x="799" y="1110"/>
                  </a:lnTo>
                  <a:lnTo>
                    <a:pt x="802" y="1127"/>
                  </a:lnTo>
                  <a:lnTo>
                    <a:pt x="808" y="1144"/>
                  </a:lnTo>
                  <a:lnTo>
                    <a:pt x="816" y="1160"/>
                  </a:lnTo>
                  <a:lnTo>
                    <a:pt x="826" y="1175"/>
                  </a:lnTo>
                  <a:lnTo>
                    <a:pt x="835" y="1191"/>
                  </a:lnTo>
                  <a:lnTo>
                    <a:pt x="844" y="1207"/>
                  </a:lnTo>
                  <a:lnTo>
                    <a:pt x="851" y="1222"/>
                  </a:lnTo>
                  <a:lnTo>
                    <a:pt x="858" y="1238"/>
                  </a:lnTo>
                  <a:lnTo>
                    <a:pt x="861" y="1254"/>
                  </a:lnTo>
                  <a:lnTo>
                    <a:pt x="860" y="1256"/>
                  </a:lnTo>
                  <a:lnTo>
                    <a:pt x="858" y="1258"/>
                  </a:lnTo>
                  <a:lnTo>
                    <a:pt x="855" y="1258"/>
                  </a:lnTo>
                  <a:lnTo>
                    <a:pt x="851" y="1258"/>
                  </a:lnTo>
                  <a:lnTo>
                    <a:pt x="834" y="1256"/>
                  </a:lnTo>
                  <a:lnTo>
                    <a:pt x="816" y="1254"/>
                  </a:lnTo>
                  <a:lnTo>
                    <a:pt x="798" y="1252"/>
                  </a:lnTo>
                  <a:lnTo>
                    <a:pt x="781" y="1250"/>
                  </a:lnTo>
                  <a:lnTo>
                    <a:pt x="763" y="1245"/>
                  </a:lnTo>
                  <a:lnTo>
                    <a:pt x="747" y="1238"/>
                  </a:lnTo>
                  <a:lnTo>
                    <a:pt x="735" y="1228"/>
                  </a:lnTo>
                  <a:lnTo>
                    <a:pt x="723" y="1215"/>
                  </a:lnTo>
                  <a:lnTo>
                    <a:pt x="716" y="1197"/>
                  </a:lnTo>
                  <a:lnTo>
                    <a:pt x="717" y="1176"/>
                  </a:lnTo>
                  <a:lnTo>
                    <a:pt x="721" y="1155"/>
                  </a:lnTo>
                  <a:lnTo>
                    <a:pt x="722" y="1134"/>
                  </a:lnTo>
                  <a:lnTo>
                    <a:pt x="721" y="1122"/>
                  </a:lnTo>
                  <a:lnTo>
                    <a:pt x="719" y="1110"/>
                  </a:lnTo>
                  <a:lnTo>
                    <a:pt x="715" y="1097"/>
                  </a:lnTo>
                  <a:lnTo>
                    <a:pt x="712" y="1085"/>
                  </a:lnTo>
                  <a:lnTo>
                    <a:pt x="707" y="1073"/>
                  </a:lnTo>
                  <a:lnTo>
                    <a:pt x="700" y="1062"/>
                  </a:lnTo>
                  <a:lnTo>
                    <a:pt x="693" y="1050"/>
                  </a:lnTo>
                  <a:lnTo>
                    <a:pt x="684" y="1040"/>
                  </a:lnTo>
                  <a:lnTo>
                    <a:pt x="671" y="1026"/>
                  </a:lnTo>
                  <a:lnTo>
                    <a:pt x="657" y="1013"/>
                  </a:lnTo>
                  <a:lnTo>
                    <a:pt x="642" y="1001"/>
                  </a:lnTo>
                  <a:lnTo>
                    <a:pt x="628" y="989"/>
                  </a:lnTo>
                  <a:lnTo>
                    <a:pt x="611" y="979"/>
                  </a:lnTo>
                  <a:lnTo>
                    <a:pt x="594" y="971"/>
                  </a:lnTo>
                  <a:lnTo>
                    <a:pt x="576" y="965"/>
                  </a:lnTo>
                  <a:lnTo>
                    <a:pt x="556" y="962"/>
                  </a:lnTo>
                  <a:lnTo>
                    <a:pt x="539" y="963"/>
                  </a:lnTo>
                  <a:lnTo>
                    <a:pt x="520" y="967"/>
                  </a:lnTo>
                  <a:lnTo>
                    <a:pt x="504" y="974"/>
                  </a:lnTo>
                  <a:lnTo>
                    <a:pt x="487" y="983"/>
                  </a:lnTo>
                  <a:lnTo>
                    <a:pt x="472" y="994"/>
                  </a:lnTo>
                  <a:lnTo>
                    <a:pt x="457" y="1007"/>
                  </a:lnTo>
                  <a:lnTo>
                    <a:pt x="443" y="1019"/>
                  </a:lnTo>
                  <a:lnTo>
                    <a:pt x="430" y="1032"/>
                  </a:lnTo>
                  <a:lnTo>
                    <a:pt x="414" y="1054"/>
                  </a:lnTo>
                  <a:lnTo>
                    <a:pt x="404" y="1077"/>
                  </a:lnTo>
                  <a:lnTo>
                    <a:pt x="397" y="1102"/>
                  </a:lnTo>
                  <a:lnTo>
                    <a:pt x="395" y="1127"/>
                  </a:lnTo>
                  <a:lnTo>
                    <a:pt x="396" y="1154"/>
                  </a:lnTo>
                  <a:lnTo>
                    <a:pt x="402" y="1179"/>
                  </a:lnTo>
                  <a:lnTo>
                    <a:pt x="409" y="1205"/>
                  </a:lnTo>
                  <a:lnTo>
                    <a:pt x="419" y="1229"/>
                  </a:lnTo>
                  <a:lnTo>
                    <a:pt x="428" y="1241"/>
                  </a:lnTo>
                  <a:lnTo>
                    <a:pt x="439" y="1252"/>
                  </a:lnTo>
                  <a:lnTo>
                    <a:pt x="448" y="1262"/>
                  </a:lnTo>
                  <a:lnTo>
                    <a:pt x="452" y="1275"/>
                  </a:lnTo>
                  <a:lnTo>
                    <a:pt x="451" y="1293"/>
                  </a:lnTo>
                  <a:lnTo>
                    <a:pt x="448" y="1311"/>
                  </a:lnTo>
                  <a:lnTo>
                    <a:pt x="441" y="1327"/>
                  </a:lnTo>
                  <a:lnTo>
                    <a:pt x="432" y="1340"/>
                  </a:lnTo>
                  <a:lnTo>
                    <a:pt x="419" y="1354"/>
                  </a:lnTo>
                  <a:lnTo>
                    <a:pt x="406" y="1367"/>
                  </a:lnTo>
                  <a:lnTo>
                    <a:pt x="391" y="1377"/>
                  </a:lnTo>
                  <a:lnTo>
                    <a:pt x="375" y="1387"/>
                  </a:lnTo>
                  <a:lnTo>
                    <a:pt x="371" y="1388"/>
                  </a:lnTo>
                  <a:lnTo>
                    <a:pt x="366" y="1388"/>
                  </a:lnTo>
                  <a:lnTo>
                    <a:pt x="361" y="1385"/>
                  </a:lnTo>
                  <a:lnTo>
                    <a:pt x="358" y="1383"/>
                  </a:lnTo>
                  <a:lnTo>
                    <a:pt x="344" y="1352"/>
                  </a:lnTo>
                  <a:lnTo>
                    <a:pt x="336" y="1319"/>
                  </a:lnTo>
                  <a:lnTo>
                    <a:pt x="334" y="1285"/>
                  </a:lnTo>
                  <a:lnTo>
                    <a:pt x="335" y="1251"/>
                  </a:lnTo>
                  <a:lnTo>
                    <a:pt x="334" y="1245"/>
                  </a:lnTo>
                  <a:lnTo>
                    <a:pt x="328" y="1240"/>
                  </a:lnTo>
                  <a:lnTo>
                    <a:pt x="322" y="1237"/>
                  </a:lnTo>
                  <a:lnTo>
                    <a:pt x="318" y="1231"/>
                  </a:lnTo>
                  <a:lnTo>
                    <a:pt x="303" y="1209"/>
                  </a:lnTo>
                  <a:lnTo>
                    <a:pt x="290" y="1187"/>
                  </a:lnTo>
                  <a:lnTo>
                    <a:pt x="280" y="1165"/>
                  </a:lnTo>
                  <a:lnTo>
                    <a:pt x="271" y="1142"/>
                  </a:lnTo>
                  <a:lnTo>
                    <a:pt x="265" y="1118"/>
                  </a:lnTo>
                  <a:lnTo>
                    <a:pt x="261" y="1095"/>
                  </a:lnTo>
                  <a:lnTo>
                    <a:pt x="258" y="1071"/>
                  </a:lnTo>
                  <a:lnTo>
                    <a:pt x="258" y="1047"/>
                  </a:lnTo>
                  <a:lnTo>
                    <a:pt x="259" y="1027"/>
                  </a:lnTo>
                  <a:lnTo>
                    <a:pt x="261" y="1007"/>
                  </a:lnTo>
                  <a:lnTo>
                    <a:pt x="266" y="986"/>
                  </a:lnTo>
                  <a:lnTo>
                    <a:pt x="271" y="965"/>
                  </a:lnTo>
                  <a:lnTo>
                    <a:pt x="277" y="944"/>
                  </a:lnTo>
                  <a:lnTo>
                    <a:pt x="284" y="925"/>
                  </a:lnTo>
                  <a:lnTo>
                    <a:pt x="292" y="905"/>
                  </a:lnTo>
                  <a:lnTo>
                    <a:pt x="301" y="887"/>
                  </a:lnTo>
                  <a:lnTo>
                    <a:pt x="305" y="871"/>
                  </a:lnTo>
                  <a:lnTo>
                    <a:pt x="303" y="854"/>
                  </a:lnTo>
                  <a:lnTo>
                    <a:pt x="296" y="838"/>
                  </a:lnTo>
                  <a:lnTo>
                    <a:pt x="286" y="823"/>
                  </a:lnTo>
                  <a:lnTo>
                    <a:pt x="277" y="814"/>
                  </a:lnTo>
                  <a:lnTo>
                    <a:pt x="267" y="806"/>
                  </a:lnTo>
                  <a:lnTo>
                    <a:pt x="255" y="799"/>
                  </a:lnTo>
                  <a:lnTo>
                    <a:pt x="243" y="792"/>
                  </a:lnTo>
                  <a:lnTo>
                    <a:pt x="231" y="785"/>
                  </a:lnTo>
                  <a:lnTo>
                    <a:pt x="220" y="778"/>
                  </a:lnTo>
                  <a:lnTo>
                    <a:pt x="209" y="769"/>
                  </a:lnTo>
                  <a:lnTo>
                    <a:pt x="201" y="758"/>
                  </a:lnTo>
                  <a:lnTo>
                    <a:pt x="194" y="759"/>
                  </a:lnTo>
                  <a:lnTo>
                    <a:pt x="187" y="762"/>
                  </a:lnTo>
                  <a:lnTo>
                    <a:pt x="183" y="767"/>
                  </a:lnTo>
                  <a:lnTo>
                    <a:pt x="177" y="773"/>
                  </a:lnTo>
                  <a:lnTo>
                    <a:pt x="157" y="792"/>
                  </a:lnTo>
                  <a:lnTo>
                    <a:pt x="140" y="812"/>
                  </a:lnTo>
                  <a:lnTo>
                    <a:pt x="123" y="834"/>
                  </a:lnTo>
                  <a:lnTo>
                    <a:pt x="108" y="857"/>
                  </a:lnTo>
                  <a:lnTo>
                    <a:pt x="94" y="881"/>
                  </a:lnTo>
                  <a:lnTo>
                    <a:pt x="84" y="907"/>
                  </a:lnTo>
                  <a:lnTo>
                    <a:pt x="77" y="935"/>
                  </a:lnTo>
                  <a:lnTo>
                    <a:pt x="72" y="964"/>
                  </a:lnTo>
                  <a:lnTo>
                    <a:pt x="72" y="1004"/>
                  </a:lnTo>
                  <a:lnTo>
                    <a:pt x="62" y="1003"/>
                  </a:lnTo>
                  <a:lnTo>
                    <a:pt x="51" y="1001"/>
                  </a:lnTo>
                  <a:lnTo>
                    <a:pt x="41" y="997"/>
                  </a:lnTo>
                  <a:lnTo>
                    <a:pt x="32" y="993"/>
                  </a:lnTo>
                  <a:lnTo>
                    <a:pt x="24" y="987"/>
                  </a:lnTo>
                  <a:lnTo>
                    <a:pt x="17" y="980"/>
                  </a:lnTo>
                  <a:lnTo>
                    <a:pt x="11" y="971"/>
                  </a:lnTo>
                  <a:lnTo>
                    <a:pt x="6" y="962"/>
                  </a:lnTo>
                  <a:lnTo>
                    <a:pt x="0" y="921"/>
                  </a:lnTo>
                  <a:lnTo>
                    <a:pt x="2" y="879"/>
                  </a:lnTo>
                  <a:lnTo>
                    <a:pt x="11" y="836"/>
                  </a:lnTo>
                  <a:lnTo>
                    <a:pt x="23" y="792"/>
                  </a:lnTo>
                  <a:lnTo>
                    <a:pt x="32" y="766"/>
                  </a:lnTo>
                  <a:lnTo>
                    <a:pt x="42" y="740"/>
                  </a:lnTo>
                  <a:lnTo>
                    <a:pt x="54" y="716"/>
                  </a:lnTo>
                  <a:lnTo>
                    <a:pt x="66" y="692"/>
                  </a:lnTo>
                  <a:lnTo>
                    <a:pt x="80" y="669"/>
                  </a:lnTo>
                  <a:lnTo>
                    <a:pt x="95" y="648"/>
                  </a:lnTo>
                  <a:lnTo>
                    <a:pt x="111" y="628"/>
                  </a:lnTo>
                  <a:lnTo>
                    <a:pt x="130" y="609"/>
                  </a:lnTo>
                  <a:lnTo>
                    <a:pt x="146" y="594"/>
                  </a:lnTo>
                  <a:lnTo>
                    <a:pt x="161" y="579"/>
                  </a:lnTo>
                  <a:lnTo>
                    <a:pt x="177" y="565"/>
                  </a:lnTo>
                  <a:lnTo>
                    <a:pt x="193" y="552"/>
                  </a:lnTo>
                  <a:lnTo>
                    <a:pt x="210" y="538"/>
                  </a:lnTo>
                  <a:lnTo>
                    <a:pt x="228" y="525"/>
                  </a:lnTo>
                  <a:lnTo>
                    <a:pt x="246" y="512"/>
                  </a:lnTo>
                  <a:lnTo>
                    <a:pt x="266" y="500"/>
                  </a:lnTo>
                  <a:lnTo>
                    <a:pt x="268" y="495"/>
                  </a:lnTo>
                  <a:lnTo>
                    <a:pt x="268" y="488"/>
                  </a:lnTo>
                  <a:lnTo>
                    <a:pt x="265" y="481"/>
                  </a:lnTo>
                  <a:lnTo>
                    <a:pt x="261" y="476"/>
                  </a:lnTo>
                  <a:lnTo>
                    <a:pt x="253" y="478"/>
                  </a:lnTo>
                  <a:lnTo>
                    <a:pt x="246" y="480"/>
                  </a:lnTo>
                  <a:lnTo>
                    <a:pt x="238" y="484"/>
                  </a:lnTo>
                  <a:lnTo>
                    <a:pt x="230" y="486"/>
                  </a:lnTo>
                  <a:lnTo>
                    <a:pt x="217" y="489"/>
                  </a:lnTo>
                  <a:lnTo>
                    <a:pt x="205" y="492"/>
                  </a:lnTo>
                  <a:lnTo>
                    <a:pt x="192" y="494"/>
                  </a:lnTo>
                  <a:lnTo>
                    <a:pt x="179" y="495"/>
                  </a:lnTo>
                  <a:lnTo>
                    <a:pt x="167" y="495"/>
                  </a:lnTo>
                  <a:lnTo>
                    <a:pt x="154" y="493"/>
                  </a:lnTo>
                  <a:lnTo>
                    <a:pt x="142" y="488"/>
                  </a:lnTo>
                  <a:lnTo>
                    <a:pt x="131" y="481"/>
                  </a:lnTo>
                  <a:lnTo>
                    <a:pt x="122" y="470"/>
                  </a:lnTo>
                  <a:lnTo>
                    <a:pt x="116" y="457"/>
                  </a:lnTo>
                  <a:lnTo>
                    <a:pt x="112" y="443"/>
                  </a:lnTo>
                  <a:lnTo>
                    <a:pt x="111" y="430"/>
                  </a:lnTo>
                  <a:lnTo>
                    <a:pt x="104" y="427"/>
                  </a:lnTo>
                  <a:lnTo>
                    <a:pt x="99" y="423"/>
                  </a:lnTo>
                  <a:lnTo>
                    <a:pt x="93" y="418"/>
                  </a:lnTo>
                  <a:lnTo>
                    <a:pt x="88" y="412"/>
                  </a:lnTo>
                  <a:lnTo>
                    <a:pt x="87" y="406"/>
                  </a:lnTo>
                  <a:lnTo>
                    <a:pt x="88" y="403"/>
                  </a:lnTo>
                  <a:lnTo>
                    <a:pt x="88" y="398"/>
                  </a:lnTo>
                  <a:lnTo>
                    <a:pt x="85" y="392"/>
                  </a:lnTo>
                  <a:lnTo>
                    <a:pt x="82" y="385"/>
                  </a:lnTo>
                  <a:lnTo>
                    <a:pt x="86" y="379"/>
                  </a:lnTo>
                  <a:lnTo>
                    <a:pt x="91" y="374"/>
                  </a:lnTo>
                  <a:lnTo>
                    <a:pt x="92" y="371"/>
                  </a:lnTo>
                  <a:lnTo>
                    <a:pt x="89" y="365"/>
                  </a:lnTo>
                  <a:lnTo>
                    <a:pt x="85" y="360"/>
                  </a:lnTo>
                  <a:lnTo>
                    <a:pt x="78" y="356"/>
                  </a:lnTo>
                  <a:lnTo>
                    <a:pt x="72" y="354"/>
                  </a:lnTo>
                  <a:lnTo>
                    <a:pt x="64" y="350"/>
                  </a:lnTo>
                  <a:lnTo>
                    <a:pt x="57" y="348"/>
                  </a:lnTo>
                  <a:lnTo>
                    <a:pt x="51" y="344"/>
                  </a:lnTo>
                  <a:lnTo>
                    <a:pt x="46" y="340"/>
                  </a:lnTo>
                  <a:lnTo>
                    <a:pt x="50" y="334"/>
                  </a:lnTo>
                  <a:lnTo>
                    <a:pt x="57" y="321"/>
                  </a:lnTo>
                  <a:lnTo>
                    <a:pt x="64" y="306"/>
                  </a:lnTo>
                  <a:lnTo>
                    <a:pt x="68" y="291"/>
                  </a:lnTo>
                  <a:lnTo>
                    <a:pt x="66" y="267"/>
                  </a:lnTo>
                  <a:lnTo>
                    <a:pt x="61" y="243"/>
                  </a:lnTo>
                  <a:lnTo>
                    <a:pt x="54" y="219"/>
                  </a:lnTo>
                  <a:lnTo>
                    <a:pt x="53" y="195"/>
                  </a:lnTo>
                  <a:lnTo>
                    <a:pt x="55" y="181"/>
                  </a:lnTo>
                  <a:lnTo>
                    <a:pt x="59" y="168"/>
                  </a:lnTo>
                  <a:lnTo>
                    <a:pt x="64" y="157"/>
                  </a:lnTo>
                  <a:lnTo>
                    <a:pt x="71" y="146"/>
                  </a:lnTo>
                  <a:lnTo>
                    <a:pt x="78" y="136"/>
                  </a:lnTo>
                  <a:lnTo>
                    <a:pt x="86" y="127"/>
                  </a:lnTo>
                  <a:lnTo>
                    <a:pt x="95" y="117"/>
                  </a:lnTo>
                  <a:lnTo>
                    <a:pt x="106" y="109"/>
                  </a:lnTo>
                  <a:lnTo>
                    <a:pt x="106" y="98"/>
                  </a:lnTo>
                  <a:lnTo>
                    <a:pt x="103" y="86"/>
                  </a:lnTo>
                  <a:lnTo>
                    <a:pt x="103" y="76"/>
                  </a:lnTo>
                  <a:lnTo>
                    <a:pt x="108" y="64"/>
                  </a:lnTo>
                  <a:lnTo>
                    <a:pt x="119" y="51"/>
                  </a:lnTo>
                  <a:lnTo>
                    <a:pt x="134" y="39"/>
                  </a:lnTo>
                  <a:lnTo>
                    <a:pt x="149" y="29"/>
                  </a:lnTo>
                  <a:lnTo>
                    <a:pt x="167" y="21"/>
                  </a:lnTo>
                  <a:lnTo>
                    <a:pt x="184" y="14"/>
                  </a:lnTo>
                  <a:lnTo>
                    <a:pt x="202" y="9"/>
                  </a:lnTo>
                  <a:lnTo>
                    <a:pt x="221" y="6"/>
                  </a:lnTo>
                  <a:lnTo>
                    <a:pt x="238" y="2"/>
                  </a:lnTo>
                  <a:lnTo>
                    <a:pt x="251" y="1"/>
                  </a:lnTo>
                  <a:lnTo>
                    <a:pt x="265" y="0"/>
                  </a:lnTo>
                  <a:lnTo>
                    <a:pt x="278" y="0"/>
                  </a:lnTo>
                  <a:lnTo>
                    <a:pt x="292" y="1"/>
                  </a:lnTo>
                  <a:lnTo>
                    <a:pt x="307" y="3"/>
                  </a:lnTo>
                  <a:lnTo>
                    <a:pt x="321" y="6"/>
                  </a:lnTo>
                  <a:lnTo>
                    <a:pt x="335" y="8"/>
                  </a:lnTo>
                  <a:lnTo>
                    <a:pt x="350" y="11"/>
                  </a:lnTo>
                  <a:lnTo>
                    <a:pt x="364" y="16"/>
                  </a:lnTo>
                  <a:lnTo>
                    <a:pt x="377" y="21"/>
                  </a:lnTo>
                  <a:lnTo>
                    <a:pt x="390" y="25"/>
                  </a:lnTo>
                  <a:lnTo>
                    <a:pt x="403" y="31"/>
                  </a:lnTo>
                  <a:lnTo>
                    <a:pt x="415" y="38"/>
                  </a:lnTo>
                  <a:lnTo>
                    <a:pt x="428" y="45"/>
                  </a:lnTo>
                  <a:lnTo>
                    <a:pt x="440" y="52"/>
                  </a:lnTo>
                  <a:lnTo>
                    <a:pt x="450" y="60"/>
                  </a:lnTo>
                  <a:lnTo>
                    <a:pt x="458" y="67"/>
                  </a:lnTo>
                  <a:lnTo>
                    <a:pt x="465" y="74"/>
                  </a:lnTo>
                  <a:lnTo>
                    <a:pt x="472" y="83"/>
                  </a:lnTo>
                  <a:lnTo>
                    <a:pt x="479" y="91"/>
                  </a:lnTo>
                  <a:lnTo>
                    <a:pt x="486" y="100"/>
                  </a:lnTo>
                  <a:lnTo>
                    <a:pt x="492" y="109"/>
                  </a:lnTo>
                  <a:lnTo>
                    <a:pt x="497" y="120"/>
                  </a:lnTo>
                  <a:lnTo>
                    <a:pt x="503" y="1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75" name="Freeform 24"/>
            <p:cNvSpPr/>
            <p:nvPr/>
          </p:nvSpPr>
          <p:spPr>
            <a:xfrm>
              <a:off x="2457" y="2094"/>
              <a:ext cx="188" cy="23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375" h="468">
                  <a:moveTo>
                    <a:pt x="189" y="11"/>
                  </a:moveTo>
                  <a:lnTo>
                    <a:pt x="199" y="19"/>
                  </a:lnTo>
                  <a:lnTo>
                    <a:pt x="208" y="29"/>
                  </a:lnTo>
                  <a:lnTo>
                    <a:pt x="216" y="39"/>
                  </a:lnTo>
                  <a:lnTo>
                    <a:pt x="223" y="51"/>
                  </a:lnTo>
                  <a:lnTo>
                    <a:pt x="230" y="63"/>
                  </a:lnTo>
                  <a:lnTo>
                    <a:pt x="237" y="74"/>
                  </a:lnTo>
                  <a:lnTo>
                    <a:pt x="245" y="86"/>
                  </a:lnTo>
                  <a:lnTo>
                    <a:pt x="253" y="96"/>
                  </a:lnTo>
                  <a:lnTo>
                    <a:pt x="266" y="118"/>
                  </a:lnTo>
                  <a:lnTo>
                    <a:pt x="272" y="142"/>
                  </a:lnTo>
                  <a:lnTo>
                    <a:pt x="273" y="167"/>
                  </a:lnTo>
                  <a:lnTo>
                    <a:pt x="275" y="191"/>
                  </a:lnTo>
                  <a:lnTo>
                    <a:pt x="282" y="187"/>
                  </a:lnTo>
                  <a:lnTo>
                    <a:pt x="289" y="182"/>
                  </a:lnTo>
                  <a:lnTo>
                    <a:pt x="296" y="177"/>
                  </a:lnTo>
                  <a:lnTo>
                    <a:pt x="303" y="172"/>
                  </a:lnTo>
                  <a:lnTo>
                    <a:pt x="310" y="167"/>
                  </a:lnTo>
                  <a:lnTo>
                    <a:pt x="317" y="164"/>
                  </a:lnTo>
                  <a:lnTo>
                    <a:pt x="325" y="163"/>
                  </a:lnTo>
                  <a:lnTo>
                    <a:pt x="334" y="163"/>
                  </a:lnTo>
                  <a:lnTo>
                    <a:pt x="340" y="164"/>
                  </a:lnTo>
                  <a:lnTo>
                    <a:pt x="345" y="166"/>
                  </a:lnTo>
                  <a:lnTo>
                    <a:pt x="350" y="170"/>
                  </a:lnTo>
                  <a:lnTo>
                    <a:pt x="353" y="174"/>
                  </a:lnTo>
                  <a:lnTo>
                    <a:pt x="356" y="191"/>
                  </a:lnTo>
                  <a:lnTo>
                    <a:pt x="351" y="208"/>
                  </a:lnTo>
                  <a:lnTo>
                    <a:pt x="341" y="224"/>
                  </a:lnTo>
                  <a:lnTo>
                    <a:pt x="328" y="235"/>
                  </a:lnTo>
                  <a:lnTo>
                    <a:pt x="322" y="238"/>
                  </a:lnTo>
                  <a:lnTo>
                    <a:pt x="317" y="239"/>
                  </a:lnTo>
                  <a:lnTo>
                    <a:pt x="311" y="238"/>
                  </a:lnTo>
                  <a:lnTo>
                    <a:pt x="305" y="236"/>
                  </a:lnTo>
                  <a:lnTo>
                    <a:pt x="292" y="230"/>
                  </a:lnTo>
                  <a:lnTo>
                    <a:pt x="295" y="236"/>
                  </a:lnTo>
                  <a:lnTo>
                    <a:pt x="299" y="242"/>
                  </a:lnTo>
                  <a:lnTo>
                    <a:pt x="305" y="247"/>
                  </a:lnTo>
                  <a:lnTo>
                    <a:pt x="313" y="249"/>
                  </a:lnTo>
                  <a:lnTo>
                    <a:pt x="320" y="251"/>
                  </a:lnTo>
                  <a:lnTo>
                    <a:pt x="327" y="253"/>
                  </a:lnTo>
                  <a:lnTo>
                    <a:pt x="334" y="254"/>
                  </a:lnTo>
                  <a:lnTo>
                    <a:pt x="340" y="254"/>
                  </a:lnTo>
                  <a:lnTo>
                    <a:pt x="340" y="271"/>
                  </a:lnTo>
                  <a:lnTo>
                    <a:pt x="341" y="289"/>
                  </a:lnTo>
                  <a:lnTo>
                    <a:pt x="342" y="308"/>
                  </a:lnTo>
                  <a:lnTo>
                    <a:pt x="345" y="325"/>
                  </a:lnTo>
                  <a:lnTo>
                    <a:pt x="350" y="342"/>
                  </a:lnTo>
                  <a:lnTo>
                    <a:pt x="356" y="360"/>
                  </a:lnTo>
                  <a:lnTo>
                    <a:pt x="365" y="376"/>
                  </a:lnTo>
                  <a:lnTo>
                    <a:pt x="375" y="392"/>
                  </a:lnTo>
                  <a:lnTo>
                    <a:pt x="371" y="405"/>
                  </a:lnTo>
                  <a:lnTo>
                    <a:pt x="364" y="416"/>
                  </a:lnTo>
                  <a:lnTo>
                    <a:pt x="355" y="428"/>
                  </a:lnTo>
                  <a:lnTo>
                    <a:pt x="345" y="437"/>
                  </a:lnTo>
                  <a:lnTo>
                    <a:pt x="336" y="446"/>
                  </a:lnTo>
                  <a:lnTo>
                    <a:pt x="325" y="454"/>
                  </a:lnTo>
                  <a:lnTo>
                    <a:pt x="313" y="460"/>
                  </a:lnTo>
                  <a:lnTo>
                    <a:pt x="300" y="464"/>
                  </a:lnTo>
                  <a:lnTo>
                    <a:pt x="288" y="467"/>
                  </a:lnTo>
                  <a:lnTo>
                    <a:pt x="275" y="468"/>
                  </a:lnTo>
                  <a:lnTo>
                    <a:pt x="261" y="467"/>
                  </a:lnTo>
                  <a:lnTo>
                    <a:pt x="249" y="464"/>
                  </a:lnTo>
                  <a:lnTo>
                    <a:pt x="234" y="456"/>
                  </a:lnTo>
                  <a:lnTo>
                    <a:pt x="229" y="438"/>
                  </a:lnTo>
                  <a:lnTo>
                    <a:pt x="224" y="418"/>
                  </a:lnTo>
                  <a:lnTo>
                    <a:pt x="220" y="400"/>
                  </a:lnTo>
                  <a:lnTo>
                    <a:pt x="215" y="382"/>
                  </a:lnTo>
                  <a:lnTo>
                    <a:pt x="226" y="371"/>
                  </a:lnTo>
                  <a:lnTo>
                    <a:pt x="235" y="360"/>
                  </a:lnTo>
                  <a:lnTo>
                    <a:pt x="243" y="347"/>
                  </a:lnTo>
                  <a:lnTo>
                    <a:pt x="251" y="334"/>
                  </a:lnTo>
                  <a:lnTo>
                    <a:pt x="257" y="320"/>
                  </a:lnTo>
                  <a:lnTo>
                    <a:pt x="262" y="307"/>
                  </a:lnTo>
                  <a:lnTo>
                    <a:pt x="267" y="293"/>
                  </a:lnTo>
                  <a:lnTo>
                    <a:pt x="272" y="278"/>
                  </a:lnTo>
                  <a:lnTo>
                    <a:pt x="273" y="271"/>
                  </a:lnTo>
                  <a:lnTo>
                    <a:pt x="275" y="264"/>
                  </a:lnTo>
                  <a:lnTo>
                    <a:pt x="276" y="257"/>
                  </a:lnTo>
                  <a:lnTo>
                    <a:pt x="276" y="250"/>
                  </a:lnTo>
                  <a:lnTo>
                    <a:pt x="262" y="279"/>
                  </a:lnTo>
                  <a:lnTo>
                    <a:pt x="249" y="302"/>
                  </a:lnTo>
                  <a:lnTo>
                    <a:pt x="236" y="322"/>
                  </a:lnTo>
                  <a:lnTo>
                    <a:pt x="223" y="335"/>
                  </a:lnTo>
                  <a:lnTo>
                    <a:pt x="213" y="347"/>
                  </a:lnTo>
                  <a:lnTo>
                    <a:pt x="204" y="354"/>
                  </a:lnTo>
                  <a:lnTo>
                    <a:pt x="199" y="358"/>
                  </a:lnTo>
                  <a:lnTo>
                    <a:pt x="197" y="360"/>
                  </a:lnTo>
                  <a:lnTo>
                    <a:pt x="186" y="368"/>
                  </a:lnTo>
                  <a:lnTo>
                    <a:pt x="175" y="373"/>
                  </a:lnTo>
                  <a:lnTo>
                    <a:pt x="162" y="379"/>
                  </a:lnTo>
                  <a:lnTo>
                    <a:pt x="151" y="383"/>
                  </a:lnTo>
                  <a:lnTo>
                    <a:pt x="138" y="385"/>
                  </a:lnTo>
                  <a:lnTo>
                    <a:pt x="125" y="386"/>
                  </a:lnTo>
                  <a:lnTo>
                    <a:pt x="111" y="386"/>
                  </a:lnTo>
                  <a:lnTo>
                    <a:pt x="99" y="384"/>
                  </a:lnTo>
                  <a:lnTo>
                    <a:pt x="92" y="382"/>
                  </a:lnTo>
                  <a:lnTo>
                    <a:pt x="85" y="379"/>
                  </a:lnTo>
                  <a:lnTo>
                    <a:pt x="79" y="375"/>
                  </a:lnTo>
                  <a:lnTo>
                    <a:pt x="75" y="369"/>
                  </a:lnTo>
                  <a:lnTo>
                    <a:pt x="70" y="363"/>
                  </a:lnTo>
                  <a:lnTo>
                    <a:pt x="66" y="357"/>
                  </a:lnTo>
                  <a:lnTo>
                    <a:pt x="64" y="350"/>
                  </a:lnTo>
                  <a:lnTo>
                    <a:pt x="62" y="344"/>
                  </a:lnTo>
                  <a:lnTo>
                    <a:pt x="63" y="334"/>
                  </a:lnTo>
                  <a:lnTo>
                    <a:pt x="69" y="327"/>
                  </a:lnTo>
                  <a:lnTo>
                    <a:pt x="78" y="322"/>
                  </a:lnTo>
                  <a:lnTo>
                    <a:pt x="85" y="315"/>
                  </a:lnTo>
                  <a:lnTo>
                    <a:pt x="106" y="287"/>
                  </a:lnTo>
                  <a:lnTo>
                    <a:pt x="99" y="288"/>
                  </a:lnTo>
                  <a:lnTo>
                    <a:pt x="92" y="289"/>
                  </a:lnTo>
                  <a:lnTo>
                    <a:pt x="84" y="291"/>
                  </a:lnTo>
                  <a:lnTo>
                    <a:pt x="77" y="291"/>
                  </a:lnTo>
                  <a:lnTo>
                    <a:pt x="70" y="291"/>
                  </a:lnTo>
                  <a:lnTo>
                    <a:pt x="62" y="291"/>
                  </a:lnTo>
                  <a:lnTo>
                    <a:pt x="56" y="289"/>
                  </a:lnTo>
                  <a:lnTo>
                    <a:pt x="50" y="285"/>
                  </a:lnTo>
                  <a:lnTo>
                    <a:pt x="48" y="281"/>
                  </a:lnTo>
                  <a:lnTo>
                    <a:pt x="48" y="278"/>
                  </a:lnTo>
                  <a:lnTo>
                    <a:pt x="48" y="274"/>
                  </a:lnTo>
                  <a:lnTo>
                    <a:pt x="48" y="270"/>
                  </a:lnTo>
                  <a:lnTo>
                    <a:pt x="55" y="265"/>
                  </a:lnTo>
                  <a:lnTo>
                    <a:pt x="61" y="259"/>
                  </a:lnTo>
                  <a:lnTo>
                    <a:pt x="64" y="251"/>
                  </a:lnTo>
                  <a:lnTo>
                    <a:pt x="63" y="244"/>
                  </a:lnTo>
                  <a:lnTo>
                    <a:pt x="61" y="240"/>
                  </a:lnTo>
                  <a:lnTo>
                    <a:pt x="57" y="235"/>
                  </a:lnTo>
                  <a:lnTo>
                    <a:pt x="54" y="232"/>
                  </a:lnTo>
                  <a:lnTo>
                    <a:pt x="48" y="230"/>
                  </a:lnTo>
                  <a:lnTo>
                    <a:pt x="43" y="228"/>
                  </a:lnTo>
                  <a:lnTo>
                    <a:pt x="38" y="227"/>
                  </a:lnTo>
                  <a:lnTo>
                    <a:pt x="32" y="226"/>
                  </a:lnTo>
                  <a:lnTo>
                    <a:pt x="26" y="226"/>
                  </a:lnTo>
                  <a:lnTo>
                    <a:pt x="33" y="231"/>
                  </a:lnTo>
                  <a:lnTo>
                    <a:pt x="40" y="233"/>
                  </a:lnTo>
                  <a:lnTo>
                    <a:pt x="46" y="238"/>
                  </a:lnTo>
                  <a:lnTo>
                    <a:pt x="48" y="244"/>
                  </a:lnTo>
                  <a:lnTo>
                    <a:pt x="48" y="249"/>
                  </a:lnTo>
                  <a:lnTo>
                    <a:pt x="46" y="254"/>
                  </a:lnTo>
                  <a:lnTo>
                    <a:pt x="43" y="257"/>
                  </a:lnTo>
                  <a:lnTo>
                    <a:pt x="40" y="259"/>
                  </a:lnTo>
                  <a:lnTo>
                    <a:pt x="35" y="261"/>
                  </a:lnTo>
                  <a:lnTo>
                    <a:pt x="30" y="261"/>
                  </a:lnTo>
                  <a:lnTo>
                    <a:pt x="25" y="259"/>
                  </a:lnTo>
                  <a:lnTo>
                    <a:pt x="20" y="258"/>
                  </a:lnTo>
                  <a:lnTo>
                    <a:pt x="15" y="256"/>
                  </a:lnTo>
                  <a:lnTo>
                    <a:pt x="10" y="254"/>
                  </a:lnTo>
                  <a:lnTo>
                    <a:pt x="4" y="253"/>
                  </a:lnTo>
                  <a:lnTo>
                    <a:pt x="0" y="251"/>
                  </a:lnTo>
                  <a:lnTo>
                    <a:pt x="9" y="231"/>
                  </a:lnTo>
                  <a:lnTo>
                    <a:pt x="12" y="210"/>
                  </a:lnTo>
                  <a:lnTo>
                    <a:pt x="12" y="188"/>
                  </a:lnTo>
                  <a:lnTo>
                    <a:pt x="9" y="167"/>
                  </a:lnTo>
                  <a:lnTo>
                    <a:pt x="5" y="147"/>
                  </a:lnTo>
                  <a:lnTo>
                    <a:pt x="4" y="126"/>
                  </a:lnTo>
                  <a:lnTo>
                    <a:pt x="7" y="104"/>
                  </a:lnTo>
                  <a:lnTo>
                    <a:pt x="15" y="82"/>
                  </a:lnTo>
                  <a:lnTo>
                    <a:pt x="19" y="75"/>
                  </a:lnTo>
                  <a:lnTo>
                    <a:pt x="23" y="68"/>
                  </a:lnTo>
                  <a:lnTo>
                    <a:pt x="27" y="61"/>
                  </a:lnTo>
                  <a:lnTo>
                    <a:pt x="32" y="53"/>
                  </a:lnTo>
                  <a:lnTo>
                    <a:pt x="37" y="46"/>
                  </a:lnTo>
                  <a:lnTo>
                    <a:pt x="42" y="39"/>
                  </a:lnTo>
                  <a:lnTo>
                    <a:pt x="47" y="33"/>
                  </a:lnTo>
                  <a:lnTo>
                    <a:pt x="52" y="26"/>
                  </a:lnTo>
                  <a:lnTo>
                    <a:pt x="54" y="33"/>
                  </a:lnTo>
                  <a:lnTo>
                    <a:pt x="56" y="38"/>
                  </a:lnTo>
                  <a:lnTo>
                    <a:pt x="58" y="44"/>
                  </a:lnTo>
                  <a:lnTo>
                    <a:pt x="63" y="49"/>
                  </a:lnTo>
                  <a:lnTo>
                    <a:pt x="76" y="36"/>
                  </a:lnTo>
                  <a:lnTo>
                    <a:pt x="91" y="25"/>
                  </a:lnTo>
                  <a:lnTo>
                    <a:pt x="107" y="14"/>
                  </a:lnTo>
                  <a:lnTo>
                    <a:pt x="124" y="7"/>
                  </a:lnTo>
                  <a:lnTo>
                    <a:pt x="141" y="1"/>
                  </a:lnTo>
                  <a:lnTo>
                    <a:pt x="158" y="0"/>
                  </a:lnTo>
                  <a:lnTo>
                    <a:pt x="174" y="4"/>
                  </a:lnTo>
                  <a:lnTo>
                    <a:pt x="189" y="11"/>
                  </a:lnTo>
                  <a:close/>
                </a:path>
              </a:pathLst>
            </a:custGeom>
            <a:solidFill>
              <a:srgbClr val="994C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76" name="Freeform 25"/>
            <p:cNvSpPr/>
            <p:nvPr/>
          </p:nvSpPr>
          <p:spPr>
            <a:xfrm>
              <a:off x="2603" y="2181"/>
              <a:ext cx="27" cy="1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53" h="38">
                  <a:moveTo>
                    <a:pt x="38" y="34"/>
                  </a:moveTo>
                  <a:lnTo>
                    <a:pt x="37" y="35"/>
                  </a:lnTo>
                  <a:lnTo>
                    <a:pt x="37" y="36"/>
                  </a:lnTo>
                  <a:lnTo>
                    <a:pt x="36" y="37"/>
                  </a:lnTo>
                  <a:lnTo>
                    <a:pt x="36" y="38"/>
                  </a:lnTo>
                  <a:lnTo>
                    <a:pt x="36" y="34"/>
                  </a:lnTo>
                  <a:lnTo>
                    <a:pt x="36" y="28"/>
                  </a:lnTo>
                  <a:lnTo>
                    <a:pt x="35" y="22"/>
                  </a:lnTo>
                  <a:lnTo>
                    <a:pt x="31" y="19"/>
                  </a:lnTo>
                  <a:lnTo>
                    <a:pt x="22" y="17"/>
                  </a:lnTo>
                  <a:lnTo>
                    <a:pt x="15" y="22"/>
                  </a:lnTo>
                  <a:lnTo>
                    <a:pt x="7" y="28"/>
                  </a:lnTo>
                  <a:lnTo>
                    <a:pt x="0" y="34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6" y="15"/>
                  </a:lnTo>
                  <a:lnTo>
                    <a:pt x="10" y="11"/>
                  </a:lnTo>
                  <a:lnTo>
                    <a:pt x="14" y="6"/>
                  </a:lnTo>
                  <a:lnTo>
                    <a:pt x="20" y="4"/>
                  </a:lnTo>
                  <a:lnTo>
                    <a:pt x="25" y="3"/>
                  </a:lnTo>
                  <a:lnTo>
                    <a:pt x="30" y="1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53" y="0"/>
                  </a:lnTo>
                  <a:lnTo>
                    <a:pt x="43" y="4"/>
                  </a:lnTo>
                  <a:lnTo>
                    <a:pt x="42" y="13"/>
                  </a:lnTo>
                  <a:lnTo>
                    <a:pt x="43" y="23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77" name="Freeform 26"/>
            <p:cNvSpPr/>
            <p:nvPr/>
          </p:nvSpPr>
          <p:spPr>
            <a:xfrm>
              <a:off x="2486" y="2177"/>
              <a:ext cx="50" cy="1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00" h="37">
                  <a:moveTo>
                    <a:pt x="52" y="37"/>
                  </a:moveTo>
                  <a:lnTo>
                    <a:pt x="45" y="36"/>
                  </a:lnTo>
                  <a:lnTo>
                    <a:pt x="37" y="35"/>
                  </a:lnTo>
                  <a:lnTo>
                    <a:pt x="30" y="31"/>
                  </a:lnTo>
                  <a:lnTo>
                    <a:pt x="23" y="28"/>
                  </a:lnTo>
                  <a:lnTo>
                    <a:pt x="17" y="23"/>
                  </a:lnTo>
                  <a:lnTo>
                    <a:pt x="10" y="18"/>
                  </a:lnTo>
                  <a:lnTo>
                    <a:pt x="5" y="12"/>
                  </a:lnTo>
                  <a:lnTo>
                    <a:pt x="0" y="6"/>
                  </a:lnTo>
                  <a:lnTo>
                    <a:pt x="10" y="10"/>
                  </a:lnTo>
                  <a:lnTo>
                    <a:pt x="19" y="12"/>
                  </a:lnTo>
                  <a:lnTo>
                    <a:pt x="28" y="14"/>
                  </a:lnTo>
                  <a:lnTo>
                    <a:pt x="38" y="16"/>
                  </a:lnTo>
                  <a:lnTo>
                    <a:pt x="48" y="16"/>
                  </a:lnTo>
                  <a:lnTo>
                    <a:pt x="58" y="16"/>
                  </a:lnTo>
                  <a:lnTo>
                    <a:pt x="68" y="14"/>
                  </a:lnTo>
                  <a:lnTo>
                    <a:pt x="79" y="10"/>
                  </a:lnTo>
                  <a:lnTo>
                    <a:pt x="100" y="0"/>
                  </a:lnTo>
                  <a:lnTo>
                    <a:pt x="95" y="6"/>
                  </a:lnTo>
                  <a:lnTo>
                    <a:pt x="90" y="13"/>
                  </a:lnTo>
                  <a:lnTo>
                    <a:pt x="86" y="19"/>
                  </a:lnTo>
                  <a:lnTo>
                    <a:pt x="80" y="24"/>
                  </a:lnTo>
                  <a:lnTo>
                    <a:pt x="74" y="30"/>
                  </a:lnTo>
                  <a:lnTo>
                    <a:pt x="67" y="34"/>
                  </a:lnTo>
                  <a:lnTo>
                    <a:pt x="60" y="36"/>
                  </a:lnTo>
                  <a:lnTo>
                    <a:pt x="52" y="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78" name="Freeform 27"/>
            <p:cNvSpPr/>
            <p:nvPr/>
          </p:nvSpPr>
          <p:spPr>
            <a:xfrm>
              <a:off x="2480" y="2276"/>
              <a:ext cx="278" cy="216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555" h="432">
                  <a:moveTo>
                    <a:pt x="555" y="66"/>
                  </a:moveTo>
                  <a:lnTo>
                    <a:pt x="548" y="75"/>
                  </a:lnTo>
                  <a:lnTo>
                    <a:pt x="542" y="86"/>
                  </a:lnTo>
                  <a:lnTo>
                    <a:pt x="536" y="96"/>
                  </a:lnTo>
                  <a:lnTo>
                    <a:pt x="530" y="106"/>
                  </a:lnTo>
                  <a:lnTo>
                    <a:pt x="525" y="118"/>
                  </a:lnTo>
                  <a:lnTo>
                    <a:pt x="522" y="129"/>
                  </a:lnTo>
                  <a:lnTo>
                    <a:pt x="522" y="142"/>
                  </a:lnTo>
                  <a:lnTo>
                    <a:pt x="524" y="154"/>
                  </a:lnTo>
                  <a:lnTo>
                    <a:pt x="523" y="155"/>
                  </a:lnTo>
                  <a:lnTo>
                    <a:pt x="521" y="156"/>
                  </a:lnTo>
                  <a:lnTo>
                    <a:pt x="519" y="156"/>
                  </a:lnTo>
                  <a:lnTo>
                    <a:pt x="517" y="155"/>
                  </a:lnTo>
                  <a:lnTo>
                    <a:pt x="514" y="143"/>
                  </a:lnTo>
                  <a:lnTo>
                    <a:pt x="509" y="131"/>
                  </a:lnTo>
                  <a:lnTo>
                    <a:pt x="503" y="119"/>
                  </a:lnTo>
                  <a:lnTo>
                    <a:pt x="496" y="109"/>
                  </a:lnTo>
                  <a:lnTo>
                    <a:pt x="488" y="98"/>
                  </a:lnTo>
                  <a:lnTo>
                    <a:pt x="479" y="90"/>
                  </a:lnTo>
                  <a:lnTo>
                    <a:pt x="469" y="82"/>
                  </a:lnTo>
                  <a:lnTo>
                    <a:pt x="458" y="76"/>
                  </a:lnTo>
                  <a:lnTo>
                    <a:pt x="466" y="84"/>
                  </a:lnTo>
                  <a:lnTo>
                    <a:pt x="473" y="95"/>
                  </a:lnTo>
                  <a:lnTo>
                    <a:pt x="480" y="105"/>
                  </a:lnTo>
                  <a:lnTo>
                    <a:pt x="486" y="116"/>
                  </a:lnTo>
                  <a:lnTo>
                    <a:pt x="491" y="128"/>
                  </a:lnTo>
                  <a:lnTo>
                    <a:pt x="493" y="141"/>
                  </a:lnTo>
                  <a:lnTo>
                    <a:pt x="493" y="154"/>
                  </a:lnTo>
                  <a:lnTo>
                    <a:pt x="489" y="166"/>
                  </a:lnTo>
                  <a:lnTo>
                    <a:pt x="483" y="182"/>
                  </a:lnTo>
                  <a:lnTo>
                    <a:pt x="474" y="197"/>
                  </a:lnTo>
                  <a:lnTo>
                    <a:pt x="465" y="211"/>
                  </a:lnTo>
                  <a:lnTo>
                    <a:pt x="454" y="224"/>
                  </a:lnTo>
                  <a:lnTo>
                    <a:pt x="440" y="234"/>
                  </a:lnTo>
                  <a:lnTo>
                    <a:pt x="426" y="243"/>
                  </a:lnTo>
                  <a:lnTo>
                    <a:pt x="411" y="251"/>
                  </a:lnTo>
                  <a:lnTo>
                    <a:pt x="394" y="256"/>
                  </a:lnTo>
                  <a:lnTo>
                    <a:pt x="388" y="256"/>
                  </a:lnTo>
                  <a:lnTo>
                    <a:pt x="382" y="256"/>
                  </a:lnTo>
                  <a:lnTo>
                    <a:pt x="377" y="256"/>
                  </a:lnTo>
                  <a:lnTo>
                    <a:pt x="371" y="254"/>
                  </a:lnTo>
                  <a:lnTo>
                    <a:pt x="365" y="253"/>
                  </a:lnTo>
                  <a:lnTo>
                    <a:pt x="359" y="250"/>
                  </a:lnTo>
                  <a:lnTo>
                    <a:pt x="353" y="248"/>
                  </a:lnTo>
                  <a:lnTo>
                    <a:pt x="349" y="246"/>
                  </a:lnTo>
                  <a:lnTo>
                    <a:pt x="355" y="253"/>
                  </a:lnTo>
                  <a:lnTo>
                    <a:pt x="363" y="258"/>
                  </a:lnTo>
                  <a:lnTo>
                    <a:pt x="371" y="264"/>
                  </a:lnTo>
                  <a:lnTo>
                    <a:pt x="380" y="269"/>
                  </a:lnTo>
                  <a:lnTo>
                    <a:pt x="389" y="272"/>
                  </a:lnTo>
                  <a:lnTo>
                    <a:pt x="400" y="274"/>
                  </a:lnTo>
                  <a:lnTo>
                    <a:pt x="410" y="276"/>
                  </a:lnTo>
                  <a:lnTo>
                    <a:pt x="419" y="276"/>
                  </a:lnTo>
                  <a:lnTo>
                    <a:pt x="425" y="274"/>
                  </a:lnTo>
                  <a:lnTo>
                    <a:pt x="431" y="274"/>
                  </a:lnTo>
                  <a:lnTo>
                    <a:pt x="436" y="273"/>
                  </a:lnTo>
                  <a:lnTo>
                    <a:pt x="442" y="271"/>
                  </a:lnTo>
                  <a:lnTo>
                    <a:pt x="448" y="270"/>
                  </a:lnTo>
                  <a:lnTo>
                    <a:pt x="453" y="268"/>
                  </a:lnTo>
                  <a:lnTo>
                    <a:pt x="458" y="264"/>
                  </a:lnTo>
                  <a:lnTo>
                    <a:pt x="464" y="262"/>
                  </a:lnTo>
                  <a:lnTo>
                    <a:pt x="466" y="278"/>
                  </a:lnTo>
                  <a:lnTo>
                    <a:pt x="472" y="294"/>
                  </a:lnTo>
                  <a:lnTo>
                    <a:pt x="476" y="311"/>
                  </a:lnTo>
                  <a:lnTo>
                    <a:pt x="472" y="329"/>
                  </a:lnTo>
                  <a:lnTo>
                    <a:pt x="466" y="340"/>
                  </a:lnTo>
                  <a:lnTo>
                    <a:pt x="461" y="351"/>
                  </a:lnTo>
                  <a:lnTo>
                    <a:pt x="455" y="361"/>
                  </a:lnTo>
                  <a:lnTo>
                    <a:pt x="447" y="371"/>
                  </a:lnTo>
                  <a:lnTo>
                    <a:pt x="439" y="380"/>
                  </a:lnTo>
                  <a:lnTo>
                    <a:pt x="430" y="389"/>
                  </a:lnTo>
                  <a:lnTo>
                    <a:pt x="419" y="397"/>
                  </a:lnTo>
                  <a:lnTo>
                    <a:pt x="408" y="402"/>
                  </a:lnTo>
                  <a:lnTo>
                    <a:pt x="387" y="412"/>
                  </a:lnTo>
                  <a:lnTo>
                    <a:pt x="366" y="420"/>
                  </a:lnTo>
                  <a:lnTo>
                    <a:pt x="344" y="425"/>
                  </a:lnTo>
                  <a:lnTo>
                    <a:pt x="324" y="430"/>
                  </a:lnTo>
                  <a:lnTo>
                    <a:pt x="302" y="432"/>
                  </a:lnTo>
                  <a:lnTo>
                    <a:pt x="280" y="431"/>
                  </a:lnTo>
                  <a:lnTo>
                    <a:pt x="258" y="427"/>
                  </a:lnTo>
                  <a:lnTo>
                    <a:pt x="235" y="420"/>
                  </a:lnTo>
                  <a:lnTo>
                    <a:pt x="227" y="415"/>
                  </a:lnTo>
                  <a:lnTo>
                    <a:pt x="222" y="408"/>
                  </a:lnTo>
                  <a:lnTo>
                    <a:pt x="219" y="401"/>
                  </a:lnTo>
                  <a:lnTo>
                    <a:pt x="216" y="393"/>
                  </a:lnTo>
                  <a:lnTo>
                    <a:pt x="214" y="385"/>
                  </a:lnTo>
                  <a:lnTo>
                    <a:pt x="211" y="377"/>
                  </a:lnTo>
                  <a:lnTo>
                    <a:pt x="206" y="370"/>
                  </a:lnTo>
                  <a:lnTo>
                    <a:pt x="199" y="364"/>
                  </a:lnTo>
                  <a:lnTo>
                    <a:pt x="190" y="356"/>
                  </a:lnTo>
                  <a:lnTo>
                    <a:pt x="206" y="354"/>
                  </a:lnTo>
                  <a:lnTo>
                    <a:pt x="220" y="348"/>
                  </a:lnTo>
                  <a:lnTo>
                    <a:pt x="234" y="339"/>
                  </a:lnTo>
                  <a:lnTo>
                    <a:pt x="245" y="330"/>
                  </a:lnTo>
                  <a:lnTo>
                    <a:pt x="257" y="317"/>
                  </a:lnTo>
                  <a:lnTo>
                    <a:pt x="266" y="304"/>
                  </a:lnTo>
                  <a:lnTo>
                    <a:pt x="273" y="291"/>
                  </a:lnTo>
                  <a:lnTo>
                    <a:pt x="280" y="276"/>
                  </a:lnTo>
                  <a:lnTo>
                    <a:pt x="272" y="284"/>
                  </a:lnTo>
                  <a:lnTo>
                    <a:pt x="264" y="293"/>
                  </a:lnTo>
                  <a:lnTo>
                    <a:pt x="254" y="301"/>
                  </a:lnTo>
                  <a:lnTo>
                    <a:pt x="245" y="309"/>
                  </a:lnTo>
                  <a:lnTo>
                    <a:pt x="235" y="317"/>
                  </a:lnTo>
                  <a:lnTo>
                    <a:pt x="224" y="323"/>
                  </a:lnTo>
                  <a:lnTo>
                    <a:pt x="213" y="327"/>
                  </a:lnTo>
                  <a:lnTo>
                    <a:pt x="200" y="330"/>
                  </a:lnTo>
                  <a:lnTo>
                    <a:pt x="188" y="331"/>
                  </a:lnTo>
                  <a:lnTo>
                    <a:pt x="175" y="330"/>
                  </a:lnTo>
                  <a:lnTo>
                    <a:pt x="162" y="329"/>
                  </a:lnTo>
                  <a:lnTo>
                    <a:pt x="150" y="325"/>
                  </a:lnTo>
                  <a:lnTo>
                    <a:pt x="137" y="321"/>
                  </a:lnTo>
                  <a:lnTo>
                    <a:pt x="125" y="315"/>
                  </a:lnTo>
                  <a:lnTo>
                    <a:pt x="116" y="308"/>
                  </a:lnTo>
                  <a:lnTo>
                    <a:pt x="107" y="300"/>
                  </a:lnTo>
                  <a:lnTo>
                    <a:pt x="92" y="278"/>
                  </a:lnTo>
                  <a:lnTo>
                    <a:pt x="84" y="255"/>
                  </a:lnTo>
                  <a:lnTo>
                    <a:pt x="82" y="230"/>
                  </a:lnTo>
                  <a:lnTo>
                    <a:pt x="82" y="205"/>
                  </a:lnTo>
                  <a:lnTo>
                    <a:pt x="80" y="204"/>
                  </a:lnTo>
                  <a:lnTo>
                    <a:pt x="79" y="204"/>
                  </a:lnTo>
                  <a:lnTo>
                    <a:pt x="77" y="204"/>
                  </a:lnTo>
                  <a:lnTo>
                    <a:pt x="76" y="205"/>
                  </a:lnTo>
                  <a:lnTo>
                    <a:pt x="71" y="224"/>
                  </a:lnTo>
                  <a:lnTo>
                    <a:pt x="71" y="242"/>
                  </a:lnTo>
                  <a:lnTo>
                    <a:pt x="70" y="260"/>
                  </a:lnTo>
                  <a:lnTo>
                    <a:pt x="64" y="277"/>
                  </a:lnTo>
                  <a:lnTo>
                    <a:pt x="61" y="273"/>
                  </a:lnTo>
                  <a:lnTo>
                    <a:pt x="60" y="269"/>
                  </a:lnTo>
                  <a:lnTo>
                    <a:pt x="59" y="263"/>
                  </a:lnTo>
                  <a:lnTo>
                    <a:pt x="56" y="257"/>
                  </a:lnTo>
                  <a:lnTo>
                    <a:pt x="52" y="249"/>
                  </a:lnTo>
                  <a:lnTo>
                    <a:pt x="46" y="242"/>
                  </a:lnTo>
                  <a:lnTo>
                    <a:pt x="39" y="235"/>
                  </a:lnTo>
                  <a:lnTo>
                    <a:pt x="33" y="230"/>
                  </a:lnTo>
                  <a:lnTo>
                    <a:pt x="25" y="225"/>
                  </a:lnTo>
                  <a:lnTo>
                    <a:pt x="17" y="222"/>
                  </a:lnTo>
                  <a:lnTo>
                    <a:pt x="9" y="219"/>
                  </a:lnTo>
                  <a:lnTo>
                    <a:pt x="0" y="217"/>
                  </a:lnTo>
                  <a:lnTo>
                    <a:pt x="15" y="196"/>
                  </a:lnTo>
                  <a:lnTo>
                    <a:pt x="31" y="178"/>
                  </a:lnTo>
                  <a:lnTo>
                    <a:pt x="49" y="159"/>
                  </a:lnTo>
                  <a:lnTo>
                    <a:pt x="68" y="142"/>
                  </a:lnTo>
                  <a:lnTo>
                    <a:pt x="88" y="126"/>
                  </a:lnTo>
                  <a:lnTo>
                    <a:pt x="109" y="110"/>
                  </a:lnTo>
                  <a:lnTo>
                    <a:pt x="131" y="95"/>
                  </a:lnTo>
                  <a:lnTo>
                    <a:pt x="153" y="80"/>
                  </a:lnTo>
                  <a:lnTo>
                    <a:pt x="160" y="91"/>
                  </a:lnTo>
                  <a:lnTo>
                    <a:pt x="168" y="101"/>
                  </a:lnTo>
                  <a:lnTo>
                    <a:pt x="178" y="109"/>
                  </a:lnTo>
                  <a:lnTo>
                    <a:pt x="190" y="116"/>
                  </a:lnTo>
                  <a:lnTo>
                    <a:pt x="201" y="120"/>
                  </a:lnTo>
                  <a:lnTo>
                    <a:pt x="214" y="124"/>
                  </a:lnTo>
                  <a:lnTo>
                    <a:pt x="227" y="126"/>
                  </a:lnTo>
                  <a:lnTo>
                    <a:pt x="239" y="127"/>
                  </a:lnTo>
                  <a:lnTo>
                    <a:pt x="259" y="126"/>
                  </a:lnTo>
                  <a:lnTo>
                    <a:pt x="277" y="120"/>
                  </a:lnTo>
                  <a:lnTo>
                    <a:pt x="294" y="111"/>
                  </a:lnTo>
                  <a:lnTo>
                    <a:pt x="310" y="99"/>
                  </a:lnTo>
                  <a:lnTo>
                    <a:pt x="325" y="86"/>
                  </a:lnTo>
                  <a:lnTo>
                    <a:pt x="337" y="71"/>
                  </a:lnTo>
                  <a:lnTo>
                    <a:pt x="348" y="55"/>
                  </a:lnTo>
                  <a:lnTo>
                    <a:pt x="357" y="37"/>
                  </a:lnTo>
                  <a:lnTo>
                    <a:pt x="360" y="28"/>
                  </a:lnTo>
                  <a:lnTo>
                    <a:pt x="364" y="19"/>
                  </a:lnTo>
                  <a:lnTo>
                    <a:pt x="367" y="10"/>
                  </a:lnTo>
                  <a:lnTo>
                    <a:pt x="371" y="0"/>
                  </a:lnTo>
                  <a:lnTo>
                    <a:pt x="383" y="3"/>
                  </a:lnTo>
                  <a:lnTo>
                    <a:pt x="395" y="5"/>
                  </a:lnTo>
                  <a:lnTo>
                    <a:pt x="408" y="8"/>
                  </a:lnTo>
                  <a:lnTo>
                    <a:pt x="419" y="11"/>
                  </a:lnTo>
                  <a:lnTo>
                    <a:pt x="432" y="14"/>
                  </a:lnTo>
                  <a:lnTo>
                    <a:pt x="443" y="19"/>
                  </a:lnTo>
                  <a:lnTo>
                    <a:pt x="455" y="22"/>
                  </a:lnTo>
                  <a:lnTo>
                    <a:pt x="466" y="26"/>
                  </a:lnTo>
                  <a:lnTo>
                    <a:pt x="478" y="30"/>
                  </a:lnTo>
                  <a:lnTo>
                    <a:pt x="489" y="35"/>
                  </a:lnTo>
                  <a:lnTo>
                    <a:pt x="501" y="40"/>
                  </a:lnTo>
                  <a:lnTo>
                    <a:pt x="513" y="45"/>
                  </a:lnTo>
                  <a:lnTo>
                    <a:pt x="523" y="50"/>
                  </a:lnTo>
                  <a:lnTo>
                    <a:pt x="534" y="55"/>
                  </a:lnTo>
                  <a:lnTo>
                    <a:pt x="545" y="60"/>
                  </a:lnTo>
                  <a:lnTo>
                    <a:pt x="555" y="66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79" name="Freeform 28"/>
            <p:cNvSpPr/>
            <p:nvPr/>
          </p:nvSpPr>
          <p:spPr>
            <a:xfrm>
              <a:off x="2752" y="2317"/>
              <a:ext cx="117" cy="10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234" h="203">
                  <a:moveTo>
                    <a:pt x="227" y="151"/>
                  </a:moveTo>
                  <a:lnTo>
                    <a:pt x="230" y="157"/>
                  </a:lnTo>
                  <a:lnTo>
                    <a:pt x="233" y="161"/>
                  </a:lnTo>
                  <a:lnTo>
                    <a:pt x="234" y="167"/>
                  </a:lnTo>
                  <a:lnTo>
                    <a:pt x="234" y="173"/>
                  </a:lnTo>
                  <a:lnTo>
                    <a:pt x="229" y="168"/>
                  </a:lnTo>
                  <a:lnTo>
                    <a:pt x="224" y="164"/>
                  </a:lnTo>
                  <a:lnTo>
                    <a:pt x="220" y="159"/>
                  </a:lnTo>
                  <a:lnTo>
                    <a:pt x="215" y="153"/>
                  </a:lnTo>
                  <a:lnTo>
                    <a:pt x="211" y="149"/>
                  </a:lnTo>
                  <a:lnTo>
                    <a:pt x="206" y="143"/>
                  </a:lnTo>
                  <a:lnTo>
                    <a:pt x="201" y="138"/>
                  </a:lnTo>
                  <a:lnTo>
                    <a:pt x="197" y="134"/>
                  </a:lnTo>
                  <a:lnTo>
                    <a:pt x="204" y="145"/>
                  </a:lnTo>
                  <a:lnTo>
                    <a:pt x="211" y="158"/>
                  </a:lnTo>
                  <a:lnTo>
                    <a:pt x="219" y="171"/>
                  </a:lnTo>
                  <a:lnTo>
                    <a:pt x="226" y="183"/>
                  </a:lnTo>
                  <a:lnTo>
                    <a:pt x="226" y="184"/>
                  </a:lnTo>
                  <a:lnTo>
                    <a:pt x="224" y="186"/>
                  </a:lnTo>
                  <a:lnTo>
                    <a:pt x="224" y="187"/>
                  </a:lnTo>
                  <a:lnTo>
                    <a:pt x="223" y="188"/>
                  </a:lnTo>
                  <a:lnTo>
                    <a:pt x="222" y="188"/>
                  </a:lnTo>
                  <a:lnTo>
                    <a:pt x="221" y="188"/>
                  </a:lnTo>
                  <a:lnTo>
                    <a:pt x="216" y="181"/>
                  </a:lnTo>
                  <a:lnTo>
                    <a:pt x="212" y="174"/>
                  </a:lnTo>
                  <a:lnTo>
                    <a:pt x="208" y="167"/>
                  </a:lnTo>
                  <a:lnTo>
                    <a:pt x="204" y="161"/>
                  </a:lnTo>
                  <a:lnTo>
                    <a:pt x="198" y="156"/>
                  </a:lnTo>
                  <a:lnTo>
                    <a:pt x="193" y="150"/>
                  </a:lnTo>
                  <a:lnTo>
                    <a:pt x="188" y="145"/>
                  </a:lnTo>
                  <a:lnTo>
                    <a:pt x="182" y="141"/>
                  </a:lnTo>
                  <a:lnTo>
                    <a:pt x="183" y="146"/>
                  </a:lnTo>
                  <a:lnTo>
                    <a:pt x="191" y="160"/>
                  </a:lnTo>
                  <a:lnTo>
                    <a:pt x="199" y="173"/>
                  </a:lnTo>
                  <a:lnTo>
                    <a:pt x="206" y="186"/>
                  </a:lnTo>
                  <a:lnTo>
                    <a:pt x="215" y="197"/>
                  </a:lnTo>
                  <a:lnTo>
                    <a:pt x="212" y="203"/>
                  </a:lnTo>
                  <a:lnTo>
                    <a:pt x="203" y="195"/>
                  </a:lnTo>
                  <a:lnTo>
                    <a:pt x="195" y="186"/>
                  </a:lnTo>
                  <a:lnTo>
                    <a:pt x="188" y="174"/>
                  </a:lnTo>
                  <a:lnTo>
                    <a:pt x="180" y="163"/>
                  </a:lnTo>
                  <a:lnTo>
                    <a:pt x="163" y="143"/>
                  </a:lnTo>
                  <a:lnTo>
                    <a:pt x="145" y="126"/>
                  </a:lnTo>
                  <a:lnTo>
                    <a:pt x="124" y="111"/>
                  </a:lnTo>
                  <a:lnTo>
                    <a:pt x="101" y="98"/>
                  </a:lnTo>
                  <a:lnTo>
                    <a:pt x="77" y="89"/>
                  </a:lnTo>
                  <a:lnTo>
                    <a:pt x="52" y="81"/>
                  </a:lnTo>
                  <a:lnTo>
                    <a:pt x="26" y="75"/>
                  </a:lnTo>
                  <a:lnTo>
                    <a:pt x="0" y="72"/>
                  </a:lnTo>
                  <a:lnTo>
                    <a:pt x="0" y="52"/>
                  </a:lnTo>
                  <a:lnTo>
                    <a:pt x="6" y="32"/>
                  </a:lnTo>
                  <a:lnTo>
                    <a:pt x="16" y="14"/>
                  </a:lnTo>
                  <a:lnTo>
                    <a:pt x="30" y="0"/>
                  </a:lnTo>
                  <a:lnTo>
                    <a:pt x="45" y="6"/>
                  </a:lnTo>
                  <a:lnTo>
                    <a:pt x="59" y="13"/>
                  </a:lnTo>
                  <a:lnTo>
                    <a:pt x="74" y="20"/>
                  </a:lnTo>
                  <a:lnTo>
                    <a:pt x="87" y="28"/>
                  </a:lnTo>
                  <a:lnTo>
                    <a:pt x="100" y="35"/>
                  </a:lnTo>
                  <a:lnTo>
                    <a:pt x="114" y="44"/>
                  </a:lnTo>
                  <a:lnTo>
                    <a:pt x="127" y="52"/>
                  </a:lnTo>
                  <a:lnTo>
                    <a:pt x="139" y="61"/>
                  </a:lnTo>
                  <a:lnTo>
                    <a:pt x="151" y="72"/>
                  </a:lnTo>
                  <a:lnTo>
                    <a:pt x="163" y="82"/>
                  </a:lnTo>
                  <a:lnTo>
                    <a:pt x="175" y="92"/>
                  </a:lnTo>
                  <a:lnTo>
                    <a:pt x="185" y="103"/>
                  </a:lnTo>
                  <a:lnTo>
                    <a:pt x="197" y="114"/>
                  </a:lnTo>
                  <a:lnTo>
                    <a:pt x="207" y="127"/>
                  </a:lnTo>
                  <a:lnTo>
                    <a:pt x="218" y="138"/>
                  </a:lnTo>
                  <a:lnTo>
                    <a:pt x="227" y="151"/>
                  </a:lnTo>
                  <a:close/>
                </a:path>
              </a:pathLst>
            </a:custGeom>
            <a:solidFill>
              <a:srgbClr val="994C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0" name="Freeform 29"/>
            <p:cNvSpPr/>
            <p:nvPr/>
          </p:nvSpPr>
          <p:spPr>
            <a:xfrm>
              <a:off x="2429" y="2390"/>
              <a:ext cx="74" cy="156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48" h="311">
                  <a:moveTo>
                    <a:pt x="147" y="57"/>
                  </a:moveTo>
                  <a:lnTo>
                    <a:pt x="148" y="61"/>
                  </a:lnTo>
                  <a:lnTo>
                    <a:pt x="147" y="67"/>
                  </a:lnTo>
                  <a:lnTo>
                    <a:pt x="143" y="72"/>
                  </a:lnTo>
                  <a:lnTo>
                    <a:pt x="140" y="75"/>
                  </a:lnTo>
                  <a:lnTo>
                    <a:pt x="124" y="93"/>
                  </a:lnTo>
                  <a:lnTo>
                    <a:pt x="108" y="111"/>
                  </a:lnTo>
                  <a:lnTo>
                    <a:pt x="94" y="131"/>
                  </a:lnTo>
                  <a:lnTo>
                    <a:pt x="80" y="151"/>
                  </a:lnTo>
                  <a:lnTo>
                    <a:pt x="68" y="172"/>
                  </a:lnTo>
                  <a:lnTo>
                    <a:pt x="58" y="195"/>
                  </a:lnTo>
                  <a:lnTo>
                    <a:pt x="49" y="218"/>
                  </a:lnTo>
                  <a:lnTo>
                    <a:pt x="42" y="243"/>
                  </a:lnTo>
                  <a:lnTo>
                    <a:pt x="38" y="261"/>
                  </a:lnTo>
                  <a:lnTo>
                    <a:pt x="38" y="278"/>
                  </a:lnTo>
                  <a:lnTo>
                    <a:pt x="40" y="295"/>
                  </a:lnTo>
                  <a:lnTo>
                    <a:pt x="43" y="311"/>
                  </a:lnTo>
                  <a:lnTo>
                    <a:pt x="34" y="302"/>
                  </a:lnTo>
                  <a:lnTo>
                    <a:pt x="30" y="288"/>
                  </a:lnTo>
                  <a:lnTo>
                    <a:pt x="28" y="275"/>
                  </a:lnTo>
                  <a:lnTo>
                    <a:pt x="27" y="260"/>
                  </a:lnTo>
                  <a:lnTo>
                    <a:pt x="27" y="254"/>
                  </a:lnTo>
                  <a:lnTo>
                    <a:pt x="27" y="247"/>
                  </a:lnTo>
                  <a:lnTo>
                    <a:pt x="27" y="241"/>
                  </a:lnTo>
                  <a:lnTo>
                    <a:pt x="27" y="235"/>
                  </a:lnTo>
                  <a:lnTo>
                    <a:pt x="21" y="251"/>
                  </a:lnTo>
                  <a:lnTo>
                    <a:pt x="19" y="268"/>
                  </a:lnTo>
                  <a:lnTo>
                    <a:pt x="19" y="284"/>
                  </a:lnTo>
                  <a:lnTo>
                    <a:pt x="20" y="300"/>
                  </a:lnTo>
                  <a:lnTo>
                    <a:pt x="14" y="286"/>
                  </a:lnTo>
                  <a:lnTo>
                    <a:pt x="12" y="271"/>
                  </a:lnTo>
                  <a:lnTo>
                    <a:pt x="11" y="256"/>
                  </a:lnTo>
                  <a:lnTo>
                    <a:pt x="11" y="240"/>
                  </a:lnTo>
                  <a:lnTo>
                    <a:pt x="8" y="250"/>
                  </a:lnTo>
                  <a:lnTo>
                    <a:pt x="6" y="261"/>
                  </a:lnTo>
                  <a:lnTo>
                    <a:pt x="6" y="272"/>
                  </a:lnTo>
                  <a:lnTo>
                    <a:pt x="5" y="283"/>
                  </a:lnTo>
                  <a:lnTo>
                    <a:pt x="0" y="250"/>
                  </a:lnTo>
                  <a:lnTo>
                    <a:pt x="0" y="218"/>
                  </a:lnTo>
                  <a:lnTo>
                    <a:pt x="5" y="185"/>
                  </a:lnTo>
                  <a:lnTo>
                    <a:pt x="13" y="151"/>
                  </a:lnTo>
                  <a:lnTo>
                    <a:pt x="23" y="118"/>
                  </a:lnTo>
                  <a:lnTo>
                    <a:pt x="37" y="87"/>
                  </a:lnTo>
                  <a:lnTo>
                    <a:pt x="52" y="57"/>
                  </a:lnTo>
                  <a:lnTo>
                    <a:pt x="69" y="29"/>
                  </a:lnTo>
                  <a:lnTo>
                    <a:pt x="93" y="0"/>
                  </a:lnTo>
                  <a:lnTo>
                    <a:pt x="101" y="6"/>
                  </a:lnTo>
                  <a:lnTo>
                    <a:pt x="108" y="12"/>
                  </a:lnTo>
                  <a:lnTo>
                    <a:pt x="116" y="19"/>
                  </a:lnTo>
                  <a:lnTo>
                    <a:pt x="122" y="25"/>
                  </a:lnTo>
                  <a:lnTo>
                    <a:pt x="129" y="33"/>
                  </a:lnTo>
                  <a:lnTo>
                    <a:pt x="136" y="40"/>
                  </a:lnTo>
                  <a:lnTo>
                    <a:pt x="142" y="48"/>
                  </a:lnTo>
                  <a:lnTo>
                    <a:pt x="147" y="57"/>
                  </a:lnTo>
                  <a:close/>
                </a:path>
              </a:pathLst>
            </a:custGeom>
            <a:solidFill>
              <a:srgbClr val="994C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1" name="Freeform 30"/>
            <p:cNvSpPr/>
            <p:nvPr/>
          </p:nvSpPr>
          <p:spPr>
            <a:xfrm>
              <a:off x="2796" y="2631"/>
              <a:ext cx="44" cy="3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89" h="74">
                  <a:moveTo>
                    <a:pt x="89" y="74"/>
                  </a:moveTo>
                  <a:lnTo>
                    <a:pt x="76" y="69"/>
                  </a:lnTo>
                  <a:lnTo>
                    <a:pt x="64" y="65"/>
                  </a:lnTo>
                  <a:lnTo>
                    <a:pt x="51" y="62"/>
                  </a:lnTo>
                  <a:lnTo>
                    <a:pt x="38" y="57"/>
                  </a:lnTo>
                  <a:lnTo>
                    <a:pt x="26" y="53"/>
                  </a:lnTo>
                  <a:lnTo>
                    <a:pt x="15" y="47"/>
                  </a:lnTo>
                  <a:lnTo>
                    <a:pt x="6" y="41"/>
                  </a:lnTo>
                  <a:lnTo>
                    <a:pt x="0" y="33"/>
                  </a:lnTo>
                  <a:lnTo>
                    <a:pt x="6" y="31"/>
                  </a:lnTo>
                  <a:lnTo>
                    <a:pt x="13" y="27"/>
                  </a:lnTo>
                  <a:lnTo>
                    <a:pt x="19" y="23"/>
                  </a:lnTo>
                  <a:lnTo>
                    <a:pt x="23" y="19"/>
                  </a:lnTo>
                  <a:lnTo>
                    <a:pt x="29" y="15"/>
                  </a:lnTo>
                  <a:lnTo>
                    <a:pt x="34" y="10"/>
                  </a:lnTo>
                  <a:lnTo>
                    <a:pt x="37" y="4"/>
                  </a:lnTo>
                  <a:lnTo>
                    <a:pt x="42" y="0"/>
                  </a:lnTo>
                  <a:lnTo>
                    <a:pt x="49" y="8"/>
                  </a:lnTo>
                  <a:lnTo>
                    <a:pt x="54" y="17"/>
                  </a:lnTo>
                  <a:lnTo>
                    <a:pt x="61" y="25"/>
                  </a:lnTo>
                  <a:lnTo>
                    <a:pt x="68" y="34"/>
                  </a:lnTo>
                  <a:lnTo>
                    <a:pt x="74" y="44"/>
                  </a:lnTo>
                  <a:lnTo>
                    <a:pt x="80" y="54"/>
                  </a:lnTo>
                  <a:lnTo>
                    <a:pt x="84" y="63"/>
                  </a:lnTo>
                  <a:lnTo>
                    <a:pt x="89" y="74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2" name="Freeform 31"/>
            <p:cNvSpPr/>
            <p:nvPr/>
          </p:nvSpPr>
          <p:spPr>
            <a:xfrm>
              <a:off x="2602" y="2687"/>
              <a:ext cx="31" cy="4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61" h="96">
                  <a:moveTo>
                    <a:pt x="60" y="25"/>
                  </a:moveTo>
                  <a:lnTo>
                    <a:pt x="54" y="35"/>
                  </a:lnTo>
                  <a:lnTo>
                    <a:pt x="50" y="46"/>
                  </a:lnTo>
                  <a:lnTo>
                    <a:pt x="44" y="55"/>
                  </a:lnTo>
                  <a:lnTo>
                    <a:pt x="37" y="64"/>
                  </a:lnTo>
                  <a:lnTo>
                    <a:pt x="30" y="73"/>
                  </a:lnTo>
                  <a:lnTo>
                    <a:pt x="23" y="81"/>
                  </a:lnTo>
                  <a:lnTo>
                    <a:pt x="15" y="89"/>
                  </a:lnTo>
                  <a:lnTo>
                    <a:pt x="6" y="96"/>
                  </a:lnTo>
                  <a:lnTo>
                    <a:pt x="2" y="79"/>
                  </a:lnTo>
                  <a:lnTo>
                    <a:pt x="0" y="61"/>
                  </a:lnTo>
                  <a:lnTo>
                    <a:pt x="0" y="42"/>
                  </a:lnTo>
                  <a:lnTo>
                    <a:pt x="1" y="24"/>
                  </a:lnTo>
                  <a:lnTo>
                    <a:pt x="8" y="23"/>
                  </a:lnTo>
                  <a:lnTo>
                    <a:pt x="15" y="21"/>
                  </a:lnTo>
                  <a:lnTo>
                    <a:pt x="21" y="19"/>
                  </a:lnTo>
                  <a:lnTo>
                    <a:pt x="28" y="16"/>
                  </a:lnTo>
                  <a:lnTo>
                    <a:pt x="35" y="12"/>
                  </a:lnTo>
                  <a:lnTo>
                    <a:pt x="40" y="9"/>
                  </a:lnTo>
                  <a:lnTo>
                    <a:pt x="46" y="4"/>
                  </a:lnTo>
                  <a:lnTo>
                    <a:pt x="52" y="0"/>
                  </a:lnTo>
                  <a:lnTo>
                    <a:pt x="55" y="5"/>
                  </a:lnTo>
                  <a:lnTo>
                    <a:pt x="60" y="11"/>
                  </a:lnTo>
                  <a:lnTo>
                    <a:pt x="61" y="17"/>
                  </a:lnTo>
                  <a:lnTo>
                    <a:pt x="60" y="25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3" name="Freeform 32"/>
            <p:cNvSpPr/>
            <p:nvPr/>
          </p:nvSpPr>
          <p:spPr>
            <a:xfrm>
              <a:off x="2575" y="2356"/>
              <a:ext cx="97" cy="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95" h="103">
                  <a:moveTo>
                    <a:pt x="107" y="98"/>
                  </a:moveTo>
                  <a:lnTo>
                    <a:pt x="127" y="94"/>
                  </a:lnTo>
                  <a:lnTo>
                    <a:pt x="144" y="87"/>
                  </a:lnTo>
                  <a:lnTo>
                    <a:pt x="160" y="80"/>
                  </a:lnTo>
                  <a:lnTo>
                    <a:pt x="174" y="71"/>
                  </a:lnTo>
                  <a:lnTo>
                    <a:pt x="184" y="61"/>
                  </a:lnTo>
                  <a:lnTo>
                    <a:pt x="191" y="51"/>
                  </a:lnTo>
                  <a:lnTo>
                    <a:pt x="195" y="42"/>
                  </a:lnTo>
                  <a:lnTo>
                    <a:pt x="195" y="31"/>
                  </a:lnTo>
                  <a:lnTo>
                    <a:pt x="191" y="22"/>
                  </a:lnTo>
                  <a:lnTo>
                    <a:pt x="183" y="15"/>
                  </a:lnTo>
                  <a:lnTo>
                    <a:pt x="173" y="8"/>
                  </a:lnTo>
                  <a:lnTo>
                    <a:pt x="160" y="4"/>
                  </a:lnTo>
                  <a:lnTo>
                    <a:pt x="144" y="1"/>
                  </a:lnTo>
                  <a:lnTo>
                    <a:pt x="127" y="0"/>
                  </a:lnTo>
                  <a:lnTo>
                    <a:pt x="108" y="1"/>
                  </a:lnTo>
                  <a:lnTo>
                    <a:pt x="89" y="4"/>
                  </a:lnTo>
                  <a:lnTo>
                    <a:pt x="69" y="8"/>
                  </a:lnTo>
                  <a:lnTo>
                    <a:pt x="52" y="15"/>
                  </a:lnTo>
                  <a:lnTo>
                    <a:pt x="36" y="22"/>
                  </a:lnTo>
                  <a:lnTo>
                    <a:pt x="22" y="31"/>
                  </a:lnTo>
                  <a:lnTo>
                    <a:pt x="11" y="41"/>
                  </a:lnTo>
                  <a:lnTo>
                    <a:pt x="4" y="50"/>
                  </a:lnTo>
                  <a:lnTo>
                    <a:pt x="0" y="60"/>
                  </a:lnTo>
                  <a:lnTo>
                    <a:pt x="0" y="71"/>
                  </a:lnTo>
                  <a:lnTo>
                    <a:pt x="4" y="80"/>
                  </a:lnTo>
                  <a:lnTo>
                    <a:pt x="11" y="88"/>
                  </a:lnTo>
                  <a:lnTo>
                    <a:pt x="22" y="94"/>
                  </a:lnTo>
                  <a:lnTo>
                    <a:pt x="36" y="98"/>
                  </a:lnTo>
                  <a:lnTo>
                    <a:pt x="51" y="102"/>
                  </a:lnTo>
                  <a:lnTo>
                    <a:pt x="68" y="103"/>
                  </a:lnTo>
                  <a:lnTo>
                    <a:pt x="87" y="102"/>
                  </a:lnTo>
                  <a:lnTo>
                    <a:pt x="107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4" name="Freeform 33"/>
            <p:cNvSpPr/>
            <p:nvPr/>
          </p:nvSpPr>
          <p:spPr>
            <a:xfrm>
              <a:off x="2609" y="2201"/>
              <a:ext cx="8" cy="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16" h="17">
                  <a:moveTo>
                    <a:pt x="8" y="17"/>
                  </a:moveTo>
                  <a:lnTo>
                    <a:pt x="11" y="16"/>
                  </a:lnTo>
                  <a:lnTo>
                    <a:pt x="14" y="15"/>
                  </a:lnTo>
                  <a:lnTo>
                    <a:pt x="15" y="11"/>
                  </a:lnTo>
                  <a:lnTo>
                    <a:pt x="16" y="8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1" y="1"/>
                  </a:lnTo>
                  <a:lnTo>
                    <a:pt x="8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1" y="11"/>
                  </a:lnTo>
                  <a:lnTo>
                    <a:pt x="2" y="15"/>
                  </a:lnTo>
                  <a:lnTo>
                    <a:pt x="4" y="16"/>
                  </a:lnTo>
                  <a:lnTo>
                    <a:pt x="8" y="1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5" name="Freeform 34"/>
            <p:cNvSpPr/>
            <p:nvPr/>
          </p:nvSpPr>
          <p:spPr>
            <a:xfrm>
              <a:off x="2570" y="2334"/>
              <a:ext cx="110" cy="6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21" h="124">
                  <a:moveTo>
                    <a:pt x="0" y="70"/>
                  </a:moveTo>
                  <a:lnTo>
                    <a:pt x="10" y="73"/>
                  </a:lnTo>
                  <a:lnTo>
                    <a:pt x="26" y="80"/>
                  </a:lnTo>
                  <a:lnTo>
                    <a:pt x="43" y="90"/>
                  </a:lnTo>
                  <a:lnTo>
                    <a:pt x="62" y="99"/>
                  </a:lnTo>
                  <a:lnTo>
                    <a:pt x="79" y="108"/>
                  </a:lnTo>
                  <a:lnTo>
                    <a:pt x="94" y="116"/>
                  </a:lnTo>
                  <a:lnTo>
                    <a:pt x="104" y="122"/>
                  </a:lnTo>
                  <a:lnTo>
                    <a:pt x="108" y="124"/>
                  </a:lnTo>
                  <a:lnTo>
                    <a:pt x="221" y="0"/>
                  </a:lnTo>
                  <a:lnTo>
                    <a:pt x="102" y="86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6" name="Freeform 35"/>
            <p:cNvSpPr/>
            <p:nvPr/>
          </p:nvSpPr>
          <p:spPr>
            <a:xfrm>
              <a:off x="2524" y="2074"/>
              <a:ext cx="128" cy="7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</a:cxnLst>
              <a:pathLst>
                <a:path w="255" h="151">
                  <a:moveTo>
                    <a:pt x="0" y="14"/>
                  </a:moveTo>
                  <a:lnTo>
                    <a:pt x="3" y="14"/>
                  </a:lnTo>
                  <a:lnTo>
                    <a:pt x="9" y="13"/>
                  </a:lnTo>
                  <a:lnTo>
                    <a:pt x="18" y="11"/>
                  </a:lnTo>
                  <a:lnTo>
                    <a:pt x="29" y="9"/>
                  </a:lnTo>
                  <a:lnTo>
                    <a:pt x="44" y="8"/>
                  </a:lnTo>
                  <a:lnTo>
                    <a:pt x="62" y="8"/>
                  </a:lnTo>
                  <a:lnTo>
                    <a:pt x="80" y="11"/>
                  </a:lnTo>
                  <a:lnTo>
                    <a:pt x="100" y="13"/>
                  </a:lnTo>
                  <a:lnTo>
                    <a:pt x="120" y="19"/>
                  </a:lnTo>
                  <a:lnTo>
                    <a:pt x="142" y="27"/>
                  </a:lnTo>
                  <a:lnTo>
                    <a:pt x="163" y="38"/>
                  </a:lnTo>
                  <a:lnTo>
                    <a:pt x="184" y="52"/>
                  </a:lnTo>
                  <a:lnTo>
                    <a:pt x="203" y="70"/>
                  </a:lnTo>
                  <a:lnTo>
                    <a:pt x="223" y="92"/>
                  </a:lnTo>
                  <a:lnTo>
                    <a:pt x="240" y="119"/>
                  </a:lnTo>
                  <a:lnTo>
                    <a:pt x="255" y="151"/>
                  </a:lnTo>
                  <a:lnTo>
                    <a:pt x="255" y="149"/>
                  </a:lnTo>
                  <a:lnTo>
                    <a:pt x="253" y="143"/>
                  </a:lnTo>
                  <a:lnTo>
                    <a:pt x="249" y="133"/>
                  </a:lnTo>
                  <a:lnTo>
                    <a:pt x="245" y="120"/>
                  </a:lnTo>
                  <a:lnTo>
                    <a:pt x="239" y="106"/>
                  </a:lnTo>
                  <a:lnTo>
                    <a:pt x="231" y="90"/>
                  </a:lnTo>
                  <a:lnTo>
                    <a:pt x="221" y="74"/>
                  </a:lnTo>
                  <a:lnTo>
                    <a:pt x="208" y="58"/>
                  </a:lnTo>
                  <a:lnTo>
                    <a:pt x="193" y="42"/>
                  </a:lnTo>
                  <a:lnTo>
                    <a:pt x="174" y="28"/>
                  </a:lnTo>
                  <a:lnTo>
                    <a:pt x="154" y="16"/>
                  </a:lnTo>
                  <a:lnTo>
                    <a:pt x="131" y="7"/>
                  </a:lnTo>
                  <a:lnTo>
                    <a:pt x="103" y="1"/>
                  </a:lnTo>
                  <a:lnTo>
                    <a:pt x="73" y="0"/>
                  </a:lnTo>
                  <a:lnTo>
                    <a:pt x="38" y="5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7" name="Freeform 36"/>
            <p:cNvSpPr/>
            <p:nvPr/>
          </p:nvSpPr>
          <p:spPr>
            <a:xfrm>
              <a:off x="2578" y="2107"/>
              <a:ext cx="53" cy="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pathLst>
                <a:path w="106" h="94">
                  <a:moveTo>
                    <a:pt x="0" y="0"/>
                  </a:moveTo>
                  <a:lnTo>
                    <a:pt x="3" y="1"/>
                  </a:lnTo>
                  <a:lnTo>
                    <a:pt x="11" y="4"/>
                  </a:lnTo>
                  <a:lnTo>
                    <a:pt x="25" y="10"/>
                  </a:lnTo>
                  <a:lnTo>
                    <a:pt x="41" y="18"/>
                  </a:lnTo>
                  <a:lnTo>
                    <a:pt x="58" y="31"/>
                  </a:lnTo>
                  <a:lnTo>
                    <a:pt x="76" y="47"/>
                  </a:lnTo>
                  <a:lnTo>
                    <a:pt x="92" y="69"/>
                  </a:lnTo>
                  <a:lnTo>
                    <a:pt x="106" y="94"/>
                  </a:lnTo>
                  <a:lnTo>
                    <a:pt x="104" y="91"/>
                  </a:lnTo>
                  <a:lnTo>
                    <a:pt x="102" y="79"/>
                  </a:lnTo>
                  <a:lnTo>
                    <a:pt x="98" y="65"/>
                  </a:lnTo>
                  <a:lnTo>
                    <a:pt x="88" y="48"/>
                  </a:lnTo>
                  <a:lnTo>
                    <a:pt x="76" y="31"/>
                  </a:lnTo>
                  <a:lnTo>
                    <a:pt x="56" y="16"/>
                  </a:lnTo>
                  <a:lnTo>
                    <a:pt x="32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8" name="Freeform 37"/>
            <p:cNvSpPr/>
            <p:nvPr/>
          </p:nvSpPr>
          <p:spPr>
            <a:xfrm>
              <a:off x="2481" y="2143"/>
              <a:ext cx="63" cy="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pathLst>
                <a:path w="126" h="43">
                  <a:moveTo>
                    <a:pt x="0" y="42"/>
                  </a:moveTo>
                  <a:lnTo>
                    <a:pt x="2" y="38"/>
                  </a:lnTo>
                  <a:lnTo>
                    <a:pt x="8" y="28"/>
                  </a:lnTo>
                  <a:lnTo>
                    <a:pt x="18" y="16"/>
                  </a:lnTo>
                  <a:lnTo>
                    <a:pt x="32" y="6"/>
                  </a:lnTo>
                  <a:lnTo>
                    <a:pt x="50" y="0"/>
                  </a:lnTo>
                  <a:lnTo>
                    <a:pt x="71" y="2"/>
                  </a:lnTo>
                  <a:lnTo>
                    <a:pt x="97" y="15"/>
                  </a:lnTo>
                  <a:lnTo>
                    <a:pt x="126" y="43"/>
                  </a:lnTo>
                  <a:lnTo>
                    <a:pt x="122" y="41"/>
                  </a:lnTo>
                  <a:lnTo>
                    <a:pt x="113" y="34"/>
                  </a:lnTo>
                  <a:lnTo>
                    <a:pt x="99" y="26"/>
                  </a:lnTo>
                  <a:lnTo>
                    <a:pt x="82" y="18"/>
                  </a:lnTo>
                  <a:lnTo>
                    <a:pt x="61" y="13"/>
                  </a:lnTo>
                  <a:lnTo>
                    <a:pt x="40" y="14"/>
                  </a:lnTo>
                  <a:lnTo>
                    <a:pt x="20" y="23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89" name="Freeform 38"/>
            <p:cNvSpPr/>
            <p:nvPr/>
          </p:nvSpPr>
          <p:spPr>
            <a:xfrm>
              <a:off x="2730" y="2474"/>
              <a:ext cx="76" cy="1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pathLst>
                <a:path w="152" h="299">
                  <a:moveTo>
                    <a:pt x="0" y="0"/>
                  </a:moveTo>
                  <a:lnTo>
                    <a:pt x="7" y="3"/>
                  </a:lnTo>
                  <a:lnTo>
                    <a:pt x="23" y="12"/>
                  </a:lnTo>
                  <a:lnTo>
                    <a:pt x="47" y="28"/>
                  </a:lnTo>
                  <a:lnTo>
                    <a:pt x="75" y="55"/>
                  </a:lnTo>
                  <a:lnTo>
                    <a:pt x="102" y="93"/>
                  </a:lnTo>
                  <a:lnTo>
                    <a:pt x="127" y="146"/>
                  </a:lnTo>
                  <a:lnTo>
                    <a:pt x="143" y="213"/>
                  </a:lnTo>
                  <a:lnTo>
                    <a:pt x="148" y="299"/>
                  </a:lnTo>
                  <a:lnTo>
                    <a:pt x="148" y="295"/>
                  </a:lnTo>
                  <a:lnTo>
                    <a:pt x="150" y="287"/>
                  </a:lnTo>
                  <a:lnTo>
                    <a:pt x="151" y="275"/>
                  </a:lnTo>
                  <a:lnTo>
                    <a:pt x="152" y="257"/>
                  </a:lnTo>
                  <a:lnTo>
                    <a:pt x="152" y="237"/>
                  </a:lnTo>
                  <a:lnTo>
                    <a:pt x="151" y="213"/>
                  </a:lnTo>
                  <a:lnTo>
                    <a:pt x="150" y="188"/>
                  </a:lnTo>
                  <a:lnTo>
                    <a:pt x="145" y="163"/>
                  </a:lnTo>
                  <a:lnTo>
                    <a:pt x="139" y="136"/>
                  </a:lnTo>
                  <a:lnTo>
                    <a:pt x="130" y="110"/>
                  </a:lnTo>
                  <a:lnTo>
                    <a:pt x="119" y="84"/>
                  </a:lnTo>
                  <a:lnTo>
                    <a:pt x="102" y="61"/>
                  </a:lnTo>
                  <a:lnTo>
                    <a:pt x="84" y="41"/>
                  </a:lnTo>
                  <a:lnTo>
                    <a:pt x="61" y="23"/>
                  </a:lnTo>
                  <a:lnTo>
                    <a:pt x="32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0" name="Freeform 39"/>
            <p:cNvSpPr/>
            <p:nvPr/>
          </p:nvSpPr>
          <p:spPr>
            <a:xfrm>
              <a:off x="2566" y="2519"/>
              <a:ext cx="13" cy="11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pathLst>
                <a:path w="25" h="222">
                  <a:moveTo>
                    <a:pt x="25" y="0"/>
                  </a:moveTo>
                  <a:lnTo>
                    <a:pt x="23" y="6"/>
                  </a:lnTo>
                  <a:lnTo>
                    <a:pt x="17" y="21"/>
                  </a:lnTo>
                  <a:lnTo>
                    <a:pt x="10" y="44"/>
                  </a:lnTo>
                  <a:lnTo>
                    <a:pt x="3" y="73"/>
                  </a:lnTo>
                  <a:lnTo>
                    <a:pt x="0" y="108"/>
                  </a:lnTo>
                  <a:lnTo>
                    <a:pt x="1" y="144"/>
                  </a:lnTo>
                  <a:lnTo>
                    <a:pt x="9" y="184"/>
                  </a:lnTo>
                  <a:lnTo>
                    <a:pt x="25" y="222"/>
                  </a:lnTo>
                  <a:lnTo>
                    <a:pt x="20" y="200"/>
                  </a:lnTo>
                  <a:lnTo>
                    <a:pt x="13" y="144"/>
                  </a:lnTo>
                  <a:lnTo>
                    <a:pt x="11" y="7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1" name="Freeform 40"/>
            <p:cNvSpPr/>
            <p:nvPr/>
          </p:nvSpPr>
          <p:spPr>
            <a:xfrm>
              <a:off x="2594" y="2509"/>
              <a:ext cx="61" cy="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pathLst>
                <a:path w="122" h="26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9" y="11"/>
                  </a:lnTo>
                  <a:lnTo>
                    <a:pt x="19" y="17"/>
                  </a:lnTo>
                  <a:lnTo>
                    <a:pt x="34" y="22"/>
                  </a:lnTo>
                  <a:lnTo>
                    <a:pt x="56" y="25"/>
                  </a:lnTo>
                  <a:lnTo>
                    <a:pt x="85" y="26"/>
                  </a:lnTo>
                  <a:lnTo>
                    <a:pt x="122" y="23"/>
                  </a:lnTo>
                  <a:lnTo>
                    <a:pt x="119" y="23"/>
                  </a:lnTo>
                  <a:lnTo>
                    <a:pt x="109" y="22"/>
                  </a:lnTo>
                  <a:lnTo>
                    <a:pt x="94" y="20"/>
                  </a:lnTo>
                  <a:lnTo>
                    <a:pt x="77" y="19"/>
                  </a:lnTo>
                  <a:lnTo>
                    <a:pt x="58" y="16"/>
                  </a:lnTo>
                  <a:lnTo>
                    <a:pt x="38" y="12"/>
                  </a:lnTo>
                  <a:lnTo>
                    <a:pt x="1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9192" name="AutoShape 41" descr="褐色大理石"/>
          <p:cNvSpPr/>
          <p:nvPr/>
        </p:nvSpPr>
        <p:spPr>
          <a:xfrm>
            <a:off x="2341563" y="5360988"/>
            <a:ext cx="4648200" cy="228600"/>
          </a:xfrm>
          <a:prstGeom prst="cube">
            <a:avLst>
              <a:gd name="adj" fmla="val 83472"/>
            </a:avLst>
          </a:prstGeom>
          <a:blipFill rotWithShape="1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93" name="Freeform 42"/>
          <p:cNvSpPr/>
          <p:nvPr/>
        </p:nvSpPr>
        <p:spPr>
          <a:xfrm>
            <a:off x="4668838" y="5576888"/>
            <a:ext cx="152400" cy="2095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</a:cxnLst>
            <a:pathLst>
              <a:path w="96" h="132">
                <a:moveTo>
                  <a:pt x="0" y="132"/>
                </a:moveTo>
                <a:lnTo>
                  <a:pt x="96" y="0"/>
                </a:lnTo>
              </a:path>
            </a:pathLst>
          </a:custGeom>
          <a:noFill/>
          <a:ln w="19050" cap="flat" cmpd="sng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49194" name="Group 43"/>
          <p:cNvGrpSpPr/>
          <p:nvPr/>
        </p:nvGrpSpPr>
        <p:grpSpPr>
          <a:xfrm>
            <a:off x="2465388" y="4694238"/>
            <a:ext cx="457200" cy="762000"/>
            <a:chOff x="3744" y="2228"/>
            <a:chExt cx="486" cy="668"/>
          </a:xfrm>
        </p:grpSpPr>
        <p:sp>
          <p:nvSpPr>
            <p:cNvPr id="49195" name="Freeform 44"/>
            <p:cNvSpPr/>
            <p:nvPr/>
          </p:nvSpPr>
          <p:spPr>
            <a:xfrm>
              <a:off x="3744" y="2228"/>
              <a:ext cx="486" cy="66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971" h="1334">
                  <a:moveTo>
                    <a:pt x="646" y="61"/>
                  </a:moveTo>
                  <a:lnTo>
                    <a:pt x="652" y="69"/>
                  </a:lnTo>
                  <a:lnTo>
                    <a:pt x="657" y="78"/>
                  </a:lnTo>
                  <a:lnTo>
                    <a:pt x="661" y="86"/>
                  </a:lnTo>
                  <a:lnTo>
                    <a:pt x="666" y="95"/>
                  </a:lnTo>
                  <a:lnTo>
                    <a:pt x="669" y="104"/>
                  </a:lnTo>
                  <a:lnTo>
                    <a:pt x="673" y="114"/>
                  </a:lnTo>
                  <a:lnTo>
                    <a:pt x="677" y="123"/>
                  </a:lnTo>
                  <a:lnTo>
                    <a:pt x="682" y="132"/>
                  </a:lnTo>
                  <a:lnTo>
                    <a:pt x="690" y="153"/>
                  </a:lnTo>
                  <a:lnTo>
                    <a:pt x="697" y="175"/>
                  </a:lnTo>
                  <a:lnTo>
                    <a:pt x="700" y="198"/>
                  </a:lnTo>
                  <a:lnTo>
                    <a:pt x="703" y="222"/>
                  </a:lnTo>
                  <a:lnTo>
                    <a:pt x="700" y="246"/>
                  </a:lnTo>
                  <a:lnTo>
                    <a:pt x="696" y="269"/>
                  </a:lnTo>
                  <a:lnTo>
                    <a:pt x="689" y="291"/>
                  </a:lnTo>
                  <a:lnTo>
                    <a:pt x="677" y="312"/>
                  </a:lnTo>
                  <a:lnTo>
                    <a:pt x="666" y="328"/>
                  </a:lnTo>
                  <a:lnTo>
                    <a:pt x="653" y="344"/>
                  </a:lnTo>
                  <a:lnTo>
                    <a:pt x="640" y="360"/>
                  </a:lnTo>
                  <a:lnTo>
                    <a:pt x="629" y="377"/>
                  </a:lnTo>
                  <a:lnTo>
                    <a:pt x="621" y="396"/>
                  </a:lnTo>
                  <a:lnTo>
                    <a:pt x="616" y="414"/>
                  </a:lnTo>
                  <a:lnTo>
                    <a:pt x="615" y="434"/>
                  </a:lnTo>
                  <a:lnTo>
                    <a:pt x="621" y="454"/>
                  </a:lnTo>
                  <a:lnTo>
                    <a:pt x="639" y="457"/>
                  </a:lnTo>
                  <a:lnTo>
                    <a:pt x="657" y="457"/>
                  </a:lnTo>
                  <a:lnTo>
                    <a:pt x="674" y="457"/>
                  </a:lnTo>
                  <a:lnTo>
                    <a:pt x="691" y="456"/>
                  </a:lnTo>
                  <a:lnTo>
                    <a:pt x="708" y="452"/>
                  </a:lnTo>
                  <a:lnTo>
                    <a:pt x="725" y="449"/>
                  </a:lnTo>
                  <a:lnTo>
                    <a:pt x="741" y="443"/>
                  </a:lnTo>
                  <a:lnTo>
                    <a:pt x="757" y="437"/>
                  </a:lnTo>
                  <a:lnTo>
                    <a:pt x="772" y="430"/>
                  </a:lnTo>
                  <a:lnTo>
                    <a:pt x="787" y="422"/>
                  </a:lnTo>
                  <a:lnTo>
                    <a:pt x="801" y="413"/>
                  </a:lnTo>
                  <a:lnTo>
                    <a:pt x="814" y="403"/>
                  </a:lnTo>
                  <a:lnTo>
                    <a:pt x="827" y="391"/>
                  </a:lnTo>
                  <a:lnTo>
                    <a:pt x="840" y="380"/>
                  </a:lnTo>
                  <a:lnTo>
                    <a:pt x="852" y="366"/>
                  </a:lnTo>
                  <a:lnTo>
                    <a:pt x="864" y="352"/>
                  </a:lnTo>
                  <a:lnTo>
                    <a:pt x="871" y="342"/>
                  </a:lnTo>
                  <a:lnTo>
                    <a:pt x="878" y="331"/>
                  </a:lnTo>
                  <a:lnTo>
                    <a:pt x="881" y="320"/>
                  </a:lnTo>
                  <a:lnTo>
                    <a:pt x="884" y="307"/>
                  </a:lnTo>
                  <a:lnTo>
                    <a:pt x="879" y="304"/>
                  </a:lnTo>
                  <a:lnTo>
                    <a:pt x="874" y="301"/>
                  </a:lnTo>
                  <a:lnTo>
                    <a:pt x="870" y="298"/>
                  </a:lnTo>
                  <a:lnTo>
                    <a:pt x="864" y="294"/>
                  </a:lnTo>
                  <a:lnTo>
                    <a:pt x="859" y="290"/>
                  </a:lnTo>
                  <a:lnTo>
                    <a:pt x="855" y="286"/>
                  </a:lnTo>
                  <a:lnTo>
                    <a:pt x="850" y="282"/>
                  </a:lnTo>
                  <a:lnTo>
                    <a:pt x="847" y="276"/>
                  </a:lnTo>
                  <a:lnTo>
                    <a:pt x="842" y="263"/>
                  </a:lnTo>
                  <a:lnTo>
                    <a:pt x="840" y="251"/>
                  </a:lnTo>
                  <a:lnTo>
                    <a:pt x="841" y="238"/>
                  </a:lnTo>
                  <a:lnTo>
                    <a:pt x="844" y="225"/>
                  </a:lnTo>
                  <a:lnTo>
                    <a:pt x="850" y="216"/>
                  </a:lnTo>
                  <a:lnTo>
                    <a:pt x="857" y="209"/>
                  </a:lnTo>
                  <a:lnTo>
                    <a:pt x="864" y="202"/>
                  </a:lnTo>
                  <a:lnTo>
                    <a:pt x="873" y="198"/>
                  </a:lnTo>
                  <a:lnTo>
                    <a:pt x="882" y="195"/>
                  </a:lnTo>
                  <a:lnTo>
                    <a:pt x="893" y="193"/>
                  </a:lnTo>
                  <a:lnTo>
                    <a:pt x="903" y="192"/>
                  </a:lnTo>
                  <a:lnTo>
                    <a:pt x="914" y="192"/>
                  </a:lnTo>
                  <a:lnTo>
                    <a:pt x="923" y="193"/>
                  </a:lnTo>
                  <a:lnTo>
                    <a:pt x="932" y="197"/>
                  </a:lnTo>
                  <a:lnTo>
                    <a:pt x="941" y="201"/>
                  </a:lnTo>
                  <a:lnTo>
                    <a:pt x="949" y="207"/>
                  </a:lnTo>
                  <a:lnTo>
                    <a:pt x="956" y="214"/>
                  </a:lnTo>
                  <a:lnTo>
                    <a:pt x="962" y="222"/>
                  </a:lnTo>
                  <a:lnTo>
                    <a:pt x="968" y="230"/>
                  </a:lnTo>
                  <a:lnTo>
                    <a:pt x="971" y="239"/>
                  </a:lnTo>
                  <a:lnTo>
                    <a:pt x="971" y="244"/>
                  </a:lnTo>
                  <a:lnTo>
                    <a:pt x="970" y="246"/>
                  </a:lnTo>
                  <a:lnTo>
                    <a:pt x="967" y="247"/>
                  </a:lnTo>
                  <a:lnTo>
                    <a:pt x="964" y="249"/>
                  </a:lnTo>
                  <a:lnTo>
                    <a:pt x="955" y="262"/>
                  </a:lnTo>
                  <a:lnTo>
                    <a:pt x="948" y="276"/>
                  </a:lnTo>
                  <a:lnTo>
                    <a:pt x="943" y="290"/>
                  </a:lnTo>
                  <a:lnTo>
                    <a:pt x="942" y="306"/>
                  </a:lnTo>
                  <a:lnTo>
                    <a:pt x="942" y="328"/>
                  </a:lnTo>
                  <a:lnTo>
                    <a:pt x="940" y="349"/>
                  </a:lnTo>
                  <a:lnTo>
                    <a:pt x="938" y="369"/>
                  </a:lnTo>
                  <a:lnTo>
                    <a:pt x="933" y="390"/>
                  </a:lnTo>
                  <a:lnTo>
                    <a:pt x="929" y="411"/>
                  </a:lnTo>
                  <a:lnTo>
                    <a:pt x="923" y="430"/>
                  </a:lnTo>
                  <a:lnTo>
                    <a:pt x="916" y="450"/>
                  </a:lnTo>
                  <a:lnTo>
                    <a:pt x="909" y="469"/>
                  </a:lnTo>
                  <a:lnTo>
                    <a:pt x="902" y="486"/>
                  </a:lnTo>
                  <a:lnTo>
                    <a:pt x="894" y="502"/>
                  </a:lnTo>
                  <a:lnTo>
                    <a:pt x="885" y="517"/>
                  </a:lnTo>
                  <a:lnTo>
                    <a:pt x="876" y="532"/>
                  </a:lnTo>
                  <a:lnTo>
                    <a:pt x="864" y="547"/>
                  </a:lnTo>
                  <a:lnTo>
                    <a:pt x="851" y="560"/>
                  </a:lnTo>
                  <a:lnTo>
                    <a:pt x="839" y="573"/>
                  </a:lnTo>
                  <a:lnTo>
                    <a:pt x="825" y="586"/>
                  </a:lnTo>
                  <a:lnTo>
                    <a:pt x="811" y="597"/>
                  </a:lnTo>
                  <a:lnTo>
                    <a:pt x="796" y="608"/>
                  </a:lnTo>
                  <a:lnTo>
                    <a:pt x="780" y="618"/>
                  </a:lnTo>
                  <a:lnTo>
                    <a:pt x="765" y="626"/>
                  </a:lnTo>
                  <a:lnTo>
                    <a:pt x="748" y="634"/>
                  </a:lnTo>
                  <a:lnTo>
                    <a:pt x="731" y="640"/>
                  </a:lnTo>
                  <a:lnTo>
                    <a:pt x="715" y="646"/>
                  </a:lnTo>
                  <a:lnTo>
                    <a:pt x="698" y="649"/>
                  </a:lnTo>
                  <a:lnTo>
                    <a:pt x="696" y="651"/>
                  </a:lnTo>
                  <a:lnTo>
                    <a:pt x="693" y="665"/>
                  </a:lnTo>
                  <a:lnTo>
                    <a:pt x="689" y="678"/>
                  </a:lnTo>
                  <a:lnTo>
                    <a:pt x="682" y="691"/>
                  </a:lnTo>
                  <a:lnTo>
                    <a:pt x="675" y="702"/>
                  </a:lnTo>
                  <a:lnTo>
                    <a:pt x="667" y="715"/>
                  </a:lnTo>
                  <a:lnTo>
                    <a:pt x="659" y="726"/>
                  </a:lnTo>
                  <a:lnTo>
                    <a:pt x="651" y="738"/>
                  </a:lnTo>
                  <a:lnTo>
                    <a:pt x="643" y="749"/>
                  </a:lnTo>
                  <a:lnTo>
                    <a:pt x="631" y="780"/>
                  </a:lnTo>
                  <a:lnTo>
                    <a:pt x="630" y="816"/>
                  </a:lnTo>
                  <a:lnTo>
                    <a:pt x="634" y="852"/>
                  </a:lnTo>
                  <a:lnTo>
                    <a:pt x="637" y="888"/>
                  </a:lnTo>
                  <a:lnTo>
                    <a:pt x="639" y="919"/>
                  </a:lnTo>
                  <a:lnTo>
                    <a:pt x="640" y="951"/>
                  </a:lnTo>
                  <a:lnTo>
                    <a:pt x="640" y="982"/>
                  </a:lnTo>
                  <a:lnTo>
                    <a:pt x="639" y="1013"/>
                  </a:lnTo>
                  <a:lnTo>
                    <a:pt x="635" y="1044"/>
                  </a:lnTo>
                  <a:lnTo>
                    <a:pt x="627" y="1073"/>
                  </a:lnTo>
                  <a:lnTo>
                    <a:pt x="614" y="1101"/>
                  </a:lnTo>
                  <a:lnTo>
                    <a:pt x="598" y="1126"/>
                  </a:lnTo>
                  <a:lnTo>
                    <a:pt x="591" y="1135"/>
                  </a:lnTo>
                  <a:lnTo>
                    <a:pt x="584" y="1144"/>
                  </a:lnTo>
                  <a:lnTo>
                    <a:pt x="576" y="1154"/>
                  </a:lnTo>
                  <a:lnTo>
                    <a:pt x="569" y="1162"/>
                  </a:lnTo>
                  <a:lnTo>
                    <a:pt x="561" y="1171"/>
                  </a:lnTo>
                  <a:lnTo>
                    <a:pt x="553" y="1179"/>
                  </a:lnTo>
                  <a:lnTo>
                    <a:pt x="545" y="1187"/>
                  </a:lnTo>
                  <a:lnTo>
                    <a:pt x="536" y="1194"/>
                  </a:lnTo>
                  <a:lnTo>
                    <a:pt x="534" y="1198"/>
                  </a:lnTo>
                  <a:lnTo>
                    <a:pt x="532" y="1212"/>
                  </a:lnTo>
                  <a:lnTo>
                    <a:pt x="528" y="1232"/>
                  </a:lnTo>
                  <a:lnTo>
                    <a:pt x="522" y="1255"/>
                  </a:lnTo>
                  <a:lnTo>
                    <a:pt x="516" y="1280"/>
                  </a:lnTo>
                  <a:lnTo>
                    <a:pt x="510" y="1302"/>
                  </a:lnTo>
                  <a:lnTo>
                    <a:pt x="506" y="1322"/>
                  </a:lnTo>
                  <a:lnTo>
                    <a:pt x="501" y="1334"/>
                  </a:lnTo>
                  <a:lnTo>
                    <a:pt x="494" y="1331"/>
                  </a:lnTo>
                  <a:lnTo>
                    <a:pt x="488" y="1325"/>
                  </a:lnTo>
                  <a:lnTo>
                    <a:pt x="481" y="1318"/>
                  </a:lnTo>
                  <a:lnTo>
                    <a:pt x="476" y="1312"/>
                  </a:lnTo>
                  <a:lnTo>
                    <a:pt x="468" y="1304"/>
                  </a:lnTo>
                  <a:lnTo>
                    <a:pt x="460" y="1296"/>
                  </a:lnTo>
                  <a:lnTo>
                    <a:pt x="453" y="1287"/>
                  </a:lnTo>
                  <a:lnTo>
                    <a:pt x="445" y="1278"/>
                  </a:lnTo>
                  <a:lnTo>
                    <a:pt x="439" y="1269"/>
                  </a:lnTo>
                  <a:lnTo>
                    <a:pt x="433" y="1259"/>
                  </a:lnTo>
                  <a:lnTo>
                    <a:pt x="427" y="1250"/>
                  </a:lnTo>
                  <a:lnTo>
                    <a:pt x="424" y="1240"/>
                  </a:lnTo>
                  <a:lnTo>
                    <a:pt x="422" y="1219"/>
                  </a:lnTo>
                  <a:lnTo>
                    <a:pt x="428" y="1201"/>
                  </a:lnTo>
                  <a:lnTo>
                    <a:pt x="438" y="1181"/>
                  </a:lnTo>
                  <a:lnTo>
                    <a:pt x="446" y="1163"/>
                  </a:lnTo>
                  <a:lnTo>
                    <a:pt x="451" y="1122"/>
                  </a:lnTo>
                  <a:lnTo>
                    <a:pt x="451" y="1082"/>
                  </a:lnTo>
                  <a:lnTo>
                    <a:pt x="443" y="1044"/>
                  </a:lnTo>
                  <a:lnTo>
                    <a:pt x="430" y="1008"/>
                  </a:lnTo>
                  <a:lnTo>
                    <a:pt x="418" y="991"/>
                  </a:lnTo>
                  <a:lnTo>
                    <a:pt x="404" y="978"/>
                  </a:lnTo>
                  <a:lnTo>
                    <a:pt x="389" y="968"/>
                  </a:lnTo>
                  <a:lnTo>
                    <a:pt x="372" y="960"/>
                  </a:lnTo>
                  <a:lnTo>
                    <a:pt x="352" y="955"/>
                  </a:lnTo>
                  <a:lnTo>
                    <a:pt x="334" y="952"/>
                  </a:lnTo>
                  <a:lnTo>
                    <a:pt x="313" y="951"/>
                  </a:lnTo>
                  <a:lnTo>
                    <a:pt x="294" y="952"/>
                  </a:lnTo>
                  <a:lnTo>
                    <a:pt x="271" y="954"/>
                  </a:lnTo>
                  <a:lnTo>
                    <a:pt x="249" y="958"/>
                  </a:lnTo>
                  <a:lnTo>
                    <a:pt x="227" y="964"/>
                  </a:lnTo>
                  <a:lnTo>
                    <a:pt x="205" y="972"/>
                  </a:lnTo>
                  <a:lnTo>
                    <a:pt x="185" y="981"/>
                  </a:lnTo>
                  <a:lnTo>
                    <a:pt x="167" y="995"/>
                  </a:lnTo>
                  <a:lnTo>
                    <a:pt x="151" y="1010"/>
                  </a:lnTo>
                  <a:lnTo>
                    <a:pt x="136" y="1029"/>
                  </a:lnTo>
                  <a:lnTo>
                    <a:pt x="133" y="1046"/>
                  </a:lnTo>
                  <a:lnTo>
                    <a:pt x="135" y="1072"/>
                  </a:lnTo>
                  <a:lnTo>
                    <a:pt x="136" y="1097"/>
                  </a:lnTo>
                  <a:lnTo>
                    <a:pt x="132" y="1112"/>
                  </a:lnTo>
                  <a:lnTo>
                    <a:pt x="125" y="1114"/>
                  </a:lnTo>
                  <a:lnTo>
                    <a:pt x="113" y="1118"/>
                  </a:lnTo>
                  <a:lnTo>
                    <a:pt x="97" y="1120"/>
                  </a:lnTo>
                  <a:lnTo>
                    <a:pt x="76" y="1122"/>
                  </a:lnTo>
                  <a:lnTo>
                    <a:pt x="55" y="1125"/>
                  </a:lnTo>
                  <a:lnTo>
                    <a:pt x="34" y="1126"/>
                  </a:lnTo>
                  <a:lnTo>
                    <a:pt x="17" y="1125"/>
                  </a:lnTo>
                  <a:lnTo>
                    <a:pt x="3" y="1124"/>
                  </a:lnTo>
                  <a:lnTo>
                    <a:pt x="9" y="1111"/>
                  </a:lnTo>
                  <a:lnTo>
                    <a:pt x="17" y="1099"/>
                  </a:lnTo>
                  <a:lnTo>
                    <a:pt x="25" y="1089"/>
                  </a:lnTo>
                  <a:lnTo>
                    <a:pt x="34" y="1078"/>
                  </a:lnTo>
                  <a:lnTo>
                    <a:pt x="42" y="1067"/>
                  </a:lnTo>
                  <a:lnTo>
                    <a:pt x="50" y="1056"/>
                  </a:lnTo>
                  <a:lnTo>
                    <a:pt x="56" y="1043"/>
                  </a:lnTo>
                  <a:lnTo>
                    <a:pt x="59" y="1030"/>
                  </a:lnTo>
                  <a:lnTo>
                    <a:pt x="62" y="1000"/>
                  </a:lnTo>
                  <a:lnTo>
                    <a:pt x="67" y="970"/>
                  </a:lnTo>
                  <a:lnTo>
                    <a:pt x="72" y="943"/>
                  </a:lnTo>
                  <a:lnTo>
                    <a:pt x="80" y="915"/>
                  </a:lnTo>
                  <a:lnTo>
                    <a:pt x="91" y="890"/>
                  </a:lnTo>
                  <a:lnTo>
                    <a:pt x="106" y="867"/>
                  </a:lnTo>
                  <a:lnTo>
                    <a:pt x="123" y="845"/>
                  </a:lnTo>
                  <a:lnTo>
                    <a:pt x="146" y="825"/>
                  </a:lnTo>
                  <a:lnTo>
                    <a:pt x="151" y="822"/>
                  </a:lnTo>
                  <a:lnTo>
                    <a:pt x="155" y="818"/>
                  </a:lnTo>
                  <a:lnTo>
                    <a:pt x="160" y="814"/>
                  </a:lnTo>
                  <a:lnTo>
                    <a:pt x="165" y="810"/>
                  </a:lnTo>
                  <a:lnTo>
                    <a:pt x="169" y="807"/>
                  </a:lnTo>
                  <a:lnTo>
                    <a:pt x="174" y="803"/>
                  </a:lnTo>
                  <a:lnTo>
                    <a:pt x="178" y="800"/>
                  </a:lnTo>
                  <a:lnTo>
                    <a:pt x="183" y="798"/>
                  </a:lnTo>
                  <a:lnTo>
                    <a:pt x="185" y="776"/>
                  </a:lnTo>
                  <a:lnTo>
                    <a:pt x="188" y="754"/>
                  </a:lnTo>
                  <a:lnTo>
                    <a:pt x="186" y="732"/>
                  </a:lnTo>
                  <a:lnTo>
                    <a:pt x="181" y="711"/>
                  </a:lnTo>
                  <a:lnTo>
                    <a:pt x="175" y="696"/>
                  </a:lnTo>
                  <a:lnTo>
                    <a:pt x="169" y="681"/>
                  </a:lnTo>
                  <a:lnTo>
                    <a:pt x="166" y="666"/>
                  </a:lnTo>
                  <a:lnTo>
                    <a:pt x="161" y="651"/>
                  </a:lnTo>
                  <a:lnTo>
                    <a:pt x="158" y="636"/>
                  </a:lnTo>
                  <a:lnTo>
                    <a:pt x="152" y="621"/>
                  </a:lnTo>
                  <a:lnTo>
                    <a:pt x="146" y="606"/>
                  </a:lnTo>
                  <a:lnTo>
                    <a:pt x="138" y="593"/>
                  </a:lnTo>
                  <a:lnTo>
                    <a:pt x="120" y="565"/>
                  </a:lnTo>
                  <a:lnTo>
                    <a:pt x="102" y="537"/>
                  </a:lnTo>
                  <a:lnTo>
                    <a:pt x="86" y="510"/>
                  </a:lnTo>
                  <a:lnTo>
                    <a:pt x="71" y="482"/>
                  </a:lnTo>
                  <a:lnTo>
                    <a:pt x="57" y="454"/>
                  </a:lnTo>
                  <a:lnTo>
                    <a:pt x="47" y="425"/>
                  </a:lnTo>
                  <a:lnTo>
                    <a:pt x="39" y="395"/>
                  </a:lnTo>
                  <a:lnTo>
                    <a:pt x="34" y="363"/>
                  </a:lnTo>
                  <a:lnTo>
                    <a:pt x="33" y="335"/>
                  </a:lnTo>
                  <a:lnTo>
                    <a:pt x="34" y="306"/>
                  </a:lnTo>
                  <a:lnTo>
                    <a:pt x="31" y="278"/>
                  </a:lnTo>
                  <a:lnTo>
                    <a:pt x="21" y="253"/>
                  </a:lnTo>
                  <a:lnTo>
                    <a:pt x="15" y="246"/>
                  </a:lnTo>
                  <a:lnTo>
                    <a:pt x="8" y="239"/>
                  </a:lnTo>
                  <a:lnTo>
                    <a:pt x="2" y="231"/>
                  </a:lnTo>
                  <a:lnTo>
                    <a:pt x="0" y="222"/>
                  </a:lnTo>
                  <a:lnTo>
                    <a:pt x="2" y="210"/>
                  </a:lnTo>
                  <a:lnTo>
                    <a:pt x="6" y="200"/>
                  </a:lnTo>
                  <a:lnTo>
                    <a:pt x="12" y="192"/>
                  </a:lnTo>
                  <a:lnTo>
                    <a:pt x="21" y="184"/>
                  </a:lnTo>
                  <a:lnTo>
                    <a:pt x="32" y="178"/>
                  </a:lnTo>
                  <a:lnTo>
                    <a:pt x="44" y="173"/>
                  </a:lnTo>
                  <a:lnTo>
                    <a:pt x="56" y="172"/>
                  </a:lnTo>
                  <a:lnTo>
                    <a:pt x="69" y="171"/>
                  </a:lnTo>
                  <a:lnTo>
                    <a:pt x="82" y="173"/>
                  </a:lnTo>
                  <a:lnTo>
                    <a:pt x="94" y="176"/>
                  </a:lnTo>
                  <a:lnTo>
                    <a:pt x="106" y="180"/>
                  </a:lnTo>
                  <a:lnTo>
                    <a:pt x="116" y="186"/>
                  </a:lnTo>
                  <a:lnTo>
                    <a:pt x="127" y="194"/>
                  </a:lnTo>
                  <a:lnTo>
                    <a:pt x="135" y="203"/>
                  </a:lnTo>
                  <a:lnTo>
                    <a:pt x="142" y="214"/>
                  </a:lnTo>
                  <a:lnTo>
                    <a:pt x="145" y="226"/>
                  </a:lnTo>
                  <a:lnTo>
                    <a:pt x="144" y="241"/>
                  </a:lnTo>
                  <a:lnTo>
                    <a:pt x="139" y="254"/>
                  </a:lnTo>
                  <a:lnTo>
                    <a:pt x="130" y="266"/>
                  </a:lnTo>
                  <a:lnTo>
                    <a:pt x="118" y="275"/>
                  </a:lnTo>
                  <a:lnTo>
                    <a:pt x="116" y="276"/>
                  </a:lnTo>
                  <a:lnTo>
                    <a:pt x="115" y="276"/>
                  </a:lnTo>
                  <a:lnTo>
                    <a:pt x="114" y="277"/>
                  </a:lnTo>
                  <a:lnTo>
                    <a:pt x="113" y="279"/>
                  </a:lnTo>
                  <a:lnTo>
                    <a:pt x="117" y="308"/>
                  </a:lnTo>
                  <a:lnTo>
                    <a:pt x="125" y="338"/>
                  </a:lnTo>
                  <a:lnTo>
                    <a:pt x="137" y="366"/>
                  </a:lnTo>
                  <a:lnTo>
                    <a:pt x="152" y="391"/>
                  </a:lnTo>
                  <a:lnTo>
                    <a:pt x="170" y="415"/>
                  </a:lnTo>
                  <a:lnTo>
                    <a:pt x="192" y="437"/>
                  </a:lnTo>
                  <a:lnTo>
                    <a:pt x="216" y="454"/>
                  </a:lnTo>
                  <a:lnTo>
                    <a:pt x="244" y="468"/>
                  </a:lnTo>
                  <a:lnTo>
                    <a:pt x="251" y="471"/>
                  </a:lnTo>
                  <a:lnTo>
                    <a:pt x="258" y="473"/>
                  </a:lnTo>
                  <a:lnTo>
                    <a:pt x="265" y="475"/>
                  </a:lnTo>
                  <a:lnTo>
                    <a:pt x="273" y="478"/>
                  </a:lnTo>
                  <a:lnTo>
                    <a:pt x="280" y="480"/>
                  </a:lnTo>
                  <a:lnTo>
                    <a:pt x="287" y="482"/>
                  </a:lnTo>
                  <a:lnTo>
                    <a:pt x="295" y="483"/>
                  </a:lnTo>
                  <a:lnTo>
                    <a:pt x="302" y="486"/>
                  </a:lnTo>
                  <a:lnTo>
                    <a:pt x="302" y="452"/>
                  </a:lnTo>
                  <a:lnTo>
                    <a:pt x="294" y="450"/>
                  </a:lnTo>
                  <a:lnTo>
                    <a:pt x="286" y="448"/>
                  </a:lnTo>
                  <a:lnTo>
                    <a:pt x="276" y="445"/>
                  </a:lnTo>
                  <a:lnTo>
                    <a:pt x="268" y="442"/>
                  </a:lnTo>
                  <a:lnTo>
                    <a:pt x="260" y="438"/>
                  </a:lnTo>
                  <a:lnTo>
                    <a:pt x="253" y="435"/>
                  </a:lnTo>
                  <a:lnTo>
                    <a:pt x="248" y="429"/>
                  </a:lnTo>
                  <a:lnTo>
                    <a:pt x="244" y="421"/>
                  </a:lnTo>
                  <a:lnTo>
                    <a:pt x="243" y="412"/>
                  </a:lnTo>
                  <a:lnTo>
                    <a:pt x="245" y="401"/>
                  </a:lnTo>
                  <a:lnTo>
                    <a:pt x="249" y="391"/>
                  </a:lnTo>
                  <a:lnTo>
                    <a:pt x="251" y="382"/>
                  </a:lnTo>
                  <a:lnTo>
                    <a:pt x="258" y="340"/>
                  </a:lnTo>
                  <a:lnTo>
                    <a:pt x="253" y="336"/>
                  </a:lnTo>
                  <a:lnTo>
                    <a:pt x="249" y="331"/>
                  </a:lnTo>
                  <a:lnTo>
                    <a:pt x="246" y="325"/>
                  </a:lnTo>
                  <a:lnTo>
                    <a:pt x="246" y="320"/>
                  </a:lnTo>
                  <a:lnTo>
                    <a:pt x="250" y="308"/>
                  </a:lnTo>
                  <a:lnTo>
                    <a:pt x="257" y="299"/>
                  </a:lnTo>
                  <a:lnTo>
                    <a:pt x="262" y="289"/>
                  </a:lnTo>
                  <a:lnTo>
                    <a:pt x="262" y="277"/>
                  </a:lnTo>
                  <a:lnTo>
                    <a:pt x="228" y="268"/>
                  </a:lnTo>
                  <a:lnTo>
                    <a:pt x="224" y="264"/>
                  </a:lnTo>
                  <a:lnTo>
                    <a:pt x="223" y="260"/>
                  </a:lnTo>
                  <a:lnTo>
                    <a:pt x="223" y="255"/>
                  </a:lnTo>
                  <a:lnTo>
                    <a:pt x="226" y="252"/>
                  </a:lnTo>
                  <a:lnTo>
                    <a:pt x="231" y="239"/>
                  </a:lnTo>
                  <a:lnTo>
                    <a:pt x="237" y="226"/>
                  </a:lnTo>
                  <a:lnTo>
                    <a:pt x="244" y="214"/>
                  </a:lnTo>
                  <a:lnTo>
                    <a:pt x="251" y="202"/>
                  </a:lnTo>
                  <a:lnTo>
                    <a:pt x="258" y="190"/>
                  </a:lnTo>
                  <a:lnTo>
                    <a:pt x="265" y="178"/>
                  </a:lnTo>
                  <a:lnTo>
                    <a:pt x="273" y="165"/>
                  </a:lnTo>
                  <a:lnTo>
                    <a:pt x="280" y="154"/>
                  </a:lnTo>
                  <a:lnTo>
                    <a:pt x="287" y="142"/>
                  </a:lnTo>
                  <a:lnTo>
                    <a:pt x="295" y="132"/>
                  </a:lnTo>
                  <a:lnTo>
                    <a:pt x="304" y="123"/>
                  </a:lnTo>
                  <a:lnTo>
                    <a:pt x="313" y="112"/>
                  </a:lnTo>
                  <a:lnTo>
                    <a:pt x="322" y="103"/>
                  </a:lnTo>
                  <a:lnTo>
                    <a:pt x="333" y="93"/>
                  </a:lnTo>
                  <a:lnTo>
                    <a:pt x="342" y="84"/>
                  </a:lnTo>
                  <a:lnTo>
                    <a:pt x="352" y="74"/>
                  </a:lnTo>
                  <a:lnTo>
                    <a:pt x="360" y="70"/>
                  </a:lnTo>
                  <a:lnTo>
                    <a:pt x="349" y="62"/>
                  </a:lnTo>
                  <a:lnTo>
                    <a:pt x="340" y="51"/>
                  </a:lnTo>
                  <a:lnTo>
                    <a:pt x="332" y="40"/>
                  </a:lnTo>
                  <a:lnTo>
                    <a:pt x="327" y="27"/>
                  </a:lnTo>
                  <a:lnTo>
                    <a:pt x="332" y="32"/>
                  </a:lnTo>
                  <a:lnTo>
                    <a:pt x="337" y="36"/>
                  </a:lnTo>
                  <a:lnTo>
                    <a:pt x="343" y="40"/>
                  </a:lnTo>
                  <a:lnTo>
                    <a:pt x="350" y="42"/>
                  </a:lnTo>
                  <a:lnTo>
                    <a:pt x="357" y="43"/>
                  </a:lnTo>
                  <a:lnTo>
                    <a:pt x="365" y="43"/>
                  </a:lnTo>
                  <a:lnTo>
                    <a:pt x="372" y="43"/>
                  </a:lnTo>
                  <a:lnTo>
                    <a:pt x="379" y="41"/>
                  </a:lnTo>
                  <a:lnTo>
                    <a:pt x="390" y="36"/>
                  </a:lnTo>
                  <a:lnTo>
                    <a:pt x="403" y="32"/>
                  </a:lnTo>
                  <a:lnTo>
                    <a:pt x="415" y="26"/>
                  </a:lnTo>
                  <a:lnTo>
                    <a:pt x="426" y="21"/>
                  </a:lnTo>
                  <a:lnTo>
                    <a:pt x="439" y="16"/>
                  </a:lnTo>
                  <a:lnTo>
                    <a:pt x="450" y="11"/>
                  </a:lnTo>
                  <a:lnTo>
                    <a:pt x="463" y="6"/>
                  </a:lnTo>
                  <a:lnTo>
                    <a:pt x="476" y="3"/>
                  </a:lnTo>
                  <a:lnTo>
                    <a:pt x="492" y="1"/>
                  </a:lnTo>
                  <a:lnTo>
                    <a:pt x="508" y="0"/>
                  </a:lnTo>
                  <a:lnTo>
                    <a:pt x="525" y="0"/>
                  </a:lnTo>
                  <a:lnTo>
                    <a:pt x="541" y="1"/>
                  </a:lnTo>
                  <a:lnTo>
                    <a:pt x="557" y="3"/>
                  </a:lnTo>
                  <a:lnTo>
                    <a:pt x="574" y="8"/>
                  </a:lnTo>
                  <a:lnTo>
                    <a:pt x="589" y="12"/>
                  </a:lnTo>
                  <a:lnTo>
                    <a:pt x="602" y="19"/>
                  </a:lnTo>
                  <a:lnTo>
                    <a:pt x="609" y="23"/>
                  </a:lnTo>
                  <a:lnTo>
                    <a:pt x="615" y="27"/>
                  </a:lnTo>
                  <a:lnTo>
                    <a:pt x="621" y="32"/>
                  </a:lnTo>
                  <a:lnTo>
                    <a:pt x="627" y="38"/>
                  </a:lnTo>
                  <a:lnTo>
                    <a:pt x="632" y="43"/>
                  </a:lnTo>
                  <a:lnTo>
                    <a:pt x="637" y="49"/>
                  </a:lnTo>
                  <a:lnTo>
                    <a:pt x="642" y="55"/>
                  </a:lnTo>
                  <a:lnTo>
                    <a:pt x="646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6" name="Freeform 45"/>
            <p:cNvSpPr/>
            <p:nvPr/>
          </p:nvSpPr>
          <p:spPr>
            <a:xfrm>
              <a:off x="3864" y="2253"/>
              <a:ext cx="178" cy="253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356" h="506">
                  <a:moveTo>
                    <a:pt x="252" y="0"/>
                  </a:moveTo>
                  <a:lnTo>
                    <a:pt x="246" y="6"/>
                  </a:lnTo>
                  <a:lnTo>
                    <a:pt x="239" y="12"/>
                  </a:lnTo>
                  <a:lnTo>
                    <a:pt x="233" y="17"/>
                  </a:lnTo>
                  <a:lnTo>
                    <a:pt x="226" y="22"/>
                  </a:lnTo>
                  <a:lnTo>
                    <a:pt x="219" y="27"/>
                  </a:lnTo>
                  <a:lnTo>
                    <a:pt x="212" y="30"/>
                  </a:lnTo>
                  <a:lnTo>
                    <a:pt x="206" y="33"/>
                  </a:lnTo>
                  <a:lnTo>
                    <a:pt x="199" y="37"/>
                  </a:lnTo>
                  <a:lnTo>
                    <a:pt x="196" y="38"/>
                  </a:lnTo>
                  <a:lnTo>
                    <a:pt x="194" y="38"/>
                  </a:lnTo>
                  <a:lnTo>
                    <a:pt x="191" y="38"/>
                  </a:lnTo>
                  <a:lnTo>
                    <a:pt x="188" y="38"/>
                  </a:lnTo>
                  <a:lnTo>
                    <a:pt x="207" y="40"/>
                  </a:lnTo>
                  <a:lnTo>
                    <a:pt x="225" y="38"/>
                  </a:lnTo>
                  <a:lnTo>
                    <a:pt x="242" y="31"/>
                  </a:lnTo>
                  <a:lnTo>
                    <a:pt x="261" y="24"/>
                  </a:lnTo>
                  <a:lnTo>
                    <a:pt x="278" y="20"/>
                  </a:lnTo>
                  <a:lnTo>
                    <a:pt x="295" y="19"/>
                  </a:lnTo>
                  <a:lnTo>
                    <a:pt x="312" y="23"/>
                  </a:lnTo>
                  <a:lnTo>
                    <a:pt x="329" y="36"/>
                  </a:lnTo>
                  <a:lnTo>
                    <a:pt x="317" y="43"/>
                  </a:lnTo>
                  <a:lnTo>
                    <a:pt x="306" y="50"/>
                  </a:lnTo>
                  <a:lnTo>
                    <a:pt x="294" y="59"/>
                  </a:lnTo>
                  <a:lnTo>
                    <a:pt x="285" y="69"/>
                  </a:lnTo>
                  <a:lnTo>
                    <a:pt x="277" y="81"/>
                  </a:lnTo>
                  <a:lnTo>
                    <a:pt x="270" y="92"/>
                  </a:lnTo>
                  <a:lnTo>
                    <a:pt x="265" y="105"/>
                  </a:lnTo>
                  <a:lnTo>
                    <a:pt x="264" y="119"/>
                  </a:lnTo>
                  <a:lnTo>
                    <a:pt x="265" y="137"/>
                  </a:lnTo>
                  <a:lnTo>
                    <a:pt x="269" y="156"/>
                  </a:lnTo>
                  <a:lnTo>
                    <a:pt x="270" y="174"/>
                  </a:lnTo>
                  <a:lnTo>
                    <a:pt x="268" y="192"/>
                  </a:lnTo>
                  <a:lnTo>
                    <a:pt x="261" y="210"/>
                  </a:lnTo>
                  <a:lnTo>
                    <a:pt x="254" y="226"/>
                  </a:lnTo>
                  <a:lnTo>
                    <a:pt x="246" y="241"/>
                  </a:lnTo>
                  <a:lnTo>
                    <a:pt x="238" y="257"/>
                  </a:lnTo>
                  <a:lnTo>
                    <a:pt x="240" y="257"/>
                  </a:lnTo>
                  <a:lnTo>
                    <a:pt x="250" y="245"/>
                  </a:lnTo>
                  <a:lnTo>
                    <a:pt x="262" y="233"/>
                  </a:lnTo>
                  <a:lnTo>
                    <a:pt x="272" y="219"/>
                  </a:lnTo>
                  <a:lnTo>
                    <a:pt x="284" y="206"/>
                  </a:lnTo>
                  <a:lnTo>
                    <a:pt x="295" y="196"/>
                  </a:lnTo>
                  <a:lnTo>
                    <a:pt x="309" y="188"/>
                  </a:lnTo>
                  <a:lnTo>
                    <a:pt x="324" y="186"/>
                  </a:lnTo>
                  <a:lnTo>
                    <a:pt x="340" y="190"/>
                  </a:lnTo>
                  <a:lnTo>
                    <a:pt x="345" y="194"/>
                  </a:lnTo>
                  <a:lnTo>
                    <a:pt x="347" y="197"/>
                  </a:lnTo>
                  <a:lnTo>
                    <a:pt x="348" y="203"/>
                  </a:lnTo>
                  <a:lnTo>
                    <a:pt x="348" y="207"/>
                  </a:lnTo>
                  <a:lnTo>
                    <a:pt x="346" y="219"/>
                  </a:lnTo>
                  <a:lnTo>
                    <a:pt x="342" y="229"/>
                  </a:lnTo>
                  <a:lnTo>
                    <a:pt x="333" y="240"/>
                  </a:lnTo>
                  <a:lnTo>
                    <a:pt x="324" y="245"/>
                  </a:lnTo>
                  <a:lnTo>
                    <a:pt x="317" y="248"/>
                  </a:lnTo>
                  <a:lnTo>
                    <a:pt x="310" y="249"/>
                  </a:lnTo>
                  <a:lnTo>
                    <a:pt x="302" y="249"/>
                  </a:lnTo>
                  <a:lnTo>
                    <a:pt x="295" y="249"/>
                  </a:lnTo>
                  <a:lnTo>
                    <a:pt x="287" y="248"/>
                  </a:lnTo>
                  <a:lnTo>
                    <a:pt x="280" y="245"/>
                  </a:lnTo>
                  <a:lnTo>
                    <a:pt x="274" y="243"/>
                  </a:lnTo>
                  <a:lnTo>
                    <a:pt x="268" y="241"/>
                  </a:lnTo>
                  <a:lnTo>
                    <a:pt x="269" y="250"/>
                  </a:lnTo>
                  <a:lnTo>
                    <a:pt x="276" y="257"/>
                  </a:lnTo>
                  <a:lnTo>
                    <a:pt x="284" y="262"/>
                  </a:lnTo>
                  <a:lnTo>
                    <a:pt x="292" y="266"/>
                  </a:lnTo>
                  <a:lnTo>
                    <a:pt x="325" y="270"/>
                  </a:lnTo>
                  <a:lnTo>
                    <a:pt x="336" y="282"/>
                  </a:lnTo>
                  <a:lnTo>
                    <a:pt x="343" y="297"/>
                  </a:lnTo>
                  <a:lnTo>
                    <a:pt x="346" y="313"/>
                  </a:lnTo>
                  <a:lnTo>
                    <a:pt x="348" y="329"/>
                  </a:lnTo>
                  <a:lnTo>
                    <a:pt x="350" y="347"/>
                  </a:lnTo>
                  <a:lnTo>
                    <a:pt x="350" y="364"/>
                  </a:lnTo>
                  <a:lnTo>
                    <a:pt x="351" y="380"/>
                  </a:lnTo>
                  <a:lnTo>
                    <a:pt x="354" y="396"/>
                  </a:lnTo>
                  <a:lnTo>
                    <a:pt x="356" y="402"/>
                  </a:lnTo>
                  <a:lnTo>
                    <a:pt x="348" y="415"/>
                  </a:lnTo>
                  <a:lnTo>
                    <a:pt x="339" y="426"/>
                  </a:lnTo>
                  <a:lnTo>
                    <a:pt x="330" y="438"/>
                  </a:lnTo>
                  <a:lnTo>
                    <a:pt x="320" y="448"/>
                  </a:lnTo>
                  <a:lnTo>
                    <a:pt x="309" y="458"/>
                  </a:lnTo>
                  <a:lnTo>
                    <a:pt x="299" y="468"/>
                  </a:lnTo>
                  <a:lnTo>
                    <a:pt x="286" y="476"/>
                  </a:lnTo>
                  <a:lnTo>
                    <a:pt x="275" y="483"/>
                  </a:lnTo>
                  <a:lnTo>
                    <a:pt x="262" y="490"/>
                  </a:lnTo>
                  <a:lnTo>
                    <a:pt x="249" y="494"/>
                  </a:lnTo>
                  <a:lnTo>
                    <a:pt x="236" y="499"/>
                  </a:lnTo>
                  <a:lnTo>
                    <a:pt x="222" y="502"/>
                  </a:lnTo>
                  <a:lnTo>
                    <a:pt x="208" y="505"/>
                  </a:lnTo>
                  <a:lnTo>
                    <a:pt x="194" y="506"/>
                  </a:lnTo>
                  <a:lnTo>
                    <a:pt x="179" y="506"/>
                  </a:lnTo>
                  <a:lnTo>
                    <a:pt x="164" y="505"/>
                  </a:lnTo>
                  <a:lnTo>
                    <a:pt x="153" y="503"/>
                  </a:lnTo>
                  <a:lnTo>
                    <a:pt x="141" y="501"/>
                  </a:lnTo>
                  <a:lnTo>
                    <a:pt x="130" y="498"/>
                  </a:lnTo>
                  <a:lnTo>
                    <a:pt x="119" y="493"/>
                  </a:lnTo>
                  <a:lnTo>
                    <a:pt x="109" y="487"/>
                  </a:lnTo>
                  <a:lnTo>
                    <a:pt x="101" y="479"/>
                  </a:lnTo>
                  <a:lnTo>
                    <a:pt x="94" y="470"/>
                  </a:lnTo>
                  <a:lnTo>
                    <a:pt x="89" y="457"/>
                  </a:lnTo>
                  <a:lnTo>
                    <a:pt x="87" y="445"/>
                  </a:lnTo>
                  <a:lnTo>
                    <a:pt x="85" y="433"/>
                  </a:lnTo>
                  <a:lnTo>
                    <a:pt x="83" y="420"/>
                  </a:lnTo>
                  <a:lnTo>
                    <a:pt x="82" y="408"/>
                  </a:lnTo>
                  <a:lnTo>
                    <a:pt x="104" y="408"/>
                  </a:lnTo>
                  <a:lnTo>
                    <a:pt x="126" y="405"/>
                  </a:lnTo>
                  <a:lnTo>
                    <a:pt x="146" y="401"/>
                  </a:lnTo>
                  <a:lnTo>
                    <a:pt x="165" y="395"/>
                  </a:lnTo>
                  <a:lnTo>
                    <a:pt x="184" y="388"/>
                  </a:lnTo>
                  <a:lnTo>
                    <a:pt x="202" y="379"/>
                  </a:lnTo>
                  <a:lnTo>
                    <a:pt x="219" y="367"/>
                  </a:lnTo>
                  <a:lnTo>
                    <a:pt x="236" y="355"/>
                  </a:lnTo>
                  <a:lnTo>
                    <a:pt x="245" y="347"/>
                  </a:lnTo>
                  <a:lnTo>
                    <a:pt x="253" y="339"/>
                  </a:lnTo>
                  <a:lnTo>
                    <a:pt x="262" y="329"/>
                  </a:lnTo>
                  <a:lnTo>
                    <a:pt x="270" y="320"/>
                  </a:lnTo>
                  <a:lnTo>
                    <a:pt x="277" y="310"/>
                  </a:lnTo>
                  <a:lnTo>
                    <a:pt x="284" y="301"/>
                  </a:lnTo>
                  <a:lnTo>
                    <a:pt x="291" y="290"/>
                  </a:lnTo>
                  <a:lnTo>
                    <a:pt x="297" y="280"/>
                  </a:lnTo>
                  <a:lnTo>
                    <a:pt x="291" y="286"/>
                  </a:lnTo>
                  <a:lnTo>
                    <a:pt x="285" y="293"/>
                  </a:lnTo>
                  <a:lnTo>
                    <a:pt x="279" y="300"/>
                  </a:lnTo>
                  <a:lnTo>
                    <a:pt x="272" y="306"/>
                  </a:lnTo>
                  <a:lnTo>
                    <a:pt x="256" y="319"/>
                  </a:lnTo>
                  <a:lnTo>
                    <a:pt x="241" y="331"/>
                  </a:lnTo>
                  <a:lnTo>
                    <a:pt x="224" y="341"/>
                  </a:lnTo>
                  <a:lnTo>
                    <a:pt x="208" y="350"/>
                  </a:lnTo>
                  <a:lnTo>
                    <a:pt x="189" y="359"/>
                  </a:lnTo>
                  <a:lnTo>
                    <a:pt x="172" y="365"/>
                  </a:lnTo>
                  <a:lnTo>
                    <a:pt x="153" y="371"/>
                  </a:lnTo>
                  <a:lnTo>
                    <a:pt x="133" y="373"/>
                  </a:lnTo>
                  <a:lnTo>
                    <a:pt x="121" y="374"/>
                  </a:lnTo>
                  <a:lnTo>
                    <a:pt x="110" y="374"/>
                  </a:lnTo>
                  <a:lnTo>
                    <a:pt x="98" y="374"/>
                  </a:lnTo>
                  <a:lnTo>
                    <a:pt x="87" y="374"/>
                  </a:lnTo>
                  <a:lnTo>
                    <a:pt x="75" y="374"/>
                  </a:lnTo>
                  <a:lnTo>
                    <a:pt x="64" y="373"/>
                  </a:lnTo>
                  <a:lnTo>
                    <a:pt x="53" y="372"/>
                  </a:lnTo>
                  <a:lnTo>
                    <a:pt x="42" y="371"/>
                  </a:lnTo>
                  <a:lnTo>
                    <a:pt x="36" y="369"/>
                  </a:lnTo>
                  <a:lnTo>
                    <a:pt x="35" y="363"/>
                  </a:lnTo>
                  <a:lnTo>
                    <a:pt x="35" y="357"/>
                  </a:lnTo>
                  <a:lnTo>
                    <a:pt x="36" y="351"/>
                  </a:lnTo>
                  <a:lnTo>
                    <a:pt x="40" y="338"/>
                  </a:lnTo>
                  <a:lnTo>
                    <a:pt x="44" y="324"/>
                  </a:lnTo>
                  <a:lnTo>
                    <a:pt x="47" y="310"/>
                  </a:lnTo>
                  <a:lnTo>
                    <a:pt x="45" y="295"/>
                  </a:lnTo>
                  <a:lnTo>
                    <a:pt x="42" y="290"/>
                  </a:lnTo>
                  <a:lnTo>
                    <a:pt x="36" y="286"/>
                  </a:lnTo>
                  <a:lnTo>
                    <a:pt x="32" y="281"/>
                  </a:lnTo>
                  <a:lnTo>
                    <a:pt x="29" y="275"/>
                  </a:lnTo>
                  <a:lnTo>
                    <a:pt x="30" y="266"/>
                  </a:lnTo>
                  <a:lnTo>
                    <a:pt x="41" y="271"/>
                  </a:lnTo>
                  <a:lnTo>
                    <a:pt x="51" y="273"/>
                  </a:lnTo>
                  <a:lnTo>
                    <a:pt x="63" y="274"/>
                  </a:lnTo>
                  <a:lnTo>
                    <a:pt x="74" y="273"/>
                  </a:lnTo>
                  <a:lnTo>
                    <a:pt x="86" y="272"/>
                  </a:lnTo>
                  <a:lnTo>
                    <a:pt x="97" y="268"/>
                  </a:lnTo>
                  <a:lnTo>
                    <a:pt x="106" y="264"/>
                  </a:lnTo>
                  <a:lnTo>
                    <a:pt x="116" y="257"/>
                  </a:lnTo>
                  <a:lnTo>
                    <a:pt x="118" y="253"/>
                  </a:lnTo>
                  <a:lnTo>
                    <a:pt x="120" y="250"/>
                  </a:lnTo>
                  <a:lnTo>
                    <a:pt x="123" y="247"/>
                  </a:lnTo>
                  <a:lnTo>
                    <a:pt x="124" y="243"/>
                  </a:lnTo>
                  <a:lnTo>
                    <a:pt x="115" y="248"/>
                  </a:lnTo>
                  <a:lnTo>
                    <a:pt x="105" y="252"/>
                  </a:lnTo>
                  <a:lnTo>
                    <a:pt x="95" y="256"/>
                  </a:lnTo>
                  <a:lnTo>
                    <a:pt x="83" y="258"/>
                  </a:lnTo>
                  <a:lnTo>
                    <a:pt x="73" y="259"/>
                  </a:lnTo>
                  <a:lnTo>
                    <a:pt x="62" y="258"/>
                  </a:lnTo>
                  <a:lnTo>
                    <a:pt x="50" y="257"/>
                  </a:lnTo>
                  <a:lnTo>
                    <a:pt x="40" y="253"/>
                  </a:lnTo>
                  <a:lnTo>
                    <a:pt x="44" y="244"/>
                  </a:lnTo>
                  <a:lnTo>
                    <a:pt x="47" y="237"/>
                  </a:lnTo>
                  <a:lnTo>
                    <a:pt x="49" y="234"/>
                  </a:lnTo>
                  <a:lnTo>
                    <a:pt x="50" y="233"/>
                  </a:lnTo>
                  <a:lnTo>
                    <a:pt x="57" y="234"/>
                  </a:lnTo>
                  <a:lnTo>
                    <a:pt x="65" y="234"/>
                  </a:lnTo>
                  <a:lnTo>
                    <a:pt x="72" y="234"/>
                  </a:lnTo>
                  <a:lnTo>
                    <a:pt x="79" y="230"/>
                  </a:lnTo>
                  <a:lnTo>
                    <a:pt x="82" y="227"/>
                  </a:lnTo>
                  <a:lnTo>
                    <a:pt x="86" y="224"/>
                  </a:lnTo>
                  <a:lnTo>
                    <a:pt x="87" y="219"/>
                  </a:lnTo>
                  <a:lnTo>
                    <a:pt x="88" y="214"/>
                  </a:lnTo>
                  <a:lnTo>
                    <a:pt x="86" y="206"/>
                  </a:lnTo>
                  <a:lnTo>
                    <a:pt x="82" y="199"/>
                  </a:lnTo>
                  <a:lnTo>
                    <a:pt x="78" y="194"/>
                  </a:lnTo>
                  <a:lnTo>
                    <a:pt x="71" y="189"/>
                  </a:lnTo>
                  <a:lnTo>
                    <a:pt x="63" y="187"/>
                  </a:lnTo>
                  <a:lnTo>
                    <a:pt x="55" y="187"/>
                  </a:lnTo>
                  <a:lnTo>
                    <a:pt x="47" y="190"/>
                  </a:lnTo>
                  <a:lnTo>
                    <a:pt x="40" y="194"/>
                  </a:lnTo>
                  <a:lnTo>
                    <a:pt x="45" y="192"/>
                  </a:lnTo>
                  <a:lnTo>
                    <a:pt x="52" y="191"/>
                  </a:lnTo>
                  <a:lnTo>
                    <a:pt x="59" y="191"/>
                  </a:lnTo>
                  <a:lnTo>
                    <a:pt x="65" y="194"/>
                  </a:lnTo>
                  <a:lnTo>
                    <a:pt x="68" y="198"/>
                  </a:lnTo>
                  <a:lnTo>
                    <a:pt x="70" y="204"/>
                  </a:lnTo>
                  <a:lnTo>
                    <a:pt x="68" y="210"/>
                  </a:lnTo>
                  <a:lnTo>
                    <a:pt x="67" y="214"/>
                  </a:lnTo>
                  <a:lnTo>
                    <a:pt x="66" y="217"/>
                  </a:lnTo>
                  <a:lnTo>
                    <a:pt x="64" y="219"/>
                  </a:lnTo>
                  <a:lnTo>
                    <a:pt x="62" y="220"/>
                  </a:lnTo>
                  <a:lnTo>
                    <a:pt x="59" y="220"/>
                  </a:lnTo>
                  <a:lnTo>
                    <a:pt x="51" y="219"/>
                  </a:lnTo>
                  <a:lnTo>
                    <a:pt x="44" y="219"/>
                  </a:lnTo>
                  <a:lnTo>
                    <a:pt x="36" y="218"/>
                  </a:lnTo>
                  <a:lnTo>
                    <a:pt x="29" y="215"/>
                  </a:lnTo>
                  <a:lnTo>
                    <a:pt x="22" y="214"/>
                  </a:lnTo>
                  <a:lnTo>
                    <a:pt x="15" y="213"/>
                  </a:lnTo>
                  <a:lnTo>
                    <a:pt x="7" y="211"/>
                  </a:lnTo>
                  <a:lnTo>
                    <a:pt x="0" y="210"/>
                  </a:lnTo>
                  <a:lnTo>
                    <a:pt x="7" y="190"/>
                  </a:lnTo>
                  <a:lnTo>
                    <a:pt x="17" y="172"/>
                  </a:lnTo>
                  <a:lnTo>
                    <a:pt x="27" y="153"/>
                  </a:lnTo>
                  <a:lnTo>
                    <a:pt x="38" y="136"/>
                  </a:lnTo>
                  <a:lnTo>
                    <a:pt x="51" y="119"/>
                  </a:lnTo>
                  <a:lnTo>
                    <a:pt x="65" y="103"/>
                  </a:lnTo>
                  <a:lnTo>
                    <a:pt x="80" y="85"/>
                  </a:lnTo>
                  <a:lnTo>
                    <a:pt x="94" y="69"/>
                  </a:lnTo>
                  <a:lnTo>
                    <a:pt x="100" y="62"/>
                  </a:lnTo>
                  <a:lnTo>
                    <a:pt x="105" y="55"/>
                  </a:lnTo>
                  <a:lnTo>
                    <a:pt x="112" y="48"/>
                  </a:lnTo>
                  <a:lnTo>
                    <a:pt x="118" y="42"/>
                  </a:lnTo>
                  <a:lnTo>
                    <a:pt x="125" y="36"/>
                  </a:lnTo>
                  <a:lnTo>
                    <a:pt x="131" y="31"/>
                  </a:lnTo>
                  <a:lnTo>
                    <a:pt x="138" y="28"/>
                  </a:lnTo>
                  <a:lnTo>
                    <a:pt x="146" y="25"/>
                  </a:lnTo>
                  <a:lnTo>
                    <a:pt x="158" y="23"/>
                  </a:lnTo>
                  <a:lnTo>
                    <a:pt x="170" y="21"/>
                  </a:lnTo>
                  <a:lnTo>
                    <a:pt x="181" y="17"/>
                  </a:lnTo>
                  <a:lnTo>
                    <a:pt x="193" y="13"/>
                  </a:lnTo>
                  <a:lnTo>
                    <a:pt x="204" y="9"/>
                  </a:lnTo>
                  <a:lnTo>
                    <a:pt x="216" y="6"/>
                  </a:lnTo>
                  <a:lnTo>
                    <a:pt x="227" y="2"/>
                  </a:lnTo>
                  <a:lnTo>
                    <a:pt x="239" y="0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2BFB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7" name="Freeform 46"/>
            <p:cNvSpPr/>
            <p:nvPr/>
          </p:nvSpPr>
          <p:spPr>
            <a:xfrm>
              <a:off x="3922" y="2293"/>
              <a:ext cx="64" cy="31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27" h="62">
                  <a:moveTo>
                    <a:pt x="127" y="62"/>
                  </a:moveTo>
                  <a:lnTo>
                    <a:pt x="117" y="54"/>
                  </a:lnTo>
                  <a:lnTo>
                    <a:pt x="107" y="44"/>
                  </a:lnTo>
                  <a:lnTo>
                    <a:pt x="98" y="36"/>
                  </a:lnTo>
                  <a:lnTo>
                    <a:pt x="87" y="27"/>
                  </a:lnTo>
                  <a:lnTo>
                    <a:pt x="77" y="21"/>
                  </a:lnTo>
                  <a:lnTo>
                    <a:pt x="67" y="16"/>
                  </a:lnTo>
                  <a:lnTo>
                    <a:pt x="54" y="13"/>
                  </a:lnTo>
                  <a:lnTo>
                    <a:pt x="41" y="15"/>
                  </a:lnTo>
                  <a:lnTo>
                    <a:pt x="0" y="15"/>
                  </a:lnTo>
                  <a:lnTo>
                    <a:pt x="9" y="9"/>
                  </a:lnTo>
                  <a:lnTo>
                    <a:pt x="19" y="5"/>
                  </a:lnTo>
                  <a:lnTo>
                    <a:pt x="30" y="2"/>
                  </a:lnTo>
                  <a:lnTo>
                    <a:pt x="41" y="0"/>
                  </a:lnTo>
                  <a:lnTo>
                    <a:pt x="53" y="0"/>
                  </a:lnTo>
                  <a:lnTo>
                    <a:pt x="64" y="1"/>
                  </a:lnTo>
                  <a:lnTo>
                    <a:pt x="75" y="3"/>
                  </a:lnTo>
                  <a:lnTo>
                    <a:pt x="85" y="9"/>
                  </a:lnTo>
                  <a:lnTo>
                    <a:pt x="92" y="13"/>
                  </a:lnTo>
                  <a:lnTo>
                    <a:pt x="98" y="19"/>
                  </a:lnTo>
                  <a:lnTo>
                    <a:pt x="104" y="26"/>
                  </a:lnTo>
                  <a:lnTo>
                    <a:pt x="109" y="33"/>
                  </a:lnTo>
                  <a:lnTo>
                    <a:pt x="114" y="40"/>
                  </a:lnTo>
                  <a:lnTo>
                    <a:pt x="119" y="47"/>
                  </a:lnTo>
                  <a:lnTo>
                    <a:pt x="123" y="55"/>
                  </a:lnTo>
                  <a:lnTo>
                    <a:pt x="127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8" name="Freeform 47"/>
            <p:cNvSpPr/>
            <p:nvPr/>
          </p:nvSpPr>
          <p:spPr>
            <a:xfrm>
              <a:off x="3921" y="2316"/>
              <a:ext cx="39" cy="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80" h="31">
                  <a:moveTo>
                    <a:pt x="80" y="7"/>
                  </a:moveTo>
                  <a:lnTo>
                    <a:pt x="75" y="13"/>
                  </a:lnTo>
                  <a:lnTo>
                    <a:pt x="68" y="20"/>
                  </a:lnTo>
                  <a:lnTo>
                    <a:pt x="63" y="25"/>
                  </a:lnTo>
                  <a:lnTo>
                    <a:pt x="56" y="28"/>
                  </a:lnTo>
                  <a:lnTo>
                    <a:pt x="48" y="30"/>
                  </a:lnTo>
                  <a:lnTo>
                    <a:pt x="40" y="31"/>
                  </a:lnTo>
                  <a:lnTo>
                    <a:pt x="31" y="31"/>
                  </a:lnTo>
                  <a:lnTo>
                    <a:pt x="23" y="30"/>
                  </a:lnTo>
                  <a:lnTo>
                    <a:pt x="14" y="26"/>
                  </a:lnTo>
                  <a:lnTo>
                    <a:pt x="7" y="19"/>
                  </a:lnTo>
                  <a:lnTo>
                    <a:pt x="3" y="11"/>
                  </a:lnTo>
                  <a:lnTo>
                    <a:pt x="0" y="2"/>
                  </a:lnTo>
                  <a:lnTo>
                    <a:pt x="0" y="0"/>
                  </a:lnTo>
                  <a:lnTo>
                    <a:pt x="10" y="4"/>
                  </a:lnTo>
                  <a:lnTo>
                    <a:pt x="19" y="8"/>
                  </a:lnTo>
                  <a:lnTo>
                    <a:pt x="28" y="10"/>
                  </a:lnTo>
                  <a:lnTo>
                    <a:pt x="38" y="11"/>
                  </a:lnTo>
                  <a:lnTo>
                    <a:pt x="50" y="11"/>
                  </a:lnTo>
                  <a:lnTo>
                    <a:pt x="60" y="11"/>
                  </a:lnTo>
                  <a:lnTo>
                    <a:pt x="70" y="9"/>
                  </a:lnTo>
                  <a:lnTo>
                    <a:pt x="80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9" name="Freeform 48"/>
            <p:cNvSpPr/>
            <p:nvPr/>
          </p:nvSpPr>
          <p:spPr>
            <a:xfrm>
              <a:off x="3756" y="2321"/>
              <a:ext cx="49" cy="43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98" h="85">
                  <a:moveTo>
                    <a:pt x="93" y="20"/>
                  </a:moveTo>
                  <a:lnTo>
                    <a:pt x="95" y="25"/>
                  </a:lnTo>
                  <a:lnTo>
                    <a:pt x="97" y="31"/>
                  </a:lnTo>
                  <a:lnTo>
                    <a:pt x="98" y="38"/>
                  </a:lnTo>
                  <a:lnTo>
                    <a:pt x="97" y="45"/>
                  </a:lnTo>
                  <a:lnTo>
                    <a:pt x="92" y="37"/>
                  </a:lnTo>
                  <a:lnTo>
                    <a:pt x="86" y="29"/>
                  </a:lnTo>
                  <a:lnTo>
                    <a:pt x="79" y="22"/>
                  </a:lnTo>
                  <a:lnTo>
                    <a:pt x="72" y="15"/>
                  </a:lnTo>
                  <a:lnTo>
                    <a:pt x="76" y="22"/>
                  </a:lnTo>
                  <a:lnTo>
                    <a:pt x="80" y="30"/>
                  </a:lnTo>
                  <a:lnTo>
                    <a:pt x="83" y="39"/>
                  </a:lnTo>
                  <a:lnTo>
                    <a:pt x="84" y="48"/>
                  </a:lnTo>
                  <a:lnTo>
                    <a:pt x="84" y="55"/>
                  </a:lnTo>
                  <a:lnTo>
                    <a:pt x="82" y="62"/>
                  </a:lnTo>
                  <a:lnTo>
                    <a:pt x="80" y="69"/>
                  </a:lnTo>
                  <a:lnTo>
                    <a:pt x="78" y="76"/>
                  </a:lnTo>
                  <a:lnTo>
                    <a:pt x="76" y="60"/>
                  </a:lnTo>
                  <a:lnTo>
                    <a:pt x="71" y="45"/>
                  </a:lnTo>
                  <a:lnTo>
                    <a:pt x="63" y="31"/>
                  </a:lnTo>
                  <a:lnTo>
                    <a:pt x="52" y="20"/>
                  </a:lnTo>
                  <a:lnTo>
                    <a:pt x="52" y="24"/>
                  </a:lnTo>
                  <a:lnTo>
                    <a:pt x="54" y="29"/>
                  </a:lnTo>
                  <a:lnTo>
                    <a:pt x="57" y="33"/>
                  </a:lnTo>
                  <a:lnTo>
                    <a:pt x="60" y="38"/>
                  </a:lnTo>
                  <a:lnTo>
                    <a:pt x="62" y="51"/>
                  </a:lnTo>
                  <a:lnTo>
                    <a:pt x="62" y="63"/>
                  </a:lnTo>
                  <a:lnTo>
                    <a:pt x="59" y="75"/>
                  </a:lnTo>
                  <a:lnTo>
                    <a:pt x="52" y="85"/>
                  </a:lnTo>
                  <a:lnTo>
                    <a:pt x="51" y="78"/>
                  </a:lnTo>
                  <a:lnTo>
                    <a:pt x="51" y="69"/>
                  </a:lnTo>
                  <a:lnTo>
                    <a:pt x="51" y="61"/>
                  </a:lnTo>
                  <a:lnTo>
                    <a:pt x="48" y="54"/>
                  </a:lnTo>
                  <a:lnTo>
                    <a:pt x="42" y="46"/>
                  </a:lnTo>
                  <a:lnTo>
                    <a:pt x="36" y="38"/>
                  </a:lnTo>
                  <a:lnTo>
                    <a:pt x="26" y="31"/>
                  </a:lnTo>
                  <a:lnTo>
                    <a:pt x="17" y="28"/>
                  </a:lnTo>
                  <a:lnTo>
                    <a:pt x="12" y="28"/>
                  </a:lnTo>
                  <a:lnTo>
                    <a:pt x="9" y="28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2" y="23"/>
                  </a:lnTo>
                  <a:lnTo>
                    <a:pt x="6" y="18"/>
                  </a:lnTo>
                  <a:lnTo>
                    <a:pt x="11" y="14"/>
                  </a:lnTo>
                  <a:lnTo>
                    <a:pt x="17" y="12"/>
                  </a:lnTo>
                  <a:lnTo>
                    <a:pt x="23" y="9"/>
                  </a:lnTo>
                  <a:lnTo>
                    <a:pt x="29" y="7"/>
                  </a:lnTo>
                  <a:lnTo>
                    <a:pt x="36" y="5"/>
                  </a:lnTo>
                  <a:lnTo>
                    <a:pt x="41" y="2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71" y="1"/>
                  </a:lnTo>
                  <a:lnTo>
                    <a:pt x="77" y="5"/>
                  </a:lnTo>
                  <a:lnTo>
                    <a:pt x="84" y="8"/>
                  </a:lnTo>
                  <a:lnTo>
                    <a:pt x="89" y="14"/>
                  </a:lnTo>
                  <a:lnTo>
                    <a:pt x="93" y="20"/>
                  </a:lnTo>
                  <a:close/>
                </a:path>
              </a:pathLst>
            </a:custGeom>
            <a:solidFill>
              <a:srgbClr val="F2BFB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0" name="Freeform 49"/>
            <p:cNvSpPr/>
            <p:nvPr/>
          </p:nvSpPr>
          <p:spPr>
            <a:xfrm>
              <a:off x="4172" y="2330"/>
              <a:ext cx="50" cy="41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00" h="81">
                  <a:moveTo>
                    <a:pt x="78" y="7"/>
                  </a:moveTo>
                  <a:lnTo>
                    <a:pt x="85" y="14"/>
                  </a:lnTo>
                  <a:lnTo>
                    <a:pt x="90" y="21"/>
                  </a:lnTo>
                  <a:lnTo>
                    <a:pt x="94" y="29"/>
                  </a:lnTo>
                  <a:lnTo>
                    <a:pt x="100" y="36"/>
                  </a:lnTo>
                  <a:lnTo>
                    <a:pt x="91" y="38"/>
                  </a:lnTo>
                  <a:lnTo>
                    <a:pt x="82" y="41"/>
                  </a:lnTo>
                  <a:lnTo>
                    <a:pt x="74" y="46"/>
                  </a:lnTo>
                  <a:lnTo>
                    <a:pt x="68" y="55"/>
                  </a:lnTo>
                  <a:lnTo>
                    <a:pt x="67" y="63"/>
                  </a:lnTo>
                  <a:lnTo>
                    <a:pt x="64" y="72"/>
                  </a:lnTo>
                  <a:lnTo>
                    <a:pt x="62" y="79"/>
                  </a:lnTo>
                  <a:lnTo>
                    <a:pt x="54" y="81"/>
                  </a:lnTo>
                  <a:lnTo>
                    <a:pt x="49" y="80"/>
                  </a:lnTo>
                  <a:lnTo>
                    <a:pt x="45" y="75"/>
                  </a:lnTo>
                  <a:lnTo>
                    <a:pt x="41" y="70"/>
                  </a:lnTo>
                  <a:lnTo>
                    <a:pt x="40" y="65"/>
                  </a:lnTo>
                  <a:lnTo>
                    <a:pt x="41" y="52"/>
                  </a:lnTo>
                  <a:lnTo>
                    <a:pt x="47" y="42"/>
                  </a:lnTo>
                  <a:lnTo>
                    <a:pt x="55" y="33"/>
                  </a:lnTo>
                  <a:lnTo>
                    <a:pt x="64" y="25"/>
                  </a:lnTo>
                  <a:lnTo>
                    <a:pt x="60" y="23"/>
                  </a:lnTo>
                  <a:lnTo>
                    <a:pt x="56" y="25"/>
                  </a:lnTo>
                  <a:lnTo>
                    <a:pt x="52" y="26"/>
                  </a:lnTo>
                  <a:lnTo>
                    <a:pt x="48" y="28"/>
                  </a:lnTo>
                  <a:lnTo>
                    <a:pt x="41" y="34"/>
                  </a:lnTo>
                  <a:lnTo>
                    <a:pt x="34" y="41"/>
                  </a:lnTo>
                  <a:lnTo>
                    <a:pt x="30" y="49"/>
                  </a:lnTo>
                  <a:lnTo>
                    <a:pt x="27" y="57"/>
                  </a:lnTo>
                  <a:lnTo>
                    <a:pt x="26" y="63"/>
                  </a:lnTo>
                  <a:lnTo>
                    <a:pt x="27" y="70"/>
                  </a:lnTo>
                  <a:lnTo>
                    <a:pt x="27" y="75"/>
                  </a:lnTo>
                  <a:lnTo>
                    <a:pt x="30" y="81"/>
                  </a:lnTo>
                  <a:lnTo>
                    <a:pt x="25" y="80"/>
                  </a:lnTo>
                  <a:lnTo>
                    <a:pt x="22" y="78"/>
                  </a:lnTo>
                  <a:lnTo>
                    <a:pt x="18" y="75"/>
                  </a:lnTo>
                  <a:lnTo>
                    <a:pt x="17" y="71"/>
                  </a:lnTo>
                  <a:lnTo>
                    <a:pt x="16" y="58"/>
                  </a:lnTo>
                  <a:lnTo>
                    <a:pt x="17" y="45"/>
                  </a:lnTo>
                  <a:lnTo>
                    <a:pt x="22" y="34"/>
                  </a:lnTo>
                  <a:lnTo>
                    <a:pt x="30" y="25"/>
                  </a:lnTo>
                  <a:lnTo>
                    <a:pt x="42" y="14"/>
                  </a:lnTo>
                  <a:lnTo>
                    <a:pt x="37" y="15"/>
                  </a:lnTo>
                  <a:lnTo>
                    <a:pt x="31" y="17"/>
                  </a:lnTo>
                  <a:lnTo>
                    <a:pt x="26" y="20"/>
                  </a:lnTo>
                  <a:lnTo>
                    <a:pt x="22" y="23"/>
                  </a:lnTo>
                  <a:lnTo>
                    <a:pt x="17" y="27"/>
                  </a:lnTo>
                  <a:lnTo>
                    <a:pt x="12" y="32"/>
                  </a:lnTo>
                  <a:lnTo>
                    <a:pt x="9" y="37"/>
                  </a:lnTo>
                  <a:lnTo>
                    <a:pt x="7" y="42"/>
                  </a:lnTo>
                  <a:lnTo>
                    <a:pt x="4" y="46"/>
                  </a:lnTo>
                  <a:lnTo>
                    <a:pt x="2" y="51"/>
                  </a:lnTo>
                  <a:lnTo>
                    <a:pt x="1" y="56"/>
                  </a:lnTo>
                  <a:lnTo>
                    <a:pt x="0" y="61"/>
                  </a:lnTo>
                  <a:lnTo>
                    <a:pt x="0" y="46"/>
                  </a:lnTo>
                  <a:lnTo>
                    <a:pt x="3" y="33"/>
                  </a:lnTo>
                  <a:lnTo>
                    <a:pt x="11" y="20"/>
                  </a:lnTo>
                  <a:lnTo>
                    <a:pt x="23" y="11"/>
                  </a:lnTo>
                  <a:lnTo>
                    <a:pt x="29" y="7"/>
                  </a:lnTo>
                  <a:lnTo>
                    <a:pt x="35" y="5"/>
                  </a:lnTo>
                  <a:lnTo>
                    <a:pt x="42" y="3"/>
                  </a:lnTo>
                  <a:lnTo>
                    <a:pt x="50" y="0"/>
                  </a:lnTo>
                  <a:lnTo>
                    <a:pt x="57" y="0"/>
                  </a:lnTo>
                  <a:lnTo>
                    <a:pt x="64" y="2"/>
                  </a:lnTo>
                  <a:lnTo>
                    <a:pt x="71" y="4"/>
                  </a:lnTo>
                  <a:lnTo>
                    <a:pt x="78" y="7"/>
                  </a:lnTo>
                  <a:close/>
                </a:path>
              </a:pathLst>
            </a:custGeom>
            <a:solidFill>
              <a:srgbClr val="F2BFB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1" name="Freeform 50"/>
            <p:cNvSpPr/>
            <p:nvPr/>
          </p:nvSpPr>
          <p:spPr>
            <a:xfrm>
              <a:off x="4003" y="2353"/>
              <a:ext cx="30" cy="2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60" h="40">
                  <a:moveTo>
                    <a:pt x="60" y="11"/>
                  </a:moveTo>
                  <a:lnTo>
                    <a:pt x="47" y="12"/>
                  </a:lnTo>
                  <a:lnTo>
                    <a:pt x="46" y="20"/>
                  </a:lnTo>
                  <a:lnTo>
                    <a:pt x="43" y="27"/>
                  </a:lnTo>
                  <a:lnTo>
                    <a:pt x="38" y="34"/>
                  </a:lnTo>
                  <a:lnTo>
                    <a:pt x="31" y="40"/>
                  </a:lnTo>
                  <a:lnTo>
                    <a:pt x="30" y="37"/>
                  </a:lnTo>
                  <a:lnTo>
                    <a:pt x="31" y="34"/>
                  </a:lnTo>
                  <a:lnTo>
                    <a:pt x="32" y="32"/>
                  </a:lnTo>
                  <a:lnTo>
                    <a:pt x="34" y="28"/>
                  </a:lnTo>
                  <a:lnTo>
                    <a:pt x="31" y="18"/>
                  </a:lnTo>
                  <a:lnTo>
                    <a:pt x="24" y="22"/>
                  </a:lnTo>
                  <a:lnTo>
                    <a:pt x="17" y="27"/>
                  </a:lnTo>
                  <a:lnTo>
                    <a:pt x="9" y="32"/>
                  </a:lnTo>
                  <a:lnTo>
                    <a:pt x="0" y="33"/>
                  </a:lnTo>
                  <a:lnTo>
                    <a:pt x="6" y="22"/>
                  </a:lnTo>
                  <a:lnTo>
                    <a:pt x="14" y="13"/>
                  </a:lnTo>
                  <a:lnTo>
                    <a:pt x="22" y="5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7" y="4"/>
                  </a:lnTo>
                  <a:lnTo>
                    <a:pt x="54" y="7"/>
                  </a:lnTo>
                  <a:lnTo>
                    <a:pt x="60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2" name="Freeform 51"/>
            <p:cNvSpPr/>
            <p:nvPr/>
          </p:nvSpPr>
          <p:spPr>
            <a:xfrm>
              <a:off x="3773" y="2370"/>
              <a:ext cx="51" cy="10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04" h="216">
                  <a:moveTo>
                    <a:pt x="34" y="2"/>
                  </a:moveTo>
                  <a:lnTo>
                    <a:pt x="36" y="24"/>
                  </a:lnTo>
                  <a:lnTo>
                    <a:pt x="41" y="45"/>
                  </a:lnTo>
                  <a:lnTo>
                    <a:pt x="47" y="66"/>
                  </a:lnTo>
                  <a:lnTo>
                    <a:pt x="57" y="85"/>
                  </a:lnTo>
                  <a:lnTo>
                    <a:pt x="66" y="105"/>
                  </a:lnTo>
                  <a:lnTo>
                    <a:pt x="77" y="123"/>
                  </a:lnTo>
                  <a:lnTo>
                    <a:pt x="90" y="142"/>
                  </a:lnTo>
                  <a:lnTo>
                    <a:pt x="104" y="159"/>
                  </a:lnTo>
                  <a:lnTo>
                    <a:pt x="97" y="163"/>
                  </a:lnTo>
                  <a:lnTo>
                    <a:pt x="89" y="169"/>
                  </a:lnTo>
                  <a:lnTo>
                    <a:pt x="82" y="176"/>
                  </a:lnTo>
                  <a:lnTo>
                    <a:pt x="75" y="183"/>
                  </a:lnTo>
                  <a:lnTo>
                    <a:pt x="69" y="191"/>
                  </a:lnTo>
                  <a:lnTo>
                    <a:pt x="64" y="199"/>
                  </a:lnTo>
                  <a:lnTo>
                    <a:pt x="60" y="208"/>
                  </a:lnTo>
                  <a:lnTo>
                    <a:pt x="57" y="216"/>
                  </a:lnTo>
                  <a:lnTo>
                    <a:pt x="42" y="193"/>
                  </a:lnTo>
                  <a:lnTo>
                    <a:pt x="30" y="168"/>
                  </a:lnTo>
                  <a:lnTo>
                    <a:pt x="20" y="143"/>
                  </a:lnTo>
                  <a:lnTo>
                    <a:pt x="12" y="116"/>
                  </a:lnTo>
                  <a:lnTo>
                    <a:pt x="6" y="89"/>
                  </a:lnTo>
                  <a:lnTo>
                    <a:pt x="3" y="60"/>
                  </a:lnTo>
                  <a:lnTo>
                    <a:pt x="0" y="30"/>
                  </a:lnTo>
                  <a:lnTo>
                    <a:pt x="1" y="0"/>
                  </a:lnTo>
                  <a:lnTo>
                    <a:pt x="9" y="1"/>
                  </a:lnTo>
                  <a:lnTo>
                    <a:pt x="18" y="2"/>
                  </a:lnTo>
                  <a:lnTo>
                    <a:pt x="26" y="2"/>
                  </a:lnTo>
                  <a:lnTo>
                    <a:pt x="34" y="2"/>
                  </a:lnTo>
                  <a:close/>
                </a:path>
              </a:pathLst>
            </a:custGeom>
            <a:solidFill>
              <a:srgbClr val="F2BFB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3" name="Freeform 52"/>
            <p:cNvSpPr/>
            <p:nvPr/>
          </p:nvSpPr>
          <p:spPr>
            <a:xfrm>
              <a:off x="4123" y="2381"/>
              <a:ext cx="82" cy="14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pathLst>
                <a:path w="163" h="292">
                  <a:moveTo>
                    <a:pt x="163" y="0"/>
                  </a:moveTo>
                  <a:lnTo>
                    <a:pt x="163" y="31"/>
                  </a:lnTo>
                  <a:lnTo>
                    <a:pt x="159" y="62"/>
                  </a:lnTo>
                  <a:lnTo>
                    <a:pt x="151" y="92"/>
                  </a:lnTo>
                  <a:lnTo>
                    <a:pt x="143" y="122"/>
                  </a:lnTo>
                  <a:lnTo>
                    <a:pt x="133" y="146"/>
                  </a:lnTo>
                  <a:lnTo>
                    <a:pt x="123" y="171"/>
                  </a:lnTo>
                  <a:lnTo>
                    <a:pt x="109" y="194"/>
                  </a:lnTo>
                  <a:lnTo>
                    <a:pt x="94" y="217"/>
                  </a:lnTo>
                  <a:lnTo>
                    <a:pt x="77" y="239"/>
                  </a:lnTo>
                  <a:lnTo>
                    <a:pt x="59" y="259"/>
                  </a:lnTo>
                  <a:lnTo>
                    <a:pt x="37" y="277"/>
                  </a:lnTo>
                  <a:lnTo>
                    <a:pt x="14" y="292"/>
                  </a:lnTo>
                  <a:lnTo>
                    <a:pt x="25" y="265"/>
                  </a:lnTo>
                  <a:lnTo>
                    <a:pt x="30" y="232"/>
                  </a:lnTo>
                  <a:lnTo>
                    <a:pt x="26" y="201"/>
                  </a:lnTo>
                  <a:lnTo>
                    <a:pt x="14" y="173"/>
                  </a:lnTo>
                  <a:lnTo>
                    <a:pt x="0" y="159"/>
                  </a:lnTo>
                  <a:lnTo>
                    <a:pt x="17" y="151"/>
                  </a:lnTo>
                  <a:lnTo>
                    <a:pt x="36" y="143"/>
                  </a:lnTo>
                  <a:lnTo>
                    <a:pt x="54" y="132"/>
                  </a:lnTo>
                  <a:lnTo>
                    <a:pt x="71" y="121"/>
                  </a:lnTo>
                  <a:lnTo>
                    <a:pt x="87" y="107"/>
                  </a:lnTo>
                  <a:lnTo>
                    <a:pt x="102" y="92"/>
                  </a:lnTo>
                  <a:lnTo>
                    <a:pt x="115" y="75"/>
                  </a:lnTo>
                  <a:lnTo>
                    <a:pt x="124" y="56"/>
                  </a:lnTo>
                  <a:lnTo>
                    <a:pt x="129" y="44"/>
                  </a:lnTo>
                  <a:lnTo>
                    <a:pt x="135" y="30"/>
                  </a:lnTo>
                  <a:lnTo>
                    <a:pt x="139" y="17"/>
                  </a:lnTo>
                  <a:lnTo>
                    <a:pt x="143" y="4"/>
                  </a:lnTo>
                  <a:lnTo>
                    <a:pt x="148" y="3"/>
                  </a:lnTo>
                  <a:lnTo>
                    <a:pt x="153" y="2"/>
                  </a:lnTo>
                  <a:lnTo>
                    <a:pt x="159" y="1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2BFB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4" name="Freeform 53"/>
            <p:cNvSpPr/>
            <p:nvPr/>
          </p:nvSpPr>
          <p:spPr>
            <a:xfrm>
              <a:off x="3808" y="2455"/>
              <a:ext cx="52" cy="5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03" h="100">
                  <a:moveTo>
                    <a:pt x="103" y="37"/>
                  </a:moveTo>
                  <a:lnTo>
                    <a:pt x="93" y="40"/>
                  </a:lnTo>
                  <a:lnTo>
                    <a:pt x="81" y="46"/>
                  </a:lnTo>
                  <a:lnTo>
                    <a:pt x="71" y="52"/>
                  </a:lnTo>
                  <a:lnTo>
                    <a:pt x="60" y="59"/>
                  </a:lnTo>
                  <a:lnTo>
                    <a:pt x="50" y="68"/>
                  </a:lnTo>
                  <a:lnTo>
                    <a:pt x="41" y="77"/>
                  </a:lnTo>
                  <a:lnTo>
                    <a:pt x="34" y="88"/>
                  </a:lnTo>
                  <a:lnTo>
                    <a:pt x="31" y="100"/>
                  </a:lnTo>
                  <a:lnTo>
                    <a:pt x="20" y="92"/>
                  </a:lnTo>
                  <a:lnTo>
                    <a:pt x="10" y="84"/>
                  </a:lnTo>
                  <a:lnTo>
                    <a:pt x="2" y="74"/>
                  </a:lnTo>
                  <a:lnTo>
                    <a:pt x="0" y="62"/>
                  </a:lnTo>
                  <a:lnTo>
                    <a:pt x="1" y="53"/>
                  </a:lnTo>
                  <a:lnTo>
                    <a:pt x="4" y="45"/>
                  </a:lnTo>
                  <a:lnTo>
                    <a:pt x="9" y="36"/>
                  </a:lnTo>
                  <a:lnTo>
                    <a:pt x="14" y="29"/>
                  </a:lnTo>
                  <a:lnTo>
                    <a:pt x="20" y="21"/>
                  </a:lnTo>
                  <a:lnTo>
                    <a:pt x="27" y="14"/>
                  </a:lnTo>
                  <a:lnTo>
                    <a:pt x="34" y="7"/>
                  </a:lnTo>
                  <a:lnTo>
                    <a:pt x="41" y="0"/>
                  </a:lnTo>
                  <a:lnTo>
                    <a:pt x="49" y="6"/>
                  </a:lnTo>
                  <a:lnTo>
                    <a:pt x="56" y="11"/>
                  </a:lnTo>
                  <a:lnTo>
                    <a:pt x="64" y="16"/>
                  </a:lnTo>
                  <a:lnTo>
                    <a:pt x="71" y="21"/>
                  </a:lnTo>
                  <a:lnTo>
                    <a:pt x="79" y="26"/>
                  </a:lnTo>
                  <a:lnTo>
                    <a:pt x="87" y="30"/>
                  </a:lnTo>
                  <a:lnTo>
                    <a:pt x="95" y="34"/>
                  </a:lnTo>
                  <a:lnTo>
                    <a:pt x="103" y="37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5" name="Freeform 54"/>
            <p:cNvSpPr/>
            <p:nvPr/>
          </p:nvSpPr>
          <p:spPr>
            <a:xfrm>
              <a:off x="3939" y="2459"/>
              <a:ext cx="41" cy="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83" h="37">
                  <a:moveTo>
                    <a:pt x="29" y="37"/>
                  </a:moveTo>
                  <a:lnTo>
                    <a:pt x="21" y="37"/>
                  </a:lnTo>
                  <a:lnTo>
                    <a:pt x="13" y="36"/>
                  </a:lnTo>
                  <a:lnTo>
                    <a:pt x="6" y="32"/>
                  </a:lnTo>
                  <a:lnTo>
                    <a:pt x="0" y="28"/>
                  </a:lnTo>
                  <a:lnTo>
                    <a:pt x="10" y="26"/>
                  </a:lnTo>
                  <a:lnTo>
                    <a:pt x="21" y="24"/>
                  </a:lnTo>
                  <a:lnTo>
                    <a:pt x="32" y="22"/>
                  </a:lnTo>
                  <a:lnTo>
                    <a:pt x="43" y="19"/>
                  </a:lnTo>
                  <a:lnTo>
                    <a:pt x="53" y="16"/>
                  </a:lnTo>
                  <a:lnTo>
                    <a:pt x="63" y="12"/>
                  </a:lnTo>
                  <a:lnTo>
                    <a:pt x="74" y="6"/>
                  </a:lnTo>
                  <a:lnTo>
                    <a:pt x="83" y="0"/>
                  </a:lnTo>
                  <a:lnTo>
                    <a:pt x="78" y="7"/>
                  </a:lnTo>
                  <a:lnTo>
                    <a:pt x="74" y="14"/>
                  </a:lnTo>
                  <a:lnTo>
                    <a:pt x="68" y="20"/>
                  </a:lnTo>
                  <a:lnTo>
                    <a:pt x="61" y="26"/>
                  </a:lnTo>
                  <a:lnTo>
                    <a:pt x="54" y="30"/>
                  </a:lnTo>
                  <a:lnTo>
                    <a:pt x="46" y="34"/>
                  </a:lnTo>
                  <a:lnTo>
                    <a:pt x="38" y="36"/>
                  </a:lnTo>
                  <a:lnTo>
                    <a:pt x="29" y="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6" name="Freeform 55"/>
            <p:cNvSpPr/>
            <p:nvPr/>
          </p:nvSpPr>
          <p:spPr>
            <a:xfrm>
              <a:off x="3830" y="2463"/>
              <a:ext cx="295" cy="19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</a:cxnLst>
              <a:pathLst>
                <a:path w="589" h="398">
                  <a:moveTo>
                    <a:pt x="575" y="17"/>
                  </a:moveTo>
                  <a:lnTo>
                    <a:pt x="586" y="47"/>
                  </a:lnTo>
                  <a:lnTo>
                    <a:pt x="589" y="80"/>
                  </a:lnTo>
                  <a:lnTo>
                    <a:pt x="585" y="113"/>
                  </a:lnTo>
                  <a:lnTo>
                    <a:pt x="573" y="143"/>
                  </a:lnTo>
                  <a:lnTo>
                    <a:pt x="570" y="148"/>
                  </a:lnTo>
                  <a:lnTo>
                    <a:pt x="566" y="150"/>
                  </a:lnTo>
                  <a:lnTo>
                    <a:pt x="562" y="152"/>
                  </a:lnTo>
                  <a:lnTo>
                    <a:pt x="556" y="154"/>
                  </a:lnTo>
                  <a:lnTo>
                    <a:pt x="550" y="155"/>
                  </a:lnTo>
                  <a:lnTo>
                    <a:pt x="545" y="155"/>
                  </a:lnTo>
                  <a:lnTo>
                    <a:pt x="540" y="156"/>
                  </a:lnTo>
                  <a:lnTo>
                    <a:pt x="534" y="157"/>
                  </a:lnTo>
                  <a:lnTo>
                    <a:pt x="536" y="142"/>
                  </a:lnTo>
                  <a:lnTo>
                    <a:pt x="536" y="127"/>
                  </a:lnTo>
                  <a:lnTo>
                    <a:pt x="535" y="112"/>
                  </a:lnTo>
                  <a:lnTo>
                    <a:pt x="531" y="97"/>
                  </a:lnTo>
                  <a:lnTo>
                    <a:pt x="526" y="83"/>
                  </a:lnTo>
                  <a:lnTo>
                    <a:pt x="519" y="70"/>
                  </a:lnTo>
                  <a:lnTo>
                    <a:pt x="511" y="57"/>
                  </a:lnTo>
                  <a:lnTo>
                    <a:pt x="503" y="44"/>
                  </a:lnTo>
                  <a:lnTo>
                    <a:pt x="484" y="27"/>
                  </a:lnTo>
                  <a:lnTo>
                    <a:pt x="488" y="36"/>
                  </a:lnTo>
                  <a:lnTo>
                    <a:pt x="492" y="45"/>
                  </a:lnTo>
                  <a:lnTo>
                    <a:pt x="498" y="55"/>
                  </a:lnTo>
                  <a:lnTo>
                    <a:pt x="504" y="64"/>
                  </a:lnTo>
                  <a:lnTo>
                    <a:pt x="509" y="73"/>
                  </a:lnTo>
                  <a:lnTo>
                    <a:pt x="513" y="82"/>
                  </a:lnTo>
                  <a:lnTo>
                    <a:pt x="517" y="93"/>
                  </a:lnTo>
                  <a:lnTo>
                    <a:pt x="517" y="104"/>
                  </a:lnTo>
                  <a:lnTo>
                    <a:pt x="513" y="128"/>
                  </a:lnTo>
                  <a:lnTo>
                    <a:pt x="505" y="152"/>
                  </a:lnTo>
                  <a:lnTo>
                    <a:pt x="495" y="175"/>
                  </a:lnTo>
                  <a:lnTo>
                    <a:pt x="482" y="197"/>
                  </a:lnTo>
                  <a:lnTo>
                    <a:pt x="465" y="217"/>
                  </a:lnTo>
                  <a:lnTo>
                    <a:pt x="448" y="234"/>
                  </a:lnTo>
                  <a:lnTo>
                    <a:pt x="427" y="250"/>
                  </a:lnTo>
                  <a:lnTo>
                    <a:pt x="405" y="263"/>
                  </a:lnTo>
                  <a:lnTo>
                    <a:pt x="391" y="269"/>
                  </a:lnTo>
                  <a:lnTo>
                    <a:pt x="377" y="272"/>
                  </a:lnTo>
                  <a:lnTo>
                    <a:pt x="362" y="275"/>
                  </a:lnTo>
                  <a:lnTo>
                    <a:pt x="346" y="275"/>
                  </a:lnTo>
                  <a:lnTo>
                    <a:pt x="331" y="272"/>
                  </a:lnTo>
                  <a:lnTo>
                    <a:pt x="316" y="269"/>
                  </a:lnTo>
                  <a:lnTo>
                    <a:pt x="301" y="264"/>
                  </a:lnTo>
                  <a:lnTo>
                    <a:pt x="289" y="258"/>
                  </a:lnTo>
                  <a:lnTo>
                    <a:pt x="304" y="271"/>
                  </a:lnTo>
                  <a:lnTo>
                    <a:pt x="318" y="283"/>
                  </a:lnTo>
                  <a:lnTo>
                    <a:pt x="336" y="293"/>
                  </a:lnTo>
                  <a:lnTo>
                    <a:pt x="353" y="300"/>
                  </a:lnTo>
                  <a:lnTo>
                    <a:pt x="371" y="306"/>
                  </a:lnTo>
                  <a:lnTo>
                    <a:pt x="390" y="308"/>
                  </a:lnTo>
                  <a:lnTo>
                    <a:pt x="410" y="308"/>
                  </a:lnTo>
                  <a:lnTo>
                    <a:pt x="429" y="303"/>
                  </a:lnTo>
                  <a:lnTo>
                    <a:pt x="428" y="314"/>
                  </a:lnTo>
                  <a:lnTo>
                    <a:pt x="428" y="325"/>
                  </a:lnTo>
                  <a:lnTo>
                    <a:pt x="428" y="337"/>
                  </a:lnTo>
                  <a:lnTo>
                    <a:pt x="429" y="348"/>
                  </a:lnTo>
                  <a:lnTo>
                    <a:pt x="411" y="363"/>
                  </a:lnTo>
                  <a:lnTo>
                    <a:pt x="390" y="375"/>
                  </a:lnTo>
                  <a:lnTo>
                    <a:pt x="368" y="384"/>
                  </a:lnTo>
                  <a:lnTo>
                    <a:pt x="345" y="390"/>
                  </a:lnTo>
                  <a:lnTo>
                    <a:pt x="321" y="394"/>
                  </a:lnTo>
                  <a:lnTo>
                    <a:pt x="297" y="397"/>
                  </a:lnTo>
                  <a:lnTo>
                    <a:pt x="271" y="398"/>
                  </a:lnTo>
                  <a:lnTo>
                    <a:pt x="246" y="398"/>
                  </a:lnTo>
                  <a:lnTo>
                    <a:pt x="221" y="397"/>
                  </a:lnTo>
                  <a:lnTo>
                    <a:pt x="196" y="394"/>
                  </a:lnTo>
                  <a:lnTo>
                    <a:pt x="173" y="390"/>
                  </a:lnTo>
                  <a:lnTo>
                    <a:pt x="150" y="384"/>
                  </a:lnTo>
                  <a:lnTo>
                    <a:pt x="127" y="376"/>
                  </a:lnTo>
                  <a:lnTo>
                    <a:pt x="106" y="367"/>
                  </a:lnTo>
                  <a:lnTo>
                    <a:pt x="86" y="355"/>
                  </a:lnTo>
                  <a:lnTo>
                    <a:pt x="66" y="341"/>
                  </a:lnTo>
                  <a:lnTo>
                    <a:pt x="66" y="313"/>
                  </a:lnTo>
                  <a:lnTo>
                    <a:pt x="62" y="286"/>
                  </a:lnTo>
                  <a:lnTo>
                    <a:pt x="51" y="260"/>
                  </a:lnTo>
                  <a:lnTo>
                    <a:pt x="38" y="235"/>
                  </a:lnTo>
                  <a:lnTo>
                    <a:pt x="37" y="232"/>
                  </a:lnTo>
                  <a:lnTo>
                    <a:pt x="49" y="235"/>
                  </a:lnTo>
                  <a:lnTo>
                    <a:pt x="62" y="239"/>
                  </a:lnTo>
                  <a:lnTo>
                    <a:pt x="74" y="241"/>
                  </a:lnTo>
                  <a:lnTo>
                    <a:pt x="88" y="242"/>
                  </a:lnTo>
                  <a:lnTo>
                    <a:pt x="101" y="242"/>
                  </a:lnTo>
                  <a:lnTo>
                    <a:pt x="115" y="241"/>
                  </a:lnTo>
                  <a:lnTo>
                    <a:pt x="126" y="238"/>
                  </a:lnTo>
                  <a:lnTo>
                    <a:pt x="138" y="233"/>
                  </a:lnTo>
                  <a:lnTo>
                    <a:pt x="123" y="233"/>
                  </a:lnTo>
                  <a:lnTo>
                    <a:pt x="108" y="232"/>
                  </a:lnTo>
                  <a:lnTo>
                    <a:pt x="94" y="230"/>
                  </a:lnTo>
                  <a:lnTo>
                    <a:pt x="80" y="226"/>
                  </a:lnTo>
                  <a:lnTo>
                    <a:pt x="67" y="222"/>
                  </a:lnTo>
                  <a:lnTo>
                    <a:pt x="55" y="215"/>
                  </a:lnTo>
                  <a:lnTo>
                    <a:pt x="43" y="208"/>
                  </a:lnTo>
                  <a:lnTo>
                    <a:pt x="32" y="199"/>
                  </a:lnTo>
                  <a:lnTo>
                    <a:pt x="22" y="189"/>
                  </a:lnTo>
                  <a:lnTo>
                    <a:pt x="15" y="179"/>
                  </a:lnTo>
                  <a:lnTo>
                    <a:pt x="9" y="167"/>
                  </a:lnTo>
                  <a:lnTo>
                    <a:pt x="5" y="156"/>
                  </a:lnTo>
                  <a:lnTo>
                    <a:pt x="2" y="143"/>
                  </a:lnTo>
                  <a:lnTo>
                    <a:pt x="0" y="131"/>
                  </a:lnTo>
                  <a:lnTo>
                    <a:pt x="0" y="118"/>
                  </a:lnTo>
                  <a:lnTo>
                    <a:pt x="2" y="104"/>
                  </a:lnTo>
                  <a:lnTo>
                    <a:pt x="5" y="91"/>
                  </a:lnTo>
                  <a:lnTo>
                    <a:pt x="9" y="80"/>
                  </a:lnTo>
                  <a:lnTo>
                    <a:pt x="14" y="67"/>
                  </a:lnTo>
                  <a:lnTo>
                    <a:pt x="22" y="56"/>
                  </a:lnTo>
                  <a:lnTo>
                    <a:pt x="30" y="45"/>
                  </a:lnTo>
                  <a:lnTo>
                    <a:pt x="41" y="36"/>
                  </a:lnTo>
                  <a:lnTo>
                    <a:pt x="51" y="29"/>
                  </a:lnTo>
                  <a:lnTo>
                    <a:pt x="64" y="25"/>
                  </a:lnTo>
                  <a:lnTo>
                    <a:pt x="72" y="23"/>
                  </a:lnTo>
                  <a:lnTo>
                    <a:pt x="81" y="23"/>
                  </a:lnTo>
                  <a:lnTo>
                    <a:pt x="89" y="25"/>
                  </a:lnTo>
                  <a:lnTo>
                    <a:pt x="97" y="26"/>
                  </a:lnTo>
                  <a:lnTo>
                    <a:pt x="105" y="28"/>
                  </a:lnTo>
                  <a:lnTo>
                    <a:pt x="115" y="30"/>
                  </a:lnTo>
                  <a:lnTo>
                    <a:pt x="123" y="32"/>
                  </a:lnTo>
                  <a:lnTo>
                    <a:pt x="132" y="33"/>
                  </a:lnTo>
                  <a:lnTo>
                    <a:pt x="134" y="44"/>
                  </a:lnTo>
                  <a:lnTo>
                    <a:pt x="139" y="56"/>
                  </a:lnTo>
                  <a:lnTo>
                    <a:pt x="144" y="66"/>
                  </a:lnTo>
                  <a:lnTo>
                    <a:pt x="153" y="76"/>
                  </a:lnTo>
                  <a:lnTo>
                    <a:pt x="162" y="85"/>
                  </a:lnTo>
                  <a:lnTo>
                    <a:pt x="172" y="93"/>
                  </a:lnTo>
                  <a:lnTo>
                    <a:pt x="184" y="98"/>
                  </a:lnTo>
                  <a:lnTo>
                    <a:pt x="194" y="103"/>
                  </a:lnTo>
                  <a:lnTo>
                    <a:pt x="218" y="110"/>
                  </a:lnTo>
                  <a:lnTo>
                    <a:pt x="244" y="113"/>
                  </a:lnTo>
                  <a:lnTo>
                    <a:pt x="268" y="112"/>
                  </a:lnTo>
                  <a:lnTo>
                    <a:pt x="292" y="108"/>
                  </a:lnTo>
                  <a:lnTo>
                    <a:pt x="315" y="101"/>
                  </a:lnTo>
                  <a:lnTo>
                    <a:pt x="337" y="90"/>
                  </a:lnTo>
                  <a:lnTo>
                    <a:pt x="358" y="76"/>
                  </a:lnTo>
                  <a:lnTo>
                    <a:pt x="377" y="61"/>
                  </a:lnTo>
                  <a:lnTo>
                    <a:pt x="384" y="56"/>
                  </a:lnTo>
                  <a:lnTo>
                    <a:pt x="390" y="50"/>
                  </a:lnTo>
                  <a:lnTo>
                    <a:pt x="397" y="43"/>
                  </a:lnTo>
                  <a:lnTo>
                    <a:pt x="403" y="36"/>
                  </a:lnTo>
                  <a:lnTo>
                    <a:pt x="408" y="30"/>
                  </a:lnTo>
                  <a:lnTo>
                    <a:pt x="413" y="23"/>
                  </a:lnTo>
                  <a:lnTo>
                    <a:pt x="418" y="15"/>
                  </a:lnTo>
                  <a:lnTo>
                    <a:pt x="422" y="9"/>
                  </a:lnTo>
                  <a:lnTo>
                    <a:pt x="429" y="3"/>
                  </a:lnTo>
                  <a:lnTo>
                    <a:pt x="445" y="5"/>
                  </a:lnTo>
                  <a:lnTo>
                    <a:pt x="461" y="6"/>
                  </a:lnTo>
                  <a:lnTo>
                    <a:pt x="478" y="7"/>
                  </a:lnTo>
                  <a:lnTo>
                    <a:pt x="494" y="7"/>
                  </a:lnTo>
                  <a:lnTo>
                    <a:pt x="510" y="7"/>
                  </a:lnTo>
                  <a:lnTo>
                    <a:pt x="526" y="6"/>
                  </a:lnTo>
                  <a:lnTo>
                    <a:pt x="541" y="4"/>
                  </a:lnTo>
                  <a:lnTo>
                    <a:pt x="556" y="0"/>
                  </a:lnTo>
                  <a:lnTo>
                    <a:pt x="563" y="0"/>
                  </a:lnTo>
                  <a:lnTo>
                    <a:pt x="569" y="5"/>
                  </a:lnTo>
                  <a:lnTo>
                    <a:pt x="572" y="11"/>
                  </a:lnTo>
                  <a:lnTo>
                    <a:pt x="575" y="17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7" name="Freeform 56"/>
            <p:cNvSpPr/>
            <p:nvPr/>
          </p:nvSpPr>
          <p:spPr>
            <a:xfrm>
              <a:off x="3922" y="2594"/>
              <a:ext cx="14" cy="5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</a:cxnLst>
              <a:pathLst>
                <a:path w="27" h="117">
                  <a:moveTo>
                    <a:pt x="9" y="1"/>
                  </a:moveTo>
                  <a:lnTo>
                    <a:pt x="12" y="17"/>
                  </a:lnTo>
                  <a:lnTo>
                    <a:pt x="16" y="32"/>
                  </a:lnTo>
                  <a:lnTo>
                    <a:pt x="17" y="48"/>
                  </a:lnTo>
                  <a:lnTo>
                    <a:pt x="15" y="64"/>
                  </a:lnTo>
                  <a:lnTo>
                    <a:pt x="14" y="78"/>
                  </a:lnTo>
                  <a:lnTo>
                    <a:pt x="16" y="92"/>
                  </a:lnTo>
                  <a:lnTo>
                    <a:pt x="22" y="105"/>
                  </a:lnTo>
                  <a:lnTo>
                    <a:pt x="27" y="117"/>
                  </a:lnTo>
                  <a:lnTo>
                    <a:pt x="18" y="107"/>
                  </a:lnTo>
                  <a:lnTo>
                    <a:pt x="11" y="95"/>
                  </a:lnTo>
                  <a:lnTo>
                    <a:pt x="5" y="83"/>
                  </a:lnTo>
                  <a:lnTo>
                    <a:pt x="1" y="70"/>
                  </a:lnTo>
                  <a:lnTo>
                    <a:pt x="0" y="52"/>
                  </a:lnTo>
                  <a:lnTo>
                    <a:pt x="3" y="34"/>
                  </a:lnTo>
                  <a:lnTo>
                    <a:pt x="8" y="18"/>
                  </a:lnTo>
                  <a:lnTo>
                    <a:pt x="7" y="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8" name="Freeform 57"/>
            <p:cNvSpPr/>
            <p:nvPr/>
          </p:nvSpPr>
          <p:spPr>
            <a:xfrm>
              <a:off x="3868" y="2602"/>
              <a:ext cx="43" cy="1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87" h="28">
                  <a:moveTo>
                    <a:pt x="87" y="12"/>
                  </a:moveTo>
                  <a:lnTo>
                    <a:pt x="80" y="16"/>
                  </a:lnTo>
                  <a:lnTo>
                    <a:pt x="73" y="21"/>
                  </a:lnTo>
                  <a:lnTo>
                    <a:pt x="65" y="24"/>
                  </a:lnTo>
                  <a:lnTo>
                    <a:pt x="57" y="26"/>
                  </a:lnTo>
                  <a:lnTo>
                    <a:pt x="48" y="28"/>
                  </a:lnTo>
                  <a:lnTo>
                    <a:pt x="40" y="28"/>
                  </a:lnTo>
                  <a:lnTo>
                    <a:pt x="30" y="26"/>
                  </a:lnTo>
                  <a:lnTo>
                    <a:pt x="22" y="23"/>
                  </a:lnTo>
                  <a:lnTo>
                    <a:pt x="15" y="18"/>
                  </a:lnTo>
                  <a:lnTo>
                    <a:pt x="10" y="13"/>
                  </a:lnTo>
                  <a:lnTo>
                    <a:pt x="5" y="7"/>
                  </a:lnTo>
                  <a:lnTo>
                    <a:pt x="0" y="0"/>
                  </a:lnTo>
                  <a:lnTo>
                    <a:pt x="10" y="5"/>
                  </a:lnTo>
                  <a:lnTo>
                    <a:pt x="20" y="8"/>
                  </a:lnTo>
                  <a:lnTo>
                    <a:pt x="31" y="10"/>
                  </a:lnTo>
                  <a:lnTo>
                    <a:pt x="42" y="13"/>
                  </a:lnTo>
                  <a:lnTo>
                    <a:pt x="53" y="14"/>
                  </a:lnTo>
                  <a:lnTo>
                    <a:pt x="64" y="14"/>
                  </a:lnTo>
                  <a:lnTo>
                    <a:pt x="75" y="13"/>
                  </a:lnTo>
                  <a:lnTo>
                    <a:pt x="87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09" name="Freeform 58"/>
            <p:cNvSpPr/>
            <p:nvPr/>
          </p:nvSpPr>
          <p:spPr>
            <a:xfrm>
              <a:off x="3963" y="2619"/>
              <a:ext cx="57" cy="1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114" h="33">
                  <a:moveTo>
                    <a:pt x="114" y="11"/>
                  </a:moveTo>
                  <a:lnTo>
                    <a:pt x="103" y="17"/>
                  </a:lnTo>
                  <a:lnTo>
                    <a:pt x="91" y="21"/>
                  </a:lnTo>
                  <a:lnTo>
                    <a:pt x="79" y="27"/>
                  </a:lnTo>
                  <a:lnTo>
                    <a:pt x="66" y="30"/>
                  </a:lnTo>
                  <a:lnTo>
                    <a:pt x="53" y="33"/>
                  </a:lnTo>
                  <a:lnTo>
                    <a:pt x="40" y="33"/>
                  </a:lnTo>
                  <a:lnTo>
                    <a:pt x="27" y="29"/>
                  </a:lnTo>
                  <a:lnTo>
                    <a:pt x="16" y="22"/>
                  </a:lnTo>
                  <a:lnTo>
                    <a:pt x="10" y="18"/>
                  </a:lnTo>
                  <a:lnTo>
                    <a:pt x="7" y="12"/>
                  </a:lnTo>
                  <a:lnTo>
                    <a:pt x="3" y="6"/>
                  </a:lnTo>
                  <a:lnTo>
                    <a:pt x="0" y="0"/>
                  </a:lnTo>
                  <a:lnTo>
                    <a:pt x="12" y="7"/>
                  </a:lnTo>
                  <a:lnTo>
                    <a:pt x="26" y="13"/>
                  </a:lnTo>
                  <a:lnTo>
                    <a:pt x="40" y="17"/>
                  </a:lnTo>
                  <a:lnTo>
                    <a:pt x="55" y="18"/>
                  </a:lnTo>
                  <a:lnTo>
                    <a:pt x="70" y="18"/>
                  </a:lnTo>
                  <a:lnTo>
                    <a:pt x="85" y="17"/>
                  </a:lnTo>
                  <a:lnTo>
                    <a:pt x="100" y="14"/>
                  </a:lnTo>
                  <a:lnTo>
                    <a:pt x="114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0" name="Freeform 59"/>
            <p:cNvSpPr/>
            <p:nvPr/>
          </p:nvSpPr>
          <p:spPr>
            <a:xfrm>
              <a:off x="3762" y="2753"/>
              <a:ext cx="40" cy="2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81" h="55">
                  <a:moveTo>
                    <a:pt x="79" y="5"/>
                  </a:moveTo>
                  <a:lnTo>
                    <a:pt x="79" y="10"/>
                  </a:lnTo>
                  <a:lnTo>
                    <a:pt x="80" y="19"/>
                  </a:lnTo>
                  <a:lnTo>
                    <a:pt x="81" y="32"/>
                  </a:lnTo>
                  <a:lnTo>
                    <a:pt x="81" y="41"/>
                  </a:lnTo>
                  <a:lnTo>
                    <a:pt x="74" y="43"/>
                  </a:lnTo>
                  <a:lnTo>
                    <a:pt x="67" y="46"/>
                  </a:lnTo>
                  <a:lnTo>
                    <a:pt x="58" y="48"/>
                  </a:lnTo>
                  <a:lnTo>
                    <a:pt x="49" y="50"/>
                  </a:lnTo>
                  <a:lnTo>
                    <a:pt x="38" y="53"/>
                  </a:lnTo>
                  <a:lnTo>
                    <a:pt x="26" y="54"/>
                  </a:lnTo>
                  <a:lnTo>
                    <a:pt x="14" y="55"/>
                  </a:lnTo>
                  <a:lnTo>
                    <a:pt x="0" y="55"/>
                  </a:lnTo>
                  <a:lnTo>
                    <a:pt x="6" y="48"/>
                  </a:lnTo>
                  <a:lnTo>
                    <a:pt x="12" y="42"/>
                  </a:lnTo>
                  <a:lnTo>
                    <a:pt x="16" y="35"/>
                  </a:lnTo>
                  <a:lnTo>
                    <a:pt x="21" y="29"/>
                  </a:lnTo>
                  <a:lnTo>
                    <a:pt x="25" y="22"/>
                  </a:lnTo>
                  <a:lnTo>
                    <a:pt x="29" y="15"/>
                  </a:lnTo>
                  <a:lnTo>
                    <a:pt x="34" y="8"/>
                  </a:lnTo>
                  <a:lnTo>
                    <a:pt x="38" y="0"/>
                  </a:lnTo>
                  <a:lnTo>
                    <a:pt x="44" y="0"/>
                  </a:lnTo>
                  <a:lnTo>
                    <a:pt x="49" y="1"/>
                  </a:lnTo>
                  <a:lnTo>
                    <a:pt x="54" y="1"/>
                  </a:lnTo>
                  <a:lnTo>
                    <a:pt x="59" y="1"/>
                  </a:lnTo>
                  <a:lnTo>
                    <a:pt x="65" y="2"/>
                  </a:lnTo>
                  <a:lnTo>
                    <a:pt x="69" y="3"/>
                  </a:lnTo>
                  <a:lnTo>
                    <a:pt x="74" y="4"/>
                  </a:lnTo>
                  <a:lnTo>
                    <a:pt x="79" y="5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1" name="Freeform 60"/>
            <p:cNvSpPr/>
            <p:nvPr/>
          </p:nvSpPr>
          <p:spPr>
            <a:xfrm>
              <a:off x="3967" y="2830"/>
              <a:ext cx="32" cy="5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64" h="99">
                  <a:moveTo>
                    <a:pt x="64" y="13"/>
                  </a:moveTo>
                  <a:lnTo>
                    <a:pt x="61" y="35"/>
                  </a:lnTo>
                  <a:lnTo>
                    <a:pt x="57" y="56"/>
                  </a:lnTo>
                  <a:lnTo>
                    <a:pt x="53" y="77"/>
                  </a:lnTo>
                  <a:lnTo>
                    <a:pt x="49" y="99"/>
                  </a:lnTo>
                  <a:lnTo>
                    <a:pt x="43" y="90"/>
                  </a:lnTo>
                  <a:lnTo>
                    <a:pt x="38" y="82"/>
                  </a:lnTo>
                  <a:lnTo>
                    <a:pt x="30" y="73"/>
                  </a:lnTo>
                  <a:lnTo>
                    <a:pt x="23" y="63"/>
                  </a:lnTo>
                  <a:lnTo>
                    <a:pt x="16" y="54"/>
                  </a:lnTo>
                  <a:lnTo>
                    <a:pt x="9" y="45"/>
                  </a:lnTo>
                  <a:lnTo>
                    <a:pt x="3" y="37"/>
                  </a:lnTo>
                  <a:lnTo>
                    <a:pt x="0" y="28"/>
                  </a:lnTo>
                  <a:lnTo>
                    <a:pt x="1" y="22"/>
                  </a:lnTo>
                  <a:lnTo>
                    <a:pt x="3" y="16"/>
                  </a:lnTo>
                  <a:lnTo>
                    <a:pt x="6" y="10"/>
                  </a:lnTo>
                  <a:lnTo>
                    <a:pt x="11" y="6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4" y="2"/>
                  </a:lnTo>
                  <a:lnTo>
                    <a:pt x="51" y="5"/>
                  </a:lnTo>
                  <a:lnTo>
                    <a:pt x="58" y="8"/>
                  </a:lnTo>
                  <a:lnTo>
                    <a:pt x="64" y="13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2" name="Freeform 61"/>
            <p:cNvSpPr/>
            <p:nvPr/>
          </p:nvSpPr>
          <p:spPr>
            <a:xfrm>
              <a:off x="3892" y="2530"/>
              <a:ext cx="99" cy="4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98" h="98">
                  <a:moveTo>
                    <a:pt x="94" y="97"/>
                  </a:moveTo>
                  <a:lnTo>
                    <a:pt x="114" y="98"/>
                  </a:lnTo>
                  <a:lnTo>
                    <a:pt x="132" y="97"/>
                  </a:lnTo>
                  <a:lnTo>
                    <a:pt x="150" y="94"/>
                  </a:lnTo>
                  <a:lnTo>
                    <a:pt x="166" y="90"/>
                  </a:lnTo>
                  <a:lnTo>
                    <a:pt x="178" y="85"/>
                  </a:lnTo>
                  <a:lnTo>
                    <a:pt x="188" y="77"/>
                  </a:lnTo>
                  <a:lnTo>
                    <a:pt x="194" y="69"/>
                  </a:lnTo>
                  <a:lnTo>
                    <a:pt x="198" y="60"/>
                  </a:lnTo>
                  <a:lnTo>
                    <a:pt x="197" y="50"/>
                  </a:lnTo>
                  <a:lnTo>
                    <a:pt x="192" y="40"/>
                  </a:lnTo>
                  <a:lnTo>
                    <a:pt x="184" y="31"/>
                  </a:lnTo>
                  <a:lnTo>
                    <a:pt x="173" y="23"/>
                  </a:lnTo>
                  <a:lnTo>
                    <a:pt x="159" y="15"/>
                  </a:lnTo>
                  <a:lnTo>
                    <a:pt x="141" y="9"/>
                  </a:lnTo>
                  <a:lnTo>
                    <a:pt x="123" y="5"/>
                  </a:lnTo>
                  <a:lnTo>
                    <a:pt x="103" y="1"/>
                  </a:lnTo>
                  <a:lnTo>
                    <a:pt x="84" y="0"/>
                  </a:lnTo>
                  <a:lnTo>
                    <a:pt x="65" y="1"/>
                  </a:lnTo>
                  <a:lnTo>
                    <a:pt x="48" y="3"/>
                  </a:lnTo>
                  <a:lnTo>
                    <a:pt x="33" y="8"/>
                  </a:lnTo>
                  <a:lnTo>
                    <a:pt x="19" y="14"/>
                  </a:lnTo>
                  <a:lnTo>
                    <a:pt x="10" y="21"/>
                  </a:lnTo>
                  <a:lnTo>
                    <a:pt x="3" y="30"/>
                  </a:lnTo>
                  <a:lnTo>
                    <a:pt x="0" y="39"/>
                  </a:lnTo>
                  <a:lnTo>
                    <a:pt x="1" y="50"/>
                  </a:lnTo>
                  <a:lnTo>
                    <a:pt x="6" y="59"/>
                  </a:lnTo>
                  <a:lnTo>
                    <a:pt x="14" y="68"/>
                  </a:lnTo>
                  <a:lnTo>
                    <a:pt x="25" y="76"/>
                  </a:lnTo>
                  <a:lnTo>
                    <a:pt x="39" y="83"/>
                  </a:lnTo>
                  <a:lnTo>
                    <a:pt x="56" y="90"/>
                  </a:lnTo>
                  <a:lnTo>
                    <a:pt x="75" y="94"/>
                  </a:lnTo>
                  <a:lnTo>
                    <a:pt x="94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3" name="Freeform 62"/>
            <p:cNvSpPr/>
            <p:nvPr/>
          </p:nvSpPr>
          <p:spPr>
            <a:xfrm>
              <a:off x="4030" y="2295"/>
              <a:ext cx="42" cy="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pathLst>
                <a:path w="84" h="142">
                  <a:moveTo>
                    <a:pt x="0" y="0"/>
                  </a:moveTo>
                  <a:lnTo>
                    <a:pt x="4" y="1"/>
                  </a:lnTo>
                  <a:lnTo>
                    <a:pt x="13" y="4"/>
                  </a:lnTo>
                  <a:lnTo>
                    <a:pt x="27" y="11"/>
                  </a:lnTo>
                  <a:lnTo>
                    <a:pt x="42" y="22"/>
                  </a:lnTo>
                  <a:lnTo>
                    <a:pt x="57" y="40"/>
                  </a:lnTo>
                  <a:lnTo>
                    <a:pt x="69" y="66"/>
                  </a:lnTo>
                  <a:lnTo>
                    <a:pt x="79" y="99"/>
                  </a:lnTo>
                  <a:lnTo>
                    <a:pt x="81" y="142"/>
                  </a:lnTo>
                  <a:lnTo>
                    <a:pt x="82" y="136"/>
                  </a:lnTo>
                  <a:lnTo>
                    <a:pt x="83" y="119"/>
                  </a:lnTo>
                  <a:lnTo>
                    <a:pt x="84" y="97"/>
                  </a:lnTo>
                  <a:lnTo>
                    <a:pt x="82" y="70"/>
                  </a:lnTo>
                  <a:lnTo>
                    <a:pt x="74" y="44"/>
                  </a:lnTo>
                  <a:lnTo>
                    <a:pt x="59" y="21"/>
                  </a:lnTo>
                  <a:lnTo>
                    <a:pt x="35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4" name="Freeform 63"/>
            <p:cNvSpPr/>
            <p:nvPr/>
          </p:nvSpPr>
          <p:spPr>
            <a:xfrm>
              <a:off x="4026" y="2305"/>
              <a:ext cx="26" cy="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pathLst>
                <a:path w="52" h="80">
                  <a:moveTo>
                    <a:pt x="0" y="0"/>
                  </a:moveTo>
                  <a:lnTo>
                    <a:pt x="3" y="1"/>
                  </a:lnTo>
                  <a:lnTo>
                    <a:pt x="7" y="3"/>
                  </a:lnTo>
                  <a:lnTo>
                    <a:pt x="15" y="8"/>
                  </a:lnTo>
                  <a:lnTo>
                    <a:pt x="23" y="16"/>
                  </a:lnTo>
                  <a:lnTo>
                    <a:pt x="32" y="26"/>
                  </a:lnTo>
                  <a:lnTo>
                    <a:pt x="41" y="40"/>
                  </a:lnTo>
                  <a:lnTo>
                    <a:pt x="47" y="58"/>
                  </a:lnTo>
                  <a:lnTo>
                    <a:pt x="52" y="80"/>
                  </a:lnTo>
                  <a:lnTo>
                    <a:pt x="52" y="77"/>
                  </a:lnTo>
                  <a:lnTo>
                    <a:pt x="52" y="68"/>
                  </a:lnTo>
                  <a:lnTo>
                    <a:pt x="51" y="54"/>
                  </a:lnTo>
                  <a:lnTo>
                    <a:pt x="49" y="39"/>
                  </a:lnTo>
                  <a:lnTo>
                    <a:pt x="43" y="24"/>
                  </a:lnTo>
                  <a:lnTo>
                    <a:pt x="34" y="11"/>
                  </a:lnTo>
                  <a:lnTo>
                    <a:pt x="2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5" name="Freeform 64"/>
            <p:cNvSpPr/>
            <p:nvPr/>
          </p:nvSpPr>
          <p:spPr>
            <a:xfrm>
              <a:off x="4048" y="2292"/>
              <a:ext cx="33" cy="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67" h="71">
                  <a:moveTo>
                    <a:pt x="0" y="1"/>
                  </a:moveTo>
                  <a:lnTo>
                    <a:pt x="2" y="1"/>
                  </a:lnTo>
                  <a:lnTo>
                    <a:pt x="8" y="4"/>
                  </a:lnTo>
                  <a:lnTo>
                    <a:pt x="16" y="7"/>
                  </a:lnTo>
                  <a:lnTo>
                    <a:pt x="27" y="13"/>
                  </a:lnTo>
                  <a:lnTo>
                    <a:pt x="37" y="21"/>
                  </a:lnTo>
                  <a:lnTo>
                    <a:pt x="48" y="34"/>
                  </a:lnTo>
                  <a:lnTo>
                    <a:pt x="59" y="50"/>
                  </a:lnTo>
                  <a:lnTo>
                    <a:pt x="67" y="71"/>
                  </a:lnTo>
                  <a:lnTo>
                    <a:pt x="67" y="67"/>
                  </a:lnTo>
                  <a:lnTo>
                    <a:pt x="65" y="58"/>
                  </a:lnTo>
                  <a:lnTo>
                    <a:pt x="61" y="44"/>
                  </a:lnTo>
                  <a:lnTo>
                    <a:pt x="54" y="30"/>
                  </a:lnTo>
                  <a:lnTo>
                    <a:pt x="46" y="16"/>
                  </a:lnTo>
                  <a:lnTo>
                    <a:pt x="35" y="5"/>
                  </a:lnTo>
                  <a:lnTo>
                    <a:pt x="2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6" name="Freeform 65"/>
            <p:cNvSpPr/>
            <p:nvPr/>
          </p:nvSpPr>
          <p:spPr>
            <a:xfrm>
              <a:off x="4003" y="2244"/>
              <a:ext cx="48" cy="2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</a:cxnLst>
              <a:pathLst>
                <a:path w="96" h="54">
                  <a:moveTo>
                    <a:pt x="0" y="9"/>
                  </a:moveTo>
                  <a:lnTo>
                    <a:pt x="2" y="8"/>
                  </a:lnTo>
                  <a:lnTo>
                    <a:pt x="11" y="7"/>
                  </a:lnTo>
                  <a:lnTo>
                    <a:pt x="22" y="7"/>
                  </a:lnTo>
                  <a:lnTo>
                    <a:pt x="36" y="8"/>
                  </a:lnTo>
                  <a:lnTo>
                    <a:pt x="52" y="12"/>
                  </a:lnTo>
                  <a:lnTo>
                    <a:pt x="68" y="21"/>
                  </a:lnTo>
                  <a:lnTo>
                    <a:pt x="83" y="34"/>
                  </a:lnTo>
                  <a:lnTo>
                    <a:pt x="96" y="54"/>
                  </a:lnTo>
                  <a:lnTo>
                    <a:pt x="95" y="50"/>
                  </a:lnTo>
                  <a:lnTo>
                    <a:pt x="91" y="41"/>
                  </a:lnTo>
                  <a:lnTo>
                    <a:pt x="85" y="30"/>
                  </a:lnTo>
                  <a:lnTo>
                    <a:pt x="76" y="17"/>
                  </a:lnTo>
                  <a:lnTo>
                    <a:pt x="62" y="6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7F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7" name="Freeform 66"/>
            <p:cNvSpPr/>
            <p:nvPr/>
          </p:nvSpPr>
          <p:spPr>
            <a:xfrm>
              <a:off x="4004" y="2677"/>
              <a:ext cx="38" cy="13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pathLst>
                <a:path w="75" h="261">
                  <a:moveTo>
                    <a:pt x="47" y="0"/>
                  </a:moveTo>
                  <a:lnTo>
                    <a:pt x="49" y="7"/>
                  </a:lnTo>
                  <a:lnTo>
                    <a:pt x="53" y="25"/>
                  </a:lnTo>
                  <a:lnTo>
                    <a:pt x="57" y="54"/>
                  </a:lnTo>
                  <a:lnTo>
                    <a:pt x="60" y="90"/>
                  </a:lnTo>
                  <a:lnTo>
                    <a:pt x="58" y="131"/>
                  </a:lnTo>
                  <a:lnTo>
                    <a:pt x="49" y="175"/>
                  </a:lnTo>
                  <a:lnTo>
                    <a:pt x="30" y="219"/>
                  </a:lnTo>
                  <a:lnTo>
                    <a:pt x="0" y="261"/>
                  </a:lnTo>
                  <a:lnTo>
                    <a:pt x="6" y="255"/>
                  </a:lnTo>
                  <a:lnTo>
                    <a:pt x="20" y="240"/>
                  </a:lnTo>
                  <a:lnTo>
                    <a:pt x="37" y="216"/>
                  </a:lnTo>
                  <a:lnTo>
                    <a:pt x="56" y="185"/>
                  </a:lnTo>
                  <a:lnTo>
                    <a:pt x="70" y="146"/>
                  </a:lnTo>
                  <a:lnTo>
                    <a:pt x="75" y="102"/>
                  </a:lnTo>
                  <a:lnTo>
                    <a:pt x="70" y="5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8" name="Freeform 67"/>
            <p:cNvSpPr/>
            <p:nvPr/>
          </p:nvSpPr>
          <p:spPr>
            <a:xfrm>
              <a:off x="3789" y="2657"/>
              <a:ext cx="48" cy="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97" h="149">
                  <a:moveTo>
                    <a:pt x="0" y="149"/>
                  </a:moveTo>
                  <a:lnTo>
                    <a:pt x="2" y="143"/>
                  </a:lnTo>
                  <a:lnTo>
                    <a:pt x="5" y="127"/>
                  </a:lnTo>
                  <a:lnTo>
                    <a:pt x="11" y="104"/>
                  </a:lnTo>
                  <a:lnTo>
                    <a:pt x="20" y="78"/>
                  </a:lnTo>
                  <a:lnTo>
                    <a:pt x="33" y="51"/>
                  </a:lnTo>
                  <a:lnTo>
                    <a:pt x="49" y="27"/>
                  </a:lnTo>
                  <a:lnTo>
                    <a:pt x="71" y="10"/>
                  </a:lnTo>
                  <a:lnTo>
                    <a:pt x="97" y="0"/>
                  </a:lnTo>
                  <a:lnTo>
                    <a:pt x="95" y="2"/>
                  </a:lnTo>
                  <a:lnTo>
                    <a:pt x="89" y="4"/>
                  </a:lnTo>
                  <a:lnTo>
                    <a:pt x="79" y="11"/>
                  </a:lnTo>
                  <a:lnTo>
                    <a:pt x="67" y="22"/>
                  </a:lnTo>
                  <a:lnTo>
                    <a:pt x="52" y="41"/>
                  </a:lnTo>
                  <a:lnTo>
                    <a:pt x="36" y="67"/>
                  </a:lnTo>
                  <a:lnTo>
                    <a:pt x="19" y="103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19" name="Freeform 68"/>
            <p:cNvSpPr/>
            <p:nvPr/>
          </p:nvSpPr>
          <p:spPr>
            <a:xfrm>
              <a:off x="3941" y="2693"/>
              <a:ext cx="58" cy="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pathLst>
                <a:path w="116" h="143">
                  <a:moveTo>
                    <a:pt x="0" y="0"/>
                  </a:moveTo>
                  <a:lnTo>
                    <a:pt x="4" y="2"/>
                  </a:lnTo>
                  <a:lnTo>
                    <a:pt x="16" y="10"/>
                  </a:lnTo>
                  <a:lnTo>
                    <a:pt x="33" y="22"/>
                  </a:lnTo>
                  <a:lnTo>
                    <a:pt x="54" y="39"/>
                  </a:lnTo>
                  <a:lnTo>
                    <a:pt x="75" y="60"/>
                  </a:lnTo>
                  <a:lnTo>
                    <a:pt x="93" y="84"/>
                  </a:lnTo>
                  <a:lnTo>
                    <a:pt x="108" y="112"/>
                  </a:lnTo>
                  <a:lnTo>
                    <a:pt x="116" y="143"/>
                  </a:lnTo>
                  <a:lnTo>
                    <a:pt x="116" y="137"/>
                  </a:lnTo>
                  <a:lnTo>
                    <a:pt x="114" y="121"/>
                  </a:lnTo>
                  <a:lnTo>
                    <a:pt x="108" y="99"/>
                  </a:lnTo>
                  <a:lnTo>
                    <a:pt x="100" y="74"/>
                  </a:lnTo>
                  <a:lnTo>
                    <a:pt x="85" y="47"/>
                  </a:lnTo>
                  <a:lnTo>
                    <a:pt x="64" y="24"/>
                  </a:lnTo>
                  <a:lnTo>
                    <a:pt x="37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220" name="Freeform 69"/>
            <p:cNvSpPr/>
            <p:nvPr/>
          </p:nvSpPr>
          <p:spPr>
            <a:xfrm>
              <a:off x="3894" y="2516"/>
              <a:ext cx="128" cy="4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57" h="98">
                  <a:moveTo>
                    <a:pt x="0" y="22"/>
                  </a:moveTo>
                  <a:lnTo>
                    <a:pt x="6" y="28"/>
                  </a:lnTo>
                  <a:lnTo>
                    <a:pt x="15" y="37"/>
                  </a:lnTo>
                  <a:lnTo>
                    <a:pt x="28" y="50"/>
                  </a:lnTo>
                  <a:lnTo>
                    <a:pt x="41" y="63"/>
                  </a:lnTo>
                  <a:lnTo>
                    <a:pt x="54" y="76"/>
                  </a:lnTo>
                  <a:lnTo>
                    <a:pt x="66" y="88"/>
                  </a:lnTo>
                  <a:lnTo>
                    <a:pt x="73" y="95"/>
                  </a:lnTo>
                  <a:lnTo>
                    <a:pt x="76" y="98"/>
                  </a:lnTo>
                  <a:lnTo>
                    <a:pt x="257" y="0"/>
                  </a:lnTo>
                  <a:lnTo>
                    <a:pt x="77" y="75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7F00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842963" y="2305050"/>
            <a:ext cx="7583487" cy="1382713"/>
            <a:chOff x="549" y="1452"/>
            <a:chExt cx="4777" cy="871"/>
          </a:xfrm>
        </p:grpSpPr>
        <p:graphicFrame>
          <p:nvGraphicFramePr>
            <p:cNvPr id="50178" name="Object 3"/>
            <p:cNvGraphicFramePr>
              <a:graphicFrameLocks noChangeAspect="1"/>
            </p:cNvGraphicFramePr>
            <p:nvPr/>
          </p:nvGraphicFramePr>
          <p:xfrm>
            <a:off x="1281" y="1452"/>
            <a:ext cx="4045" cy="8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" name="" r:id="rId1" imgW="2120900" imgH="457200" progId="Equation.3">
                    <p:embed/>
                  </p:oleObj>
                </mc:Choice>
                <mc:Fallback>
                  <p:oleObj name="" r:id="rId1" imgW="2120900" imgH="457200" progId="Equation.3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81" y="1452"/>
                          <a:ext cx="4045" cy="8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79" name="Text Box 4"/>
            <p:cNvSpPr txBox="1"/>
            <p:nvPr/>
          </p:nvSpPr>
          <p:spPr>
            <a:xfrm>
              <a:off x="549" y="1678"/>
              <a:ext cx="6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解得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869950" y="3898900"/>
            <a:ext cx="6757988" cy="2003425"/>
            <a:chOff x="548" y="2456"/>
            <a:chExt cx="4257" cy="1262"/>
          </a:xfrm>
        </p:grpSpPr>
        <p:sp>
          <p:nvSpPr>
            <p:cNvPr id="50181" name="Text Box 6"/>
            <p:cNvSpPr txBox="1"/>
            <p:nvPr/>
          </p:nvSpPr>
          <p:spPr>
            <a:xfrm>
              <a:off x="548" y="2456"/>
              <a:ext cx="414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演员</a:t>
              </a:r>
              <a:r>
                <a:rPr lang="en-US" altLang="zh-CN" sz="3200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以</a:t>
              </a:r>
              <a:r>
                <a:rPr lang="en-US" altLang="zh-CN" sz="3200" i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起跳，达到的高度：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0182" name="Object 7"/>
            <p:cNvGraphicFramePr>
              <a:graphicFrameLocks noChangeAspect="1"/>
            </p:cNvGraphicFramePr>
            <p:nvPr/>
          </p:nvGraphicFramePr>
          <p:xfrm>
            <a:off x="1271" y="2877"/>
            <a:ext cx="3534" cy="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1" name="" r:id="rId3" imgW="1866265" imgH="444500" progId="Equation.3">
                    <p:embed/>
                  </p:oleObj>
                </mc:Choice>
                <mc:Fallback>
                  <p:oleObj name="" r:id="rId3" imgW="1866265" imgH="444500" progId="Equation.3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71" y="2877"/>
                          <a:ext cx="3534" cy="8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83" name="Object 8"/>
          <p:cNvGraphicFramePr>
            <a:graphicFrameLocks noGrp="1" noChangeAspect="1"/>
          </p:cNvGraphicFramePr>
          <p:nvPr>
            <p:ph/>
          </p:nvPr>
        </p:nvGraphicFramePr>
        <p:xfrm>
          <a:off x="803275" y="979488"/>
          <a:ext cx="7831138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5" imgW="2603500" imgH="393700" progId="Equation.3">
                  <p:embed/>
                </p:oleObj>
              </mc:Choice>
              <mc:Fallback>
                <p:oleObj name="" r:id="rId5" imgW="2603500" imgH="3937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3275" y="979488"/>
                        <a:ext cx="7831138" cy="118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12"/>
          <p:cNvSpPr/>
          <p:nvPr/>
        </p:nvSpPr>
        <p:spPr>
          <a:xfrm>
            <a:off x="652463" y="717550"/>
            <a:ext cx="8304212" cy="1006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533400" indent="-533400" eaLnBrk="0" hangingPunct="0"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一均质棒，长度为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，质量为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，现有一子弹在距轴为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处水平射入细棒，子弹的质量为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速度为 </a:t>
            </a:r>
            <a:r>
              <a:rPr lang="en-US" altLang="zh-CN" sz="2400" b="1" i="1" dirty="0">
                <a:latin typeface="Bookman Old Style" panose="020506040505050202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i="1" baseline="-25000" dirty="0">
                <a:latin typeface="Bookman Old Style" panose="020506040505050202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b="1" i="1" dirty="0">
                <a:latin typeface="Bookman Old Style" panose="020506040505050202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2" name="Rectangle 13"/>
          <p:cNvSpPr/>
          <p:nvPr/>
        </p:nvSpPr>
        <p:spPr>
          <a:xfrm>
            <a:off x="393700" y="1724025"/>
            <a:ext cx="4375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求  子弹细棒共同的角速度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3" name="Rectangle 14"/>
          <p:cNvSpPr/>
          <p:nvPr/>
        </p:nvSpPr>
        <p:spPr>
          <a:xfrm>
            <a:off x="404813" y="2303463"/>
            <a:ext cx="4921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9744" name="Rectangle 16"/>
          <p:cNvSpPr/>
          <p:nvPr/>
        </p:nvSpPr>
        <p:spPr>
          <a:xfrm>
            <a:off x="901700" y="3694113"/>
            <a:ext cx="24590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endParaRPr lang="zh-CN" altLang="en-US" sz="24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1206" name="Group 17"/>
          <p:cNvGrpSpPr/>
          <p:nvPr/>
        </p:nvGrpSpPr>
        <p:grpSpPr>
          <a:xfrm>
            <a:off x="6673850" y="2590800"/>
            <a:ext cx="1828800" cy="2743200"/>
            <a:chOff x="4320" y="336"/>
            <a:chExt cx="1152" cy="1728"/>
          </a:xfrm>
        </p:grpSpPr>
        <p:sp>
          <p:nvSpPr>
            <p:cNvPr id="51207" name="Line 18"/>
            <p:cNvSpPr/>
            <p:nvPr/>
          </p:nvSpPr>
          <p:spPr>
            <a:xfrm>
              <a:off x="4320" y="336"/>
              <a:ext cx="1152" cy="0"/>
            </a:xfrm>
            <a:prstGeom prst="line">
              <a:avLst/>
            </a:prstGeom>
            <a:ln w="222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9747" name="Rectangle 19"/>
            <p:cNvSpPr>
              <a:spLocks noChangeArrowheads="1"/>
            </p:cNvSpPr>
            <p:nvPr/>
          </p:nvSpPr>
          <p:spPr bwMode="auto">
            <a:xfrm>
              <a:off x="4800" y="480"/>
              <a:ext cx="144" cy="1584"/>
            </a:xfrm>
            <a:prstGeom prst="rect">
              <a:avLst/>
            </a:prstGeom>
            <a:gradFill rotWithShape="1">
              <a:gsLst>
                <a:gs pos="0">
                  <a:srgbClr val="1C1C1C"/>
                </a:gs>
                <a:gs pos="50000">
                  <a:schemeClr val="bg1"/>
                </a:gs>
                <a:gs pos="100000">
                  <a:srgbClr val="1C1C1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09" name="AutoShape 20"/>
            <p:cNvSpPr/>
            <p:nvPr/>
          </p:nvSpPr>
          <p:spPr>
            <a:xfrm rot="10688603">
              <a:off x="4800" y="336"/>
              <a:ext cx="144" cy="240"/>
            </a:xfrm>
            <a:prstGeom prst="triangle">
              <a:avLst>
                <a:gd name="adj" fmla="val 50000"/>
              </a:avLst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11" name="Line 22"/>
          <p:cNvSpPr/>
          <p:nvPr/>
        </p:nvSpPr>
        <p:spPr>
          <a:xfrm rot="12720000">
            <a:off x="6796405" y="2693670"/>
            <a:ext cx="762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51213" name="Line 24"/>
          <p:cNvSpPr/>
          <p:nvPr/>
        </p:nvSpPr>
        <p:spPr>
          <a:xfrm>
            <a:off x="6889750" y="4892675"/>
            <a:ext cx="479425" cy="0"/>
          </a:xfrm>
          <a:prstGeom prst="line">
            <a:avLst/>
          </a:prstGeom>
          <a:ln w="50800" cap="flat" cmpd="sng">
            <a:solidFill>
              <a:srgbClr val="CC3300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51214" name="Line 25"/>
          <p:cNvSpPr/>
          <p:nvPr/>
        </p:nvSpPr>
        <p:spPr>
          <a:xfrm>
            <a:off x="6673850" y="2895600"/>
            <a:ext cx="914400" cy="0"/>
          </a:xfrm>
          <a:prstGeom prst="line">
            <a:avLst/>
          </a:prstGeom>
          <a:ln w="22225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51215" name="Line 26"/>
          <p:cNvSpPr/>
          <p:nvPr/>
        </p:nvSpPr>
        <p:spPr>
          <a:xfrm>
            <a:off x="7177088" y="2895600"/>
            <a:ext cx="0" cy="1981200"/>
          </a:xfrm>
          <a:prstGeom prst="line">
            <a:avLst/>
          </a:prstGeom>
          <a:ln w="22225" cap="flat" cmpd="sng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51218" name="Oval 29"/>
          <p:cNvSpPr/>
          <p:nvPr/>
        </p:nvSpPr>
        <p:spPr>
          <a:xfrm>
            <a:off x="7466013" y="2806700"/>
            <a:ext cx="152400" cy="152400"/>
          </a:xfrm>
          <a:prstGeom prst="ellipse">
            <a:avLst/>
          </a:prstGeom>
          <a:solidFill>
            <a:srgbClr val="00FF00"/>
          </a:solidFill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30"/>
          <p:cNvGrpSpPr/>
          <p:nvPr/>
        </p:nvGrpSpPr>
        <p:grpSpPr>
          <a:xfrm>
            <a:off x="6386513" y="4821238"/>
            <a:ext cx="503237" cy="144462"/>
            <a:chOff x="3606" y="2296"/>
            <a:chExt cx="408" cy="137"/>
          </a:xfrm>
        </p:grpSpPr>
        <p:sp>
          <p:nvSpPr>
            <p:cNvPr id="51220" name="AutoShape 31"/>
            <p:cNvSpPr/>
            <p:nvPr/>
          </p:nvSpPr>
          <p:spPr>
            <a:xfrm rot="5400000" flipH="1">
              <a:off x="3854" y="2273"/>
              <a:ext cx="137" cy="181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9966"/>
                </a:gs>
                <a:gs pos="50000">
                  <a:srgbClr val="FFFF00"/>
                </a:gs>
                <a:gs pos="100000">
                  <a:srgbClr val="FF996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21" name="Rectangle 32"/>
            <p:cNvSpPr/>
            <p:nvPr/>
          </p:nvSpPr>
          <p:spPr>
            <a:xfrm>
              <a:off x="3606" y="2296"/>
              <a:ext cx="227" cy="136"/>
            </a:xfrm>
            <a:prstGeom prst="rect">
              <a:avLst/>
            </a:prstGeom>
            <a:gradFill rotWithShape="1">
              <a:gsLst>
                <a:gs pos="0">
                  <a:srgbClr val="FF9966"/>
                </a:gs>
                <a:gs pos="50000">
                  <a:srgbClr val="FFFF00"/>
                </a:gs>
                <a:gs pos="100000">
                  <a:srgbClr val="FF996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22" name="Text Box 33"/>
          <p:cNvSpPr txBox="1"/>
          <p:nvPr/>
        </p:nvSpPr>
        <p:spPr>
          <a:xfrm>
            <a:off x="6908800" y="49434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0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9764" name="Text Box 36"/>
          <p:cNvSpPr txBox="1"/>
          <p:nvPr/>
        </p:nvSpPr>
        <p:spPr>
          <a:xfrm>
            <a:off x="336550" y="5686425"/>
            <a:ext cx="40401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rgbClr val="00FFFF"/>
              </a:buClr>
              <a:buFont typeface="Wingdings" panose="05000000000000000000" pitchFamily="2" charset="2"/>
              <a:buChar char="r"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讨论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9765" name="Rectangle 37"/>
          <p:cNvSpPr/>
          <p:nvPr/>
        </p:nvSpPr>
        <p:spPr>
          <a:xfrm>
            <a:off x="850900" y="2325688"/>
            <a:ext cx="4205288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子弹、细棒系统的角动量守恒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9766" name="Rectangle 38"/>
          <p:cNvSpPr/>
          <p:nvPr/>
        </p:nvSpPr>
        <p:spPr>
          <a:xfrm>
            <a:off x="7892733" y="4964430"/>
            <a:ext cx="469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9768" name="Text Box 40"/>
          <p:cNvSpPr txBox="1"/>
          <p:nvPr/>
        </p:nvSpPr>
        <p:spPr>
          <a:xfrm>
            <a:off x="1265238" y="6191250"/>
            <a:ext cx="40401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rgbClr val="00FFFF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水平方向动量守恒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985" name="WordArt 41">
            <a:hlinkClick r:id="rId1" action="ppaction://hlinksldjump"/>
          </p:cNvPr>
          <p:cNvSpPr>
            <a:spLocks noTextEdit="1"/>
          </p:cNvSpPr>
          <p:nvPr/>
        </p:nvSpPr>
        <p:spPr>
          <a:xfrm>
            <a:off x="4073525" y="6216650"/>
            <a:ext cx="360363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 eaLnBrk="0" hangingPunct="0"/>
            <a:r>
              <a:rPr lang="zh-CN" altLang="en-US" sz="3600">
                <a:ln w="9525" cap="flat" cmpd="sng">
                  <a:solidFill>
                    <a:srgbClr val="66FFFF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sz="3600">
              <a:ln w="952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66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9770" name="Arc 42"/>
          <p:cNvSpPr/>
          <p:nvPr/>
        </p:nvSpPr>
        <p:spPr>
          <a:xfrm flipV="1">
            <a:off x="7935913" y="4868863"/>
            <a:ext cx="427037" cy="431800"/>
          </a:xfrm>
          <a:custGeom>
            <a:avLst/>
            <a:gdLst/>
            <a:ahLst/>
            <a:cxnLst>
              <a:cxn ang="0">
                <a:pos x="0" y="103912"/>
              </a:cxn>
              <a:cxn ang="0">
                <a:pos x="166403623" y="128397403"/>
              </a:cxn>
              <a:cxn ang="0">
                <a:pos x="5784651" y="172560092"/>
              </a:cxn>
            </a:cxnLst>
            <a:pathLst>
              <a:path w="21633" h="21600" fill="none">
                <a:moveTo>
                  <a:pt x="0" y="13"/>
                </a:moveTo>
                <a:cubicBezTo>
                  <a:pt x="250" y="4"/>
                  <a:pt x="501" y="-1"/>
                  <a:pt x="752" y="0"/>
                </a:cubicBezTo>
                <a:cubicBezTo>
                  <a:pt x="10552" y="0"/>
                  <a:pt x="19124" y="6598"/>
                  <a:pt x="21632" y="16072"/>
                </a:cubicBezTo>
              </a:path>
              <a:path w="21633" h="21600" stroke="0">
                <a:moveTo>
                  <a:pt x="0" y="13"/>
                </a:moveTo>
                <a:cubicBezTo>
                  <a:pt x="250" y="4"/>
                  <a:pt x="501" y="-1"/>
                  <a:pt x="752" y="0"/>
                </a:cubicBezTo>
                <a:cubicBezTo>
                  <a:pt x="10552" y="0"/>
                  <a:pt x="19124" y="6598"/>
                  <a:pt x="21632" y="16072"/>
                </a:cubicBezTo>
                <a:lnTo>
                  <a:pt x="752" y="21600"/>
                </a:lnTo>
                <a:lnTo>
                  <a:pt x="0" y="13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" name="对象 1"/>
          <p:cNvGraphicFramePr/>
          <p:nvPr/>
        </p:nvGraphicFramePr>
        <p:xfrm>
          <a:off x="1900555" y="2787650"/>
          <a:ext cx="3404870" cy="79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1052830" imgH="650240" progId="Equation.DSMT4">
                  <p:embed/>
                </p:oleObj>
              </mc:Choice>
              <mc:Fallback>
                <p:oleObj name="" r:id="rId2" imgW="1052830" imgH="65024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0555" y="2787650"/>
                        <a:ext cx="3404870" cy="791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1747520" y="3500120"/>
          <a:ext cx="405193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" imgW="3589020" imgH="1016000" progId="Equation.DSMT4">
                  <p:embed/>
                </p:oleObj>
              </mc:Choice>
              <mc:Fallback>
                <p:oleObj name="" r:id="rId4" imgW="3589020" imgH="10160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7520" y="3500120"/>
                        <a:ext cx="4051935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1900555" y="4568190"/>
          <a:ext cx="2721610" cy="1205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6" imgW="2078990" imgH="1199515" progId="Equation.DSMT4">
                  <p:embed/>
                </p:oleObj>
              </mc:Choice>
              <mc:Fallback>
                <p:oleObj name="" r:id="rId6" imgW="2078990" imgH="1199515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00555" y="4568190"/>
                        <a:ext cx="2721610" cy="1205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6445885" y="3374708"/>
          <a:ext cx="1572260" cy="763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8" imgW="468630" imgH="354965" progId="Equation.DSMT4">
                  <p:embed/>
                </p:oleObj>
              </mc:Choice>
              <mc:Fallback>
                <p:oleObj name="" r:id="rId8" imgW="468630" imgH="354965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45885" y="3374708"/>
                        <a:ext cx="1572260" cy="763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6485573" y="4018915"/>
          <a:ext cx="1228090" cy="110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0" imgW="450215" imgH="501650" progId="Equation.DSMT4">
                  <p:embed/>
                </p:oleObj>
              </mc:Choice>
              <mc:Fallback>
                <p:oleObj name="" r:id="rId10" imgW="450215" imgH="50165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85573" y="4018915"/>
                        <a:ext cx="1228090" cy="1101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8"/>
          <p:cNvSpPr/>
          <p:nvPr/>
        </p:nvSpPr>
        <p:spPr>
          <a:xfrm>
            <a:off x="6391593" y="2435225"/>
            <a:ext cx="4622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51194E-6 L 0.10643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2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44" grpId="0"/>
      <p:bldP spid="329764" grpId="0"/>
      <p:bldP spid="329765" grpId="0"/>
      <p:bldP spid="329766" grpId="0"/>
      <p:bldP spid="329768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文本框 356353"/>
          <p:cNvSpPr txBox="1"/>
          <p:nvPr/>
        </p:nvSpPr>
        <p:spPr>
          <a:xfrm>
            <a:off x="195263" y="757238"/>
            <a:ext cx="8686800" cy="2528887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 algn="just" eaLnBrk="0" hangingPunct="0">
              <a:spcBef>
                <a:spcPct val="50000"/>
              </a:spcBef>
            </a:pPr>
            <a:r>
              <a:rPr lang="en-US" altLang="zh-CN" sz="28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b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在光滑水平桌面上放置一个静止的质量为</a:t>
            </a:r>
            <a:r>
              <a:rPr lang="en-US" altLang="zh-CN" sz="3200" i="1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、长为</a:t>
            </a:r>
            <a:r>
              <a:rPr lang="en-US" altLang="zh-CN" sz="3200" i="1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2l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、可绕中心转动的细杆，有一质量为</a:t>
            </a:r>
            <a:r>
              <a:rPr lang="en-US" altLang="zh-CN" sz="3200" i="1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的小球以速度</a:t>
            </a:r>
            <a:r>
              <a:rPr lang="en-US" altLang="zh-CN" sz="3200" i="1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3200" baseline="-2500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与杆的一端发生完全弹性碰撞，求小球的反弹速度</a:t>
            </a:r>
            <a:r>
              <a:rPr lang="en-US" altLang="zh-CN" sz="3200" i="1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及杆的转动角速度</a:t>
            </a:r>
            <a:r>
              <a:rPr lang="en-US" altLang="zh-CN" sz="3200" i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3200" b="1" dirty="0">
                <a:solidFill>
                  <a:srgbClr val="04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200" b="1">
              <a:solidFill>
                <a:srgbClr val="04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6355" name="组合 356354"/>
          <p:cNvGrpSpPr/>
          <p:nvPr/>
        </p:nvGrpSpPr>
        <p:grpSpPr>
          <a:xfrm>
            <a:off x="8018463" y="4395788"/>
            <a:ext cx="711200" cy="304800"/>
            <a:chOff x="4367" y="3024"/>
            <a:chExt cx="448" cy="192"/>
          </a:xfrm>
        </p:grpSpPr>
        <p:sp>
          <p:nvSpPr>
            <p:cNvPr id="52227" name="椭圆 356355"/>
            <p:cNvSpPr/>
            <p:nvPr/>
          </p:nvSpPr>
          <p:spPr>
            <a:xfrm>
              <a:off x="4367" y="307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228" name="对象 356356"/>
            <p:cNvGraphicFramePr/>
            <p:nvPr/>
          </p:nvGraphicFramePr>
          <p:xfrm>
            <a:off x="4560" y="3024"/>
            <a:ext cx="255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" name="" r:id="rId1" imgW="405765" imgH="292100" progId="Equation.3">
                    <p:embed/>
                  </p:oleObj>
                </mc:Choice>
                <mc:Fallback>
                  <p:oleObj name="" r:id="rId1" imgW="405765" imgH="292100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60" y="3024"/>
                          <a:ext cx="255" cy="1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229" name="组合 356357"/>
          <p:cNvGrpSpPr/>
          <p:nvPr/>
        </p:nvGrpSpPr>
        <p:grpSpPr>
          <a:xfrm>
            <a:off x="5649913" y="3471863"/>
            <a:ext cx="3049587" cy="1004887"/>
            <a:chOff x="3370" y="1566"/>
            <a:chExt cx="1921" cy="633"/>
          </a:xfrm>
        </p:grpSpPr>
        <p:sp>
          <p:nvSpPr>
            <p:cNvPr id="52230" name="矩形 356358"/>
            <p:cNvSpPr/>
            <p:nvPr/>
          </p:nvSpPr>
          <p:spPr>
            <a:xfrm>
              <a:off x="3370" y="1728"/>
              <a:ext cx="1921" cy="91"/>
            </a:xfrm>
            <a:prstGeom prst="rect">
              <a:avLst/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1" name="椭圆 356359"/>
            <p:cNvSpPr/>
            <p:nvPr/>
          </p:nvSpPr>
          <p:spPr>
            <a:xfrm>
              <a:off x="4315" y="1751"/>
              <a:ext cx="47" cy="45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2" name="任意多边形 356360"/>
            <p:cNvSpPr/>
            <p:nvPr/>
          </p:nvSpPr>
          <p:spPr>
            <a:xfrm flipH="1">
              <a:off x="4139" y="1566"/>
              <a:ext cx="388" cy="367"/>
            </a:xfrm>
            <a:custGeom>
              <a:avLst/>
              <a:gdLst/>
              <a:ahLst/>
              <a:cxnLst>
                <a:cxn ang="270">
                  <a:pos x="21600" y="0"/>
                </a:cxn>
                <a:cxn ang="180">
                  <a:pos x="3309" y="10109"/>
                </a:cxn>
                <a:cxn ang="90">
                  <a:pos x="21600" y="21600"/>
                </a:cxn>
              </a:cxnLst>
              <a:pathLst>
                <a:path w="43200" h="43200" fill="none">
                  <a:moveTo>
                    <a:pt x="21600" y="0"/>
                  </a:moveTo>
                  <a:cubicBezTo>
                    <a:pt x="33529" y="0"/>
                    <a:pt x="43200" y="9671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1" y="43200"/>
                    <a:pt x="0" y="33529"/>
                    <a:pt x="0" y="21600"/>
                  </a:cubicBezTo>
                  <a:cubicBezTo>
                    <a:pt x="0" y="17376"/>
                    <a:pt x="1212" y="13435"/>
                    <a:pt x="3308" y="10108"/>
                  </a:cubicBezTo>
                </a:path>
                <a:path w="43200" h="43200" stroke="0">
                  <a:moveTo>
                    <a:pt x="21600" y="0"/>
                  </a:moveTo>
                  <a:cubicBezTo>
                    <a:pt x="33529" y="0"/>
                    <a:pt x="43200" y="9671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1" y="43200"/>
                    <a:pt x="0" y="33529"/>
                    <a:pt x="0" y="21600"/>
                  </a:cubicBezTo>
                  <a:cubicBezTo>
                    <a:pt x="0" y="17376"/>
                    <a:pt x="1212" y="13435"/>
                    <a:pt x="3308" y="1010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52233" name="对象 356361"/>
            <p:cNvGraphicFramePr/>
            <p:nvPr/>
          </p:nvGraphicFramePr>
          <p:xfrm>
            <a:off x="4248" y="2024"/>
            <a:ext cx="156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" name="" r:id="rId3" imgW="254000" imgH="292100" progId="Equation.3">
                    <p:embed/>
                  </p:oleObj>
                </mc:Choice>
                <mc:Fallback>
                  <p:oleObj name="" r:id="rId3" imgW="254000" imgH="292100" progId="Equation.3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48" y="2024"/>
                          <a:ext cx="156" cy="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6363" name="文本框 356362"/>
          <p:cNvSpPr txBox="1"/>
          <p:nvPr/>
        </p:nvSpPr>
        <p:spPr>
          <a:xfrm>
            <a:off x="709613" y="2952750"/>
            <a:ext cx="7391400" cy="1311275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解：在水平面上，碰撞</a:t>
            </a:r>
            <a:endParaRPr lang="zh-CN" altLang="en-US" sz="3200" b="1" dirty="0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过程中系统角动量守恒，</a:t>
            </a:r>
            <a:endParaRPr lang="zh-CN" altLang="en-US" sz="3200" b="1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56364" name="对象 356363"/>
          <p:cNvGraphicFramePr/>
          <p:nvPr/>
        </p:nvGraphicFramePr>
        <p:xfrm>
          <a:off x="881063" y="4687888"/>
          <a:ext cx="1308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5" imgW="1307465" imgH="546100" progId="Equation.3">
                  <p:embed/>
                </p:oleObj>
              </mc:Choice>
              <mc:Fallback>
                <p:oleObj name="" r:id="rId5" imgW="1307465" imgH="5461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1063" y="4687888"/>
                        <a:ext cx="1308100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6" name="对象 356365"/>
          <p:cNvGraphicFramePr/>
          <p:nvPr/>
        </p:nvGraphicFramePr>
        <p:xfrm>
          <a:off x="771525" y="5540375"/>
          <a:ext cx="33210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7" imgW="1028065" imgH="241300" progId="Equation.3">
                  <p:embed/>
                </p:oleObj>
              </mc:Choice>
              <mc:Fallback>
                <p:oleObj name="" r:id="rId7" imgW="1028065" imgH="2413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1525" y="5540375"/>
                        <a:ext cx="3321050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69" name="矩形 356368"/>
          <p:cNvSpPr/>
          <p:nvPr/>
        </p:nvSpPr>
        <p:spPr>
          <a:xfrm>
            <a:off x="4144963" y="5622925"/>
            <a:ext cx="10779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 b="1" dirty="0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56372" name="组合 356371"/>
          <p:cNvGrpSpPr/>
          <p:nvPr/>
        </p:nvGrpSpPr>
        <p:grpSpPr>
          <a:xfrm>
            <a:off x="7640638" y="3825875"/>
            <a:ext cx="512762" cy="590550"/>
            <a:chOff x="4224" y="3216"/>
            <a:chExt cx="323" cy="372"/>
          </a:xfrm>
        </p:grpSpPr>
        <p:sp>
          <p:nvSpPr>
            <p:cNvPr id="52239" name="直接连接符 356372"/>
            <p:cNvSpPr/>
            <p:nvPr/>
          </p:nvSpPr>
          <p:spPr>
            <a:xfrm flipV="1">
              <a:off x="4527" y="3312"/>
              <a:ext cx="0" cy="24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graphicFrame>
          <p:nvGraphicFramePr>
            <p:cNvPr id="52240" name="对象 356373"/>
            <p:cNvGraphicFramePr/>
            <p:nvPr/>
          </p:nvGraphicFramePr>
          <p:xfrm>
            <a:off x="4224" y="3216"/>
            <a:ext cx="323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9" imgW="177800" imgH="227965" progId="Equation.3">
                    <p:embed/>
                  </p:oleObj>
                </mc:Choice>
                <mc:Fallback>
                  <p:oleObj name="" r:id="rId9" imgW="177800" imgH="227965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24" y="3216"/>
                          <a:ext cx="323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5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63" grpId="0"/>
      <p:bldP spid="35636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5305" name="组合 225304"/>
          <p:cNvGrpSpPr/>
          <p:nvPr/>
        </p:nvGrpSpPr>
        <p:grpSpPr>
          <a:xfrm>
            <a:off x="7975600" y="3409950"/>
            <a:ext cx="711200" cy="304800"/>
            <a:chOff x="4367" y="3024"/>
            <a:chExt cx="448" cy="192"/>
          </a:xfrm>
        </p:grpSpPr>
        <p:sp>
          <p:nvSpPr>
            <p:cNvPr id="53250" name="椭圆 225305"/>
            <p:cNvSpPr/>
            <p:nvPr/>
          </p:nvSpPr>
          <p:spPr>
            <a:xfrm>
              <a:off x="4367" y="3072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path path="shape">
                <a:fillToRect l="50000" t="50000" r="50000" b="50000"/>
              </a:path>
              <a:tileRect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3251" name="对象 225306"/>
            <p:cNvGraphicFramePr/>
            <p:nvPr/>
          </p:nvGraphicFramePr>
          <p:xfrm>
            <a:off x="4560" y="3024"/>
            <a:ext cx="255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" r:id="rId1" imgW="405765" imgH="292100" progId="Equation.3">
                    <p:embed/>
                  </p:oleObj>
                </mc:Choice>
                <mc:Fallback>
                  <p:oleObj name="" r:id="rId1" imgW="405765" imgH="292100" progId="Equation.3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60" y="3024"/>
                          <a:ext cx="255" cy="1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52" name="组合 225307"/>
          <p:cNvGrpSpPr/>
          <p:nvPr/>
        </p:nvGrpSpPr>
        <p:grpSpPr>
          <a:xfrm>
            <a:off x="5349875" y="2543175"/>
            <a:ext cx="3049588" cy="1004888"/>
            <a:chOff x="3370" y="1566"/>
            <a:chExt cx="1921" cy="633"/>
          </a:xfrm>
        </p:grpSpPr>
        <p:sp>
          <p:nvSpPr>
            <p:cNvPr id="53253" name="矩形 225308"/>
            <p:cNvSpPr/>
            <p:nvPr/>
          </p:nvSpPr>
          <p:spPr>
            <a:xfrm>
              <a:off x="3370" y="1728"/>
              <a:ext cx="1921" cy="91"/>
            </a:xfrm>
            <a:prstGeom prst="rect">
              <a:avLst/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4" name="椭圆 225309"/>
            <p:cNvSpPr/>
            <p:nvPr/>
          </p:nvSpPr>
          <p:spPr>
            <a:xfrm>
              <a:off x="4315" y="1751"/>
              <a:ext cx="47" cy="45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anchor="t" anchorCtr="0"/>
            <a:p>
              <a:pPr eaLnBrk="0" hangingPunct="0"/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5" name="任意多边形 225310"/>
            <p:cNvSpPr/>
            <p:nvPr/>
          </p:nvSpPr>
          <p:spPr>
            <a:xfrm flipH="1">
              <a:off x="4139" y="1566"/>
              <a:ext cx="388" cy="367"/>
            </a:xfrm>
            <a:custGeom>
              <a:avLst/>
              <a:gdLst/>
              <a:ahLst/>
              <a:cxnLst>
                <a:cxn ang="270">
                  <a:pos x="21600" y="0"/>
                </a:cxn>
                <a:cxn ang="180">
                  <a:pos x="3309" y="10109"/>
                </a:cxn>
                <a:cxn ang="90">
                  <a:pos x="21600" y="21600"/>
                </a:cxn>
              </a:cxnLst>
              <a:pathLst>
                <a:path w="43200" h="43200" fill="none">
                  <a:moveTo>
                    <a:pt x="21600" y="0"/>
                  </a:moveTo>
                  <a:cubicBezTo>
                    <a:pt x="33529" y="0"/>
                    <a:pt x="43200" y="9671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1" y="43200"/>
                    <a:pt x="0" y="33529"/>
                    <a:pt x="0" y="21600"/>
                  </a:cubicBezTo>
                  <a:cubicBezTo>
                    <a:pt x="0" y="17376"/>
                    <a:pt x="1212" y="13435"/>
                    <a:pt x="3308" y="10108"/>
                  </a:cubicBezTo>
                </a:path>
                <a:path w="43200" h="43200" stroke="0">
                  <a:moveTo>
                    <a:pt x="21600" y="0"/>
                  </a:moveTo>
                  <a:cubicBezTo>
                    <a:pt x="33529" y="0"/>
                    <a:pt x="43200" y="9671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1" y="43200"/>
                    <a:pt x="0" y="33529"/>
                    <a:pt x="0" y="21600"/>
                  </a:cubicBezTo>
                  <a:cubicBezTo>
                    <a:pt x="0" y="17376"/>
                    <a:pt x="1212" y="13435"/>
                    <a:pt x="3308" y="1010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53256" name="对象 225311"/>
            <p:cNvGraphicFramePr/>
            <p:nvPr/>
          </p:nvGraphicFramePr>
          <p:xfrm>
            <a:off x="4248" y="2024"/>
            <a:ext cx="156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8" name="" r:id="rId3" imgW="254000" imgH="292100" progId="Equation.3">
                    <p:embed/>
                  </p:oleObj>
                </mc:Choice>
                <mc:Fallback>
                  <p:oleObj name="" r:id="rId3" imgW="254000" imgH="292100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48" y="2024"/>
                          <a:ext cx="156" cy="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15" name="文本框 225314"/>
          <p:cNvSpPr txBox="1"/>
          <p:nvPr/>
        </p:nvSpPr>
        <p:spPr>
          <a:xfrm>
            <a:off x="708025" y="692150"/>
            <a:ext cx="5105400" cy="579438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弹性碰撞动能守恒，</a:t>
            </a:r>
            <a:endParaRPr lang="zh-CN" altLang="en-US" sz="3200" b="1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5318" name="对象 225317"/>
          <p:cNvGraphicFramePr/>
          <p:nvPr/>
        </p:nvGraphicFramePr>
        <p:xfrm>
          <a:off x="584200" y="1587500"/>
          <a:ext cx="41910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5" imgW="1447165" imgH="393700" progId="Equation.3">
                  <p:embed/>
                </p:oleObj>
              </mc:Choice>
              <mc:Fallback>
                <p:oleObj name="" r:id="rId5" imgW="1447165" imgH="3937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4200" y="1587500"/>
                        <a:ext cx="4191000" cy="1017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9" name="矩形 225318"/>
          <p:cNvSpPr/>
          <p:nvPr/>
        </p:nvSpPr>
        <p:spPr>
          <a:xfrm>
            <a:off x="5043488" y="1787525"/>
            <a:ext cx="10779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 b="1" dirty="0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5320" name="对象 225319"/>
          <p:cNvGraphicFramePr/>
          <p:nvPr/>
        </p:nvGraphicFramePr>
        <p:xfrm>
          <a:off x="722313" y="3348038"/>
          <a:ext cx="388620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7" imgW="1650365" imgH="393700" progId="Equation.3">
                  <p:embed/>
                </p:oleObj>
              </mc:Choice>
              <mc:Fallback>
                <p:oleObj name="" r:id="rId7" imgW="1650365" imgH="3937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2313" y="3348038"/>
                        <a:ext cx="3886200" cy="925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1" name="矩形 225320"/>
          <p:cNvSpPr/>
          <p:nvPr/>
        </p:nvSpPr>
        <p:spPr>
          <a:xfrm>
            <a:off x="217488" y="276225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endParaRPr lang="zh-CN" altLang="en-US" sz="2800" b="1" dirty="0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25322" name="组合 225321"/>
          <p:cNvGrpSpPr/>
          <p:nvPr/>
        </p:nvGrpSpPr>
        <p:grpSpPr>
          <a:xfrm>
            <a:off x="7597775" y="2897188"/>
            <a:ext cx="512763" cy="590550"/>
            <a:chOff x="4224" y="3216"/>
            <a:chExt cx="323" cy="372"/>
          </a:xfrm>
        </p:grpSpPr>
        <p:sp>
          <p:nvSpPr>
            <p:cNvPr id="53263" name="直接连接符 225322"/>
            <p:cNvSpPr/>
            <p:nvPr/>
          </p:nvSpPr>
          <p:spPr>
            <a:xfrm flipV="1">
              <a:off x="4527" y="3312"/>
              <a:ext cx="0" cy="24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graphicFrame>
          <p:nvGraphicFramePr>
            <p:cNvPr id="53264" name="对象 225323"/>
            <p:cNvGraphicFramePr/>
            <p:nvPr/>
          </p:nvGraphicFramePr>
          <p:xfrm>
            <a:off x="4224" y="3216"/>
            <a:ext cx="323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" r:id="rId9" imgW="177800" imgH="227965" progId="Equation.3">
                    <p:embed/>
                  </p:oleObj>
                </mc:Choice>
                <mc:Fallback>
                  <p:oleObj name="" r:id="rId9" imgW="177800" imgH="227965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24" y="3216"/>
                          <a:ext cx="323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25" name="文本框 225324"/>
          <p:cNvSpPr txBox="1"/>
          <p:nvPr/>
        </p:nvSpPr>
        <p:spPr>
          <a:xfrm>
            <a:off x="358775" y="4557713"/>
            <a:ext cx="4114800" cy="519112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联立</a:t>
            </a:r>
            <a:r>
              <a:rPr lang="en-US" altLang="zh-CN" sz="2800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800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800" b="1" dirty="0">
                <a:solidFill>
                  <a:srgbClr val="04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式求解</a:t>
            </a:r>
            <a:endParaRPr lang="zh-CN" altLang="en-US" sz="2800" b="1">
              <a:solidFill>
                <a:srgbClr val="04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5326" name="对象 225325"/>
          <p:cNvGraphicFramePr/>
          <p:nvPr/>
        </p:nvGraphicFramePr>
        <p:xfrm>
          <a:off x="1006475" y="5319713"/>
          <a:ext cx="26812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11" imgW="989965" imgH="393700" progId="Equation.3">
                  <p:embed/>
                </p:oleObj>
              </mc:Choice>
              <mc:Fallback>
                <p:oleObj name="" r:id="rId11" imgW="989965" imgH="3937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06475" y="5319713"/>
                        <a:ext cx="2681288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7" name="对象 225326"/>
          <p:cNvGraphicFramePr/>
          <p:nvPr/>
        </p:nvGraphicFramePr>
        <p:xfrm>
          <a:off x="4335463" y="5257800"/>
          <a:ext cx="26130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3" imgW="965200" imgH="419100" progId="Equation.3">
                  <p:embed/>
                </p:oleObj>
              </mc:Choice>
              <mc:Fallback>
                <p:oleObj name="" r:id="rId13" imgW="965200" imgH="4191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35463" y="5257800"/>
                        <a:ext cx="2613025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5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5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2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22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5" grpId="0"/>
      <p:bldP spid="225319" grpId="0"/>
      <p:bldP spid="225321" grpId="0"/>
      <p:bldP spid="2253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 Box 2"/>
          <p:cNvSpPr txBox="1"/>
          <p:nvPr/>
        </p:nvSpPr>
        <p:spPr>
          <a:xfrm>
            <a:off x="304800" y="1524000"/>
            <a:ext cx="8458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行星绕日运动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行星的动量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角动量和动能哪个守恒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304800" y="2514600"/>
            <a:ext cx="4419600" cy="2227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如图所示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一轻质杆连接两个质量相同的球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杆可绕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点在光滑水平面内转动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问系统的动量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角动量和动能哪个守恒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4275" name="Group 5"/>
          <p:cNvGrpSpPr/>
          <p:nvPr/>
        </p:nvGrpSpPr>
        <p:grpSpPr>
          <a:xfrm>
            <a:off x="457200" y="228600"/>
            <a:ext cx="2514600" cy="1295400"/>
            <a:chOff x="336" y="2448"/>
            <a:chExt cx="1584" cy="816"/>
          </a:xfrm>
        </p:grpSpPr>
        <p:sp>
          <p:nvSpPr>
            <p:cNvPr id="54276" name="Text Box 6"/>
            <p:cNvSpPr txBox="1"/>
            <p:nvPr/>
          </p:nvSpPr>
          <p:spPr>
            <a:xfrm>
              <a:off x="720" y="2697"/>
              <a:ext cx="12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思考题</a:t>
              </a:r>
              <a:r>
                <a:rPr lang="en-US" altLang="zh-CN" sz="2800" b="1" dirty="0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:</a:t>
              </a:r>
              <a:endParaRPr lang="en-US" altLang="zh-CN" sz="2800" b="1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graphicFrame>
          <p:nvGraphicFramePr>
            <p:cNvPr id="54277" name="Object 7"/>
            <p:cNvGraphicFramePr>
              <a:graphicFrameLocks noChangeAspect="1"/>
            </p:cNvGraphicFramePr>
            <p:nvPr/>
          </p:nvGraphicFramePr>
          <p:xfrm>
            <a:off x="336" y="2448"/>
            <a:ext cx="432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1" imgW="1857375" imgH="3996055" progId="MS_ClipArt_Gallery.5">
                    <p:embed/>
                  </p:oleObj>
                </mc:Choice>
                <mc:Fallback>
                  <p:oleObj name="" r:id="rId1" imgW="1857375" imgH="3996055" progId="MS_ClipArt_Gallery.5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6" y="2448"/>
                          <a:ext cx="432" cy="8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6" name="Text Box 8"/>
          <p:cNvSpPr txBox="1"/>
          <p:nvPr/>
        </p:nvSpPr>
        <p:spPr>
          <a:xfrm>
            <a:off x="685800" y="1981200"/>
            <a:ext cx="6553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行星的角动量守恒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动量和动能不守恒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228600" y="4724400"/>
            <a:ext cx="4572000" cy="623888"/>
            <a:chOff x="288" y="2976"/>
            <a:chExt cx="2880" cy="393"/>
          </a:xfrm>
        </p:grpSpPr>
        <p:sp>
          <p:nvSpPr>
            <p:cNvPr id="54280" name="Text Box 10"/>
            <p:cNvSpPr txBox="1"/>
            <p:nvPr/>
          </p:nvSpPr>
          <p:spPr>
            <a:xfrm>
              <a:off x="288" y="2976"/>
              <a:ext cx="28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, ∴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动量守恒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4281" name="Object 11"/>
            <p:cNvGraphicFramePr>
              <a:graphicFrameLocks noChangeAspect="1"/>
            </p:cNvGraphicFramePr>
            <p:nvPr/>
          </p:nvGraphicFramePr>
          <p:xfrm>
            <a:off x="414" y="2976"/>
            <a:ext cx="1197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3" imgW="812165" imgH="266700" progId="Equation.3">
                    <p:embed/>
                  </p:oleObj>
                </mc:Choice>
                <mc:Fallback>
                  <p:oleObj name="" r:id="rId3" imgW="812165" imgH="2667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4" y="2976"/>
                          <a:ext cx="1197" cy="3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/>
          <p:nvPr/>
        </p:nvGrpSpPr>
        <p:grpSpPr>
          <a:xfrm>
            <a:off x="457200" y="5334000"/>
            <a:ext cx="6324600" cy="660400"/>
            <a:chOff x="432" y="3360"/>
            <a:chExt cx="3984" cy="416"/>
          </a:xfrm>
        </p:grpSpPr>
        <p:graphicFrame>
          <p:nvGraphicFramePr>
            <p:cNvPr id="54283" name="Object 13"/>
            <p:cNvGraphicFramePr>
              <a:graphicFrameLocks noChangeAspect="1"/>
            </p:cNvGraphicFramePr>
            <p:nvPr/>
          </p:nvGraphicFramePr>
          <p:xfrm>
            <a:off x="432" y="3360"/>
            <a:ext cx="1604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" r:id="rId5" imgW="1028065" imgH="266700" progId="Equation.3">
                    <p:embed/>
                  </p:oleObj>
                </mc:Choice>
                <mc:Fallback>
                  <p:oleObj name="" r:id="rId5" imgW="1028065" imgH="266700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" y="3360"/>
                          <a:ext cx="1604" cy="4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4" name="Text Box 14"/>
            <p:cNvSpPr txBox="1"/>
            <p:nvPr/>
          </p:nvSpPr>
          <p:spPr>
            <a:xfrm>
              <a:off x="1968" y="3369"/>
              <a:ext cx="24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∴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角动量不守恒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5"/>
          <p:cNvGrpSpPr/>
          <p:nvPr/>
        </p:nvGrpSpPr>
        <p:grpSpPr>
          <a:xfrm>
            <a:off x="517525" y="5927725"/>
            <a:ext cx="8169275" cy="673100"/>
            <a:chOff x="326" y="3734"/>
            <a:chExt cx="5146" cy="424"/>
          </a:xfrm>
        </p:grpSpPr>
        <p:graphicFrame>
          <p:nvGraphicFramePr>
            <p:cNvPr id="54286" name="Object 16"/>
            <p:cNvGraphicFramePr>
              <a:graphicFrameLocks noChangeAspect="1"/>
            </p:cNvGraphicFramePr>
            <p:nvPr/>
          </p:nvGraphicFramePr>
          <p:xfrm>
            <a:off x="326" y="3734"/>
            <a:ext cx="3475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7" imgW="2298700" imgH="266700" progId="Equation.3">
                    <p:embed/>
                  </p:oleObj>
                </mc:Choice>
                <mc:Fallback>
                  <p:oleObj name="" r:id="rId7" imgW="2298700" imgH="2667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6" y="3734"/>
                          <a:ext cx="3475" cy="4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7" name="Text Box 17"/>
            <p:cNvSpPr txBox="1"/>
            <p:nvPr/>
          </p:nvSpPr>
          <p:spPr>
            <a:xfrm>
              <a:off x="3792" y="3792"/>
              <a:ext cx="1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∴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动能不守恒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8"/>
          <p:cNvGrpSpPr/>
          <p:nvPr/>
        </p:nvGrpSpPr>
        <p:grpSpPr>
          <a:xfrm>
            <a:off x="4775200" y="2743200"/>
            <a:ext cx="4064000" cy="1698625"/>
            <a:chOff x="2880" y="1714"/>
            <a:chExt cx="2560" cy="1070"/>
          </a:xfrm>
        </p:grpSpPr>
        <p:sp>
          <p:nvSpPr>
            <p:cNvPr id="54289" name="AutoShape 19"/>
            <p:cNvSpPr/>
            <p:nvPr/>
          </p:nvSpPr>
          <p:spPr>
            <a:xfrm>
              <a:off x="2880" y="1728"/>
              <a:ext cx="2453" cy="1056"/>
            </a:xfrm>
            <a:prstGeom prst="parallelogram">
              <a:avLst>
                <a:gd name="adj" fmla="val 58072"/>
              </a:avLst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0" name="Oval 20"/>
            <p:cNvSpPr/>
            <p:nvPr/>
          </p:nvSpPr>
          <p:spPr>
            <a:xfrm>
              <a:off x="3425" y="1958"/>
              <a:ext cx="1408" cy="505"/>
            </a:xfrm>
            <a:prstGeom prst="ellipse">
              <a:avLst/>
            </a:prstGeom>
            <a:solidFill>
              <a:srgbClr val="FFFF99"/>
            </a:solidFill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91" name="Line 21"/>
            <p:cNvSpPr/>
            <p:nvPr/>
          </p:nvSpPr>
          <p:spPr>
            <a:xfrm>
              <a:off x="3425" y="2233"/>
              <a:ext cx="1408" cy="0"/>
            </a:xfrm>
            <a:prstGeom prst="line">
              <a:avLst/>
            </a:prstGeom>
            <a:ln w="57150" cap="flat" cmpd="sng">
              <a:solidFill>
                <a:srgbClr val="FFCC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92" name="Oval 22"/>
            <p:cNvSpPr/>
            <p:nvPr/>
          </p:nvSpPr>
          <p:spPr>
            <a:xfrm>
              <a:off x="3289" y="2141"/>
              <a:ext cx="182" cy="184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764718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93" name="Oval 23"/>
            <p:cNvSpPr/>
            <p:nvPr/>
          </p:nvSpPr>
          <p:spPr>
            <a:xfrm>
              <a:off x="4743" y="2141"/>
              <a:ext cx="181" cy="184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764718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4294" name="Object 24"/>
            <p:cNvGraphicFramePr>
              <a:graphicFrameLocks noChangeAspect="1"/>
            </p:cNvGraphicFramePr>
            <p:nvPr/>
          </p:nvGraphicFramePr>
          <p:xfrm>
            <a:off x="4073" y="2187"/>
            <a:ext cx="124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" r:id="rId9" imgW="114300" imgH="114300" progId="Equation.3">
                    <p:embed/>
                  </p:oleObj>
                </mc:Choice>
                <mc:Fallback>
                  <p:oleObj name="" r:id="rId9" imgW="114300" imgH="114300" progId="Equation.3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73" y="2187"/>
                          <a:ext cx="124" cy="1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5" name="Line 25"/>
            <p:cNvSpPr/>
            <p:nvPr/>
          </p:nvSpPr>
          <p:spPr>
            <a:xfrm flipH="1">
              <a:off x="3243" y="2233"/>
              <a:ext cx="137" cy="27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96" name="Line 26"/>
            <p:cNvSpPr/>
            <p:nvPr/>
          </p:nvSpPr>
          <p:spPr>
            <a:xfrm flipH="1">
              <a:off x="4833" y="1958"/>
              <a:ext cx="137" cy="27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54297" name="Object 27"/>
            <p:cNvGraphicFramePr>
              <a:graphicFrameLocks noChangeAspect="1"/>
            </p:cNvGraphicFramePr>
            <p:nvPr/>
          </p:nvGraphicFramePr>
          <p:xfrm>
            <a:off x="3315" y="2386"/>
            <a:ext cx="23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11" imgW="241300" imgH="304800" progId="Equation.3">
                    <p:embed/>
                  </p:oleObj>
                </mc:Choice>
                <mc:Fallback>
                  <p:oleObj name="" r:id="rId11" imgW="241300" imgH="3048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15" y="2386"/>
                          <a:ext cx="237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8" name="Object 28"/>
            <p:cNvGraphicFramePr>
              <a:graphicFrameLocks noChangeAspect="1"/>
            </p:cNvGraphicFramePr>
            <p:nvPr/>
          </p:nvGraphicFramePr>
          <p:xfrm>
            <a:off x="4728" y="1714"/>
            <a:ext cx="71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13" imgW="762000" imgH="304800" progId="Equation.3">
                    <p:embed/>
                  </p:oleObj>
                </mc:Choice>
                <mc:Fallback>
                  <p:oleObj name="" r:id="rId13" imgW="762000" imgH="3048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28" y="1714"/>
                          <a:ext cx="712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9" name="Line 29"/>
            <p:cNvSpPr/>
            <p:nvPr/>
          </p:nvSpPr>
          <p:spPr>
            <a:xfrm flipH="1">
              <a:off x="3456" y="2208"/>
              <a:ext cx="62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00" name="Line 30"/>
            <p:cNvSpPr/>
            <p:nvPr/>
          </p:nvSpPr>
          <p:spPr>
            <a:xfrm flipH="1">
              <a:off x="4128" y="2208"/>
              <a:ext cx="62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54301" name="Object 31"/>
            <p:cNvGraphicFramePr>
              <a:graphicFrameLocks noChangeAspect="1"/>
            </p:cNvGraphicFramePr>
            <p:nvPr/>
          </p:nvGraphicFramePr>
          <p:xfrm>
            <a:off x="3689" y="1824"/>
            <a:ext cx="24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15" imgW="177800" imgH="279400" progId="Equation.3">
                    <p:embed/>
                  </p:oleObj>
                </mc:Choice>
                <mc:Fallback>
                  <p:oleObj name="" r:id="rId15" imgW="177800" imgH="2794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9" y="1824"/>
                          <a:ext cx="248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2" name="Object 32"/>
            <p:cNvGraphicFramePr>
              <a:graphicFrameLocks noChangeAspect="1"/>
            </p:cNvGraphicFramePr>
            <p:nvPr/>
          </p:nvGraphicFramePr>
          <p:xfrm>
            <a:off x="4361" y="1824"/>
            <a:ext cx="24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17" imgW="177800" imgH="279400" progId="Equation.3">
                    <p:embed/>
                  </p:oleObj>
                </mc:Choice>
                <mc:Fallback>
                  <p:oleObj name="" r:id="rId17" imgW="177800" imgH="279400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61" y="1824"/>
                          <a:ext cx="248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03" name="Text Box 33"/>
            <p:cNvSpPr txBox="1"/>
            <p:nvPr/>
          </p:nvSpPr>
          <p:spPr>
            <a:xfrm>
              <a:off x="3984" y="1920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4" name="Line 34"/>
            <p:cNvSpPr/>
            <p:nvPr/>
          </p:nvSpPr>
          <p:spPr>
            <a:xfrm>
              <a:off x="3504" y="2304"/>
              <a:ext cx="1248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54305" name="Object 35"/>
            <p:cNvGraphicFramePr>
              <a:graphicFrameLocks noChangeAspect="1"/>
            </p:cNvGraphicFramePr>
            <p:nvPr/>
          </p:nvGraphicFramePr>
          <p:xfrm>
            <a:off x="3806" y="2256"/>
            <a:ext cx="31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19" imgW="228600" imgH="279400" progId="Equation.3">
                    <p:embed/>
                  </p:oleObj>
                </mc:Choice>
                <mc:Fallback>
                  <p:oleObj name="" r:id="rId19" imgW="228600" imgH="2794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06" y="2256"/>
                          <a:ext cx="31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  <p:bldP spid="37896" grpId="0"/>
    </p:bldLst>
  </p:timing>
</p:sld>
</file>

<file path=ppt/theme/theme1.xml><?xml version="1.0" encoding="utf-8"?>
<a:theme xmlns:a="http://schemas.openxmlformats.org/drawingml/2006/main" name="主题4">
  <a:themeElements>
    <a:clrScheme name="2005届大物下 13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05届大物下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2005届大物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主题3</Template>
  <TotalTime>0</TotalTime>
  <Words>3187</Words>
  <Application>WPS 演示</Application>
  <PresentationFormat>全屏显示(4:3)</PresentationFormat>
  <Paragraphs>540</Paragraphs>
  <Slides>49</Slides>
  <Notes>2</Notes>
  <HiddenSlides>2</HiddenSlides>
  <MMClips>1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288</vt:i4>
      </vt:variant>
      <vt:variant>
        <vt:lpstr>幻灯片标题</vt:lpstr>
      </vt:variant>
      <vt:variant>
        <vt:i4>49</vt:i4>
      </vt:variant>
    </vt:vector>
  </HeadingPairs>
  <TitlesOfParts>
    <vt:vector size="357" baseType="lpstr">
      <vt:lpstr>Arial</vt:lpstr>
      <vt:lpstr>宋体</vt:lpstr>
      <vt:lpstr>Wingdings</vt:lpstr>
      <vt:lpstr>Verdana</vt:lpstr>
      <vt:lpstr>Times New Roman</vt:lpstr>
      <vt:lpstr>楷体_GB2312</vt:lpstr>
      <vt:lpstr>黑体</vt:lpstr>
      <vt:lpstr>Wingdings 2</vt:lpstr>
      <vt:lpstr>Symbol</vt:lpstr>
      <vt:lpstr>华文中宋</vt:lpstr>
      <vt:lpstr>Symbol</vt:lpstr>
      <vt:lpstr>Bookman Old Style</vt:lpstr>
      <vt:lpstr>微软雅黑</vt:lpstr>
      <vt:lpstr>Arial Unicode MS</vt:lpstr>
      <vt:lpstr>新宋体</vt:lpstr>
      <vt:lpstr>Calibri</vt:lpstr>
      <vt:lpstr>华文新魏</vt:lpstr>
      <vt:lpstr>Webdings</vt:lpstr>
      <vt:lpstr>隶书</vt:lpstr>
      <vt:lpstr>主题4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MS_ClipArt_Gallery.5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4-3  角动量  角动量守恒定律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引例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4-3    角动量  角动量守恒定律</dc:title>
  <dc:creator>MC SYSTEM</dc:creator>
  <cp:lastModifiedBy>szu</cp:lastModifiedBy>
  <cp:revision>111</cp:revision>
  <dcterms:created xsi:type="dcterms:W3CDTF">2014-03-06T07:08:00Z</dcterms:created>
  <dcterms:modified xsi:type="dcterms:W3CDTF">2024-04-17T03:44:32Z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  <property fmtid="{D5CDD505-2E9C-101B-9397-08002B2CF9AE}" pid="3" name="ICV">
    <vt:lpwstr>D634862CA039430FA100A8D7757FE58D_12</vt:lpwstr>
  </property>
</Properties>
</file>