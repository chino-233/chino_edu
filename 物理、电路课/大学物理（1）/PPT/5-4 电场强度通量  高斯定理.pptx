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notesMasterIdLst>
    <p:notesMasterId r:id="rId8"/>
  </p:notesMasterIdLst>
  <p:sldIdLst>
    <p:sldId id="257" r:id="rId6"/>
    <p:sldId id="259" r:id="rId7"/>
    <p:sldId id="260" r:id="rId9"/>
    <p:sldId id="261" r:id="rId10"/>
    <p:sldId id="262" r:id="rId11"/>
    <p:sldId id="263" r:id="rId12"/>
    <p:sldId id="296" r:id="rId13"/>
    <p:sldId id="369" r:id="rId14"/>
    <p:sldId id="265" r:id="rId15"/>
    <p:sldId id="267" r:id="rId16"/>
    <p:sldId id="268" r:id="rId17"/>
    <p:sldId id="269" r:id="rId18"/>
    <p:sldId id="272" r:id="rId19"/>
    <p:sldId id="271" r:id="rId20"/>
    <p:sldId id="273" r:id="rId21"/>
    <p:sldId id="336" r:id="rId22"/>
    <p:sldId id="292" r:id="rId23"/>
    <p:sldId id="274" r:id="rId24"/>
    <p:sldId id="416" r:id="rId25"/>
    <p:sldId id="275" r:id="rId26"/>
    <p:sldId id="333" r:id="rId27"/>
    <p:sldId id="277" r:id="rId28"/>
    <p:sldId id="278" r:id="rId29"/>
    <p:sldId id="279" r:id="rId30"/>
    <p:sldId id="337" r:id="rId31"/>
    <p:sldId id="448" r:id="rId32"/>
    <p:sldId id="298" r:id="rId33"/>
    <p:sldId id="347" r:id="rId34"/>
    <p:sldId id="341" r:id="rId35"/>
    <p:sldId id="281" r:id="rId36"/>
    <p:sldId id="282" r:id="rId37"/>
    <p:sldId id="490" r:id="rId38"/>
    <p:sldId id="283" r:id="rId39"/>
    <p:sldId id="527" r:id="rId40"/>
    <p:sldId id="474" r:id="rId41"/>
    <p:sldId id="284" r:id="rId42"/>
    <p:sldId id="491" r:id="rId43"/>
    <p:sldId id="509" r:id="rId44"/>
    <p:sldId id="312" r:id="rId45"/>
    <p:sldId id="285" r:id="rId46"/>
    <p:sldId id="286" r:id="rId47"/>
    <p:sldId id="515" r:id="rId48"/>
    <p:sldId id="342" r:id="rId49"/>
    <p:sldId id="343" r:id="rId50"/>
    <p:sldId id="344" r:id="rId51"/>
    <p:sldId id="345" r:id="rId52"/>
    <p:sldId id="346" r:id="rId53"/>
    <p:sldId id="512" r:id="rId54"/>
    <p:sldId id="415" r:id="rId55"/>
    <p:sldId id="413" r:id="rId56"/>
    <p:sldId id="418" r:id="rId57"/>
    <p:sldId id="419" r:id="rId58"/>
  </p:sldIdLst>
  <p:sldSz cx="9144000" cy="6858000" type="screen4x3"/>
  <p:notesSz cx="6858000" cy="9144000"/>
  <p:custDataLst>
    <p:tags r:id="rId62"/>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79" userDrawn="1">
          <p15:clr>
            <a:srgbClr val="A4A3A4"/>
          </p15:clr>
        </p15:guide>
        <p15:guide id="2" pos="26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00FF"/>
    <a:srgbClr val="99CCFF"/>
    <a:srgbClr val="0099FF"/>
    <a:srgbClr val="FF66CC"/>
    <a:srgbClr val="33CCCC"/>
    <a:srgbClr val="66CCFF"/>
    <a:srgbClr val="FF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3536"/>
  </p:normalViewPr>
  <p:slideViewPr>
    <p:cSldViewPr showGuides="1">
      <p:cViewPr varScale="1">
        <p:scale>
          <a:sx n="69" d="100"/>
          <a:sy n="69" d="100"/>
        </p:scale>
        <p:origin x="546" y="78"/>
      </p:cViewPr>
      <p:guideLst>
        <p:guide orient="horz" pos="2079"/>
        <p:guide pos="26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notesMaster" Target="notesMasters/notesMaster1.xml"/><Relationship Id="rId7" Type="http://schemas.openxmlformats.org/officeDocument/2006/relationships/slide" Target="slides/slide2.xml"/><Relationship Id="rId62" Type="http://schemas.openxmlformats.org/officeDocument/2006/relationships/tags" Target="tags/tag118.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1.xml"/><Relationship Id="rId59" Type="http://schemas.openxmlformats.org/officeDocument/2006/relationships/presProps" Target="presProps.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emf"/><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2" Type="http://schemas.openxmlformats.org/officeDocument/2006/relationships/image" Target="../media/image22.wmf"/><Relationship Id="rId11" Type="http://schemas.openxmlformats.org/officeDocument/2006/relationships/image" Target="../media/image21.wmf"/><Relationship Id="rId10" Type="http://schemas.openxmlformats.org/officeDocument/2006/relationships/image" Target="../media/image20.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0.wmf"/><Relationship Id="rId7" Type="http://schemas.openxmlformats.org/officeDocument/2006/relationships/image" Target="../media/image29.wmf"/><Relationship Id="rId6" Type="http://schemas.openxmlformats.org/officeDocument/2006/relationships/image" Target="../media/image28.wmf"/><Relationship Id="rId5" Type="http://schemas.openxmlformats.org/officeDocument/2006/relationships/image" Target="../media/image27.e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36.wmf"/><Relationship Id="rId8" Type="http://schemas.openxmlformats.org/officeDocument/2006/relationships/image" Target="../media/image35.wmf"/><Relationship Id="rId7" Type="http://schemas.openxmlformats.org/officeDocument/2006/relationships/image" Target="../media/image34.wmf"/><Relationship Id="rId6" Type="http://schemas.openxmlformats.org/officeDocument/2006/relationships/image" Target="../media/image33.wmf"/><Relationship Id="rId5" Type="http://schemas.openxmlformats.org/officeDocument/2006/relationships/image" Target="../media/image29.wmf"/><Relationship Id="rId4" Type="http://schemas.openxmlformats.org/officeDocument/2006/relationships/image" Target="../media/image32.emf"/><Relationship Id="rId3" Type="http://schemas.openxmlformats.org/officeDocument/2006/relationships/image" Target="../media/image30.wmf"/><Relationship Id="rId2" Type="http://schemas.openxmlformats.org/officeDocument/2006/relationships/image" Target="../media/image31.emf"/><Relationship Id="rId11" Type="http://schemas.openxmlformats.org/officeDocument/2006/relationships/image" Target="../media/image38.wmf"/><Relationship Id="rId10" Type="http://schemas.openxmlformats.org/officeDocument/2006/relationships/image" Target="../media/image37.wmf"/><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43.e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9" Type="http://schemas.openxmlformats.org/officeDocument/2006/relationships/image" Target="../media/image57.wmf"/><Relationship Id="rId18" Type="http://schemas.openxmlformats.org/officeDocument/2006/relationships/image" Target="../media/image56.wmf"/><Relationship Id="rId17" Type="http://schemas.openxmlformats.org/officeDocument/2006/relationships/image" Target="../media/image55.wmf"/><Relationship Id="rId16" Type="http://schemas.openxmlformats.org/officeDocument/2006/relationships/image" Target="../media/image54.wmf"/><Relationship Id="rId15" Type="http://schemas.openxmlformats.org/officeDocument/2006/relationships/image" Target="../media/image53.emf"/><Relationship Id="rId14" Type="http://schemas.openxmlformats.org/officeDocument/2006/relationships/image" Target="../media/image52.emf"/><Relationship Id="rId13" Type="http://schemas.openxmlformats.org/officeDocument/2006/relationships/image" Target="../media/image51.emf"/><Relationship Id="rId12" Type="http://schemas.openxmlformats.org/officeDocument/2006/relationships/image" Target="../media/image50.emf"/><Relationship Id="rId11" Type="http://schemas.openxmlformats.org/officeDocument/2006/relationships/image" Target="../media/image49.wmf"/><Relationship Id="rId10" Type="http://schemas.openxmlformats.org/officeDocument/2006/relationships/image" Target="../media/image48.wmf"/><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9.wmf"/><Relationship Id="rId7" Type="http://schemas.openxmlformats.org/officeDocument/2006/relationships/image" Target="../media/image68.emf"/><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image" Target="../media/image65.emf"/><Relationship Id="rId3" Type="http://schemas.openxmlformats.org/officeDocument/2006/relationships/image" Target="../media/image64.emf"/><Relationship Id="rId2" Type="http://schemas.openxmlformats.org/officeDocument/2006/relationships/image" Target="../media/image63.wmf"/><Relationship Id="rId1" Type="http://schemas.openxmlformats.org/officeDocument/2006/relationships/image" Target="../media/image62.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74.wmf"/><Relationship Id="rId4" Type="http://schemas.openxmlformats.org/officeDocument/2006/relationships/image" Target="../media/image73.emf"/><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70.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5.e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84.wmf"/><Relationship Id="rId8" Type="http://schemas.openxmlformats.org/officeDocument/2006/relationships/image" Target="../media/image83.wmf"/><Relationship Id="rId7" Type="http://schemas.openxmlformats.org/officeDocument/2006/relationships/image" Target="../media/image82.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5" Type="http://schemas.openxmlformats.org/officeDocument/2006/relationships/image" Target="../media/image90.wmf"/><Relationship Id="rId14" Type="http://schemas.openxmlformats.org/officeDocument/2006/relationships/image" Target="../media/image89.wmf"/><Relationship Id="rId13" Type="http://schemas.openxmlformats.org/officeDocument/2006/relationships/image" Target="../media/image88.wmf"/><Relationship Id="rId12" Type="http://schemas.openxmlformats.org/officeDocument/2006/relationships/image" Target="../media/image87.wmf"/><Relationship Id="rId11" Type="http://schemas.openxmlformats.org/officeDocument/2006/relationships/image" Target="../media/image86.wmf"/><Relationship Id="rId10" Type="http://schemas.openxmlformats.org/officeDocument/2006/relationships/image" Target="../media/image85.wmf"/><Relationship Id="rId1" Type="http://schemas.openxmlformats.org/officeDocument/2006/relationships/image" Target="../media/image76.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99.emf"/><Relationship Id="rId8" Type="http://schemas.openxmlformats.org/officeDocument/2006/relationships/image" Target="../media/image98.emf"/><Relationship Id="rId7" Type="http://schemas.openxmlformats.org/officeDocument/2006/relationships/image" Target="../media/image97.emf"/><Relationship Id="rId6" Type="http://schemas.openxmlformats.org/officeDocument/2006/relationships/image" Target="../media/image83.wmf"/><Relationship Id="rId5" Type="http://schemas.openxmlformats.org/officeDocument/2006/relationships/image" Target="../media/image96.emf"/><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08.wmf"/><Relationship Id="rId8" Type="http://schemas.openxmlformats.org/officeDocument/2006/relationships/image" Target="../media/image107.wmf"/><Relationship Id="rId7" Type="http://schemas.openxmlformats.org/officeDocument/2006/relationships/image" Target="../media/image106.wmf"/><Relationship Id="rId6" Type="http://schemas.openxmlformats.org/officeDocument/2006/relationships/image" Target="../media/image105.wmf"/><Relationship Id="rId5" Type="http://schemas.openxmlformats.org/officeDocument/2006/relationships/image" Target="../media/image104.emf"/><Relationship Id="rId4" Type="http://schemas.openxmlformats.org/officeDocument/2006/relationships/image" Target="../media/image103.emf"/><Relationship Id="rId3" Type="http://schemas.openxmlformats.org/officeDocument/2006/relationships/image" Target="../media/image102.emf"/><Relationship Id="rId2" Type="http://schemas.openxmlformats.org/officeDocument/2006/relationships/image" Target="../media/image101.emf"/><Relationship Id="rId1" Type="http://schemas.openxmlformats.org/officeDocument/2006/relationships/image" Target="../media/image100.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18.wmf"/><Relationship Id="rId8" Type="http://schemas.openxmlformats.org/officeDocument/2006/relationships/image" Target="../media/image117.wmf"/><Relationship Id="rId7" Type="http://schemas.openxmlformats.org/officeDocument/2006/relationships/image" Target="../media/image116.wmf"/><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emf"/><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20.wmf"/><Relationship Id="rId1" Type="http://schemas.openxmlformats.org/officeDocument/2006/relationships/image" Target="../media/image119.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124.wmf"/><Relationship Id="rId3" Type="http://schemas.openxmlformats.org/officeDocument/2006/relationships/image" Target="../media/image123.emf"/><Relationship Id="rId2" Type="http://schemas.openxmlformats.org/officeDocument/2006/relationships/image" Target="../media/image122.wmf"/><Relationship Id="rId1" Type="http://schemas.openxmlformats.org/officeDocument/2006/relationships/image" Target="../media/image121.wmf"/></Relationships>
</file>

<file path=ppt/drawings/_rels/vmlDrawing17.vml.rels><?xml version="1.0" encoding="UTF-8" standalone="yes"?>
<Relationships xmlns="http://schemas.openxmlformats.org/package/2006/relationships"><Relationship Id="rId5" Type="http://schemas.openxmlformats.org/officeDocument/2006/relationships/image" Target="../media/image128.wmf"/><Relationship Id="rId4" Type="http://schemas.openxmlformats.org/officeDocument/2006/relationships/image" Target="../media/image127.wmf"/><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37.emf"/><Relationship Id="rId8" Type="http://schemas.openxmlformats.org/officeDocument/2006/relationships/image" Target="../media/image136.wmf"/><Relationship Id="rId7" Type="http://schemas.openxmlformats.org/officeDocument/2006/relationships/image" Target="../media/image135.emf"/><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40.emf"/><Relationship Id="rId2" Type="http://schemas.openxmlformats.org/officeDocument/2006/relationships/image" Target="../media/image139.emf"/><Relationship Id="rId1" Type="http://schemas.openxmlformats.org/officeDocument/2006/relationships/image" Target="../media/image138.e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49.wmf"/><Relationship Id="rId8" Type="http://schemas.openxmlformats.org/officeDocument/2006/relationships/image" Target="../media/image148.wmf"/><Relationship Id="rId7" Type="http://schemas.openxmlformats.org/officeDocument/2006/relationships/image" Target="../media/image147.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 Id="rId3" Type="http://schemas.openxmlformats.org/officeDocument/2006/relationships/image" Target="../media/image143.wmf"/><Relationship Id="rId2" Type="http://schemas.openxmlformats.org/officeDocument/2006/relationships/image" Target="../media/image142.wmf"/><Relationship Id="rId13" Type="http://schemas.openxmlformats.org/officeDocument/2006/relationships/image" Target="../media/image153.wmf"/><Relationship Id="rId12" Type="http://schemas.openxmlformats.org/officeDocument/2006/relationships/image" Target="../media/image152.wmf"/><Relationship Id="rId11" Type="http://schemas.openxmlformats.org/officeDocument/2006/relationships/image" Target="../media/image151.wmf"/><Relationship Id="rId10" Type="http://schemas.openxmlformats.org/officeDocument/2006/relationships/image" Target="../media/image150.wmf"/><Relationship Id="rId1" Type="http://schemas.openxmlformats.org/officeDocument/2006/relationships/image" Target="../media/image141.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159.emf"/><Relationship Id="rId5" Type="http://schemas.openxmlformats.org/officeDocument/2006/relationships/image" Target="../media/image158.emf"/><Relationship Id="rId4" Type="http://schemas.openxmlformats.org/officeDocument/2006/relationships/image" Target="../media/image157.wmf"/><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wmf"/><Relationship Id="rId3" Type="http://schemas.openxmlformats.org/officeDocument/2006/relationships/image" Target="../media/image162.emf"/><Relationship Id="rId2" Type="http://schemas.openxmlformats.org/officeDocument/2006/relationships/image" Target="../media/image161.emf"/><Relationship Id="rId1" Type="http://schemas.openxmlformats.org/officeDocument/2006/relationships/image" Target="../media/image160.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72.wmf"/><Relationship Id="rId8" Type="http://schemas.openxmlformats.org/officeDocument/2006/relationships/image" Target="../media/image163.wmf"/><Relationship Id="rId7" Type="http://schemas.openxmlformats.org/officeDocument/2006/relationships/image" Target="../media/image165.wmf"/><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 Id="rId3" Type="http://schemas.openxmlformats.org/officeDocument/2006/relationships/image" Target="../media/image168.wmf"/><Relationship Id="rId2" Type="http://schemas.openxmlformats.org/officeDocument/2006/relationships/image" Target="../media/image167.wmf"/><Relationship Id="rId11" Type="http://schemas.openxmlformats.org/officeDocument/2006/relationships/image" Target="../media/image154.wmf"/><Relationship Id="rId10" Type="http://schemas.openxmlformats.org/officeDocument/2006/relationships/image" Target="../media/image173.wmf"/><Relationship Id="rId1" Type="http://schemas.openxmlformats.org/officeDocument/2006/relationships/image" Target="../media/image166.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179.emf"/><Relationship Id="rId6" Type="http://schemas.openxmlformats.org/officeDocument/2006/relationships/image" Target="../media/image178.wmf"/><Relationship Id="rId5" Type="http://schemas.openxmlformats.org/officeDocument/2006/relationships/image" Target="../media/image177.emf"/><Relationship Id="rId4" Type="http://schemas.openxmlformats.org/officeDocument/2006/relationships/image" Target="../media/image176.emf"/><Relationship Id="rId3" Type="http://schemas.openxmlformats.org/officeDocument/2006/relationships/image" Target="../media/image41.wmf"/><Relationship Id="rId2" Type="http://schemas.openxmlformats.org/officeDocument/2006/relationships/image" Target="../media/image175.wmf"/><Relationship Id="rId1" Type="http://schemas.openxmlformats.org/officeDocument/2006/relationships/image" Target="../media/image174.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188.wmf"/><Relationship Id="rId8" Type="http://schemas.openxmlformats.org/officeDocument/2006/relationships/image" Target="../media/image187.wmf"/><Relationship Id="rId7" Type="http://schemas.openxmlformats.org/officeDocument/2006/relationships/image" Target="../media/image186.wmf"/><Relationship Id="rId6" Type="http://schemas.openxmlformats.org/officeDocument/2006/relationships/image" Target="../media/image185.wmf"/><Relationship Id="rId5" Type="http://schemas.openxmlformats.org/officeDocument/2006/relationships/image" Target="../media/image184.wmf"/><Relationship Id="rId4" Type="http://schemas.openxmlformats.org/officeDocument/2006/relationships/image" Target="../media/image183.wmf"/><Relationship Id="rId3" Type="http://schemas.openxmlformats.org/officeDocument/2006/relationships/image" Target="../media/image182.wmf"/><Relationship Id="rId2" Type="http://schemas.openxmlformats.org/officeDocument/2006/relationships/image" Target="../media/image181.wmf"/><Relationship Id="rId11" Type="http://schemas.openxmlformats.org/officeDocument/2006/relationships/image" Target="../media/image190.wmf"/><Relationship Id="rId10" Type="http://schemas.openxmlformats.org/officeDocument/2006/relationships/image" Target="../media/image189.wmf"/><Relationship Id="rId1" Type="http://schemas.openxmlformats.org/officeDocument/2006/relationships/image" Target="../media/image180.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200.emf"/><Relationship Id="rId8" Type="http://schemas.openxmlformats.org/officeDocument/2006/relationships/image" Target="../media/image199.emf"/><Relationship Id="rId7" Type="http://schemas.openxmlformats.org/officeDocument/2006/relationships/image" Target="../media/image198.emf"/><Relationship Id="rId6" Type="http://schemas.openxmlformats.org/officeDocument/2006/relationships/image" Target="../media/image197.emf"/><Relationship Id="rId5" Type="http://schemas.openxmlformats.org/officeDocument/2006/relationships/image" Target="../media/image196.emf"/><Relationship Id="rId4" Type="http://schemas.openxmlformats.org/officeDocument/2006/relationships/image" Target="../media/image195.wmf"/><Relationship Id="rId3" Type="http://schemas.openxmlformats.org/officeDocument/2006/relationships/image" Target="../media/image194.wmf"/><Relationship Id="rId2" Type="http://schemas.openxmlformats.org/officeDocument/2006/relationships/image" Target="../media/image193.emf"/><Relationship Id="rId17" Type="http://schemas.openxmlformats.org/officeDocument/2006/relationships/image" Target="../media/image177.emf"/><Relationship Id="rId16" Type="http://schemas.openxmlformats.org/officeDocument/2006/relationships/image" Target="../media/image207.emf"/><Relationship Id="rId15" Type="http://schemas.openxmlformats.org/officeDocument/2006/relationships/image" Target="../media/image206.emf"/><Relationship Id="rId14" Type="http://schemas.openxmlformats.org/officeDocument/2006/relationships/image" Target="../media/image205.emf"/><Relationship Id="rId13" Type="http://schemas.openxmlformats.org/officeDocument/2006/relationships/image" Target="../media/image204.emf"/><Relationship Id="rId12" Type="http://schemas.openxmlformats.org/officeDocument/2006/relationships/image" Target="../media/image203.emf"/><Relationship Id="rId11" Type="http://schemas.openxmlformats.org/officeDocument/2006/relationships/image" Target="../media/image202.emf"/><Relationship Id="rId10" Type="http://schemas.openxmlformats.org/officeDocument/2006/relationships/image" Target="../media/image201.emf"/><Relationship Id="rId1" Type="http://schemas.openxmlformats.org/officeDocument/2006/relationships/image" Target="../media/image191.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emf"/><Relationship Id="rId1" Type="http://schemas.openxmlformats.org/officeDocument/2006/relationships/image" Target="../media/image208.emf"/></Relationships>
</file>

<file path=ppt/drawings/_rels/vmlDrawing29.vml.rels><?xml version="1.0" encoding="UTF-8" standalone="yes"?>
<Relationships xmlns="http://schemas.openxmlformats.org/package/2006/relationships"><Relationship Id="rId7" Type="http://schemas.openxmlformats.org/officeDocument/2006/relationships/image" Target="../media/image215.emf"/><Relationship Id="rId6" Type="http://schemas.openxmlformats.org/officeDocument/2006/relationships/image" Target="../media/image214.emf"/><Relationship Id="rId5" Type="http://schemas.openxmlformats.org/officeDocument/2006/relationships/image" Target="../media/image213.emf"/><Relationship Id="rId4" Type="http://schemas.openxmlformats.org/officeDocument/2006/relationships/image" Target="../media/image212.emf"/><Relationship Id="rId3" Type="http://schemas.openxmlformats.org/officeDocument/2006/relationships/image" Target="../media/image209.emf"/><Relationship Id="rId2" Type="http://schemas.openxmlformats.org/officeDocument/2006/relationships/image" Target="../media/image208.emf"/><Relationship Id="rId1" Type="http://schemas.openxmlformats.org/officeDocument/2006/relationships/image" Target="../media/image211.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23.wmf"/><Relationship Id="rId7" Type="http://schemas.openxmlformats.org/officeDocument/2006/relationships/image" Target="../media/image222.wmf"/><Relationship Id="rId6" Type="http://schemas.openxmlformats.org/officeDocument/2006/relationships/image" Target="../media/image221.wmf"/><Relationship Id="rId5" Type="http://schemas.openxmlformats.org/officeDocument/2006/relationships/image" Target="../media/image220.wmf"/><Relationship Id="rId4" Type="http://schemas.openxmlformats.org/officeDocument/2006/relationships/image" Target="../media/image219.wmf"/><Relationship Id="rId3" Type="http://schemas.openxmlformats.org/officeDocument/2006/relationships/image" Target="../media/image218.wmf"/><Relationship Id="rId2" Type="http://schemas.openxmlformats.org/officeDocument/2006/relationships/image" Target="../media/image217.wmf"/><Relationship Id="rId1" Type="http://schemas.openxmlformats.org/officeDocument/2006/relationships/image" Target="../media/image216.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232.emf"/><Relationship Id="rId8" Type="http://schemas.openxmlformats.org/officeDocument/2006/relationships/image" Target="../media/image231.emf"/><Relationship Id="rId7" Type="http://schemas.openxmlformats.org/officeDocument/2006/relationships/image" Target="../media/image230.emf"/><Relationship Id="rId6" Type="http://schemas.openxmlformats.org/officeDocument/2006/relationships/image" Target="../media/image229.emf"/><Relationship Id="rId5" Type="http://schemas.openxmlformats.org/officeDocument/2006/relationships/image" Target="../media/image228.emf"/><Relationship Id="rId4" Type="http://schemas.openxmlformats.org/officeDocument/2006/relationships/image" Target="../media/image227.emf"/><Relationship Id="rId3" Type="http://schemas.openxmlformats.org/officeDocument/2006/relationships/image" Target="../media/image226.emf"/><Relationship Id="rId29" Type="http://schemas.openxmlformats.org/officeDocument/2006/relationships/image" Target="../media/image252.emf"/><Relationship Id="rId28" Type="http://schemas.openxmlformats.org/officeDocument/2006/relationships/image" Target="../media/image251.wmf"/><Relationship Id="rId27" Type="http://schemas.openxmlformats.org/officeDocument/2006/relationships/image" Target="../media/image250.wmf"/><Relationship Id="rId26" Type="http://schemas.openxmlformats.org/officeDocument/2006/relationships/image" Target="../media/image249.emf"/><Relationship Id="rId25" Type="http://schemas.openxmlformats.org/officeDocument/2006/relationships/image" Target="../media/image248.emf"/><Relationship Id="rId24" Type="http://schemas.openxmlformats.org/officeDocument/2006/relationships/image" Target="../media/image247.emf"/><Relationship Id="rId23" Type="http://schemas.openxmlformats.org/officeDocument/2006/relationships/image" Target="../media/image246.emf"/><Relationship Id="rId22" Type="http://schemas.openxmlformats.org/officeDocument/2006/relationships/image" Target="../media/image245.emf"/><Relationship Id="rId21" Type="http://schemas.openxmlformats.org/officeDocument/2006/relationships/image" Target="../media/image244.emf"/><Relationship Id="rId20" Type="http://schemas.openxmlformats.org/officeDocument/2006/relationships/image" Target="../media/image243.emf"/><Relationship Id="rId2" Type="http://schemas.openxmlformats.org/officeDocument/2006/relationships/image" Target="../media/image225.emf"/><Relationship Id="rId19" Type="http://schemas.openxmlformats.org/officeDocument/2006/relationships/image" Target="../media/image242.emf"/><Relationship Id="rId18" Type="http://schemas.openxmlformats.org/officeDocument/2006/relationships/image" Target="../media/image241.emf"/><Relationship Id="rId17" Type="http://schemas.openxmlformats.org/officeDocument/2006/relationships/image" Target="../media/image240.emf"/><Relationship Id="rId16" Type="http://schemas.openxmlformats.org/officeDocument/2006/relationships/image" Target="../media/image239.emf"/><Relationship Id="rId15" Type="http://schemas.openxmlformats.org/officeDocument/2006/relationships/image" Target="../media/image238.emf"/><Relationship Id="rId14" Type="http://schemas.openxmlformats.org/officeDocument/2006/relationships/image" Target="../media/image237.emf"/><Relationship Id="rId13" Type="http://schemas.openxmlformats.org/officeDocument/2006/relationships/image" Target="../media/image236.emf"/><Relationship Id="rId12" Type="http://schemas.openxmlformats.org/officeDocument/2006/relationships/image" Target="../media/image235.emf"/><Relationship Id="rId11" Type="http://schemas.openxmlformats.org/officeDocument/2006/relationships/image" Target="../media/image234.emf"/><Relationship Id="rId10" Type="http://schemas.openxmlformats.org/officeDocument/2006/relationships/image" Target="../media/image233.emf"/><Relationship Id="rId1" Type="http://schemas.openxmlformats.org/officeDocument/2006/relationships/image" Target="../media/image224.emf"/></Relationships>
</file>

<file path=ppt/drawings/_rels/vmlDrawing32.vml.rels><?xml version="1.0" encoding="UTF-8" standalone="yes"?>
<Relationships xmlns="http://schemas.openxmlformats.org/package/2006/relationships"><Relationship Id="rId7" Type="http://schemas.openxmlformats.org/officeDocument/2006/relationships/image" Target="../media/image259.emf"/><Relationship Id="rId6" Type="http://schemas.openxmlformats.org/officeDocument/2006/relationships/image" Target="../media/image258.emf"/><Relationship Id="rId5" Type="http://schemas.openxmlformats.org/officeDocument/2006/relationships/image" Target="../media/image257.emf"/><Relationship Id="rId4" Type="http://schemas.openxmlformats.org/officeDocument/2006/relationships/image" Target="../media/image256.emf"/><Relationship Id="rId3" Type="http://schemas.openxmlformats.org/officeDocument/2006/relationships/image" Target="../media/image255.emf"/><Relationship Id="rId2" Type="http://schemas.openxmlformats.org/officeDocument/2006/relationships/image" Target="../media/image254.emf"/><Relationship Id="rId1" Type="http://schemas.openxmlformats.org/officeDocument/2006/relationships/image" Target="../media/image253.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67.wmf"/><Relationship Id="rId7" Type="http://schemas.openxmlformats.org/officeDocument/2006/relationships/image" Target="../media/image266.emf"/><Relationship Id="rId6" Type="http://schemas.openxmlformats.org/officeDocument/2006/relationships/image" Target="../media/image265.emf"/><Relationship Id="rId5" Type="http://schemas.openxmlformats.org/officeDocument/2006/relationships/image" Target="../media/image264.wmf"/><Relationship Id="rId4" Type="http://schemas.openxmlformats.org/officeDocument/2006/relationships/image" Target="../media/image263.wmf"/><Relationship Id="rId3" Type="http://schemas.openxmlformats.org/officeDocument/2006/relationships/image" Target="../media/image262.wmf"/><Relationship Id="rId2" Type="http://schemas.openxmlformats.org/officeDocument/2006/relationships/image" Target="../media/image261.emf"/><Relationship Id="rId1" Type="http://schemas.openxmlformats.org/officeDocument/2006/relationships/image" Target="../media/image260.emf"/></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276.emf"/><Relationship Id="rId8" Type="http://schemas.openxmlformats.org/officeDocument/2006/relationships/image" Target="../media/image275.emf"/><Relationship Id="rId7" Type="http://schemas.openxmlformats.org/officeDocument/2006/relationships/image" Target="../media/image274.emf"/><Relationship Id="rId6" Type="http://schemas.openxmlformats.org/officeDocument/2006/relationships/image" Target="../media/image273.emf"/><Relationship Id="rId5" Type="http://schemas.openxmlformats.org/officeDocument/2006/relationships/image" Target="../media/image272.emf"/><Relationship Id="rId4" Type="http://schemas.openxmlformats.org/officeDocument/2006/relationships/image" Target="../media/image271.wmf"/><Relationship Id="rId3" Type="http://schemas.openxmlformats.org/officeDocument/2006/relationships/image" Target="../media/image270.wmf"/><Relationship Id="rId2" Type="http://schemas.openxmlformats.org/officeDocument/2006/relationships/image" Target="../media/image269.wmf"/><Relationship Id="rId14" Type="http://schemas.openxmlformats.org/officeDocument/2006/relationships/image" Target="../media/image281.emf"/><Relationship Id="rId13" Type="http://schemas.openxmlformats.org/officeDocument/2006/relationships/image" Target="../media/image280.wmf"/><Relationship Id="rId12" Type="http://schemas.openxmlformats.org/officeDocument/2006/relationships/image" Target="../media/image279.emf"/><Relationship Id="rId11" Type="http://schemas.openxmlformats.org/officeDocument/2006/relationships/image" Target="../media/image278.wmf"/><Relationship Id="rId10" Type="http://schemas.openxmlformats.org/officeDocument/2006/relationships/image" Target="../media/image277.emf"/><Relationship Id="rId1" Type="http://schemas.openxmlformats.org/officeDocument/2006/relationships/image" Target="../media/image268.wmf"/></Relationships>
</file>

<file path=ppt/drawings/_rels/vmlDrawing35.vml.rels><?xml version="1.0" encoding="UTF-8" standalone="yes"?>
<Relationships xmlns="http://schemas.openxmlformats.org/package/2006/relationships"><Relationship Id="rId9" Type="http://schemas.openxmlformats.org/officeDocument/2006/relationships/image" Target="../media/image288.emf"/><Relationship Id="rId8" Type="http://schemas.openxmlformats.org/officeDocument/2006/relationships/image" Target="../media/image287.emf"/><Relationship Id="rId7" Type="http://schemas.openxmlformats.org/officeDocument/2006/relationships/image" Target="../media/image286.wmf"/><Relationship Id="rId6" Type="http://schemas.openxmlformats.org/officeDocument/2006/relationships/image" Target="../media/image285.wmf"/><Relationship Id="rId5" Type="http://schemas.openxmlformats.org/officeDocument/2006/relationships/image" Target="../media/image269.wmf"/><Relationship Id="rId4" Type="http://schemas.openxmlformats.org/officeDocument/2006/relationships/image" Target="../media/image268.wmf"/><Relationship Id="rId3" Type="http://schemas.openxmlformats.org/officeDocument/2006/relationships/image" Target="../media/image284.emf"/><Relationship Id="rId2" Type="http://schemas.openxmlformats.org/officeDocument/2006/relationships/image" Target="../media/image283.emf"/><Relationship Id="rId14" Type="http://schemas.openxmlformats.org/officeDocument/2006/relationships/image" Target="../media/image293.emf"/><Relationship Id="rId13" Type="http://schemas.openxmlformats.org/officeDocument/2006/relationships/image" Target="../media/image292.emf"/><Relationship Id="rId12" Type="http://schemas.openxmlformats.org/officeDocument/2006/relationships/image" Target="../media/image291.emf"/><Relationship Id="rId11" Type="http://schemas.openxmlformats.org/officeDocument/2006/relationships/image" Target="../media/image290.emf"/><Relationship Id="rId10" Type="http://schemas.openxmlformats.org/officeDocument/2006/relationships/image" Target="../media/image289.emf"/><Relationship Id="rId1" Type="http://schemas.openxmlformats.org/officeDocument/2006/relationships/image" Target="../media/image282.e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298.emf"/><Relationship Id="rId8" Type="http://schemas.openxmlformats.org/officeDocument/2006/relationships/image" Target="../media/image297.emf"/><Relationship Id="rId7" Type="http://schemas.openxmlformats.org/officeDocument/2006/relationships/image" Target="../media/image296.wmf"/><Relationship Id="rId6" Type="http://schemas.openxmlformats.org/officeDocument/2006/relationships/image" Target="../media/image295.wmf"/><Relationship Id="rId5" Type="http://schemas.openxmlformats.org/officeDocument/2006/relationships/image" Target="../media/image170.wmf"/><Relationship Id="rId4" Type="http://schemas.openxmlformats.org/officeDocument/2006/relationships/image" Target="../media/image169.wmf"/><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294.w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307.emf"/><Relationship Id="rId8" Type="http://schemas.openxmlformats.org/officeDocument/2006/relationships/image" Target="../media/image306.emf"/><Relationship Id="rId7" Type="http://schemas.openxmlformats.org/officeDocument/2006/relationships/image" Target="../media/image305.emf"/><Relationship Id="rId6" Type="http://schemas.openxmlformats.org/officeDocument/2006/relationships/image" Target="../media/image304.emf"/><Relationship Id="rId5" Type="http://schemas.openxmlformats.org/officeDocument/2006/relationships/image" Target="../media/image303.emf"/><Relationship Id="rId4" Type="http://schemas.openxmlformats.org/officeDocument/2006/relationships/image" Target="../media/image302.emf"/><Relationship Id="rId3" Type="http://schemas.openxmlformats.org/officeDocument/2006/relationships/image" Target="../media/image301.emf"/><Relationship Id="rId27" Type="http://schemas.openxmlformats.org/officeDocument/2006/relationships/image" Target="../media/image325.emf"/><Relationship Id="rId26" Type="http://schemas.openxmlformats.org/officeDocument/2006/relationships/image" Target="../media/image324.emf"/><Relationship Id="rId25" Type="http://schemas.openxmlformats.org/officeDocument/2006/relationships/image" Target="../media/image323.emf"/><Relationship Id="rId24" Type="http://schemas.openxmlformats.org/officeDocument/2006/relationships/image" Target="../media/image322.emf"/><Relationship Id="rId23" Type="http://schemas.openxmlformats.org/officeDocument/2006/relationships/image" Target="../media/image321.emf"/><Relationship Id="rId22" Type="http://schemas.openxmlformats.org/officeDocument/2006/relationships/image" Target="../media/image320.emf"/><Relationship Id="rId21" Type="http://schemas.openxmlformats.org/officeDocument/2006/relationships/image" Target="../media/image319.emf"/><Relationship Id="rId20" Type="http://schemas.openxmlformats.org/officeDocument/2006/relationships/image" Target="../media/image318.emf"/><Relationship Id="rId2" Type="http://schemas.openxmlformats.org/officeDocument/2006/relationships/image" Target="../media/image300.emf"/><Relationship Id="rId19" Type="http://schemas.openxmlformats.org/officeDocument/2006/relationships/image" Target="../media/image317.emf"/><Relationship Id="rId18" Type="http://schemas.openxmlformats.org/officeDocument/2006/relationships/image" Target="../media/image316.emf"/><Relationship Id="rId17" Type="http://schemas.openxmlformats.org/officeDocument/2006/relationships/image" Target="../media/image315.emf"/><Relationship Id="rId16" Type="http://schemas.openxmlformats.org/officeDocument/2006/relationships/image" Target="../media/image314.emf"/><Relationship Id="rId15" Type="http://schemas.openxmlformats.org/officeDocument/2006/relationships/image" Target="../media/image313.emf"/><Relationship Id="rId14" Type="http://schemas.openxmlformats.org/officeDocument/2006/relationships/image" Target="../media/image312.emf"/><Relationship Id="rId13" Type="http://schemas.openxmlformats.org/officeDocument/2006/relationships/image" Target="../media/image311.emf"/><Relationship Id="rId12" Type="http://schemas.openxmlformats.org/officeDocument/2006/relationships/image" Target="../media/image310.emf"/><Relationship Id="rId11" Type="http://schemas.openxmlformats.org/officeDocument/2006/relationships/image" Target="../media/image309.emf"/><Relationship Id="rId10" Type="http://schemas.openxmlformats.org/officeDocument/2006/relationships/image" Target="../media/image308.emf"/><Relationship Id="rId1" Type="http://schemas.openxmlformats.org/officeDocument/2006/relationships/image" Target="../media/image299.emf"/></Relationships>
</file>

<file path=ppt/drawings/_rels/vmlDrawing38.vml.rels><?xml version="1.0" encoding="UTF-8" standalone="yes"?>
<Relationships xmlns="http://schemas.openxmlformats.org/package/2006/relationships"><Relationship Id="rId9" Type="http://schemas.openxmlformats.org/officeDocument/2006/relationships/image" Target="../media/image334.emf"/><Relationship Id="rId8" Type="http://schemas.openxmlformats.org/officeDocument/2006/relationships/image" Target="../media/image333.emf"/><Relationship Id="rId7" Type="http://schemas.openxmlformats.org/officeDocument/2006/relationships/image" Target="../media/image332.emf"/><Relationship Id="rId6" Type="http://schemas.openxmlformats.org/officeDocument/2006/relationships/image" Target="../media/image331.emf"/><Relationship Id="rId5" Type="http://schemas.openxmlformats.org/officeDocument/2006/relationships/image" Target="../media/image330.emf"/><Relationship Id="rId4" Type="http://schemas.openxmlformats.org/officeDocument/2006/relationships/image" Target="../media/image329.emf"/><Relationship Id="rId3" Type="http://schemas.openxmlformats.org/officeDocument/2006/relationships/image" Target="../media/image328.wmf"/><Relationship Id="rId2" Type="http://schemas.openxmlformats.org/officeDocument/2006/relationships/image" Target="../media/image327.wmf"/><Relationship Id="rId11" Type="http://schemas.openxmlformats.org/officeDocument/2006/relationships/image" Target="../media/image336.emf"/><Relationship Id="rId10" Type="http://schemas.openxmlformats.org/officeDocument/2006/relationships/image" Target="../media/image335.emf"/><Relationship Id="rId1" Type="http://schemas.openxmlformats.org/officeDocument/2006/relationships/image" Target="../media/image326.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340.wmf"/><Relationship Id="rId3" Type="http://schemas.openxmlformats.org/officeDocument/2006/relationships/image" Target="../media/image339.wmf"/><Relationship Id="rId2" Type="http://schemas.openxmlformats.org/officeDocument/2006/relationships/image" Target="../media/image338.wmf"/><Relationship Id="rId1" Type="http://schemas.openxmlformats.org/officeDocument/2006/relationships/image" Target="../media/image337.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342.wmf"/><Relationship Id="rId1" Type="http://schemas.openxmlformats.org/officeDocument/2006/relationships/image" Target="../media/image341.w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351.wmf"/><Relationship Id="rId8" Type="http://schemas.openxmlformats.org/officeDocument/2006/relationships/image" Target="../media/image350.wmf"/><Relationship Id="rId7" Type="http://schemas.openxmlformats.org/officeDocument/2006/relationships/image" Target="../media/image349.wmf"/><Relationship Id="rId6" Type="http://schemas.openxmlformats.org/officeDocument/2006/relationships/image" Target="../media/image348.wmf"/><Relationship Id="rId5" Type="http://schemas.openxmlformats.org/officeDocument/2006/relationships/image" Target="../media/image347.wmf"/><Relationship Id="rId4" Type="http://schemas.openxmlformats.org/officeDocument/2006/relationships/image" Target="../media/image346.wmf"/><Relationship Id="rId3" Type="http://schemas.openxmlformats.org/officeDocument/2006/relationships/image" Target="../media/image345.wmf"/><Relationship Id="rId2" Type="http://schemas.openxmlformats.org/officeDocument/2006/relationships/image" Target="../media/image344.wmf"/><Relationship Id="rId11" Type="http://schemas.openxmlformats.org/officeDocument/2006/relationships/image" Target="../media/image353.wmf"/><Relationship Id="rId10" Type="http://schemas.openxmlformats.org/officeDocument/2006/relationships/image" Target="../media/image352.wmf"/><Relationship Id="rId1" Type="http://schemas.openxmlformats.org/officeDocument/2006/relationships/image" Target="../media/image343.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35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D8ACFB-F988-449A-93AA-2C5D277C0439}"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cast.cn/htkp/printpage.asp?ArticleID=654" TargetMode="External"/><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10242" name="Rectangle 2"/>
          <p:cNvSpPr>
            <a:spLocks noRot="1" noTextEdit="1"/>
          </p:cNvSpPr>
          <p:nvPr>
            <p:ph type="sldImg"/>
          </p:nvPr>
        </p:nvSpPr>
        <p:spPr>
          <a:ln/>
        </p:spPr>
      </p:sp>
      <p:sp>
        <p:nvSpPr>
          <p:cNvPr id="10243" name="Rectangle 3"/>
          <p:cNvSpPr>
            <a:spLocks noGrp="1"/>
          </p:cNvSpPr>
          <p:nvPr>
            <p:ph type="body"/>
          </p:nvPr>
        </p:nvSpPr>
        <p:spPr>
          <a:ln/>
        </p:spPr>
        <p:txBody>
          <a:bodyPr wrap="square" lIns="91440" tIns="45720" rIns="91440" bIns="45720" anchor="t" anchorCtr="0"/>
          <a:p>
            <a:pPr lvl="0" eaLnBrk="1" hangingPunct="1"/>
            <a:endParaRPr lang="zh-CN" altLang="en-US" sz="3200" dirty="0">
              <a:latin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12290" name="Rectangle 2"/>
          <p:cNvSpPr>
            <a:spLocks noRot="1" noTextEdit="1"/>
          </p:cNvSpPr>
          <p:nvPr>
            <p:ph type="sldImg"/>
          </p:nvPr>
        </p:nvSpPr>
        <p:spPr>
          <a:ln/>
        </p:spPr>
      </p:sp>
      <p:sp>
        <p:nvSpPr>
          <p:cNvPr id="12291" name="Rectangle 3"/>
          <p:cNvSpPr>
            <a:spLocks noGrp="1"/>
          </p:cNvSpPr>
          <p:nvPr>
            <p:ph type="body"/>
          </p:nvPr>
        </p:nvSpPr>
        <p:spPr>
          <a:ln/>
        </p:spPr>
        <p:txBody>
          <a:bodyPr wrap="square" lIns="91440" tIns="45720" rIns="91440" bIns="45720" anchor="t" anchorCtr="0"/>
          <a:p>
            <a:pPr lvl="0" eaLnBrk="1" hangingPunct="1"/>
            <a:endParaRPr lang="zh-CN" altLang="en-US" sz="3200" dirty="0">
              <a:latin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14338" name="Rectangle 2"/>
          <p:cNvSpPr>
            <a:spLocks noRot="1" noTextEdit="1"/>
          </p:cNvSpPr>
          <p:nvPr>
            <p:ph type="sldImg"/>
          </p:nvPr>
        </p:nvSpPr>
        <p:spPr>
          <a:ln/>
        </p:spPr>
      </p:sp>
      <p:sp>
        <p:nvSpPr>
          <p:cNvPr id="14339" name="Rectangle 3"/>
          <p:cNvSpPr>
            <a:spLocks noGrp="1"/>
          </p:cNvSpPr>
          <p:nvPr>
            <p:ph type="body"/>
          </p:nvPr>
        </p:nvSpPr>
        <p:spPr>
          <a:ln/>
        </p:spPr>
        <p:txBody>
          <a:bodyPr wrap="square" lIns="91440" tIns="45720" rIns="91440" bIns="45720" anchor="t" anchorCtr="0"/>
          <a:p>
            <a:pPr lvl="0" eaLnBrk="1" hangingPunct="1"/>
            <a:endParaRPr lang="zh-CN" altLang="en-US" sz="3200" dirty="0">
              <a:latin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16386" name="Rectangle 2"/>
          <p:cNvSpPr>
            <a:spLocks noRot="1" noTextEdit="1"/>
          </p:cNvSpPr>
          <p:nvPr>
            <p:ph type="sldImg"/>
          </p:nvPr>
        </p:nvSpPr>
        <p:spPr>
          <a:ln/>
        </p:spPr>
      </p:sp>
      <p:sp>
        <p:nvSpPr>
          <p:cNvPr id="16387" name="Rectangle 3"/>
          <p:cNvSpPr>
            <a:spLocks noGrp="1"/>
          </p:cNvSpPr>
          <p:nvPr>
            <p:ph type="body"/>
          </p:nvPr>
        </p:nvSpPr>
        <p:spPr>
          <a:ln/>
        </p:spPr>
        <p:txBody>
          <a:bodyPr wrap="square" lIns="91440" tIns="45720" rIns="91440" bIns="45720" anchor="t" anchorCtr="0"/>
          <a:p>
            <a:pPr lvl="0" eaLnBrk="1" hangingPunct="1"/>
            <a:endParaRPr lang="zh-CN" altLang="en-US" sz="3200" dirty="0">
              <a:latin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18434" name="Rectangle 2"/>
          <p:cNvSpPr>
            <a:spLocks noRot="1" noTextEdit="1"/>
          </p:cNvSpPr>
          <p:nvPr>
            <p:ph type="sldImg"/>
          </p:nvPr>
        </p:nvSpPr>
        <p:spPr>
          <a:ln/>
        </p:spPr>
      </p:sp>
      <p:sp>
        <p:nvSpPr>
          <p:cNvPr id="18435" name="Rectangle 3"/>
          <p:cNvSpPr>
            <a:spLocks noGrp="1"/>
          </p:cNvSpPr>
          <p:nvPr>
            <p:ph type="body"/>
          </p:nvPr>
        </p:nvSpPr>
        <p:spPr>
          <a:ln/>
        </p:spPr>
        <p:txBody>
          <a:bodyPr wrap="square" lIns="91440" tIns="45720" rIns="91440" bIns="45720" anchor="t" anchorCtr="0"/>
          <a:p>
            <a:pPr lvl="0" eaLnBrk="1" hangingPunct="1"/>
            <a:endParaRPr lang="zh-CN" altLang="en-US" sz="3200" dirty="0">
              <a:latin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幻灯片图像占位符 1"/>
          <p:cNvSpPr>
            <a:spLocks noGrp="1" noRot="1" noChangeAspect="1" noTextEdit="1"/>
          </p:cNvSpPr>
          <p:nvPr>
            <p:ph type="sldImg"/>
          </p:nvPr>
        </p:nvSpPr>
        <p:spPr>
          <a:ln/>
        </p:spPr>
      </p:sp>
      <p:sp>
        <p:nvSpPr>
          <p:cNvPr id="8194" name="备注占位符 2"/>
          <p:cNvSpPr>
            <a:spLocks noGrp="1"/>
          </p:cNvSpPr>
          <p:nvPr>
            <p:ph type="body"/>
          </p:nvPr>
        </p:nvSpPr>
        <p:spPr>
          <a:ln/>
        </p:spPr>
        <p:txBody>
          <a:bodyPr wrap="square" lIns="91440" tIns="45720" rIns="91440" bIns="45720" anchor="t" anchorCtr="0"/>
          <a:p>
            <a:pPr lvl="0" eaLnBrk="1" hangingPunct="1"/>
            <a:endParaRPr lang="zh-CN" altLang="en-US" dirty="0"/>
          </a:p>
        </p:txBody>
      </p:sp>
      <p:sp>
        <p:nvSpPr>
          <p:cNvPr id="8195"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7"/>
          <p:cNvSpPr txBox="1">
            <a:spLocks noGrp="1"/>
          </p:cNvSpPr>
          <p:nvPr>
            <p:ph type="sldNum" sz="quarter"/>
          </p:nvPr>
        </p:nvSpPr>
        <p:spPr>
          <a:xfrm>
            <a:off x="3886200" y="8686800"/>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b="1" dirty="0">
                <a:solidFill>
                  <a:srgbClr val="000000"/>
                </a:solidFill>
              </a:rPr>
            </a:fld>
            <a:endParaRPr lang="en-US" altLang="zh-CN" sz="1200" b="1" dirty="0">
              <a:solidFill>
                <a:srgbClr val="000000"/>
              </a:solidFill>
            </a:endParaRPr>
          </a:p>
        </p:txBody>
      </p:sp>
      <p:sp>
        <p:nvSpPr>
          <p:cNvPr id="23554" name="Rectangle 2"/>
          <p:cNvSpPr>
            <a:spLocks noRot="1" noTextEdit="1"/>
          </p:cNvSpPr>
          <p:nvPr>
            <p:ph type="sldImg"/>
          </p:nvPr>
        </p:nvSpPr>
        <p:spPr>
          <a:ln/>
        </p:spPr>
      </p:sp>
      <p:sp>
        <p:nvSpPr>
          <p:cNvPr id="23555" name="Rectangle 3"/>
          <p:cNvSpPr>
            <a:spLocks noGrp="1"/>
          </p:cNvSpPr>
          <p:nvPr>
            <p:ph type="body"/>
          </p:nvPr>
        </p:nvSpPr>
        <p:spPr>
          <a:ln/>
        </p:spPr>
        <p:txBody>
          <a:bodyPr wrap="square" lIns="91440" tIns="45720" rIns="91440" bIns="45720" anchor="t" anchorCtr="0"/>
          <a:p>
            <a:pPr lvl="0" eaLnBrk="1" hangingPunct="1"/>
            <a:r>
              <a:rPr lang="zh-CN" altLang="en-US" dirty="0"/>
              <a:t>页中方框可点击进入</a:t>
            </a:r>
            <a:endParaRPr lang="zh-CN" altLang="en-US" dirty="0"/>
          </a:p>
          <a:p>
            <a:pPr lvl="0" eaLnBrk="1" hangingPunct="1"/>
            <a:endParaRPr lang="zh-CN" altLang="en-US" dirty="0"/>
          </a:p>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30722" name="Rectangle 2"/>
          <p:cNvSpPr>
            <a:spLocks noRot="1" noTextEdit="1"/>
          </p:cNvSpPr>
          <p:nvPr>
            <p:ph type="sldImg"/>
          </p:nvPr>
        </p:nvSpPr>
        <p:spPr>
          <a:ln/>
        </p:spPr>
      </p:sp>
      <p:sp>
        <p:nvSpPr>
          <p:cNvPr id="30723" name="Rectangle 3"/>
          <p:cNvSpPr>
            <a:spLocks noGrp="1"/>
          </p:cNvSpPr>
          <p:nvPr>
            <p:ph type="body"/>
          </p:nvPr>
        </p:nvSpPr>
        <p:spPr>
          <a:ln/>
        </p:spPr>
        <p:txBody>
          <a:bodyPr wrap="square" lIns="91440" tIns="45720" rIns="91440" bIns="45720" anchor="t" anchorCtr="0"/>
          <a:p>
            <a:pPr lvl="0" eaLnBrk="1" hangingPunct="1"/>
            <a:r>
              <a:rPr lang="en-US" altLang="zh-CN" dirty="0">
                <a:hlinkClick r:id="rId3"/>
              </a:rPr>
              <a:t>http://www.cast.cn</a:t>
            </a:r>
            <a:r>
              <a:rPr lang="en-US" altLang="zh-CN" dirty="0"/>
              <a:t> </a:t>
            </a: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
        <p:nvSpPr>
          <p:cNvPr id="44034" name="Rectangle 2"/>
          <p:cNvSpPr>
            <a:spLocks noRot="1" noTextEdit="1"/>
          </p:cNvSpPr>
          <p:nvPr>
            <p:ph type="sldImg"/>
          </p:nvPr>
        </p:nvSpPr>
        <p:spPr>
          <a:ln/>
        </p:spPr>
      </p:sp>
      <p:sp>
        <p:nvSpPr>
          <p:cNvPr id="44035" name="Rectangle 3"/>
          <p:cNvSpPr>
            <a:spLocks noGrp="1"/>
          </p:cNvSpPr>
          <p:nvPr>
            <p:ph type="body"/>
          </p:nvPr>
        </p:nvSpPr>
        <p:spPr>
          <a:ln/>
        </p:spPr>
        <p:txBody>
          <a:bodyPr wrap="square" lIns="91440" tIns="45720" rIns="91440" bIns="45720" anchor="t" anchorCtr="0"/>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46082" name="Rectangle 2"/>
          <p:cNvSpPr>
            <a:spLocks noRot="1" noTextEdit="1"/>
          </p:cNvSpPr>
          <p:nvPr>
            <p:ph type="sldImg"/>
          </p:nvPr>
        </p:nvSpPr>
        <p:spPr>
          <a:ln/>
        </p:spPr>
      </p:sp>
      <p:sp>
        <p:nvSpPr>
          <p:cNvPr id="46083" name="Rectangle 3"/>
          <p:cNvSpPr>
            <a:spLocks noGrp="1"/>
          </p:cNvSpPr>
          <p:nvPr>
            <p:ph type="body"/>
          </p:nvPr>
        </p:nvSpPr>
        <p:spPr>
          <a:ln/>
        </p:spPr>
        <p:txBody>
          <a:bodyPr wrap="square" lIns="91440" tIns="45720" rIns="91440" bIns="45720" anchor="t" anchorCtr="0"/>
          <a:p>
            <a:pPr lvl="0"/>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幻灯片图像占位符 1"/>
          <p:cNvSpPr>
            <a:spLocks noGrp="1" noRot="1" noChangeAspect="1" noTextEdit="1"/>
          </p:cNvSpPr>
          <p:nvPr>
            <p:ph type="sldImg"/>
          </p:nvPr>
        </p:nvSpPr>
        <p:spPr>
          <a:ln/>
        </p:spPr>
      </p:sp>
      <p:sp>
        <p:nvSpPr>
          <p:cNvPr id="48130" name="备注占位符 2"/>
          <p:cNvSpPr>
            <a:spLocks noGrp="1"/>
          </p:cNvSpPr>
          <p:nvPr>
            <p:ph type="body"/>
          </p:nvPr>
        </p:nvSpPr>
        <p:spPr>
          <a:ln/>
        </p:spPr>
        <p:txBody>
          <a:bodyPr wrap="square" lIns="91440" tIns="45720" rIns="91440" bIns="45720" anchor="t" anchorCtr="0"/>
          <a:p>
            <a:pPr lvl="0" eaLnBrk="1" hangingPunct="1"/>
            <a:endParaRPr lang="zh-CN" altLang="en-US" dirty="0"/>
          </a:p>
        </p:txBody>
      </p:sp>
      <p:sp>
        <p:nvSpPr>
          <p:cNvPr id="48131"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幻灯片图像占位符 1"/>
          <p:cNvSpPr>
            <a:spLocks noGrp="1" noRot="1" noChangeAspect="1" noTextEdit="1"/>
          </p:cNvSpPr>
          <p:nvPr>
            <p:ph type="sldImg"/>
          </p:nvPr>
        </p:nvSpPr>
        <p:spPr>
          <a:ln/>
        </p:spPr>
      </p:sp>
      <p:sp>
        <p:nvSpPr>
          <p:cNvPr id="64514" name="备注占位符 2"/>
          <p:cNvSpPr>
            <a:spLocks noGrp="1"/>
          </p:cNvSpPr>
          <p:nvPr>
            <p:ph type="body"/>
          </p:nvPr>
        </p:nvSpPr>
        <p:spPr>
          <a:ln/>
        </p:spPr>
        <p:txBody>
          <a:bodyPr wrap="square" lIns="91440" tIns="45720" rIns="91440" bIns="45720" anchor="t" anchorCtr="0"/>
          <a:p>
            <a:pPr lvl="0" eaLnBrk="1" hangingPunct="1"/>
            <a:endParaRPr lang="zh-CN" altLang="en-US" dirty="0"/>
          </a:p>
        </p:txBody>
      </p:sp>
      <p:sp>
        <p:nvSpPr>
          <p:cNvPr id="64515"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幻灯片图像占位符 1"/>
          <p:cNvSpPr>
            <a:spLocks noGrp="1" noRot="1" noChangeAspect="1" noTextEdit="1"/>
          </p:cNvSpPr>
          <p:nvPr>
            <p:ph type="sldImg"/>
          </p:nvPr>
        </p:nvSpPr>
        <p:spPr>
          <a:ln/>
        </p:spPr>
      </p:sp>
      <p:sp>
        <p:nvSpPr>
          <p:cNvPr id="67586" name="备注占位符 2"/>
          <p:cNvSpPr>
            <a:spLocks noGrp="1"/>
          </p:cNvSpPr>
          <p:nvPr>
            <p:ph type="body"/>
          </p:nvPr>
        </p:nvSpPr>
        <p:spPr>
          <a:ln/>
        </p:spPr>
        <p:txBody>
          <a:bodyPr wrap="square" lIns="91440" tIns="45720" rIns="91440" bIns="45720" anchor="t" anchorCtr="0"/>
          <a:p>
            <a:pPr lvl="0" eaLnBrk="1" hangingPunct="1"/>
            <a:endParaRPr lang="zh-CN" altLang="en-US" dirty="0"/>
          </a:p>
        </p:txBody>
      </p:sp>
      <p:sp>
        <p:nvSpPr>
          <p:cNvPr id="6758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nchorCtr="0"/>
          <a:p>
            <a:pPr lvl="0" indent="0" algn="r">
              <a:buFont typeface="Arial" panose="020B0604020202020204" pitchFamily="34" charset="0"/>
              <a:buChar char="•"/>
            </a:pPr>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spd="med">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med">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smtClean="0">
                <a:ln>
                  <a:noFill/>
                </a:ln>
                <a:solidFill>
                  <a:schemeClr val="tx1"/>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spd="med">
    <p:pull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med">
    <p:pull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pull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smtClean="0">
                <a:ln>
                  <a:noFill/>
                </a:ln>
                <a:solidFill>
                  <a:schemeClr val="tx1"/>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spd="med">
    <p:pull dir="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med">
    <p:pull dir="r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pull dir="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smtClean="0">
                <a:ln>
                  <a:noFill/>
                </a:ln>
                <a:solidFill>
                  <a:schemeClr val="tx1"/>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spd="med">
    <p:pull dir="r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med">
    <p:pull dir="r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pull dir="ru"/>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smtClean="0">
                <a:ln>
                  <a:noFill/>
                </a:ln>
                <a:solidFill>
                  <a:schemeClr val="tx1"/>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med">
    <p:pull dir="ru"/>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med">
    <p:pull dir="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pn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pn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5"/>
          <p:cNvSpPr>
            <a:spLocks noChangeArrowheads="1"/>
          </p:cNvSpPr>
          <p:nvPr/>
        </p:nvSpPr>
        <p:spPr bwMode="auto">
          <a:xfrm>
            <a:off x="1116013" y="725488"/>
            <a:ext cx="7524750" cy="39688"/>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7"/>
          <p:cNvSpPr>
            <a:spLocks noChangeArrowheads="1"/>
          </p:cNvSpPr>
          <p:nvPr/>
        </p:nvSpPr>
        <p:spPr bwMode="auto">
          <a:xfrm>
            <a:off x="0" y="6669088"/>
            <a:ext cx="9144000" cy="215900"/>
          </a:xfrm>
          <a:prstGeom prst="rect">
            <a:avLst/>
          </a:prstGeom>
          <a:gradFill rotWithShape="1">
            <a:gsLst>
              <a:gs pos="0">
                <a:srgbClr val="FFEBFA"/>
              </a:gs>
              <a:gs pos="30000">
                <a:srgbClr val="C4D6EB"/>
              </a:gs>
              <a:gs pos="60001">
                <a:srgbClr val="85C2FF"/>
              </a:gs>
              <a:gs pos="100000">
                <a:srgbClr val="5E9E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Oval 9"/>
          <p:cNvSpPr>
            <a:spLocks noChangeArrowheads="1"/>
          </p:cNvSpPr>
          <p:nvPr/>
        </p:nvSpPr>
        <p:spPr bwMode="auto">
          <a:xfrm>
            <a:off x="5530850" y="5783263"/>
            <a:ext cx="361950" cy="287338"/>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029" name="Picture 2" descr="http://www.szu.edu.cn/images/szulogo.gif"/>
          <p:cNvPicPr>
            <a:picLocks noChangeAspect="1"/>
          </p:cNvPicPr>
          <p:nvPr/>
        </p:nvPicPr>
        <p:blipFill>
          <a:blip r:embed="rId13"/>
          <a:srcRect l="4614" r="63078"/>
          <a:stretch>
            <a:fillRect/>
          </a:stretch>
        </p:blipFill>
        <p:spPr>
          <a:xfrm>
            <a:off x="142875" y="142875"/>
            <a:ext cx="1000125" cy="928688"/>
          </a:xfrm>
          <a:prstGeom prst="rect">
            <a:avLst/>
          </a:prstGeom>
          <a:noFill/>
          <a:ln w="9525">
            <a:noFill/>
          </a:ln>
        </p:spPr>
      </p:pic>
      <p:sp>
        <p:nvSpPr>
          <p:cNvPr id="1030" name="Freeform 8"/>
          <p:cNvSpPr>
            <a:spLocks noChangeArrowheads="1"/>
          </p:cNvSpPr>
          <p:nvPr/>
        </p:nvSpPr>
        <p:spPr bwMode="auto">
          <a:xfrm>
            <a:off x="214313" y="6391275"/>
            <a:ext cx="7954963" cy="323850"/>
          </a:xfrm>
          <a:custGeom>
            <a:avLst/>
            <a:gdLst>
              <a:gd name="T0" fmla="*/ 0 w 4992"/>
              <a:gd name="T1" fmla="*/ 524 h 529"/>
              <a:gd name="T2" fmla="*/ 610 w 4992"/>
              <a:gd name="T3" fmla="*/ 516 h 529"/>
              <a:gd name="T4" fmla="*/ 686 w 4992"/>
              <a:gd name="T5" fmla="*/ 465 h 529"/>
              <a:gd name="T6" fmla="*/ 889 w 4992"/>
              <a:gd name="T7" fmla="*/ 457 h 529"/>
              <a:gd name="T8" fmla="*/ 1093 w 4992"/>
              <a:gd name="T9" fmla="*/ 448 h 529"/>
              <a:gd name="T10" fmla="*/ 1160 w 4992"/>
              <a:gd name="T11" fmla="*/ 440 h 529"/>
              <a:gd name="T12" fmla="*/ 1211 w 4992"/>
              <a:gd name="T13" fmla="*/ 423 h 529"/>
              <a:gd name="T14" fmla="*/ 1262 w 4992"/>
              <a:gd name="T15" fmla="*/ 389 h 529"/>
              <a:gd name="T16" fmla="*/ 1287 w 4992"/>
              <a:gd name="T17" fmla="*/ 380 h 529"/>
              <a:gd name="T18" fmla="*/ 1364 w 4992"/>
              <a:gd name="T19" fmla="*/ 330 h 529"/>
              <a:gd name="T20" fmla="*/ 1440 w 4992"/>
              <a:gd name="T21" fmla="*/ 304 h 529"/>
              <a:gd name="T22" fmla="*/ 1491 w 4992"/>
              <a:gd name="T23" fmla="*/ 279 h 529"/>
              <a:gd name="T24" fmla="*/ 1626 w 4992"/>
              <a:gd name="T25" fmla="*/ 287 h 529"/>
              <a:gd name="T26" fmla="*/ 1702 w 4992"/>
              <a:gd name="T27" fmla="*/ 330 h 529"/>
              <a:gd name="T28" fmla="*/ 1813 w 4992"/>
              <a:gd name="T29" fmla="*/ 355 h 529"/>
              <a:gd name="T30" fmla="*/ 1863 w 4992"/>
              <a:gd name="T31" fmla="*/ 397 h 529"/>
              <a:gd name="T32" fmla="*/ 1880 w 4992"/>
              <a:gd name="T33" fmla="*/ 490 h 529"/>
              <a:gd name="T34" fmla="*/ 2050 w 4992"/>
              <a:gd name="T35" fmla="*/ 397 h 529"/>
              <a:gd name="T36" fmla="*/ 2126 w 4992"/>
              <a:gd name="T37" fmla="*/ 355 h 529"/>
              <a:gd name="T38" fmla="*/ 2202 w 4992"/>
              <a:gd name="T39" fmla="*/ 313 h 529"/>
              <a:gd name="T40" fmla="*/ 2414 w 4992"/>
              <a:gd name="T41" fmla="*/ 304 h 529"/>
              <a:gd name="T42" fmla="*/ 2422 w 4992"/>
              <a:gd name="T43" fmla="*/ 423 h 529"/>
              <a:gd name="T44" fmla="*/ 2533 w 4992"/>
              <a:gd name="T45" fmla="*/ 389 h 529"/>
              <a:gd name="T46" fmla="*/ 2660 w 4992"/>
              <a:gd name="T47" fmla="*/ 321 h 529"/>
              <a:gd name="T48" fmla="*/ 2888 w 4992"/>
              <a:gd name="T49" fmla="*/ 363 h 529"/>
              <a:gd name="T50" fmla="*/ 2897 w 4992"/>
              <a:gd name="T51" fmla="*/ 457 h 529"/>
              <a:gd name="T52" fmla="*/ 2948 w 4992"/>
              <a:gd name="T53" fmla="*/ 431 h 529"/>
              <a:gd name="T54" fmla="*/ 3244 w 4992"/>
              <a:gd name="T55" fmla="*/ 423 h 529"/>
              <a:gd name="T56" fmla="*/ 3303 w 4992"/>
              <a:gd name="T57" fmla="*/ 414 h 529"/>
              <a:gd name="T58" fmla="*/ 3405 w 4992"/>
              <a:gd name="T59" fmla="*/ 355 h 529"/>
              <a:gd name="T60" fmla="*/ 3456 w 4992"/>
              <a:gd name="T61" fmla="*/ 321 h 529"/>
              <a:gd name="T62" fmla="*/ 3490 w 4992"/>
              <a:gd name="T63" fmla="*/ 270 h 529"/>
              <a:gd name="T64" fmla="*/ 3549 w 4992"/>
              <a:gd name="T65" fmla="*/ 92 h 529"/>
              <a:gd name="T66" fmla="*/ 3558 w 4992"/>
              <a:gd name="T67" fmla="*/ 16 h 529"/>
              <a:gd name="T68" fmla="*/ 3642 w 4992"/>
              <a:gd name="T69" fmla="*/ 25 h 529"/>
              <a:gd name="T70" fmla="*/ 3634 w 4992"/>
              <a:gd name="T71" fmla="*/ 101 h 529"/>
              <a:gd name="T72" fmla="*/ 3541 w 4992"/>
              <a:gd name="T73" fmla="*/ 152 h 529"/>
              <a:gd name="T74" fmla="*/ 3693 w 4992"/>
              <a:gd name="T75" fmla="*/ 202 h 529"/>
              <a:gd name="T76" fmla="*/ 3727 w 4992"/>
              <a:gd name="T77" fmla="*/ 346 h 529"/>
              <a:gd name="T78" fmla="*/ 3812 w 4992"/>
              <a:gd name="T79" fmla="*/ 431 h 529"/>
              <a:gd name="T80" fmla="*/ 3854 w 4992"/>
              <a:gd name="T81" fmla="*/ 490 h 529"/>
              <a:gd name="T82" fmla="*/ 3922 w 4992"/>
              <a:gd name="T83" fmla="*/ 440 h 529"/>
              <a:gd name="T84" fmla="*/ 3990 w 4992"/>
              <a:gd name="T85" fmla="*/ 330 h 529"/>
              <a:gd name="T86" fmla="*/ 4040 w 4992"/>
              <a:gd name="T87" fmla="*/ 228 h 529"/>
              <a:gd name="T88" fmla="*/ 4091 w 4992"/>
              <a:gd name="T89" fmla="*/ 194 h 529"/>
              <a:gd name="T90" fmla="*/ 4117 w 4992"/>
              <a:gd name="T91" fmla="*/ 177 h 529"/>
              <a:gd name="T92" fmla="*/ 4167 w 4992"/>
              <a:gd name="T93" fmla="*/ 186 h 529"/>
              <a:gd name="T94" fmla="*/ 4201 w 4992"/>
              <a:gd name="T95" fmla="*/ 236 h 529"/>
              <a:gd name="T96" fmla="*/ 4294 w 4992"/>
              <a:gd name="T97" fmla="*/ 346 h 529"/>
              <a:gd name="T98" fmla="*/ 4930 w 4992"/>
              <a:gd name="T99" fmla="*/ 372 h 529"/>
              <a:gd name="T100" fmla="*/ 4964 w 4992"/>
              <a:gd name="T101" fmla="*/ 423 h 529"/>
              <a:gd name="T102" fmla="*/ 4981 w 4992"/>
              <a:gd name="T103" fmla="*/ 524 h 529"/>
              <a:gd name="T104" fmla="*/ 0 w 4992"/>
              <a:gd name="T105" fmla="*/ 524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92" h="529">
                <a:moveTo>
                  <a:pt x="0" y="524"/>
                </a:moveTo>
                <a:cubicBezTo>
                  <a:pt x="203" y="521"/>
                  <a:pt x="407" y="529"/>
                  <a:pt x="610" y="516"/>
                </a:cubicBezTo>
                <a:cubicBezTo>
                  <a:pt x="611" y="516"/>
                  <a:pt x="673" y="474"/>
                  <a:pt x="686" y="465"/>
                </a:cubicBezTo>
                <a:cubicBezTo>
                  <a:pt x="742" y="427"/>
                  <a:pt x="821" y="460"/>
                  <a:pt x="889" y="457"/>
                </a:cubicBezTo>
                <a:cubicBezTo>
                  <a:pt x="957" y="454"/>
                  <a:pt x="1025" y="451"/>
                  <a:pt x="1093" y="448"/>
                </a:cubicBezTo>
                <a:cubicBezTo>
                  <a:pt x="1115" y="445"/>
                  <a:pt x="1138" y="445"/>
                  <a:pt x="1160" y="440"/>
                </a:cubicBezTo>
                <a:cubicBezTo>
                  <a:pt x="1178" y="436"/>
                  <a:pt x="1211" y="423"/>
                  <a:pt x="1211" y="423"/>
                </a:cubicBezTo>
                <a:cubicBezTo>
                  <a:pt x="1228" y="412"/>
                  <a:pt x="1243" y="396"/>
                  <a:pt x="1262" y="389"/>
                </a:cubicBezTo>
                <a:cubicBezTo>
                  <a:pt x="1270" y="386"/>
                  <a:pt x="1279" y="384"/>
                  <a:pt x="1287" y="380"/>
                </a:cubicBezTo>
                <a:cubicBezTo>
                  <a:pt x="1314" y="365"/>
                  <a:pt x="1335" y="340"/>
                  <a:pt x="1364" y="330"/>
                </a:cubicBezTo>
                <a:cubicBezTo>
                  <a:pt x="1389" y="321"/>
                  <a:pt x="1418" y="319"/>
                  <a:pt x="1440" y="304"/>
                </a:cubicBezTo>
                <a:cubicBezTo>
                  <a:pt x="1472" y="282"/>
                  <a:pt x="1455" y="290"/>
                  <a:pt x="1491" y="279"/>
                </a:cubicBezTo>
                <a:cubicBezTo>
                  <a:pt x="1536" y="282"/>
                  <a:pt x="1581" y="282"/>
                  <a:pt x="1626" y="287"/>
                </a:cubicBezTo>
                <a:cubicBezTo>
                  <a:pt x="1652" y="290"/>
                  <a:pt x="1686" y="319"/>
                  <a:pt x="1702" y="330"/>
                </a:cubicBezTo>
                <a:cubicBezTo>
                  <a:pt x="1724" y="345"/>
                  <a:pt x="1791" y="352"/>
                  <a:pt x="1813" y="355"/>
                </a:cubicBezTo>
                <a:cubicBezTo>
                  <a:pt x="1824" y="363"/>
                  <a:pt x="1858" y="383"/>
                  <a:pt x="1863" y="397"/>
                </a:cubicBezTo>
                <a:cubicBezTo>
                  <a:pt x="1874" y="427"/>
                  <a:pt x="1880" y="490"/>
                  <a:pt x="1880" y="490"/>
                </a:cubicBezTo>
                <a:cubicBezTo>
                  <a:pt x="1935" y="456"/>
                  <a:pt x="1995" y="430"/>
                  <a:pt x="2050" y="397"/>
                </a:cubicBezTo>
                <a:cubicBezTo>
                  <a:pt x="2122" y="354"/>
                  <a:pt x="2076" y="371"/>
                  <a:pt x="2126" y="355"/>
                </a:cubicBezTo>
                <a:cubicBezTo>
                  <a:pt x="2184" y="316"/>
                  <a:pt x="2158" y="327"/>
                  <a:pt x="2202" y="313"/>
                </a:cubicBezTo>
                <a:cubicBezTo>
                  <a:pt x="2265" y="272"/>
                  <a:pt x="2309" y="236"/>
                  <a:pt x="2414" y="304"/>
                </a:cubicBezTo>
                <a:cubicBezTo>
                  <a:pt x="2447" y="326"/>
                  <a:pt x="2419" y="383"/>
                  <a:pt x="2422" y="423"/>
                </a:cubicBezTo>
                <a:cubicBezTo>
                  <a:pt x="2490" y="413"/>
                  <a:pt x="2479" y="406"/>
                  <a:pt x="2533" y="389"/>
                </a:cubicBezTo>
                <a:cubicBezTo>
                  <a:pt x="2574" y="361"/>
                  <a:pt x="2613" y="337"/>
                  <a:pt x="2660" y="321"/>
                </a:cubicBezTo>
                <a:cubicBezTo>
                  <a:pt x="2699" y="323"/>
                  <a:pt x="2864" y="287"/>
                  <a:pt x="2888" y="363"/>
                </a:cubicBezTo>
                <a:cubicBezTo>
                  <a:pt x="2891" y="394"/>
                  <a:pt x="2884" y="428"/>
                  <a:pt x="2897" y="457"/>
                </a:cubicBezTo>
                <a:cubicBezTo>
                  <a:pt x="2898" y="460"/>
                  <a:pt x="2923" y="432"/>
                  <a:pt x="2948" y="431"/>
                </a:cubicBezTo>
                <a:cubicBezTo>
                  <a:pt x="3047" y="426"/>
                  <a:pt x="3145" y="426"/>
                  <a:pt x="3244" y="423"/>
                </a:cubicBezTo>
                <a:cubicBezTo>
                  <a:pt x="3264" y="420"/>
                  <a:pt x="3284" y="421"/>
                  <a:pt x="3303" y="414"/>
                </a:cubicBezTo>
                <a:cubicBezTo>
                  <a:pt x="3342" y="399"/>
                  <a:pt x="3365" y="368"/>
                  <a:pt x="3405" y="355"/>
                </a:cubicBezTo>
                <a:cubicBezTo>
                  <a:pt x="3422" y="344"/>
                  <a:pt x="3445" y="338"/>
                  <a:pt x="3456" y="321"/>
                </a:cubicBezTo>
                <a:cubicBezTo>
                  <a:pt x="3467" y="304"/>
                  <a:pt x="3490" y="270"/>
                  <a:pt x="3490" y="270"/>
                </a:cubicBezTo>
                <a:cubicBezTo>
                  <a:pt x="3510" y="211"/>
                  <a:pt x="3531" y="152"/>
                  <a:pt x="3549" y="92"/>
                </a:cubicBezTo>
                <a:cubicBezTo>
                  <a:pt x="3552" y="67"/>
                  <a:pt x="3537" y="31"/>
                  <a:pt x="3558" y="16"/>
                </a:cubicBezTo>
                <a:cubicBezTo>
                  <a:pt x="3581" y="0"/>
                  <a:pt x="3623" y="4"/>
                  <a:pt x="3642" y="25"/>
                </a:cubicBezTo>
                <a:cubicBezTo>
                  <a:pt x="3659" y="44"/>
                  <a:pt x="3638" y="76"/>
                  <a:pt x="3634" y="101"/>
                </a:cubicBezTo>
                <a:cubicBezTo>
                  <a:pt x="3627" y="141"/>
                  <a:pt x="3574" y="143"/>
                  <a:pt x="3541" y="152"/>
                </a:cubicBezTo>
                <a:cubicBezTo>
                  <a:pt x="3609" y="157"/>
                  <a:pt x="3671" y="134"/>
                  <a:pt x="3693" y="202"/>
                </a:cubicBezTo>
                <a:cubicBezTo>
                  <a:pt x="3700" y="271"/>
                  <a:pt x="3693" y="296"/>
                  <a:pt x="3727" y="346"/>
                </a:cubicBezTo>
                <a:cubicBezTo>
                  <a:pt x="3740" y="387"/>
                  <a:pt x="3782" y="402"/>
                  <a:pt x="3812" y="431"/>
                </a:cubicBezTo>
                <a:cubicBezTo>
                  <a:pt x="3823" y="468"/>
                  <a:pt x="3815" y="478"/>
                  <a:pt x="3854" y="490"/>
                </a:cubicBezTo>
                <a:cubicBezTo>
                  <a:pt x="3887" y="479"/>
                  <a:pt x="3902" y="469"/>
                  <a:pt x="3922" y="440"/>
                </a:cubicBezTo>
                <a:cubicBezTo>
                  <a:pt x="3934" y="390"/>
                  <a:pt x="3962" y="371"/>
                  <a:pt x="3990" y="330"/>
                </a:cubicBezTo>
                <a:cubicBezTo>
                  <a:pt x="3997" y="308"/>
                  <a:pt x="4023" y="243"/>
                  <a:pt x="4040" y="228"/>
                </a:cubicBezTo>
                <a:cubicBezTo>
                  <a:pt x="4055" y="215"/>
                  <a:pt x="4074" y="205"/>
                  <a:pt x="4091" y="194"/>
                </a:cubicBezTo>
                <a:cubicBezTo>
                  <a:pt x="4100" y="188"/>
                  <a:pt x="4117" y="177"/>
                  <a:pt x="4117" y="177"/>
                </a:cubicBezTo>
                <a:cubicBezTo>
                  <a:pt x="4134" y="180"/>
                  <a:pt x="4152" y="179"/>
                  <a:pt x="4167" y="186"/>
                </a:cubicBezTo>
                <a:cubicBezTo>
                  <a:pt x="4200" y="201"/>
                  <a:pt x="4189" y="211"/>
                  <a:pt x="4201" y="236"/>
                </a:cubicBezTo>
                <a:cubicBezTo>
                  <a:pt x="4223" y="281"/>
                  <a:pt x="4243" y="330"/>
                  <a:pt x="4294" y="346"/>
                </a:cubicBezTo>
                <a:cubicBezTo>
                  <a:pt x="4495" y="477"/>
                  <a:pt x="4223" y="306"/>
                  <a:pt x="4930" y="372"/>
                </a:cubicBezTo>
                <a:cubicBezTo>
                  <a:pt x="4950" y="374"/>
                  <a:pt x="4964" y="423"/>
                  <a:pt x="4964" y="423"/>
                </a:cubicBezTo>
                <a:cubicBezTo>
                  <a:pt x="4974" y="473"/>
                  <a:pt x="4992" y="476"/>
                  <a:pt x="4981" y="524"/>
                </a:cubicBezTo>
                <a:cubicBezTo>
                  <a:pt x="1276" y="514"/>
                  <a:pt x="2936" y="512"/>
                  <a:pt x="0" y="524"/>
                </a:cubicBezTo>
                <a:close/>
              </a:path>
            </a:pathLst>
          </a:custGeom>
          <a:gradFill rotWithShape="1">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pull dir="ru"/>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5"/>
          <p:cNvSpPr>
            <a:spLocks noChangeArrowheads="1"/>
          </p:cNvSpPr>
          <p:nvPr/>
        </p:nvSpPr>
        <p:spPr bwMode="auto">
          <a:xfrm>
            <a:off x="1116013" y="725488"/>
            <a:ext cx="7524750" cy="39688"/>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7"/>
          <p:cNvSpPr>
            <a:spLocks noChangeArrowheads="1"/>
          </p:cNvSpPr>
          <p:nvPr/>
        </p:nvSpPr>
        <p:spPr bwMode="auto">
          <a:xfrm>
            <a:off x="0" y="6669088"/>
            <a:ext cx="9144000" cy="215900"/>
          </a:xfrm>
          <a:prstGeom prst="rect">
            <a:avLst/>
          </a:prstGeom>
          <a:gradFill rotWithShape="1">
            <a:gsLst>
              <a:gs pos="0">
                <a:srgbClr val="FFEBFA"/>
              </a:gs>
              <a:gs pos="30000">
                <a:srgbClr val="C4D6EB"/>
              </a:gs>
              <a:gs pos="60001">
                <a:srgbClr val="85C2FF"/>
              </a:gs>
              <a:gs pos="100000">
                <a:srgbClr val="5E9E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Oval 9"/>
          <p:cNvSpPr>
            <a:spLocks noChangeArrowheads="1"/>
          </p:cNvSpPr>
          <p:nvPr/>
        </p:nvSpPr>
        <p:spPr bwMode="auto">
          <a:xfrm>
            <a:off x="5530850" y="5783263"/>
            <a:ext cx="361950" cy="287338"/>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053" name="Picture 2" descr="http://www.szu.edu.cn/images/szulogo.gif"/>
          <p:cNvPicPr>
            <a:picLocks noChangeAspect="1"/>
          </p:cNvPicPr>
          <p:nvPr/>
        </p:nvPicPr>
        <p:blipFill>
          <a:blip r:embed="rId13"/>
          <a:srcRect l="4614" r="63078"/>
          <a:stretch>
            <a:fillRect/>
          </a:stretch>
        </p:blipFill>
        <p:spPr>
          <a:xfrm>
            <a:off x="142875" y="142875"/>
            <a:ext cx="1000125" cy="928688"/>
          </a:xfrm>
          <a:prstGeom prst="rect">
            <a:avLst/>
          </a:prstGeom>
          <a:noFill/>
          <a:ln w="9525">
            <a:noFill/>
          </a:ln>
        </p:spPr>
      </p:pic>
      <p:sp>
        <p:nvSpPr>
          <p:cNvPr id="2054" name="Freeform 8"/>
          <p:cNvSpPr>
            <a:spLocks noChangeArrowheads="1"/>
          </p:cNvSpPr>
          <p:nvPr/>
        </p:nvSpPr>
        <p:spPr bwMode="auto">
          <a:xfrm>
            <a:off x="214313" y="6391275"/>
            <a:ext cx="7954963" cy="323850"/>
          </a:xfrm>
          <a:custGeom>
            <a:avLst/>
            <a:gdLst>
              <a:gd name="T0" fmla="*/ 0 w 4992"/>
              <a:gd name="T1" fmla="*/ 524 h 529"/>
              <a:gd name="T2" fmla="*/ 610 w 4992"/>
              <a:gd name="T3" fmla="*/ 516 h 529"/>
              <a:gd name="T4" fmla="*/ 686 w 4992"/>
              <a:gd name="T5" fmla="*/ 465 h 529"/>
              <a:gd name="T6" fmla="*/ 889 w 4992"/>
              <a:gd name="T7" fmla="*/ 457 h 529"/>
              <a:gd name="T8" fmla="*/ 1093 w 4992"/>
              <a:gd name="T9" fmla="*/ 448 h 529"/>
              <a:gd name="T10" fmla="*/ 1160 w 4992"/>
              <a:gd name="T11" fmla="*/ 440 h 529"/>
              <a:gd name="T12" fmla="*/ 1211 w 4992"/>
              <a:gd name="T13" fmla="*/ 423 h 529"/>
              <a:gd name="T14" fmla="*/ 1262 w 4992"/>
              <a:gd name="T15" fmla="*/ 389 h 529"/>
              <a:gd name="T16" fmla="*/ 1287 w 4992"/>
              <a:gd name="T17" fmla="*/ 380 h 529"/>
              <a:gd name="T18" fmla="*/ 1364 w 4992"/>
              <a:gd name="T19" fmla="*/ 330 h 529"/>
              <a:gd name="T20" fmla="*/ 1440 w 4992"/>
              <a:gd name="T21" fmla="*/ 304 h 529"/>
              <a:gd name="T22" fmla="*/ 1491 w 4992"/>
              <a:gd name="T23" fmla="*/ 279 h 529"/>
              <a:gd name="T24" fmla="*/ 1626 w 4992"/>
              <a:gd name="T25" fmla="*/ 287 h 529"/>
              <a:gd name="T26" fmla="*/ 1702 w 4992"/>
              <a:gd name="T27" fmla="*/ 330 h 529"/>
              <a:gd name="T28" fmla="*/ 1813 w 4992"/>
              <a:gd name="T29" fmla="*/ 355 h 529"/>
              <a:gd name="T30" fmla="*/ 1863 w 4992"/>
              <a:gd name="T31" fmla="*/ 397 h 529"/>
              <a:gd name="T32" fmla="*/ 1880 w 4992"/>
              <a:gd name="T33" fmla="*/ 490 h 529"/>
              <a:gd name="T34" fmla="*/ 2050 w 4992"/>
              <a:gd name="T35" fmla="*/ 397 h 529"/>
              <a:gd name="T36" fmla="*/ 2126 w 4992"/>
              <a:gd name="T37" fmla="*/ 355 h 529"/>
              <a:gd name="T38" fmla="*/ 2202 w 4992"/>
              <a:gd name="T39" fmla="*/ 313 h 529"/>
              <a:gd name="T40" fmla="*/ 2414 w 4992"/>
              <a:gd name="T41" fmla="*/ 304 h 529"/>
              <a:gd name="T42" fmla="*/ 2422 w 4992"/>
              <a:gd name="T43" fmla="*/ 423 h 529"/>
              <a:gd name="T44" fmla="*/ 2533 w 4992"/>
              <a:gd name="T45" fmla="*/ 389 h 529"/>
              <a:gd name="T46" fmla="*/ 2660 w 4992"/>
              <a:gd name="T47" fmla="*/ 321 h 529"/>
              <a:gd name="T48" fmla="*/ 2888 w 4992"/>
              <a:gd name="T49" fmla="*/ 363 h 529"/>
              <a:gd name="T50" fmla="*/ 2897 w 4992"/>
              <a:gd name="T51" fmla="*/ 457 h 529"/>
              <a:gd name="T52" fmla="*/ 2948 w 4992"/>
              <a:gd name="T53" fmla="*/ 431 h 529"/>
              <a:gd name="T54" fmla="*/ 3244 w 4992"/>
              <a:gd name="T55" fmla="*/ 423 h 529"/>
              <a:gd name="T56" fmla="*/ 3303 w 4992"/>
              <a:gd name="T57" fmla="*/ 414 h 529"/>
              <a:gd name="T58" fmla="*/ 3405 w 4992"/>
              <a:gd name="T59" fmla="*/ 355 h 529"/>
              <a:gd name="T60" fmla="*/ 3456 w 4992"/>
              <a:gd name="T61" fmla="*/ 321 h 529"/>
              <a:gd name="T62" fmla="*/ 3490 w 4992"/>
              <a:gd name="T63" fmla="*/ 270 h 529"/>
              <a:gd name="T64" fmla="*/ 3549 w 4992"/>
              <a:gd name="T65" fmla="*/ 92 h 529"/>
              <a:gd name="T66" fmla="*/ 3558 w 4992"/>
              <a:gd name="T67" fmla="*/ 16 h 529"/>
              <a:gd name="T68" fmla="*/ 3642 w 4992"/>
              <a:gd name="T69" fmla="*/ 25 h 529"/>
              <a:gd name="T70" fmla="*/ 3634 w 4992"/>
              <a:gd name="T71" fmla="*/ 101 h 529"/>
              <a:gd name="T72" fmla="*/ 3541 w 4992"/>
              <a:gd name="T73" fmla="*/ 152 h 529"/>
              <a:gd name="T74" fmla="*/ 3693 w 4992"/>
              <a:gd name="T75" fmla="*/ 202 h 529"/>
              <a:gd name="T76" fmla="*/ 3727 w 4992"/>
              <a:gd name="T77" fmla="*/ 346 h 529"/>
              <a:gd name="T78" fmla="*/ 3812 w 4992"/>
              <a:gd name="T79" fmla="*/ 431 h 529"/>
              <a:gd name="T80" fmla="*/ 3854 w 4992"/>
              <a:gd name="T81" fmla="*/ 490 h 529"/>
              <a:gd name="T82" fmla="*/ 3922 w 4992"/>
              <a:gd name="T83" fmla="*/ 440 h 529"/>
              <a:gd name="T84" fmla="*/ 3990 w 4992"/>
              <a:gd name="T85" fmla="*/ 330 h 529"/>
              <a:gd name="T86" fmla="*/ 4040 w 4992"/>
              <a:gd name="T87" fmla="*/ 228 h 529"/>
              <a:gd name="T88" fmla="*/ 4091 w 4992"/>
              <a:gd name="T89" fmla="*/ 194 h 529"/>
              <a:gd name="T90" fmla="*/ 4117 w 4992"/>
              <a:gd name="T91" fmla="*/ 177 h 529"/>
              <a:gd name="T92" fmla="*/ 4167 w 4992"/>
              <a:gd name="T93" fmla="*/ 186 h 529"/>
              <a:gd name="T94" fmla="*/ 4201 w 4992"/>
              <a:gd name="T95" fmla="*/ 236 h 529"/>
              <a:gd name="T96" fmla="*/ 4294 w 4992"/>
              <a:gd name="T97" fmla="*/ 346 h 529"/>
              <a:gd name="T98" fmla="*/ 4930 w 4992"/>
              <a:gd name="T99" fmla="*/ 372 h 529"/>
              <a:gd name="T100" fmla="*/ 4964 w 4992"/>
              <a:gd name="T101" fmla="*/ 423 h 529"/>
              <a:gd name="T102" fmla="*/ 4981 w 4992"/>
              <a:gd name="T103" fmla="*/ 524 h 529"/>
              <a:gd name="T104" fmla="*/ 0 w 4992"/>
              <a:gd name="T105" fmla="*/ 524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92" h="529">
                <a:moveTo>
                  <a:pt x="0" y="524"/>
                </a:moveTo>
                <a:cubicBezTo>
                  <a:pt x="203" y="521"/>
                  <a:pt x="407" y="529"/>
                  <a:pt x="610" y="516"/>
                </a:cubicBezTo>
                <a:cubicBezTo>
                  <a:pt x="611" y="516"/>
                  <a:pt x="673" y="474"/>
                  <a:pt x="686" y="465"/>
                </a:cubicBezTo>
                <a:cubicBezTo>
                  <a:pt x="742" y="427"/>
                  <a:pt x="821" y="460"/>
                  <a:pt x="889" y="457"/>
                </a:cubicBezTo>
                <a:cubicBezTo>
                  <a:pt x="957" y="454"/>
                  <a:pt x="1025" y="451"/>
                  <a:pt x="1093" y="448"/>
                </a:cubicBezTo>
                <a:cubicBezTo>
                  <a:pt x="1115" y="445"/>
                  <a:pt x="1138" y="445"/>
                  <a:pt x="1160" y="440"/>
                </a:cubicBezTo>
                <a:cubicBezTo>
                  <a:pt x="1178" y="436"/>
                  <a:pt x="1211" y="423"/>
                  <a:pt x="1211" y="423"/>
                </a:cubicBezTo>
                <a:cubicBezTo>
                  <a:pt x="1228" y="412"/>
                  <a:pt x="1243" y="396"/>
                  <a:pt x="1262" y="389"/>
                </a:cubicBezTo>
                <a:cubicBezTo>
                  <a:pt x="1270" y="386"/>
                  <a:pt x="1279" y="384"/>
                  <a:pt x="1287" y="380"/>
                </a:cubicBezTo>
                <a:cubicBezTo>
                  <a:pt x="1314" y="365"/>
                  <a:pt x="1335" y="340"/>
                  <a:pt x="1364" y="330"/>
                </a:cubicBezTo>
                <a:cubicBezTo>
                  <a:pt x="1389" y="321"/>
                  <a:pt x="1418" y="319"/>
                  <a:pt x="1440" y="304"/>
                </a:cubicBezTo>
                <a:cubicBezTo>
                  <a:pt x="1472" y="282"/>
                  <a:pt x="1455" y="290"/>
                  <a:pt x="1491" y="279"/>
                </a:cubicBezTo>
                <a:cubicBezTo>
                  <a:pt x="1536" y="282"/>
                  <a:pt x="1581" y="282"/>
                  <a:pt x="1626" y="287"/>
                </a:cubicBezTo>
                <a:cubicBezTo>
                  <a:pt x="1652" y="290"/>
                  <a:pt x="1686" y="319"/>
                  <a:pt x="1702" y="330"/>
                </a:cubicBezTo>
                <a:cubicBezTo>
                  <a:pt x="1724" y="345"/>
                  <a:pt x="1791" y="352"/>
                  <a:pt x="1813" y="355"/>
                </a:cubicBezTo>
                <a:cubicBezTo>
                  <a:pt x="1824" y="363"/>
                  <a:pt x="1858" y="383"/>
                  <a:pt x="1863" y="397"/>
                </a:cubicBezTo>
                <a:cubicBezTo>
                  <a:pt x="1874" y="427"/>
                  <a:pt x="1880" y="490"/>
                  <a:pt x="1880" y="490"/>
                </a:cubicBezTo>
                <a:cubicBezTo>
                  <a:pt x="1935" y="456"/>
                  <a:pt x="1995" y="430"/>
                  <a:pt x="2050" y="397"/>
                </a:cubicBezTo>
                <a:cubicBezTo>
                  <a:pt x="2122" y="354"/>
                  <a:pt x="2076" y="371"/>
                  <a:pt x="2126" y="355"/>
                </a:cubicBezTo>
                <a:cubicBezTo>
                  <a:pt x="2184" y="316"/>
                  <a:pt x="2158" y="327"/>
                  <a:pt x="2202" y="313"/>
                </a:cubicBezTo>
                <a:cubicBezTo>
                  <a:pt x="2265" y="272"/>
                  <a:pt x="2309" y="236"/>
                  <a:pt x="2414" y="304"/>
                </a:cubicBezTo>
                <a:cubicBezTo>
                  <a:pt x="2447" y="326"/>
                  <a:pt x="2419" y="383"/>
                  <a:pt x="2422" y="423"/>
                </a:cubicBezTo>
                <a:cubicBezTo>
                  <a:pt x="2490" y="413"/>
                  <a:pt x="2479" y="406"/>
                  <a:pt x="2533" y="389"/>
                </a:cubicBezTo>
                <a:cubicBezTo>
                  <a:pt x="2574" y="361"/>
                  <a:pt x="2613" y="337"/>
                  <a:pt x="2660" y="321"/>
                </a:cubicBezTo>
                <a:cubicBezTo>
                  <a:pt x="2699" y="323"/>
                  <a:pt x="2864" y="287"/>
                  <a:pt x="2888" y="363"/>
                </a:cubicBezTo>
                <a:cubicBezTo>
                  <a:pt x="2891" y="394"/>
                  <a:pt x="2884" y="428"/>
                  <a:pt x="2897" y="457"/>
                </a:cubicBezTo>
                <a:cubicBezTo>
                  <a:pt x="2898" y="460"/>
                  <a:pt x="2923" y="432"/>
                  <a:pt x="2948" y="431"/>
                </a:cubicBezTo>
                <a:cubicBezTo>
                  <a:pt x="3047" y="426"/>
                  <a:pt x="3145" y="426"/>
                  <a:pt x="3244" y="423"/>
                </a:cubicBezTo>
                <a:cubicBezTo>
                  <a:pt x="3264" y="420"/>
                  <a:pt x="3284" y="421"/>
                  <a:pt x="3303" y="414"/>
                </a:cubicBezTo>
                <a:cubicBezTo>
                  <a:pt x="3342" y="399"/>
                  <a:pt x="3365" y="368"/>
                  <a:pt x="3405" y="355"/>
                </a:cubicBezTo>
                <a:cubicBezTo>
                  <a:pt x="3422" y="344"/>
                  <a:pt x="3445" y="338"/>
                  <a:pt x="3456" y="321"/>
                </a:cubicBezTo>
                <a:cubicBezTo>
                  <a:pt x="3467" y="304"/>
                  <a:pt x="3490" y="270"/>
                  <a:pt x="3490" y="270"/>
                </a:cubicBezTo>
                <a:cubicBezTo>
                  <a:pt x="3510" y="211"/>
                  <a:pt x="3531" y="152"/>
                  <a:pt x="3549" y="92"/>
                </a:cubicBezTo>
                <a:cubicBezTo>
                  <a:pt x="3552" y="67"/>
                  <a:pt x="3537" y="31"/>
                  <a:pt x="3558" y="16"/>
                </a:cubicBezTo>
                <a:cubicBezTo>
                  <a:pt x="3581" y="0"/>
                  <a:pt x="3623" y="4"/>
                  <a:pt x="3642" y="25"/>
                </a:cubicBezTo>
                <a:cubicBezTo>
                  <a:pt x="3659" y="44"/>
                  <a:pt x="3638" y="76"/>
                  <a:pt x="3634" y="101"/>
                </a:cubicBezTo>
                <a:cubicBezTo>
                  <a:pt x="3627" y="141"/>
                  <a:pt x="3574" y="143"/>
                  <a:pt x="3541" y="152"/>
                </a:cubicBezTo>
                <a:cubicBezTo>
                  <a:pt x="3609" y="157"/>
                  <a:pt x="3671" y="134"/>
                  <a:pt x="3693" y="202"/>
                </a:cubicBezTo>
                <a:cubicBezTo>
                  <a:pt x="3700" y="271"/>
                  <a:pt x="3693" y="296"/>
                  <a:pt x="3727" y="346"/>
                </a:cubicBezTo>
                <a:cubicBezTo>
                  <a:pt x="3740" y="387"/>
                  <a:pt x="3782" y="402"/>
                  <a:pt x="3812" y="431"/>
                </a:cubicBezTo>
                <a:cubicBezTo>
                  <a:pt x="3823" y="468"/>
                  <a:pt x="3815" y="478"/>
                  <a:pt x="3854" y="490"/>
                </a:cubicBezTo>
                <a:cubicBezTo>
                  <a:pt x="3887" y="479"/>
                  <a:pt x="3902" y="469"/>
                  <a:pt x="3922" y="440"/>
                </a:cubicBezTo>
                <a:cubicBezTo>
                  <a:pt x="3934" y="390"/>
                  <a:pt x="3962" y="371"/>
                  <a:pt x="3990" y="330"/>
                </a:cubicBezTo>
                <a:cubicBezTo>
                  <a:pt x="3997" y="308"/>
                  <a:pt x="4023" y="243"/>
                  <a:pt x="4040" y="228"/>
                </a:cubicBezTo>
                <a:cubicBezTo>
                  <a:pt x="4055" y="215"/>
                  <a:pt x="4074" y="205"/>
                  <a:pt x="4091" y="194"/>
                </a:cubicBezTo>
                <a:cubicBezTo>
                  <a:pt x="4100" y="188"/>
                  <a:pt x="4117" y="177"/>
                  <a:pt x="4117" y="177"/>
                </a:cubicBezTo>
                <a:cubicBezTo>
                  <a:pt x="4134" y="180"/>
                  <a:pt x="4152" y="179"/>
                  <a:pt x="4167" y="186"/>
                </a:cubicBezTo>
                <a:cubicBezTo>
                  <a:pt x="4200" y="201"/>
                  <a:pt x="4189" y="211"/>
                  <a:pt x="4201" y="236"/>
                </a:cubicBezTo>
                <a:cubicBezTo>
                  <a:pt x="4223" y="281"/>
                  <a:pt x="4243" y="330"/>
                  <a:pt x="4294" y="346"/>
                </a:cubicBezTo>
                <a:cubicBezTo>
                  <a:pt x="4495" y="477"/>
                  <a:pt x="4223" y="306"/>
                  <a:pt x="4930" y="372"/>
                </a:cubicBezTo>
                <a:cubicBezTo>
                  <a:pt x="4950" y="374"/>
                  <a:pt x="4964" y="423"/>
                  <a:pt x="4964" y="423"/>
                </a:cubicBezTo>
                <a:cubicBezTo>
                  <a:pt x="4974" y="473"/>
                  <a:pt x="4992" y="476"/>
                  <a:pt x="4981" y="524"/>
                </a:cubicBezTo>
                <a:cubicBezTo>
                  <a:pt x="1276" y="514"/>
                  <a:pt x="2936" y="512"/>
                  <a:pt x="0" y="524"/>
                </a:cubicBezTo>
                <a:close/>
              </a:path>
            </a:pathLst>
          </a:custGeom>
          <a:gradFill rotWithShape="1">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spd="med">
    <p:pull dir="ru"/>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5"/>
          <p:cNvSpPr>
            <a:spLocks noChangeArrowheads="1"/>
          </p:cNvSpPr>
          <p:nvPr/>
        </p:nvSpPr>
        <p:spPr bwMode="auto">
          <a:xfrm>
            <a:off x="1116013" y="725488"/>
            <a:ext cx="7524750" cy="39688"/>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7"/>
          <p:cNvSpPr>
            <a:spLocks noChangeArrowheads="1"/>
          </p:cNvSpPr>
          <p:nvPr/>
        </p:nvSpPr>
        <p:spPr bwMode="auto">
          <a:xfrm>
            <a:off x="0" y="6669088"/>
            <a:ext cx="9144000" cy="215900"/>
          </a:xfrm>
          <a:prstGeom prst="rect">
            <a:avLst/>
          </a:prstGeom>
          <a:gradFill rotWithShape="1">
            <a:gsLst>
              <a:gs pos="0">
                <a:srgbClr val="FFEBFA"/>
              </a:gs>
              <a:gs pos="30000">
                <a:srgbClr val="C4D6EB"/>
              </a:gs>
              <a:gs pos="60001">
                <a:srgbClr val="85C2FF"/>
              </a:gs>
              <a:gs pos="100000">
                <a:srgbClr val="5E9E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Oval 9"/>
          <p:cNvSpPr>
            <a:spLocks noChangeArrowheads="1"/>
          </p:cNvSpPr>
          <p:nvPr/>
        </p:nvSpPr>
        <p:spPr bwMode="auto">
          <a:xfrm>
            <a:off x="5530850" y="5783263"/>
            <a:ext cx="361950" cy="287338"/>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77" name="Picture 2" descr="http://www.szu.edu.cn/images/szulogo.gif"/>
          <p:cNvPicPr>
            <a:picLocks noChangeAspect="1"/>
          </p:cNvPicPr>
          <p:nvPr/>
        </p:nvPicPr>
        <p:blipFill>
          <a:blip r:embed="rId13"/>
          <a:srcRect l="4614" r="63078"/>
          <a:stretch>
            <a:fillRect/>
          </a:stretch>
        </p:blipFill>
        <p:spPr>
          <a:xfrm>
            <a:off x="142875" y="142875"/>
            <a:ext cx="1000125" cy="928688"/>
          </a:xfrm>
          <a:prstGeom prst="rect">
            <a:avLst/>
          </a:prstGeom>
          <a:noFill/>
          <a:ln w="9525">
            <a:noFill/>
          </a:ln>
        </p:spPr>
      </p:pic>
      <p:sp>
        <p:nvSpPr>
          <p:cNvPr id="3078" name="Freeform 8"/>
          <p:cNvSpPr>
            <a:spLocks noChangeArrowheads="1"/>
          </p:cNvSpPr>
          <p:nvPr/>
        </p:nvSpPr>
        <p:spPr bwMode="auto">
          <a:xfrm>
            <a:off x="214313" y="6391275"/>
            <a:ext cx="7954963" cy="323850"/>
          </a:xfrm>
          <a:custGeom>
            <a:avLst/>
            <a:gdLst>
              <a:gd name="T0" fmla="*/ 0 w 4992"/>
              <a:gd name="T1" fmla="*/ 524 h 529"/>
              <a:gd name="T2" fmla="*/ 610 w 4992"/>
              <a:gd name="T3" fmla="*/ 516 h 529"/>
              <a:gd name="T4" fmla="*/ 686 w 4992"/>
              <a:gd name="T5" fmla="*/ 465 h 529"/>
              <a:gd name="T6" fmla="*/ 889 w 4992"/>
              <a:gd name="T7" fmla="*/ 457 h 529"/>
              <a:gd name="T8" fmla="*/ 1093 w 4992"/>
              <a:gd name="T9" fmla="*/ 448 h 529"/>
              <a:gd name="T10" fmla="*/ 1160 w 4992"/>
              <a:gd name="T11" fmla="*/ 440 h 529"/>
              <a:gd name="T12" fmla="*/ 1211 w 4992"/>
              <a:gd name="T13" fmla="*/ 423 h 529"/>
              <a:gd name="T14" fmla="*/ 1262 w 4992"/>
              <a:gd name="T15" fmla="*/ 389 h 529"/>
              <a:gd name="T16" fmla="*/ 1287 w 4992"/>
              <a:gd name="T17" fmla="*/ 380 h 529"/>
              <a:gd name="T18" fmla="*/ 1364 w 4992"/>
              <a:gd name="T19" fmla="*/ 330 h 529"/>
              <a:gd name="T20" fmla="*/ 1440 w 4992"/>
              <a:gd name="T21" fmla="*/ 304 h 529"/>
              <a:gd name="T22" fmla="*/ 1491 w 4992"/>
              <a:gd name="T23" fmla="*/ 279 h 529"/>
              <a:gd name="T24" fmla="*/ 1626 w 4992"/>
              <a:gd name="T25" fmla="*/ 287 h 529"/>
              <a:gd name="T26" fmla="*/ 1702 w 4992"/>
              <a:gd name="T27" fmla="*/ 330 h 529"/>
              <a:gd name="T28" fmla="*/ 1813 w 4992"/>
              <a:gd name="T29" fmla="*/ 355 h 529"/>
              <a:gd name="T30" fmla="*/ 1863 w 4992"/>
              <a:gd name="T31" fmla="*/ 397 h 529"/>
              <a:gd name="T32" fmla="*/ 1880 w 4992"/>
              <a:gd name="T33" fmla="*/ 490 h 529"/>
              <a:gd name="T34" fmla="*/ 2050 w 4992"/>
              <a:gd name="T35" fmla="*/ 397 h 529"/>
              <a:gd name="T36" fmla="*/ 2126 w 4992"/>
              <a:gd name="T37" fmla="*/ 355 h 529"/>
              <a:gd name="T38" fmla="*/ 2202 w 4992"/>
              <a:gd name="T39" fmla="*/ 313 h 529"/>
              <a:gd name="T40" fmla="*/ 2414 w 4992"/>
              <a:gd name="T41" fmla="*/ 304 h 529"/>
              <a:gd name="T42" fmla="*/ 2422 w 4992"/>
              <a:gd name="T43" fmla="*/ 423 h 529"/>
              <a:gd name="T44" fmla="*/ 2533 w 4992"/>
              <a:gd name="T45" fmla="*/ 389 h 529"/>
              <a:gd name="T46" fmla="*/ 2660 w 4992"/>
              <a:gd name="T47" fmla="*/ 321 h 529"/>
              <a:gd name="T48" fmla="*/ 2888 w 4992"/>
              <a:gd name="T49" fmla="*/ 363 h 529"/>
              <a:gd name="T50" fmla="*/ 2897 w 4992"/>
              <a:gd name="T51" fmla="*/ 457 h 529"/>
              <a:gd name="T52" fmla="*/ 2948 w 4992"/>
              <a:gd name="T53" fmla="*/ 431 h 529"/>
              <a:gd name="T54" fmla="*/ 3244 w 4992"/>
              <a:gd name="T55" fmla="*/ 423 h 529"/>
              <a:gd name="T56" fmla="*/ 3303 w 4992"/>
              <a:gd name="T57" fmla="*/ 414 h 529"/>
              <a:gd name="T58" fmla="*/ 3405 w 4992"/>
              <a:gd name="T59" fmla="*/ 355 h 529"/>
              <a:gd name="T60" fmla="*/ 3456 w 4992"/>
              <a:gd name="T61" fmla="*/ 321 h 529"/>
              <a:gd name="T62" fmla="*/ 3490 w 4992"/>
              <a:gd name="T63" fmla="*/ 270 h 529"/>
              <a:gd name="T64" fmla="*/ 3549 w 4992"/>
              <a:gd name="T65" fmla="*/ 92 h 529"/>
              <a:gd name="T66" fmla="*/ 3558 w 4992"/>
              <a:gd name="T67" fmla="*/ 16 h 529"/>
              <a:gd name="T68" fmla="*/ 3642 w 4992"/>
              <a:gd name="T69" fmla="*/ 25 h 529"/>
              <a:gd name="T70" fmla="*/ 3634 w 4992"/>
              <a:gd name="T71" fmla="*/ 101 h 529"/>
              <a:gd name="T72" fmla="*/ 3541 w 4992"/>
              <a:gd name="T73" fmla="*/ 152 h 529"/>
              <a:gd name="T74" fmla="*/ 3693 w 4992"/>
              <a:gd name="T75" fmla="*/ 202 h 529"/>
              <a:gd name="T76" fmla="*/ 3727 w 4992"/>
              <a:gd name="T77" fmla="*/ 346 h 529"/>
              <a:gd name="T78" fmla="*/ 3812 w 4992"/>
              <a:gd name="T79" fmla="*/ 431 h 529"/>
              <a:gd name="T80" fmla="*/ 3854 w 4992"/>
              <a:gd name="T81" fmla="*/ 490 h 529"/>
              <a:gd name="T82" fmla="*/ 3922 w 4992"/>
              <a:gd name="T83" fmla="*/ 440 h 529"/>
              <a:gd name="T84" fmla="*/ 3990 w 4992"/>
              <a:gd name="T85" fmla="*/ 330 h 529"/>
              <a:gd name="T86" fmla="*/ 4040 w 4992"/>
              <a:gd name="T87" fmla="*/ 228 h 529"/>
              <a:gd name="T88" fmla="*/ 4091 w 4992"/>
              <a:gd name="T89" fmla="*/ 194 h 529"/>
              <a:gd name="T90" fmla="*/ 4117 w 4992"/>
              <a:gd name="T91" fmla="*/ 177 h 529"/>
              <a:gd name="T92" fmla="*/ 4167 w 4992"/>
              <a:gd name="T93" fmla="*/ 186 h 529"/>
              <a:gd name="T94" fmla="*/ 4201 w 4992"/>
              <a:gd name="T95" fmla="*/ 236 h 529"/>
              <a:gd name="T96" fmla="*/ 4294 w 4992"/>
              <a:gd name="T97" fmla="*/ 346 h 529"/>
              <a:gd name="T98" fmla="*/ 4930 w 4992"/>
              <a:gd name="T99" fmla="*/ 372 h 529"/>
              <a:gd name="T100" fmla="*/ 4964 w 4992"/>
              <a:gd name="T101" fmla="*/ 423 h 529"/>
              <a:gd name="T102" fmla="*/ 4981 w 4992"/>
              <a:gd name="T103" fmla="*/ 524 h 529"/>
              <a:gd name="T104" fmla="*/ 0 w 4992"/>
              <a:gd name="T105" fmla="*/ 524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92" h="529">
                <a:moveTo>
                  <a:pt x="0" y="524"/>
                </a:moveTo>
                <a:cubicBezTo>
                  <a:pt x="203" y="521"/>
                  <a:pt x="407" y="529"/>
                  <a:pt x="610" y="516"/>
                </a:cubicBezTo>
                <a:cubicBezTo>
                  <a:pt x="611" y="516"/>
                  <a:pt x="673" y="474"/>
                  <a:pt x="686" y="465"/>
                </a:cubicBezTo>
                <a:cubicBezTo>
                  <a:pt x="742" y="427"/>
                  <a:pt x="821" y="460"/>
                  <a:pt x="889" y="457"/>
                </a:cubicBezTo>
                <a:cubicBezTo>
                  <a:pt x="957" y="454"/>
                  <a:pt x="1025" y="451"/>
                  <a:pt x="1093" y="448"/>
                </a:cubicBezTo>
                <a:cubicBezTo>
                  <a:pt x="1115" y="445"/>
                  <a:pt x="1138" y="445"/>
                  <a:pt x="1160" y="440"/>
                </a:cubicBezTo>
                <a:cubicBezTo>
                  <a:pt x="1178" y="436"/>
                  <a:pt x="1211" y="423"/>
                  <a:pt x="1211" y="423"/>
                </a:cubicBezTo>
                <a:cubicBezTo>
                  <a:pt x="1228" y="412"/>
                  <a:pt x="1243" y="396"/>
                  <a:pt x="1262" y="389"/>
                </a:cubicBezTo>
                <a:cubicBezTo>
                  <a:pt x="1270" y="386"/>
                  <a:pt x="1279" y="384"/>
                  <a:pt x="1287" y="380"/>
                </a:cubicBezTo>
                <a:cubicBezTo>
                  <a:pt x="1314" y="365"/>
                  <a:pt x="1335" y="340"/>
                  <a:pt x="1364" y="330"/>
                </a:cubicBezTo>
                <a:cubicBezTo>
                  <a:pt x="1389" y="321"/>
                  <a:pt x="1418" y="319"/>
                  <a:pt x="1440" y="304"/>
                </a:cubicBezTo>
                <a:cubicBezTo>
                  <a:pt x="1472" y="282"/>
                  <a:pt x="1455" y="290"/>
                  <a:pt x="1491" y="279"/>
                </a:cubicBezTo>
                <a:cubicBezTo>
                  <a:pt x="1536" y="282"/>
                  <a:pt x="1581" y="282"/>
                  <a:pt x="1626" y="287"/>
                </a:cubicBezTo>
                <a:cubicBezTo>
                  <a:pt x="1652" y="290"/>
                  <a:pt x="1686" y="319"/>
                  <a:pt x="1702" y="330"/>
                </a:cubicBezTo>
                <a:cubicBezTo>
                  <a:pt x="1724" y="345"/>
                  <a:pt x="1791" y="352"/>
                  <a:pt x="1813" y="355"/>
                </a:cubicBezTo>
                <a:cubicBezTo>
                  <a:pt x="1824" y="363"/>
                  <a:pt x="1858" y="383"/>
                  <a:pt x="1863" y="397"/>
                </a:cubicBezTo>
                <a:cubicBezTo>
                  <a:pt x="1874" y="427"/>
                  <a:pt x="1880" y="490"/>
                  <a:pt x="1880" y="490"/>
                </a:cubicBezTo>
                <a:cubicBezTo>
                  <a:pt x="1935" y="456"/>
                  <a:pt x="1995" y="430"/>
                  <a:pt x="2050" y="397"/>
                </a:cubicBezTo>
                <a:cubicBezTo>
                  <a:pt x="2122" y="354"/>
                  <a:pt x="2076" y="371"/>
                  <a:pt x="2126" y="355"/>
                </a:cubicBezTo>
                <a:cubicBezTo>
                  <a:pt x="2184" y="316"/>
                  <a:pt x="2158" y="327"/>
                  <a:pt x="2202" y="313"/>
                </a:cubicBezTo>
                <a:cubicBezTo>
                  <a:pt x="2265" y="272"/>
                  <a:pt x="2309" y="236"/>
                  <a:pt x="2414" y="304"/>
                </a:cubicBezTo>
                <a:cubicBezTo>
                  <a:pt x="2447" y="326"/>
                  <a:pt x="2419" y="383"/>
                  <a:pt x="2422" y="423"/>
                </a:cubicBezTo>
                <a:cubicBezTo>
                  <a:pt x="2490" y="413"/>
                  <a:pt x="2479" y="406"/>
                  <a:pt x="2533" y="389"/>
                </a:cubicBezTo>
                <a:cubicBezTo>
                  <a:pt x="2574" y="361"/>
                  <a:pt x="2613" y="337"/>
                  <a:pt x="2660" y="321"/>
                </a:cubicBezTo>
                <a:cubicBezTo>
                  <a:pt x="2699" y="323"/>
                  <a:pt x="2864" y="287"/>
                  <a:pt x="2888" y="363"/>
                </a:cubicBezTo>
                <a:cubicBezTo>
                  <a:pt x="2891" y="394"/>
                  <a:pt x="2884" y="428"/>
                  <a:pt x="2897" y="457"/>
                </a:cubicBezTo>
                <a:cubicBezTo>
                  <a:pt x="2898" y="460"/>
                  <a:pt x="2923" y="432"/>
                  <a:pt x="2948" y="431"/>
                </a:cubicBezTo>
                <a:cubicBezTo>
                  <a:pt x="3047" y="426"/>
                  <a:pt x="3145" y="426"/>
                  <a:pt x="3244" y="423"/>
                </a:cubicBezTo>
                <a:cubicBezTo>
                  <a:pt x="3264" y="420"/>
                  <a:pt x="3284" y="421"/>
                  <a:pt x="3303" y="414"/>
                </a:cubicBezTo>
                <a:cubicBezTo>
                  <a:pt x="3342" y="399"/>
                  <a:pt x="3365" y="368"/>
                  <a:pt x="3405" y="355"/>
                </a:cubicBezTo>
                <a:cubicBezTo>
                  <a:pt x="3422" y="344"/>
                  <a:pt x="3445" y="338"/>
                  <a:pt x="3456" y="321"/>
                </a:cubicBezTo>
                <a:cubicBezTo>
                  <a:pt x="3467" y="304"/>
                  <a:pt x="3490" y="270"/>
                  <a:pt x="3490" y="270"/>
                </a:cubicBezTo>
                <a:cubicBezTo>
                  <a:pt x="3510" y="211"/>
                  <a:pt x="3531" y="152"/>
                  <a:pt x="3549" y="92"/>
                </a:cubicBezTo>
                <a:cubicBezTo>
                  <a:pt x="3552" y="67"/>
                  <a:pt x="3537" y="31"/>
                  <a:pt x="3558" y="16"/>
                </a:cubicBezTo>
                <a:cubicBezTo>
                  <a:pt x="3581" y="0"/>
                  <a:pt x="3623" y="4"/>
                  <a:pt x="3642" y="25"/>
                </a:cubicBezTo>
                <a:cubicBezTo>
                  <a:pt x="3659" y="44"/>
                  <a:pt x="3638" y="76"/>
                  <a:pt x="3634" y="101"/>
                </a:cubicBezTo>
                <a:cubicBezTo>
                  <a:pt x="3627" y="141"/>
                  <a:pt x="3574" y="143"/>
                  <a:pt x="3541" y="152"/>
                </a:cubicBezTo>
                <a:cubicBezTo>
                  <a:pt x="3609" y="157"/>
                  <a:pt x="3671" y="134"/>
                  <a:pt x="3693" y="202"/>
                </a:cubicBezTo>
                <a:cubicBezTo>
                  <a:pt x="3700" y="271"/>
                  <a:pt x="3693" y="296"/>
                  <a:pt x="3727" y="346"/>
                </a:cubicBezTo>
                <a:cubicBezTo>
                  <a:pt x="3740" y="387"/>
                  <a:pt x="3782" y="402"/>
                  <a:pt x="3812" y="431"/>
                </a:cubicBezTo>
                <a:cubicBezTo>
                  <a:pt x="3823" y="468"/>
                  <a:pt x="3815" y="478"/>
                  <a:pt x="3854" y="490"/>
                </a:cubicBezTo>
                <a:cubicBezTo>
                  <a:pt x="3887" y="479"/>
                  <a:pt x="3902" y="469"/>
                  <a:pt x="3922" y="440"/>
                </a:cubicBezTo>
                <a:cubicBezTo>
                  <a:pt x="3934" y="390"/>
                  <a:pt x="3962" y="371"/>
                  <a:pt x="3990" y="330"/>
                </a:cubicBezTo>
                <a:cubicBezTo>
                  <a:pt x="3997" y="308"/>
                  <a:pt x="4023" y="243"/>
                  <a:pt x="4040" y="228"/>
                </a:cubicBezTo>
                <a:cubicBezTo>
                  <a:pt x="4055" y="215"/>
                  <a:pt x="4074" y="205"/>
                  <a:pt x="4091" y="194"/>
                </a:cubicBezTo>
                <a:cubicBezTo>
                  <a:pt x="4100" y="188"/>
                  <a:pt x="4117" y="177"/>
                  <a:pt x="4117" y="177"/>
                </a:cubicBezTo>
                <a:cubicBezTo>
                  <a:pt x="4134" y="180"/>
                  <a:pt x="4152" y="179"/>
                  <a:pt x="4167" y="186"/>
                </a:cubicBezTo>
                <a:cubicBezTo>
                  <a:pt x="4200" y="201"/>
                  <a:pt x="4189" y="211"/>
                  <a:pt x="4201" y="236"/>
                </a:cubicBezTo>
                <a:cubicBezTo>
                  <a:pt x="4223" y="281"/>
                  <a:pt x="4243" y="330"/>
                  <a:pt x="4294" y="346"/>
                </a:cubicBezTo>
                <a:cubicBezTo>
                  <a:pt x="4495" y="477"/>
                  <a:pt x="4223" y="306"/>
                  <a:pt x="4930" y="372"/>
                </a:cubicBezTo>
                <a:cubicBezTo>
                  <a:pt x="4950" y="374"/>
                  <a:pt x="4964" y="423"/>
                  <a:pt x="4964" y="423"/>
                </a:cubicBezTo>
                <a:cubicBezTo>
                  <a:pt x="4974" y="473"/>
                  <a:pt x="4992" y="476"/>
                  <a:pt x="4981" y="524"/>
                </a:cubicBezTo>
                <a:cubicBezTo>
                  <a:pt x="1276" y="514"/>
                  <a:pt x="2936" y="512"/>
                  <a:pt x="0" y="524"/>
                </a:cubicBezTo>
                <a:close/>
              </a:path>
            </a:pathLst>
          </a:custGeom>
          <a:gradFill rotWithShape="1">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spd="med">
    <p:pull dir="ru"/>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5"/>
          <p:cNvSpPr>
            <a:spLocks noChangeArrowheads="1"/>
          </p:cNvSpPr>
          <p:nvPr/>
        </p:nvSpPr>
        <p:spPr bwMode="auto">
          <a:xfrm>
            <a:off x="1116013" y="725488"/>
            <a:ext cx="7524750" cy="39688"/>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7"/>
          <p:cNvSpPr>
            <a:spLocks noChangeArrowheads="1"/>
          </p:cNvSpPr>
          <p:nvPr/>
        </p:nvSpPr>
        <p:spPr bwMode="auto">
          <a:xfrm>
            <a:off x="0" y="6669088"/>
            <a:ext cx="9144000" cy="215900"/>
          </a:xfrm>
          <a:prstGeom prst="rect">
            <a:avLst/>
          </a:prstGeom>
          <a:gradFill rotWithShape="1">
            <a:gsLst>
              <a:gs pos="0">
                <a:srgbClr val="FFEBFA"/>
              </a:gs>
              <a:gs pos="30000">
                <a:srgbClr val="C4D6EB"/>
              </a:gs>
              <a:gs pos="60001">
                <a:srgbClr val="85C2FF"/>
              </a:gs>
              <a:gs pos="100000">
                <a:srgbClr val="5E9E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Oval 9"/>
          <p:cNvSpPr>
            <a:spLocks noChangeArrowheads="1"/>
          </p:cNvSpPr>
          <p:nvPr/>
        </p:nvSpPr>
        <p:spPr bwMode="auto">
          <a:xfrm>
            <a:off x="5530850" y="5783263"/>
            <a:ext cx="361950" cy="287338"/>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4101" name="Picture 2" descr="http://www.szu.edu.cn/images/szulogo.gif"/>
          <p:cNvPicPr>
            <a:picLocks noChangeAspect="1"/>
          </p:cNvPicPr>
          <p:nvPr/>
        </p:nvPicPr>
        <p:blipFill>
          <a:blip r:embed="rId13"/>
          <a:srcRect l="4614" r="63078"/>
          <a:stretch>
            <a:fillRect/>
          </a:stretch>
        </p:blipFill>
        <p:spPr>
          <a:xfrm>
            <a:off x="142875" y="142875"/>
            <a:ext cx="1000125" cy="928688"/>
          </a:xfrm>
          <a:prstGeom prst="rect">
            <a:avLst/>
          </a:prstGeom>
          <a:noFill/>
          <a:ln w="9525">
            <a:noFill/>
          </a:ln>
        </p:spPr>
      </p:pic>
      <p:sp>
        <p:nvSpPr>
          <p:cNvPr id="1030" name="Freeform 8"/>
          <p:cNvSpPr>
            <a:spLocks noChangeArrowheads="1"/>
          </p:cNvSpPr>
          <p:nvPr/>
        </p:nvSpPr>
        <p:spPr bwMode="auto">
          <a:xfrm>
            <a:off x="214313" y="6391275"/>
            <a:ext cx="7954963" cy="323850"/>
          </a:xfrm>
          <a:custGeom>
            <a:avLst/>
            <a:gdLst>
              <a:gd name="T0" fmla="*/ 0 w 4992"/>
              <a:gd name="T1" fmla="*/ 524 h 529"/>
              <a:gd name="T2" fmla="*/ 610 w 4992"/>
              <a:gd name="T3" fmla="*/ 516 h 529"/>
              <a:gd name="T4" fmla="*/ 686 w 4992"/>
              <a:gd name="T5" fmla="*/ 465 h 529"/>
              <a:gd name="T6" fmla="*/ 889 w 4992"/>
              <a:gd name="T7" fmla="*/ 457 h 529"/>
              <a:gd name="T8" fmla="*/ 1093 w 4992"/>
              <a:gd name="T9" fmla="*/ 448 h 529"/>
              <a:gd name="T10" fmla="*/ 1160 w 4992"/>
              <a:gd name="T11" fmla="*/ 440 h 529"/>
              <a:gd name="T12" fmla="*/ 1211 w 4992"/>
              <a:gd name="T13" fmla="*/ 423 h 529"/>
              <a:gd name="T14" fmla="*/ 1262 w 4992"/>
              <a:gd name="T15" fmla="*/ 389 h 529"/>
              <a:gd name="T16" fmla="*/ 1287 w 4992"/>
              <a:gd name="T17" fmla="*/ 380 h 529"/>
              <a:gd name="T18" fmla="*/ 1364 w 4992"/>
              <a:gd name="T19" fmla="*/ 330 h 529"/>
              <a:gd name="T20" fmla="*/ 1440 w 4992"/>
              <a:gd name="T21" fmla="*/ 304 h 529"/>
              <a:gd name="T22" fmla="*/ 1491 w 4992"/>
              <a:gd name="T23" fmla="*/ 279 h 529"/>
              <a:gd name="T24" fmla="*/ 1626 w 4992"/>
              <a:gd name="T25" fmla="*/ 287 h 529"/>
              <a:gd name="T26" fmla="*/ 1702 w 4992"/>
              <a:gd name="T27" fmla="*/ 330 h 529"/>
              <a:gd name="T28" fmla="*/ 1813 w 4992"/>
              <a:gd name="T29" fmla="*/ 355 h 529"/>
              <a:gd name="T30" fmla="*/ 1863 w 4992"/>
              <a:gd name="T31" fmla="*/ 397 h 529"/>
              <a:gd name="T32" fmla="*/ 1880 w 4992"/>
              <a:gd name="T33" fmla="*/ 490 h 529"/>
              <a:gd name="T34" fmla="*/ 2050 w 4992"/>
              <a:gd name="T35" fmla="*/ 397 h 529"/>
              <a:gd name="T36" fmla="*/ 2126 w 4992"/>
              <a:gd name="T37" fmla="*/ 355 h 529"/>
              <a:gd name="T38" fmla="*/ 2202 w 4992"/>
              <a:gd name="T39" fmla="*/ 313 h 529"/>
              <a:gd name="T40" fmla="*/ 2414 w 4992"/>
              <a:gd name="T41" fmla="*/ 304 h 529"/>
              <a:gd name="T42" fmla="*/ 2422 w 4992"/>
              <a:gd name="T43" fmla="*/ 423 h 529"/>
              <a:gd name="T44" fmla="*/ 2533 w 4992"/>
              <a:gd name="T45" fmla="*/ 389 h 529"/>
              <a:gd name="T46" fmla="*/ 2660 w 4992"/>
              <a:gd name="T47" fmla="*/ 321 h 529"/>
              <a:gd name="T48" fmla="*/ 2888 w 4992"/>
              <a:gd name="T49" fmla="*/ 363 h 529"/>
              <a:gd name="T50" fmla="*/ 2897 w 4992"/>
              <a:gd name="T51" fmla="*/ 457 h 529"/>
              <a:gd name="T52" fmla="*/ 2948 w 4992"/>
              <a:gd name="T53" fmla="*/ 431 h 529"/>
              <a:gd name="T54" fmla="*/ 3244 w 4992"/>
              <a:gd name="T55" fmla="*/ 423 h 529"/>
              <a:gd name="T56" fmla="*/ 3303 w 4992"/>
              <a:gd name="T57" fmla="*/ 414 h 529"/>
              <a:gd name="T58" fmla="*/ 3405 w 4992"/>
              <a:gd name="T59" fmla="*/ 355 h 529"/>
              <a:gd name="T60" fmla="*/ 3456 w 4992"/>
              <a:gd name="T61" fmla="*/ 321 h 529"/>
              <a:gd name="T62" fmla="*/ 3490 w 4992"/>
              <a:gd name="T63" fmla="*/ 270 h 529"/>
              <a:gd name="T64" fmla="*/ 3549 w 4992"/>
              <a:gd name="T65" fmla="*/ 92 h 529"/>
              <a:gd name="T66" fmla="*/ 3558 w 4992"/>
              <a:gd name="T67" fmla="*/ 16 h 529"/>
              <a:gd name="T68" fmla="*/ 3642 w 4992"/>
              <a:gd name="T69" fmla="*/ 25 h 529"/>
              <a:gd name="T70" fmla="*/ 3634 w 4992"/>
              <a:gd name="T71" fmla="*/ 101 h 529"/>
              <a:gd name="T72" fmla="*/ 3541 w 4992"/>
              <a:gd name="T73" fmla="*/ 152 h 529"/>
              <a:gd name="T74" fmla="*/ 3693 w 4992"/>
              <a:gd name="T75" fmla="*/ 202 h 529"/>
              <a:gd name="T76" fmla="*/ 3727 w 4992"/>
              <a:gd name="T77" fmla="*/ 346 h 529"/>
              <a:gd name="T78" fmla="*/ 3812 w 4992"/>
              <a:gd name="T79" fmla="*/ 431 h 529"/>
              <a:gd name="T80" fmla="*/ 3854 w 4992"/>
              <a:gd name="T81" fmla="*/ 490 h 529"/>
              <a:gd name="T82" fmla="*/ 3922 w 4992"/>
              <a:gd name="T83" fmla="*/ 440 h 529"/>
              <a:gd name="T84" fmla="*/ 3990 w 4992"/>
              <a:gd name="T85" fmla="*/ 330 h 529"/>
              <a:gd name="T86" fmla="*/ 4040 w 4992"/>
              <a:gd name="T87" fmla="*/ 228 h 529"/>
              <a:gd name="T88" fmla="*/ 4091 w 4992"/>
              <a:gd name="T89" fmla="*/ 194 h 529"/>
              <a:gd name="T90" fmla="*/ 4117 w 4992"/>
              <a:gd name="T91" fmla="*/ 177 h 529"/>
              <a:gd name="T92" fmla="*/ 4167 w 4992"/>
              <a:gd name="T93" fmla="*/ 186 h 529"/>
              <a:gd name="T94" fmla="*/ 4201 w 4992"/>
              <a:gd name="T95" fmla="*/ 236 h 529"/>
              <a:gd name="T96" fmla="*/ 4294 w 4992"/>
              <a:gd name="T97" fmla="*/ 346 h 529"/>
              <a:gd name="T98" fmla="*/ 4930 w 4992"/>
              <a:gd name="T99" fmla="*/ 372 h 529"/>
              <a:gd name="T100" fmla="*/ 4964 w 4992"/>
              <a:gd name="T101" fmla="*/ 423 h 529"/>
              <a:gd name="T102" fmla="*/ 4981 w 4992"/>
              <a:gd name="T103" fmla="*/ 524 h 529"/>
              <a:gd name="T104" fmla="*/ 0 w 4992"/>
              <a:gd name="T105" fmla="*/ 524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92" h="529">
                <a:moveTo>
                  <a:pt x="0" y="524"/>
                </a:moveTo>
                <a:cubicBezTo>
                  <a:pt x="203" y="521"/>
                  <a:pt x="407" y="529"/>
                  <a:pt x="610" y="516"/>
                </a:cubicBezTo>
                <a:cubicBezTo>
                  <a:pt x="611" y="516"/>
                  <a:pt x="673" y="474"/>
                  <a:pt x="686" y="465"/>
                </a:cubicBezTo>
                <a:cubicBezTo>
                  <a:pt x="742" y="427"/>
                  <a:pt x="821" y="460"/>
                  <a:pt x="889" y="457"/>
                </a:cubicBezTo>
                <a:cubicBezTo>
                  <a:pt x="957" y="454"/>
                  <a:pt x="1025" y="451"/>
                  <a:pt x="1093" y="448"/>
                </a:cubicBezTo>
                <a:cubicBezTo>
                  <a:pt x="1115" y="445"/>
                  <a:pt x="1138" y="445"/>
                  <a:pt x="1160" y="440"/>
                </a:cubicBezTo>
                <a:cubicBezTo>
                  <a:pt x="1178" y="436"/>
                  <a:pt x="1211" y="423"/>
                  <a:pt x="1211" y="423"/>
                </a:cubicBezTo>
                <a:cubicBezTo>
                  <a:pt x="1228" y="412"/>
                  <a:pt x="1243" y="396"/>
                  <a:pt x="1262" y="389"/>
                </a:cubicBezTo>
                <a:cubicBezTo>
                  <a:pt x="1270" y="386"/>
                  <a:pt x="1279" y="384"/>
                  <a:pt x="1287" y="380"/>
                </a:cubicBezTo>
                <a:cubicBezTo>
                  <a:pt x="1314" y="365"/>
                  <a:pt x="1335" y="340"/>
                  <a:pt x="1364" y="330"/>
                </a:cubicBezTo>
                <a:cubicBezTo>
                  <a:pt x="1389" y="321"/>
                  <a:pt x="1418" y="319"/>
                  <a:pt x="1440" y="304"/>
                </a:cubicBezTo>
                <a:cubicBezTo>
                  <a:pt x="1472" y="282"/>
                  <a:pt x="1455" y="290"/>
                  <a:pt x="1491" y="279"/>
                </a:cubicBezTo>
                <a:cubicBezTo>
                  <a:pt x="1536" y="282"/>
                  <a:pt x="1581" y="282"/>
                  <a:pt x="1626" y="287"/>
                </a:cubicBezTo>
                <a:cubicBezTo>
                  <a:pt x="1652" y="290"/>
                  <a:pt x="1686" y="319"/>
                  <a:pt x="1702" y="330"/>
                </a:cubicBezTo>
                <a:cubicBezTo>
                  <a:pt x="1724" y="345"/>
                  <a:pt x="1791" y="352"/>
                  <a:pt x="1813" y="355"/>
                </a:cubicBezTo>
                <a:cubicBezTo>
                  <a:pt x="1824" y="363"/>
                  <a:pt x="1858" y="383"/>
                  <a:pt x="1863" y="397"/>
                </a:cubicBezTo>
                <a:cubicBezTo>
                  <a:pt x="1874" y="427"/>
                  <a:pt x="1880" y="490"/>
                  <a:pt x="1880" y="490"/>
                </a:cubicBezTo>
                <a:cubicBezTo>
                  <a:pt x="1935" y="456"/>
                  <a:pt x="1995" y="430"/>
                  <a:pt x="2050" y="397"/>
                </a:cubicBezTo>
                <a:cubicBezTo>
                  <a:pt x="2122" y="354"/>
                  <a:pt x="2076" y="371"/>
                  <a:pt x="2126" y="355"/>
                </a:cubicBezTo>
                <a:cubicBezTo>
                  <a:pt x="2184" y="316"/>
                  <a:pt x="2158" y="327"/>
                  <a:pt x="2202" y="313"/>
                </a:cubicBezTo>
                <a:cubicBezTo>
                  <a:pt x="2265" y="272"/>
                  <a:pt x="2309" y="236"/>
                  <a:pt x="2414" y="304"/>
                </a:cubicBezTo>
                <a:cubicBezTo>
                  <a:pt x="2447" y="326"/>
                  <a:pt x="2419" y="383"/>
                  <a:pt x="2422" y="423"/>
                </a:cubicBezTo>
                <a:cubicBezTo>
                  <a:pt x="2490" y="413"/>
                  <a:pt x="2479" y="406"/>
                  <a:pt x="2533" y="389"/>
                </a:cubicBezTo>
                <a:cubicBezTo>
                  <a:pt x="2574" y="361"/>
                  <a:pt x="2613" y="337"/>
                  <a:pt x="2660" y="321"/>
                </a:cubicBezTo>
                <a:cubicBezTo>
                  <a:pt x="2699" y="323"/>
                  <a:pt x="2864" y="287"/>
                  <a:pt x="2888" y="363"/>
                </a:cubicBezTo>
                <a:cubicBezTo>
                  <a:pt x="2891" y="394"/>
                  <a:pt x="2884" y="428"/>
                  <a:pt x="2897" y="457"/>
                </a:cubicBezTo>
                <a:cubicBezTo>
                  <a:pt x="2898" y="460"/>
                  <a:pt x="2923" y="432"/>
                  <a:pt x="2948" y="431"/>
                </a:cubicBezTo>
                <a:cubicBezTo>
                  <a:pt x="3047" y="426"/>
                  <a:pt x="3145" y="426"/>
                  <a:pt x="3244" y="423"/>
                </a:cubicBezTo>
                <a:cubicBezTo>
                  <a:pt x="3264" y="420"/>
                  <a:pt x="3284" y="421"/>
                  <a:pt x="3303" y="414"/>
                </a:cubicBezTo>
                <a:cubicBezTo>
                  <a:pt x="3342" y="399"/>
                  <a:pt x="3365" y="368"/>
                  <a:pt x="3405" y="355"/>
                </a:cubicBezTo>
                <a:cubicBezTo>
                  <a:pt x="3422" y="344"/>
                  <a:pt x="3445" y="338"/>
                  <a:pt x="3456" y="321"/>
                </a:cubicBezTo>
                <a:cubicBezTo>
                  <a:pt x="3467" y="304"/>
                  <a:pt x="3490" y="270"/>
                  <a:pt x="3490" y="270"/>
                </a:cubicBezTo>
                <a:cubicBezTo>
                  <a:pt x="3510" y="211"/>
                  <a:pt x="3531" y="152"/>
                  <a:pt x="3549" y="92"/>
                </a:cubicBezTo>
                <a:cubicBezTo>
                  <a:pt x="3552" y="67"/>
                  <a:pt x="3537" y="31"/>
                  <a:pt x="3558" y="16"/>
                </a:cubicBezTo>
                <a:cubicBezTo>
                  <a:pt x="3581" y="0"/>
                  <a:pt x="3623" y="4"/>
                  <a:pt x="3642" y="25"/>
                </a:cubicBezTo>
                <a:cubicBezTo>
                  <a:pt x="3659" y="44"/>
                  <a:pt x="3638" y="76"/>
                  <a:pt x="3634" y="101"/>
                </a:cubicBezTo>
                <a:cubicBezTo>
                  <a:pt x="3627" y="141"/>
                  <a:pt x="3574" y="143"/>
                  <a:pt x="3541" y="152"/>
                </a:cubicBezTo>
                <a:cubicBezTo>
                  <a:pt x="3609" y="157"/>
                  <a:pt x="3671" y="134"/>
                  <a:pt x="3693" y="202"/>
                </a:cubicBezTo>
                <a:cubicBezTo>
                  <a:pt x="3700" y="271"/>
                  <a:pt x="3693" y="296"/>
                  <a:pt x="3727" y="346"/>
                </a:cubicBezTo>
                <a:cubicBezTo>
                  <a:pt x="3740" y="387"/>
                  <a:pt x="3782" y="402"/>
                  <a:pt x="3812" y="431"/>
                </a:cubicBezTo>
                <a:cubicBezTo>
                  <a:pt x="3823" y="468"/>
                  <a:pt x="3815" y="478"/>
                  <a:pt x="3854" y="490"/>
                </a:cubicBezTo>
                <a:cubicBezTo>
                  <a:pt x="3887" y="479"/>
                  <a:pt x="3902" y="469"/>
                  <a:pt x="3922" y="440"/>
                </a:cubicBezTo>
                <a:cubicBezTo>
                  <a:pt x="3934" y="390"/>
                  <a:pt x="3962" y="371"/>
                  <a:pt x="3990" y="330"/>
                </a:cubicBezTo>
                <a:cubicBezTo>
                  <a:pt x="3997" y="308"/>
                  <a:pt x="4023" y="243"/>
                  <a:pt x="4040" y="228"/>
                </a:cubicBezTo>
                <a:cubicBezTo>
                  <a:pt x="4055" y="215"/>
                  <a:pt x="4074" y="205"/>
                  <a:pt x="4091" y="194"/>
                </a:cubicBezTo>
                <a:cubicBezTo>
                  <a:pt x="4100" y="188"/>
                  <a:pt x="4117" y="177"/>
                  <a:pt x="4117" y="177"/>
                </a:cubicBezTo>
                <a:cubicBezTo>
                  <a:pt x="4134" y="180"/>
                  <a:pt x="4152" y="179"/>
                  <a:pt x="4167" y="186"/>
                </a:cubicBezTo>
                <a:cubicBezTo>
                  <a:pt x="4200" y="201"/>
                  <a:pt x="4189" y="211"/>
                  <a:pt x="4201" y="236"/>
                </a:cubicBezTo>
                <a:cubicBezTo>
                  <a:pt x="4223" y="281"/>
                  <a:pt x="4243" y="330"/>
                  <a:pt x="4294" y="346"/>
                </a:cubicBezTo>
                <a:cubicBezTo>
                  <a:pt x="4495" y="477"/>
                  <a:pt x="4223" y="306"/>
                  <a:pt x="4930" y="372"/>
                </a:cubicBezTo>
                <a:cubicBezTo>
                  <a:pt x="4950" y="374"/>
                  <a:pt x="4964" y="423"/>
                  <a:pt x="4964" y="423"/>
                </a:cubicBezTo>
                <a:cubicBezTo>
                  <a:pt x="4974" y="473"/>
                  <a:pt x="4992" y="476"/>
                  <a:pt x="4981" y="524"/>
                </a:cubicBezTo>
                <a:cubicBezTo>
                  <a:pt x="1276" y="514"/>
                  <a:pt x="2936" y="512"/>
                  <a:pt x="0" y="524"/>
                </a:cubicBezTo>
                <a:close/>
              </a:path>
            </a:pathLst>
          </a:custGeom>
          <a:gradFill rotWithShape="1">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ransition spd="med">
    <p:pull dir="ru"/>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3.jpeg"/><Relationship Id="rId7" Type="http://schemas.openxmlformats.org/officeDocument/2006/relationships/tags" Target="../tags/tag6.xml"/><Relationship Id="rId6" Type="http://schemas.openxmlformats.org/officeDocument/2006/relationships/image" Target="../media/image2.jpe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6.xml"/><Relationship Id="rId11" Type="http://schemas.openxmlformats.org/officeDocument/2006/relationships/slideLayout" Target="../slideLayouts/slideLayout7.xml"/><Relationship Id="rId10" Type="http://schemas.openxmlformats.org/officeDocument/2006/relationships/image" Target="../media/image4.jpe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 Id="rId3" Type="http://schemas.openxmlformats.org/officeDocument/2006/relationships/oleObject" Target="../embeddings/oleObject2.bin"/><Relationship Id="rId29" Type="http://schemas.openxmlformats.org/officeDocument/2006/relationships/notesSlide" Target="../notesSlides/notesSlide7.xml"/><Relationship Id="rId28" Type="http://schemas.openxmlformats.org/officeDocument/2006/relationships/vmlDrawing" Target="../drawings/vmlDrawing1.vml"/><Relationship Id="rId27" Type="http://schemas.openxmlformats.org/officeDocument/2006/relationships/slideLayout" Target="../slideLayouts/slideLayout7.xml"/><Relationship Id="rId26" Type="http://schemas.openxmlformats.org/officeDocument/2006/relationships/tags" Target="../tags/tag22.xml"/><Relationship Id="rId25" Type="http://schemas.openxmlformats.org/officeDocument/2006/relationships/image" Target="../media/image9.wmf"/><Relationship Id="rId24" Type="http://schemas.openxmlformats.org/officeDocument/2006/relationships/oleObject" Target="../embeddings/oleObject6.bin"/><Relationship Id="rId23" Type="http://schemas.openxmlformats.org/officeDocument/2006/relationships/tags" Target="../tags/tag21.xml"/><Relationship Id="rId22" Type="http://schemas.openxmlformats.org/officeDocument/2006/relationships/oleObject" Target="../embeddings/oleObject5.bin"/><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image" Target="../media/image5.wmf"/><Relationship Id="rId19" Type="http://schemas.openxmlformats.org/officeDocument/2006/relationships/image" Target="../media/image8.wmf"/><Relationship Id="rId18" Type="http://schemas.openxmlformats.org/officeDocument/2006/relationships/oleObject" Target="../embeddings/oleObject4.bin"/><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99" Type="http://schemas.openxmlformats.org/officeDocument/2006/relationships/tags" Target="../tags/tag100.xml"/><Relationship Id="rId98" Type="http://schemas.openxmlformats.org/officeDocument/2006/relationships/tags" Target="../tags/tag99.xml"/><Relationship Id="rId97" Type="http://schemas.openxmlformats.org/officeDocument/2006/relationships/tags" Target="../tags/tag98.xml"/><Relationship Id="rId96" Type="http://schemas.openxmlformats.org/officeDocument/2006/relationships/tags" Target="../tags/tag97.xml"/><Relationship Id="rId95" Type="http://schemas.openxmlformats.org/officeDocument/2006/relationships/tags" Target="../tags/tag96.xml"/><Relationship Id="rId94" Type="http://schemas.openxmlformats.org/officeDocument/2006/relationships/image" Target="../media/image19.wmf"/><Relationship Id="rId93" Type="http://schemas.openxmlformats.org/officeDocument/2006/relationships/oleObject" Target="../embeddings/oleObject17.bin"/><Relationship Id="rId92" Type="http://schemas.openxmlformats.org/officeDocument/2006/relationships/tags" Target="../tags/tag95.xml"/><Relationship Id="rId91" Type="http://schemas.openxmlformats.org/officeDocument/2006/relationships/tags" Target="../tags/tag94.xml"/><Relationship Id="rId90" Type="http://schemas.openxmlformats.org/officeDocument/2006/relationships/image" Target="../media/image18.emf"/><Relationship Id="rId9" Type="http://schemas.openxmlformats.org/officeDocument/2006/relationships/tags" Target="../tags/tag28.xml"/><Relationship Id="rId89" Type="http://schemas.openxmlformats.org/officeDocument/2006/relationships/oleObject" Target="../embeddings/oleObject16.bin"/><Relationship Id="rId88" Type="http://schemas.openxmlformats.org/officeDocument/2006/relationships/tags" Target="../tags/tag93.xml"/><Relationship Id="rId87" Type="http://schemas.openxmlformats.org/officeDocument/2006/relationships/image" Target="../media/image17.wmf"/><Relationship Id="rId86" Type="http://schemas.openxmlformats.org/officeDocument/2006/relationships/oleObject" Target="../embeddings/oleObject15.bin"/><Relationship Id="rId85" Type="http://schemas.openxmlformats.org/officeDocument/2006/relationships/tags" Target="../tags/tag92.xml"/><Relationship Id="rId84" Type="http://schemas.openxmlformats.org/officeDocument/2006/relationships/image" Target="../media/image16.wmf"/><Relationship Id="rId83" Type="http://schemas.openxmlformats.org/officeDocument/2006/relationships/oleObject" Target="../embeddings/oleObject14.bin"/><Relationship Id="rId82" Type="http://schemas.openxmlformats.org/officeDocument/2006/relationships/tags" Target="../tags/tag91.xml"/><Relationship Id="rId81" Type="http://schemas.openxmlformats.org/officeDocument/2006/relationships/tags" Target="../tags/tag90.xml"/><Relationship Id="rId80" Type="http://schemas.openxmlformats.org/officeDocument/2006/relationships/tags" Target="../tags/tag89.xml"/><Relationship Id="rId8" Type="http://schemas.openxmlformats.org/officeDocument/2006/relationships/tags" Target="../tags/tag27.xml"/><Relationship Id="rId79" Type="http://schemas.openxmlformats.org/officeDocument/2006/relationships/tags" Target="../tags/tag88.xml"/><Relationship Id="rId78" Type="http://schemas.openxmlformats.org/officeDocument/2006/relationships/tags" Target="../tags/tag87.xml"/><Relationship Id="rId77" Type="http://schemas.openxmlformats.org/officeDocument/2006/relationships/tags" Target="../tags/tag86.xml"/><Relationship Id="rId76" Type="http://schemas.openxmlformats.org/officeDocument/2006/relationships/tags" Target="../tags/tag85.xml"/><Relationship Id="rId75" Type="http://schemas.openxmlformats.org/officeDocument/2006/relationships/tags" Target="../tags/tag84.xml"/><Relationship Id="rId74" Type="http://schemas.openxmlformats.org/officeDocument/2006/relationships/tags" Target="../tags/tag83.xml"/><Relationship Id="rId73" Type="http://schemas.openxmlformats.org/officeDocument/2006/relationships/tags" Target="../tags/tag82.xml"/><Relationship Id="rId72" Type="http://schemas.openxmlformats.org/officeDocument/2006/relationships/tags" Target="../tags/tag81.xml"/><Relationship Id="rId71" Type="http://schemas.openxmlformats.org/officeDocument/2006/relationships/tags" Target="../tags/tag80.xml"/><Relationship Id="rId70" Type="http://schemas.openxmlformats.org/officeDocument/2006/relationships/tags" Target="../tags/tag79.xml"/><Relationship Id="rId7" Type="http://schemas.openxmlformats.org/officeDocument/2006/relationships/tags" Target="../tags/tag26.xml"/><Relationship Id="rId69" Type="http://schemas.openxmlformats.org/officeDocument/2006/relationships/image" Target="../media/image15.wmf"/><Relationship Id="rId68" Type="http://schemas.openxmlformats.org/officeDocument/2006/relationships/oleObject" Target="../embeddings/oleObject13.bin"/><Relationship Id="rId67" Type="http://schemas.openxmlformats.org/officeDocument/2006/relationships/tags" Target="../tags/tag78.xml"/><Relationship Id="rId66" Type="http://schemas.openxmlformats.org/officeDocument/2006/relationships/tags" Target="../tags/tag77.xml"/><Relationship Id="rId65" Type="http://schemas.openxmlformats.org/officeDocument/2006/relationships/tags" Target="../tags/tag76.xml"/><Relationship Id="rId64" Type="http://schemas.openxmlformats.org/officeDocument/2006/relationships/tags" Target="../tags/tag75.xml"/><Relationship Id="rId63" Type="http://schemas.openxmlformats.org/officeDocument/2006/relationships/tags" Target="../tags/tag74.xml"/><Relationship Id="rId62" Type="http://schemas.openxmlformats.org/officeDocument/2006/relationships/tags" Target="../tags/tag73.xml"/><Relationship Id="rId61" Type="http://schemas.openxmlformats.org/officeDocument/2006/relationships/image" Target="../media/image14.wmf"/><Relationship Id="rId60" Type="http://schemas.openxmlformats.org/officeDocument/2006/relationships/oleObject" Target="../embeddings/oleObject12.bin"/><Relationship Id="rId6" Type="http://schemas.openxmlformats.org/officeDocument/2006/relationships/image" Target="../media/image11.png"/><Relationship Id="rId59" Type="http://schemas.openxmlformats.org/officeDocument/2006/relationships/tags" Target="../tags/tag72.xml"/><Relationship Id="rId58" Type="http://schemas.openxmlformats.org/officeDocument/2006/relationships/oleObject" Target="../embeddings/oleObject11.bin"/><Relationship Id="rId57" Type="http://schemas.openxmlformats.org/officeDocument/2006/relationships/tags" Target="../tags/tag71.xml"/><Relationship Id="rId56" Type="http://schemas.openxmlformats.org/officeDocument/2006/relationships/tags" Target="../tags/tag70.xml"/><Relationship Id="rId55" Type="http://schemas.openxmlformats.org/officeDocument/2006/relationships/tags" Target="../tags/tag69.xml"/><Relationship Id="rId54" Type="http://schemas.openxmlformats.org/officeDocument/2006/relationships/tags" Target="../tags/tag68.xml"/><Relationship Id="rId53" Type="http://schemas.openxmlformats.org/officeDocument/2006/relationships/tags" Target="../tags/tag67.xml"/><Relationship Id="rId52" Type="http://schemas.openxmlformats.org/officeDocument/2006/relationships/tags" Target="../tags/tag66.xml"/><Relationship Id="rId51" Type="http://schemas.openxmlformats.org/officeDocument/2006/relationships/tags" Target="../tags/tag65.xml"/><Relationship Id="rId50" Type="http://schemas.openxmlformats.org/officeDocument/2006/relationships/tags" Target="../tags/tag64.xml"/><Relationship Id="rId5" Type="http://schemas.openxmlformats.org/officeDocument/2006/relationships/tags" Target="../tags/tag25.xml"/><Relationship Id="rId49" Type="http://schemas.openxmlformats.org/officeDocument/2006/relationships/tags" Target="../tags/tag63.xml"/><Relationship Id="rId48" Type="http://schemas.openxmlformats.org/officeDocument/2006/relationships/tags" Target="../tags/tag62.xml"/><Relationship Id="rId47" Type="http://schemas.openxmlformats.org/officeDocument/2006/relationships/tags" Target="../tags/tag61.xml"/><Relationship Id="rId46" Type="http://schemas.openxmlformats.org/officeDocument/2006/relationships/tags" Target="../tags/tag60.xml"/><Relationship Id="rId45" Type="http://schemas.openxmlformats.org/officeDocument/2006/relationships/tags" Target="../tags/tag59.xml"/><Relationship Id="rId44" Type="http://schemas.openxmlformats.org/officeDocument/2006/relationships/tags" Target="../tags/tag58.xml"/><Relationship Id="rId43" Type="http://schemas.openxmlformats.org/officeDocument/2006/relationships/tags" Target="../tags/tag57.xml"/><Relationship Id="rId42" Type="http://schemas.openxmlformats.org/officeDocument/2006/relationships/tags" Target="../tags/tag56.xml"/><Relationship Id="rId41" Type="http://schemas.openxmlformats.org/officeDocument/2006/relationships/tags" Target="../tags/tag55.xml"/><Relationship Id="rId40" Type="http://schemas.openxmlformats.org/officeDocument/2006/relationships/tags" Target="../tags/tag54.xml"/><Relationship Id="rId4" Type="http://schemas.openxmlformats.org/officeDocument/2006/relationships/image" Target="../media/image10.wmf"/><Relationship Id="rId39" Type="http://schemas.openxmlformats.org/officeDocument/2006/relationships/tags" Target="../tags/tag53.xml"/><Relationship Id="rId38" Type="http://schemas.openxmlformats.org/officeDocument/2006/relationships/oleObject" Target="../embeddings/oleObject10.bin"/><Relationship Id="rId37" Type="http://schemas.openxmlformats.org/officeDocument/2006/relationships/tags" Target="../tags/tag52.xml"/><Relationship Id="rId36" Type="http://schemas.openxmlformats.org/officeDocument/2006/relationships/tags" Target="../tags/tag51.xml"/><Relationship Id="rId35" Type="http://schemas.openxmlformats.org/officeDocument/2006/relationships/tags" Target="../tags/tag50.xml"/><Relationship Id="rId34" Type="http://schemas.openxmlformats.org/officeDocument/2006/relationships/image" Target="../media/image13.wmf"/><Relationship Id="rId33" Type="http://schemas.openxmlformats.org/officeDocument/2006/relationships/oleObject" Target="../embeddings/oleObject9.bin"/><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oleObject" Target="../embeddings/oleObject7.bin"/><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image" Target="../media/image12.wmf"/><Relationship Id="rId20" Type="http://schemas.openxmlformats.org/officeDocument/2006/relationships/oleObject" Target="../embeddings/oleObject8.bin"/><Relationship Id="rId2" Type="http://schemas.openxmlformats.org/officeDocument/2006/relationships/tags" Target="../tags/tag24.xml"/><Relationship Id="rId19" Type="http://schemas.openxmlformats.org/officeDocument/2006/relationships/tags" Target="../tags/tag38.xml"/><Relationship Id="rId18" Type="http://schemas.openxmlformats.org/officeDocument/2006/relationships/tags" Target="../tags/tag37.xml"/><Relationship Id="rId17" Type="http://schemas.openxmlformats.org/officeDocument/2006/relationships/tags" Target="../tags/tag36.xml"/><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9" Type="http://schemas.openxmlformats.org/officeDocument/2006/relationships/vmlDrawing" Target="../drawings/vmlDrawing2.vml"/><Relationship Id="rId108" Type="http://schemas.openxmlformats.org/officeDocument/2006/relationships/slideLayout" Target="../slideLayouts/slideLayout7.xml"/><Relationship Id="rId107" Type="http://schemas.openxmlformats.org/officeDocument/2006/relationships/image" Target="../media/image22.wmf"/><Relationship Id="rId106" Type="http://schemas.openxmlformats.org/officeDocument/2006/relationships/oleObject" Target="../embeddings/oleObject20.bin"/><Relationship Id="rId105" Type="http://schemas.openxmlformats.org/officeDocument/2006/relationships/tags" Target="../tags/tag102.xml"/><Relationship Id="rId104" Type="http://schemas.openxmlformats.org/officeDocument/2006/relationships/image" Target="../media/image21.wmf"/><Relationship Id="rId103" Type="http://schemas.openxmlformats.org/officeDocument/2006/relationships/oleObject" Target="../embeddings/oleObject19.bin"/><Relationship Id="rId102" Type="http://schemas.openxmlformats.org/officeDocument/2006/relationships/tags" Target="../tags/tag101.xml"/><Relationship Id="rId101" Type="http://schemas.openxmlformats.org/officeDocument/2006/relationships/image" Target="../media/image20.wmf"/><Relationship Id="rId100" Type="http://schemas.openxmlformats.org/officeDocument/2006/relationships/oleObject" Target="../embeddings/oleObject18.bin"/><Relationship Id="rId10" Type="http://schemas.openxmlformats.org/officeDocument/2006/relationships/tags" Target="../tags/tag29.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24.bin"/><Relationship Id="rId7" Type="http://schemas.openxmlformats.org/officeDocument/2006/relationships/image" Target="../media/image25.wmf"/><Relationship Id="rId6" Type="http://schemas.openxmlformats.org/officeDocument/2006/relationships/oleObject" Target="../embeddings/oleObject23.bin"/><Relationship Id="rId5" Type="http://schemas.openxmlformats.org/officeDocument/2006/relationships/image" Target="../media/image24.wmf"/><Relationship Id="rId4" Type="http://schemas.openxmlformats.org/officeDocument/2006/relationships/oleObject" Target="../embeddings/oleObject22.bin"/><Relationship Id="rId3" Type="http://schemas.openxmlformats.org/officeDocument/2006/relationships/image" Target="../media/image23.wmf"/><Relationship Id="rId2" Type="http://schemas.openxmlformats.org/officeDocument/2006/relationships/oleObject" Target="../embeddings/oleObject21.bin"/><Relationship Id="rId19" Type="http://schemas.openxmlformats.org/officeDocument/2006/relationships/vmlDrawing" Target="../drawings/vmlDrawing3.vml"/><Relationship Id="rId18" Type="http://schemas.openxmlformats.org/officeDocument/2006/relationships/slideLayout" Target="../slideLayouts/slideLayout7.xml"/><Relationship Id="rId17" Type="http://schemas.openxmlformats.org/officeDocument/2006/relationships/image" Target="../media/image30.wmf"/><Relationship Id="rId16" Type="http://schemas.openxmlformats.org/officeDocument/2006/relationships/oleObject" Target="../embeddings/oleObject28.bin"/><Relationship Id="rId15" Type="http://schemas.openxmlformats.org/officeDocument/2006/relationships/image" Target="../media/image29.wmf"/><Relationship Id="rId14" Type="http://schemas.openxmlformats.org/officeDocument/2006/relationships/oleObject" Target="../embeddings/oleObject27.bin"/><Relationship Id="rId13" Type="http://schemas.openxmlformats.org/officeDocument/2006/relationships/image" Target="../media/image28.wmf"/><Relationship Id="rId12" Type="http://schemas.openxmlformats.org/officeDocument/2006/relationships/oleObject" Target="../embeddings/oleObject26.bin"/><Relationship Id="rId11" Type="http://schemas.openxmlformats.org/officeDocument/2006/relationships/image" Target="../media/image27.emf"/><Relationship Id="rId10" Type="http://schemas.openxmlformats.org/officeDocument/2006/relationships/oleObject" Target="../embeddings/oleObject25.bin"/><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oleObject" Target="../embeddings/oleObject32.bin"/><Relationship Id="rId7" Type="http://schemas.openxmlformats.org/officeDocument/2006/relationships/image" Target="../media/image30.wmf"/><Relationship Id="rId6" Type="http://schemas.openxmlformats.org/officeDocument/2006/relationships/oleObject" Target="../embeddings/oleObject31.bin"/><Relationship Id="rId5" Type="http://schemas.openxmlformats.org/officeDocument/2006/relationships/image" Target="../media/image31.emf"/><Relationship Id="rId4" Type="http://schemas.openxmlformats.org/officeDocument/2006/relationships/oleObject" Target="../embeddings/oleObject30.bin"/><Relationship Id="rId3" Type="http://schemas.openxmlformats.org/officeDocument/2006/relationships/image" Target="../media/image26.wmf"/><Relationship Id="rId28" Type="http://schemas.openxmlformats.org/officeDocument/2006/relationships/vmlDrawing" Target="../drawings/vmlDrawing4.vml"/><Relationship Id="rId27" Type="http://schemas.openxmlformats.org/officeDocument/2006/relationships/slideLayout" Target="../slideLayouts/slideLayout7.xml"/><Relationship Id="rId26" Type="http://schemas.openxmlformats.org/officeDocument/2006/relationships/oleObject" Target="../embeddings/oleObject42.bin"/><Relationship Id="rId25" Type="http://schemas.openxmlformats.org/officeDocument/2006/relationships/image" Target="../media/image38.wmf"/><Relationship Id="rId24" Type="http://schemas.openxmlformats.org/officeDocument/2006/relationships/oleObject" Target="../embeddings/oleObject41.bin"/><Relationship Id="rId23" Type="http://schemas.openxmlformats.org/officeDocument/2006/relationships/image" Target="../media/image37.wmf"/><Relationship Id="rId22" Type="http://schemas.openxmlformats.org/officeDocument/2006/relationships/oleObject" Target="../embeddings/oleObject40.bin"/><Relationship Id="rId21" Type="http://schemas.openxmlformats.org/officeDocument/2006/relationships/image" Target="../media/image36.wmf"/><Relationship Id="rId20" Type="http://schemas.openxmlformats.org/officeDocument/2006/relationships/oleObject" Target="../embeddings/oleObject39.bin"/><Relationship Id="rId2" Type="http://schemas.openxmlformats.org/officeDocument/2006/relationships/oleObject" Target="../embeddings/oleObject29.bin"/><Relationship Id="rId19" Type="http://schemas.openxmlformats.org/officeDocument/2006/relationships/image" Target="../media/image35.wmf"/><Relationship Id="rId18" Type="http://schemas.openxmlformats.org/officeDocument/2006/relationships/oleObject" Target="../embeddings/oleObject38.bin"/><Relationship Id="rId17" Type="http://schemas.openxmlformats.org/officeDocument/2006/relationships/image" Target="../media/image34.wmf"/><Relationship Id="rId16" Type="http://schemas.openxmlformats.org/officeDocument/2006/relationships/oleObject" Target="../embeddings/oleObject37.bin"/><Relationship Id="rId15" Type="http://schemas.openxmlformats.org/officeDocument/2006/relationships/image" Target="../media/image33.wmf"/><Relationship Id="rId14" Type="http://schemas.openxmlformats.org/officeDocument/2006/relationships/oleObject" Target="../embeddings/oleObject36.bin"/><Relationship Id="rId13" Type="http://schemas.openxmlformats.org/officeDocument/2006/relationships/oleObject" Target="../embeddings/oleObject35.bin"/><Relationship Id="rId12" Type="http://schemas.openxmlformats.org/officeDocument/2006/relationships/image" Target="../media/image29.wmf"/><Relationship Id="rId11" Type="http://schemas.openxmlformats.org/officeDocument/2006/relationships/oleObject" Target="../embeddings/oleObject34.bin"/><Relationship Id="rId10" Type="http://schemas.openxmlformats.org/officeDocument/2006/relationships/image" Target="../media/image32.emf"/><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42.wmf"/><Relationship Id="rId7" Type="http://schemas.openxmlformats.org/officeDocument/2006/relationships/oleObject" Target="../embeddings/oleObject46.bin"/><Relationship Id="rId6" Type="http://schemas.openxmlformats.org/officeDocument/2006/relationships/image" Target="../media/image41.wmf"/><Relationship Id="rId5" Type="http://schemas.openxmlformats.org/officeDocument/2006/relationships/oleObject" Target="../embeddings/oleObject45.bin"/><Relationship Id="rId40" Type="http://schemas.openxmlformats.org/officeDocument/2006/relationships/vmlDrawing" Target="../drawings/vmlDrawing5.vml"/><Relationship Id="rId4" Type="http://schemas.openxmlformats.org/officeDocument/2006/relationships/image" Target="../media/image40.wmf"/><Relationship Id="rId39" Type="http://schemas.openxmlformats.org/officeDocument/2006/relationships/slideLayout" Target="../slideLayouts/slideLayout7.xml"/><Relationship Id="rId38" Type="http://schemas.openxmlformats.org/officeDocument/2006/relationships/image" Target="../media/image57.wmf"/><Relationship Id="rId37" Type="http://schemas.openxmlformats.org/officeDocument/2006/relationships/oleObject" Target="../embeddings/oleObject61.bin"/><Relationship Id="rId36" Type="http://schemas.openxmlformats.org/officeDocument/2006/relationships/image" Target="../media/image56.wmf"/><Relationship Id="rId35" Type="http://schemas.openxmlformats.org/officeDocument/2006/relationships/oleObject" Target="../embeddings/oleObject60.bin"/><Relationship Id="rId34" Type="http://schemas.openxmlformats.org/officeDocument/2006/relationships/image" Target="../media/image55.wmf"/><Relationship Id="rId33" Type="http://schemas.openxmlformats.org/officeDocument/2006/relationships/oleObject" Target="../embeddings/oleObject59.bin"/><Relationship Id="rId32" Type="http://schemas.openxmlformats.org/officeDocument/2006/relationships/image" Target="../media/image54.wmf"/><Relationship Id="rId31" Type="http://schemas.openxmlformats.org/officeDocument/2006/relationships/oleObject" Target="../embeddings/oleObject58.bin"/><Relationship Id="rId30" Type="http://schemas.openxmlformats.org/officeDocument/2006/relationships/image" Target="../media/image53.emf"/><Relationship Id="rId3" Type="http://schemas.openxmlformats.org/officeDocument/2006/relationships/oleObject" Target="../embeddings/oleObject44.bin"/><Relationship Id="rId29" Type="http://schemas.openxmlformats.org/officeDocument/2006/relationships/oleObject" Target="../embeddings/oleObject57.bin"/><Relationship Id="rId28" Type="http://schemas.openxmlformats.org/officeDocument/2006/relationships/image" Target="../media/image52.emf"/><Relationship Id="rId27" Type="http://schemas.openxmlformats.org/officeDocument/2006/relationships/oleObject" Target="../embeddings/oleObject56.bin"/><Relationship Id="rId26" Type="http://schemas.openxmlformats.org/officeDocument/2006/relationships/image" Target="../media/image51.emf"/><Relationship Id="rId25" Type="http://schemas.openxmlformats.org/officeDocument/2006/relationships/oleObject" Target="../embeddings/oleObject55.bin"/><Relationship Id="rId24" Type="http://schemas.openxmlformats.org/officeDocument/2006/relationships/image" Target="../media/image50.emf"/><Relationship Id="rId23" Type="http://schemas.openxmlformats.org/officeDocument/2006/relationships/oleObject" Target="../embeddings/oleObject54.bin"/><Relationship Id="rId22" Type="http://schemas.openxmlformats.org/officeDocument/2006/relationships/image" Target="../media/image49.wmf"/><Relationship Id="rId21" Type="http://schemas.openxmlformats.org/officeDocument/2006/relationships/oleObject" Target="../embeddings/oleObject53.bin"/><Relationship Id="rId20" Type="http://schemas.openxmlformats.org/officeDocument/2006/relationships/image" Target="../media/image48.wmf"/><Relationship Id="rId2" Type="http://schemas.openxmlformats.org/officeDocument/2006/relationships/image" Target="../media/image39.wmf"/><Relationship Id="rId19" Type="http://schemas.openxmlformats.org/officeDocument/2006/relationships/oleObject" Target="../embeddings/oleObject52.bin"/><Relationship Id="rId18" Type="http://schemas.openxmlformats.org/officeDocument/2006/relationships/image" Target="../media/image47.wmf"/><Relationship Id="rId17" Type="http://schemas.openxmlformats.org/officeDocument/2006/relationships/oleObject" Target="../embeddings/oleObject51.bin"/><Relationship Id="rId16" Type="http://schemas.openxmlformats.org/officeDocument/2006/relationships/image" Target="../media/image46.wmf"/><Relationship Id="rId15" Type="http://schemas.openxmlformats.org/officeDocument/2006/relationships/oleObject" Target="../embeddings/oleObject50.bin"/><Relationship Id="rId14" Type="http://schemas.openxmlformats.org/officeDocument/2006/relationships/image" Target="../media/image45.wmf"/><Relationship Id="rId13" Type="http://schemas.openxmlformats.org/officeDocument/2006/relationships/oleObject" Target="../embeddings/oleObject49.bin"/><Relationship Id="rId12" Type="http://schemas.openxmlformats.org/officeDocument/2006/relationships/image" Target="../media/image44.wmf"/><Relationship Id="rId11" Type="http://schemas.openxmlformats.org/officeDocument/2006/relationships/oleObject" Target="../embeddings/oleObject48.bin"/><Relationship Id="rId10" Type="http://schemas.openxmlformats.org/officeDocument/2006/relationships/image" Target="../media/image43.emf"/><Relationship Id="rId1" Type="http://schemas.openxmlformats.org/officeDocument/2006/relationships/oleObject" Target="../embeddings/oleObject43.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05.xml"/><Relationship Id="rId7" Type="http://schemas.openxmlformats.org/officeDocument/2006/relationships/image" Target="../media/image60.png"/><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image" Target="../media/image59.wmf"/><Relationship Id="rId3" Type="http://schemas.openxmlformats.org/officeDocument/2006/relationships/oleObject" Target="../embeddings/oleObject62.bin"/><Relationship Id="rId2" Type="http://schemas.openxmlformats.org/officeDocument/2006/relationships/image" Target="../media/image58.jpeg"/><Relationship Id="rId11" Type="http://schemas.openxmlformats.org/officeDocument/2006/relationships/notesSlide" Target="../notesSlides/notesSlide8.xml"/><Relationship Id="rId10" Type="http://schemas.openxmlformats.org/officeDocument/2006/relationships/vmlDrawing" Target="../drawings/vmlDrawing6.vml"/><Relationship Id="rId1" Type="http://schemas.openxmlformats.org/officeDocument/2006/relationships/hyperlink" Target="http://www.hongen.com/art/twdg/htwxj/th1014.htm" TargetMode="External"/></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61.wmf"/><Relationship Id="rId2" Type="http://schemas.openxmlformats.org/officeDocument/2006/relationships/oleObject" Target="../embeddings/oleObject63.bin"/><Relationship Id="rId1" Type="http://schemas.openxmlformats.org/officeDocument/2006/relationships/tags" Target="../tags/tag106.xml"/></Relationships>
</file>

<file path=ppt/slides/_rels/slide15.xml.rels><?xml version="1.0" encoding="UTF-8" standalone="yes"?>
<Relationships xmlns="http://schemas.openxmlformats.org/package/2006/relationships"><Relationship Id="rId9" Type="http://schemas.openxmlformats.org/officeDocument/2006/relationships/image" Target="../media/image65.emf"/><Relationship Id="rId8" Type="http://schemas.openxmlformats.org/officeDocument/2006/relationships/oleObject" Target="../embeddings/oleObject67.bin"/><Relationship Id="rId7" Type="http://schemas.openxmlformats.org/officeDocument/2006/relationships/image" Target="../media/image64.emf"/><Relationship Id="rId6" Type="http://schemas.openxmlformats.org/officeDocument/2006/relationships/oleObject" Target="../embeddings/oleObject66.bin"/><Relationship Id="rId5" Type="http://schemas.openxmlformats.org/officeDocument/2006/relationships/image" Target="../media/image63.wmf"/><Relationship Id="rId4" Type="http://schemas.openxmlformats.org/officeDocument/2006/relationships/oleObject" Target="../embeddings/oleObject65.bin"/><Relationship Id="rId3" Type="http://schemas.openxmlformats.org/officeDocument/2006/relationships/image" Target="../media/image62.wmf"/><Relationship Id="rId20" Type="http://schemas.openxmlformats.org/officeDocument/2006/relationships/vmlDrawing" Target="../drawings/vmlDrawing8.vml"/><Relationship Id="rId2" Type="http://schemas.openxmlformats.org/officeDocument/2006/relationships/oleObject" Target="../embeddings/oleObject64.bin"/><Relationship Id="rId19" Type="http://schemas.openxmlformats.org/officeDocument/2006/relationships/slideLayout" Target="../slideLayouts/slideLayout7.xml"/><Relationship Id="rId18" Type="http://schemas.openxmlformats.org/officeDocument/2006/relationships/audio" Target="../media/audio1.wav"/><Relationship Id="rId17" Type="http://schemas.openxmlformats.org/officeDocument/2006/relationships/image" Target="../media/image69.wmf"/><Relationship Id="rId16" Type="http://schemas.openxmlformats.org/officeDocument/2006/relationships/oleObject" Target="../embeddings/oleObject71.bin"/><Relationship Id="rId15" Type="http://schemas.openxmlformats.org/officeDocument/2006/relationships/image" Target="../media/image68.emf"/><Relationship Id="rId14" Type="http://schemas.openxmlformats.org/officeDocument/2006/relationships/oleObject" Target="../embeddings/oleObject70.bin"/><Relationship Id="rId13" Type="http://schemas.openxmlformats.org/officeDocument/2006/relationships/image" Target="../media/image67.emf"/><Relationship Id="rId12" Type="http://schemas.openxmlformats.org/officeDocument/2006/relationships/oleObject" Target="../embeddings/oleObject69.bin"/><Relationship Id="rId11" Type="http://schemas.openxmlformats.org/officeDocument/2006/relationships/image" Target="../media/image66.emf"/><Relationship Id="rId10" Type="http://schemas.openxmlformats.org/officeDocument/2006/relationships/oleObject" Target="../embeddings/oleObject68.bin"/><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9" Type="http://schemas.openxmlformats.org/officeDocument/2006/relationships/image" Target="../media/image73.emf"/><Relationship Id="rId8" Type="http://schemas.openxmlformats.org/officeDocument/2006/relationships/oleObject" Target="../embeddings/oleObject75.bin"/><Relationship Id="rId7" Type="http://schemas.openxmlformats.org/officeDocument/2006/relationships/image" Target="../media/image72.emf"/><Relationship Id="rId6" Type="http://schemas.openxmlformats.org/officeDocument/2006/relationships/oleObject" Target="../embeddings/oleObject74.bin"/><Relationship Id="rId5" Type="http://schemas.openxmlformats.org/officeDocument/2006/relationships/image" Target="../media/image71.emf"/><Relationship Id="rId4" Type="http://schemas.openxmlformats.org/officeDocument/2006/relationships/oleObject" Target="../embeddings/oleObject73.bin"/><Relationship Id="rId3" Type="http://schemas.openxmlformats.org/officeDocument/2006/relationships/image" Target="../media/image70.wmf"/><Relationship Id="rId2" Type="http://schemas.openxmlformats.org/officeDocument/2006/relationships/oleObject" Target="../embeddings/oleObject72.bin"/><Relationship Id="rId13" Type="http://schemas.openxmlformats.org/officeDocument/2006/relationships/vmlDrawing" Target="../drawings/vmlDrawing9.vml"/><Relationship Id="rId12" Type="http://schemas.openxmlformats.org/officeDocument/2006/relationships/slideLayout" Target="../slideLayouts/slideLayout7.xml"/><Relationship Id="rId11" Type="http://schemas.openxmlformats.org/officeDocument/2006/relationships/image" Target="../media/image74.wmf"/><Relationship Id="rId10" Type="http://schemas.openxmlformats.org/officeDocument/2006/relationships/oleObject" Target="../embeddings/oleObject76.bin"/><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7.xml"/><Relationship Id="rId5" Type="http://schemas.openxmlformats.org/officeDocument/2006/relationships/image" Target="../media/image74.wmf"/><Relationship Id="rId4" Type="http://schemas.openxmlformats.org/officeDocument/2006/relationships/oleObject" Target="../embeddings/oleObject78.bin"/><Relationship Id="rId3" Type="http://schemas.openxmlformats.org/officeDocument/2006/relationships/image" Target="../media/image11.png"/><Relationship Id="rId2" Type="http://schemas.openxmlformats.org/officeDocument/2006/relationships/image" Target="../media/image75.emf"/><Relationship Id="rId1" Type="http://schemas.openxmlformats.org/officeDocument/2006/relationships/oleObject" Target="../embeddings/oleObject77.bin"/></Relationships>
</file>

<file path=ppt/slides/_rels/slide18.xml.rels><?xml version="1.0" encoding="UTF-8" standalone="yes"?>
<Relationships xmlns="http://schemas.openxmlformats.org/package/2006/relationships"><Relationship Id="rId9" Type="http://schemas.openxmlformats.org/officeDocument/2006/relationships/image" Target="../media/image79.wmf"/><Relationship Id="rId8" Type="http://schemas.openxmlformats.org/officeDocument/2006/relationships/oleObject" Target="../embeddings/oleObject82.bin"/><Relationship Id="rId7" Type="http://schemas.openxmlformats.org/officeDocument/2006/relationships/image" Target="../media/image78.wmf"/><Relationship Id="rId6" Type="http://schemas.openxmlformats.org/officeDocument/2006/relationships/oleObject" Target="../embeddings/oleObject81.bin"/><Relationship Id="rId5" Type="http://schemas.openxmlformats.org/officeDocument/2006/relationships/image" Target="../media/image77.wmf"/><Relationship Id="rId40" Type="http://schemas.openxmlformats.org/officeDocument/2006/relationships/vmlDrawing" Target="../drawings/vmlDrawing11.vml"/><Relationship Id="rId4" Type="http://schemas.openxmlformats.org/officeDocument/2006/relationships/oleObject" Target="../embeddings/oleObject80.bin"/><Relationship Id="rId39" Type="http://schemas.openxmlformats.org/officeDocument/2006/relationships/slideLayout" Target="../slideLayouts/slideLayout7.xml"/><Relationship Id="rId38" Type="http://schemas.openxmlformats.org/officeDocument/2006/relationships/tags" Target="../tags/tag107.xml"/><Relationship Id="rId37" Type="http://schemas.openxmlformats.org/officeDocument/2006/relationships/image" Target="../media/image90.wmf"/><Relationship Id="rId36" Type="http://schemas.openxmlformats.org/officeDocument/2006/relationships/oleObject" Target="../embeddings/oleObject99.bin"/><Relationship Id="rId35" Type="http://schemas.openxmlformats.org/officeDocument/2006/relationships/image" Target="../media/image89.wmf"/><Relationship Id="rId34" Type="http://schemas.openxmlformats.org/officeDocument/2006/relationships/oleObject" Target="../embeddings/oleObject98.bin"/><Relationship Id="rId33" Type="http://schemas.openxmlformats.org/officeDocument/2006/relationships/oleObject" Target="../embeddings/oleObject97.bin"/><Relationship Id="rId32" Type="http://schemas.openxmlformats.org/officeDocument/2006/relationships/image" Target="../media/image88.wmf"/><Relationship Id="rId31" Type="http://schemas.openxmlformats.org/officeDocument/2006/relationships/oleObject" Target="../embeddings/oleObject96.bin"/><Relationship Id="rId30" Type="http://schemas.openxmlformats.org/officeDocument/2006/relationships/oleObject" Target="../embeddings/oleObject95.bin"/><Relationship Id="rId3" Type="http://schemas.openxmlformats.org/officeDocument/2006/relationships/image" Target="../media/image76.wmf"/><Relationship Id="rId29" Type="http://schemas.openxmlformats.org/officeDocument/2006/relationships/oleObject" Target="../embeddings/oleObject94.bin"/><Relationship Id="rId28" Type="http://schemas.openxmlformats.org/officeDocument/2006/relationships/oleObject" Target="../embeddings/oleObject93.bin"/><Relationship Id="rId27" Type="http://schemas.openxmlformats.org/officeDocument/2006/relationships/oleObject" Target="../embeddings/oleObject92.bin"/><Relationship Id="rId26" Type="http://schemas.openxmlformats.org/officeDocument/2006/relationships/oleObject" Target="../embeddings/oleObject91.bin"/><Relationship Id="rId25" Type="http://schemas.openxmlformats.org/officeDocument/2006/relationships/image" Target="../media/image87.wmf"/><Relationship Id="rId24" Type="http://schemas.openxmlformats.org/officeDocument/2006/relationships/oleObject" Target="../embeddings/oleObject90.bin"/><Relationship Id="rId23" Type="http://schemas.openxmlformats.org/officeDocument/2006/relationships/image" Target="../media/image86.wmf"/><Relationship Id="rId22" Type="http://schemas.openxmlformats.org/officeDocument/2006/relationships/oleObject" Target="../embeddings/oleObject89.bin"/><Relationship Id="rId21" Type="http://schemas.openxmlformats.org/officeDocument/2006/relationships/image" Target="../media/image85.wmf"/><Relationship Id="rId20" Type="http://schemas.openxmlformats.org/officeDocument/2006/relationships/oleObject" Target="../embeddings/oleObject88.bin"/><Relationship Id="rId2" Type="http://schemas.openxmlformats.org/officeDocument/2006/relationships/oleObject" Target="../embeddings/oleObject79.bin"/><Relationship Id="rId19" Type="http://schemas.openxmlformats.org/officeDocument/2006/relationships/image" Target="../media/image84.wmf"/><Relationship Id="rId18" Type="http://schemas.openxmlformats.org/officeDocument/2006/relationships/oleObject" Target="../embeddings/oleObject87.bin"/><Relationship Id="rId17" Type="http://schemas.openxmlformats.org/officeDocument/2006/relationships/image" Target="../media/image83.wmf"/><Relationship Id="rId16" Type="http://schemas.openxmlformats.org/officeDocument/2006/relationships/oleObject" Target="../embeddings/oleObject86.bin"/><Relationship Id="rId15" Type="http://schemas.openxmlformats.org/officeDocument/2006/relationships/image" Target="../media/image82.wmf"/><Relationship Id="rId14" Type="http://schemas.openxmlformats.org/officeDocument/2006/relationships/oleObject" Target="../embeddings/oleObject85.bin"/><Relationship Id="rId13" Type="http://schemas.openxmlformats.org/officeDocument/2006/relationships/image" Target="../media/image81.wmf"/><Relationship Id="rId12" Type="http://schemas.openxmlformats.org/officeDocument/2006/relationships/oleObject" Target="../embeddings/oleObject84.bin"/><Relationship Id="rId11" Type="http://schemas.openxmlformats.org/officeDocument/2006/relationships/image" Target="../media/image80.wmf"/><Relationship Id="rId10" Type="http://schemas.openxmlformats.org/officeDocument/2006/relationships/oleObject" Target="../embeddings/oleObject83.bin"/><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png"/></Relationships>
</file>

<file path=ppt/slides/_rels/slide20.xml.rels><?xml version="1.0" encoding="UTF-8" standalone="yes"?>
<Relationships xmlns="http://schemas.openxmlformats.org/package/2006/relationships"><Relationship Id="rId9" Type="http://schemas.openxmlformats.org/officeDocument/2006/relationships/image" Target="../media/image95.wmf"/><Relationship Id="rId8" Type="http://schemas.openxmlformats.org/officeDocument/2006/relationships/oleObject" Target="../embeddings/oleObject103.bin"/><Relationship Id="rId7" Type="http://schemas.openxmlformats.org/officeDocument/2006/relationships/image" Target="../media/image94.wmf"/><Relationship Id="rId6" Type="http://schemas.openxmlformats.org/officeDocument/2006/relationships/oleObject" Target="../embeddings/oleObject102.bin"/><Relationship Id="rId5" Type="http://schemas.openxmlformats.org/officeDocument/2006/relationships/image" Target="../media/image93.wmf"/><Relationship Id="rId4" Type="http://schemas.openxmlformats.org/officeDocument/2006/relationships/oleObject" Target="../embeddings/oleObject101.bin"/><Relationship Id="rId3" Type="http://schemas.openxmlformats.org/officeDocument/2006/relationships/image" Target="../media/image92.wmf"/><Relationship Id="rId21" Type="http://schemas.openxmlformats.org/officeDocument/2006/relationships/vmlDrawing" Target="../drawings/vmlDrawing12.vml"/><Relationship Id="rId20" Type="http://schemas.openxmlformats.org/officeDocument/2006/relationships/slideLayout" Target="../slideLayouts/slideLayout7.xml"/><Relationship Id="rId2" Type="http://schemas.openxmlformats.org/officeDocument/2006/relationships/oleObject" Target="../embeddings/oleObject100.bin"/><Relationship Id="rId19" Type="http://schemas.openxmlformats.org/officeDocument/2006/relationships/image" Target="../media/image99.emf"/><Relationship Id="rId18" Type="http://schemas.openxmlformats.org/officeDocument/2006/relationships/oleObject" Target="../embeddings/oleObject108.bin"/><Relationship Id="rId17" Type="http://schemas.openxmlformats.org/officeDocument/2006/relationships/image" Target="../media/image98.emf"/><Relationship Id="rId16" Type="http://schemas.openxmlformats.org/officeDocument/2006/relationships/oleObject" Target="../embeddings/oleObject107.bin"/><Relationship Id="rId15" Type="http://schemas.openxmlformats.org/officeDocument/2006/relationships/image" Target="../media/image97.emf"/><Relationship Id="rId14" Type="http://schemas.openxmlformats.org/officeDocument/2006/relationships/oleObject" Target="../embeddings/oleObject106.bin"/><Relationship Id="rId13" Type="http://schemas.openxmlformats.org/officeDocument/2006/relationships/image" Target="../media/image83.wmf"/><Relationship Id="rId12" Type="http://schemas.openxmlformats.org/officeDocument/2006/relationships/oleObject" Target="../embeddings/oleObject105.bin"/><Relationship Id="rId11" Type="http://schemas.openxmlformats.org/officeDocument/2006/relationships/image" Target="../media/image96.emf"/><Relationship Id="rId10" Type="http://schemas.openxmlformats.org/officeDocument/2006/relationships/oleObject" Target="../embeddings/oleObject104.bin"/><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13.bin"/><Relationship Id="rId8" Type="http://schemas.openxmlformats.org/officeDocument/2006/relationships/image" Target="../media/image103.emf"/><Relationship Id="rId7" Type="http://schemas.openxmlformats.org/officeDocument/2006/relationships/oleObject" Target="../embeddings/oleObject112.bin"/><Relationship Id="rId6" Type="http://schemas.openxmlformats.org/officeDocument/2006/relationships/image" Target="../media/image102.emf"/><Relationship Id="rId5" Type="http://schemas.openxmlformats.org/officeDocument/2006/relationships/oleObject" Target="../embeddings/oleObject111.bin"/><Relationship Id="rId4" Type="http://schemas.openxmlformats.org/officeDocument/2006/relationships/image" Target="../media/image101.emf"/><Relationship Id="rId3" Type="http://schemas.openxmlformats.org/officeDocument/2006/relationships/oleObject" Target="../embeddings/oleObject110.bin"/><Relationship Id="rId24" Type="http://schemas.openxmlformats.org/officeDocument/2006/relationships/vmlDrawing" Target="../drawings/vmlDrawing13.vml"/><Relationship Id="rId23" Type="http://schemas.openxmlformats.org/officeDocument/2006/relationships/slideLayout" Target="../slideLayouts/slideLayout7.xml"/><Relationship Id="rId22" Type="http://schemas.openxmlformats.org/officeDocument/2006/relationships/image" Target="../media/image109.png"/><Relationship Id="rId21" Type="http://schemas.openxmlformats.org/officeDocument/2006/relationships/tags" Target="../tags/tag109.xml"/><Relationship Id="rId20" Type="http://schemas.openxmlformats.org/officeDocument/2006/relationships/tags" Target="../tags/tag108.xml"/><Relationship Id="rId2" Type="http://schemas.openxmlformats.org/officeDocument/2006/relationships/image" Target="../media/image100.wmf"/><Relationship Id="rId19" Type="http://schemas.openxmlformats.org/officeDocument/2006/relationships/image" Target="../media/image108.wmf"/><Relationship Id="rId18" Type="http://schemas.openxmlformats.org/officeDocument/2006/relationships/oleObject" Target="../embeddings/oleObject117.bin"/><Relationship Id="rId17" Type="http://schemas.openxmlformats.org/officeDocument/2006/relationships/image" Target="../media/image107.wmf"/><Relationship Id="rId16" Type="http://schemas.openxmlformats.org/officeDocument/2006/relationships/oleObject" Target="../embeddings/oleObject116.bin"/><Relationship Id="rId15" Type="http://schemas.openxmlformats.org/officeDocument/2006/relationships/image" Target="../media/image106.wmf"/><Relationship Id="rId14" Type="http://schemas.openxmlformats.org/officeDocument/2006/relationships/oleObject" Target="../embeddings/oleObject115.bin"/><Relationship Id="rId13" Type="http://schemas.openxmlformats.org/officeDocument/2006/relationships/image" Target="../media/image105.wmf"/><Relationship Id="rId12" Type="http://schemas.openxmlformats.org/officeDocument/2006/relationships/oleObject" Target="../embeddings/oleObject114.bin"/><Relationship Id="rId11" Type="http://schemas.openxmlformats.org/officeDocument/2006/relationships/image" Target="../media/image11.png"/><Relationship Id="rId10" Type="http://schemas.openxmlformats.org/officeDocument/2006/relationships/image" Target="../media/image104.emf"/><Relationship Id="rId1" Type="http://schemas.openxmlformats.org/officeDocument/2006/relationships/oleObject" Target="../embeddings/oleObject109.bin"/></Relationships>
</file>

<file path=ppt/slides/_rels/slide22.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13.emf"/><Relationship Id="rId7" Type="http://schemas.openxmlformats.org/officeDocument/2006/relationships/oleObject" Target="../embeddings/oleObject121.bin"/><Relationship Id="rId6" Type="http://schemas.openxmlformats.org/officeDocument/2006/relationships/image" Target="../media/image112.emf"/><Relationship Id="rId5" Type="http://schemas.openxmlformats.org/officeDocument/2006/relationships/oleObject" Target="../embeddings/oleObject120.bin"/><Relationship Id="rId4" Type="http://schemas.openxmlformats.org/officeDocument/2006/relationships/image" Target="../media/image111.emf"/><Relationship Id="rId3" Type="http://schemas.openxmlformats.org/officeDocument/2006/relationships/oleObject" Target="../embeddings/oleObject119.bin"/><Relationship Id="rId21" Type="http://schemas.openxmlformats.org/officeDocument/2006/relationships/vmlDrawing" Target="../drawings/vmlDrawing14.vml"/><Relationship Id="rId20" Type="http://schemas.openxmlformats.org/officeDocument/2006/relationships/slideLayout" Target="../slideLayouts/slideLayout7.xml"/><Relationship Id="rId2" Type="http://schemas.openxmlformats.org/officeDocument/2006/relationships/image" Target="../media/image110.wmf"/><Relationship Id="rId19" Type="http://schemas.openxmlformats.org/officeDocument/2006/relationships/image" Target="../media/image118.wmf"/><Relationship Id="rId18" Type="http://schemas.openxmlformats.org/officeDocument/2006/relationships/oleObject" Target="../embeddings/oleObject126.bin"/><Relationship Id="rId17" Type="http://schemas.openxmlformats.org/officeDocument/2006/relationships/image" Target="../media/image117.wmf"/><Relationship Id="rId16" Type="http://schemas.openxmlformats.org/officeDocument/2006/relationships/oleObject" Target="../embeddings/oleObject125.bin"/><Relationship Id="rId15" Type="http://schemas.openxmlformats.org/officeDocument/2006/relationships/image" Target="../media/image116.wmf"/><Relationship Id="rId14" Type="http://schemas.openxmlformats.org/officeDocument/2006/relationships/oleObject" Target="../embeddings/oleObject124.bin"/><Relationship Id="rId13" Type="http://schemas.openxmlformats.org/officeDocument/2006/relationships/image" Target="../media/image115.wmf"/><Relationship Id="rId12" Type="http://schemas.openxmlformats.org/officeDocument/2006/relationships/oleObject" Target="../embeddings/oleObject123.bin"/><Relationship Id="rId11" Type="http://schemas.openxmlformats.org/officeDocument/2006/relationships/image" Target="../media/image114.wmf"/><Relationship Id="rId10" Type="http://schemas.openxmlformats.org/officeDocument/2006/relationships/oleObject" Target="../embeddings/oleObject122.bin"/><Relationship Id="rId1" Type="http://schemas.openxmlformats.org/officeDocument/2006/relationships/oleObject" Target="../embeddings/oleObject118.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120.wmf"/><Relationship Id="rId3" Type="http://schemas.openxmlformats.org/officeDocument/2006/relationships/oleObject" Target="../embeddings/oleObject128.bin"/><Relationship Id="rId2" Type="http://schemas.openxmlformats.org/officeDocument/2006/relationships/image" Target="../media/image119.wmf"/><Relationship Id="rId1" Type="http://schemas.openxmlformats.org/officeDocument/2006/relationships/oleObject" Target="../embeddings/oleObject127.bin"/></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4.wmf"/><Relationship Id="rId7" Type="http://schemas.openxmlformats.org/officeDocument/2006/relationships/oleObject" Target="../embeddings/oleObject132.bin"/><Relationship Id="rId6" Type="http://schemas.openxmlformats.org/officeDocument/2006/relationships/image" Target="../media/image123.emf"/><Relationship Id="rId5" Type="http://schemas.openxmlformats.org/officeDocument/2006/relationships/oleObject" Target="../embeddings/oleObject131.bin"/><Relationship Id="rId4" Type="http://schemas.openxmlformats.org/officeDocument/2006/relationships/image" Target="../media/image122.wmf"/><Relationship Id="rId3" Type="http://schemas.openxmlformats.org/officeDocument/2006/relationships/oleObject" Target="../embeddings/oleObject130.bin"/><Relationship Id="rId2" Type="http://schemas.openxmlformats.org/officeDocument/2006/relationships/image" Target="../media/image121.wmf"/><Relationship Id="rId10" Type="http://schemas.openxmlformats.org/officeDocument/2006/relationships/vmlDrawing" Target="../drawings/vmlDrawing16.vml"/><Relationship Id="rId1" Type="http://schemas.openxmlformats.org/officeDocument/2006/relationships/oleObject" Target="../embeddings/oleObject129.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137.bin"/><Relationship Id="rId8" Type="http://schemas.openxmlformats.org/officeDocument/2006/relationships/image" Target="../media/image127.wmf"/><Relationship Id="rId7" Type="http://schemas.openxmlformats.org/officeDocument/2006/relationships/oleObject" Target="../embeddings/oleObject136.bin"/><Relationship Id="rId6" Type="http://schemas.openxmlformats.org/officeDocument/2006/relationships/image" Target="../media/image126.wmf"/><Relationship Id="rId5" Type="http://schemas.openxmlformats.org/officeDocument/2006/relationships/oleObject" Target="../embeddings/oleObject135.bin"/><Relationship Id="rId4" Type="http://schemas.openxmlformats.org/officeDocument/2006/relationships/image" Target="../media/image125.wmf"/><Relationship Id="rId3" Type="http://schemas.openxmlformats.org/officeDocument/2006/relationships/oleObject" Target="../embeddings/oleObject134.bin"/><Relationship Id="rId2" Type="http://schemas.openxmlformats.org/officeDocument/2006/relationships/image" Target="../media/image121.wmf"/><Relationship Id="rId13" Type="http://schemas.openxmlformats.org/officeDocument/2006/relationships/notesSlide" Target="../notesSlides/notesSlide9.xml"/><Relationship Id="rId12" Type="http://schemas.openxmlformats.org/officeDocument/2006/relationships/vmlDrawing" Target="../drawings/vmlDrawing17.vml"/><Relationship Id="rId11" Type="http://schemas.openxmlformats.org/officeDocument/2006/relationships/slideLayout" Target="../slideLayouts/slideLayout7.xml"/><Relationship Id="rId10" Type="http://schemas.openxmlformats.org/officeDocument/2006/relationships/image" Target="../media/image128.wmf"/><Relationship Id="rId1" Type="http://schemas.openxmlformats.org/officeDocument/2006/relationships/oleObject" Target="../embeddings/oleObject133.bin"/></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8.vml"/><Relationship Id="rId3" Type="http://schemas.openxmlformats.org/officeDocument/2006/relationships/slideLayout" Target="../slideLayouts/slideLayout19.xml"/><Relationship Id="rId2" Type="http://schemas.openxmlformats.org/officeDocument/2006/relationships/image" Target="../media/image121.wmf"/><Relationship Id="rId1" Type="http://schemas.openxmlformats.org/officeDocument/2006/relationships/oleObject" Target="../embeddings/oleObject138.bin"/></Relationships>
</file>

<file path=ppt/slides/_rels/slide27.xml.rels><?xml version="1.0" encoding="UTF-8" standalone="yes"?>
<Relationships xmlns="http://schemas.openxmlformats.org/package/2006/relationships"><Relationship Id="rId9" Type="http://schemas.openxmlformats.org/officeDocument/2006/relationships/image" Target="../media/image132.wmf"/><Relationship Id="rId8" Type="http://schemas.openxmlformats.org/officeDocument/2006/relationships/oleObject" Target="../embeddings/oleObject142.bin"/><Relationship Id="rId7" Type="http://schemas.openxmlformats.org/officeDocument/2006/relationships/image" Target="../media/image131.wmf"/><Relationship Id="rId6" Type="http://schemas.openxmlformats.org/officeDocument/2006/relationships/oleObject" Target="../embeddings/oleObject141.bin"/><Relationship Id="rId5" Type="http://schemas.openxmlformats.org/officeDocument/2006/relationships/image" Target="../media/image130.wmf"/><Relationship Id="rId4" Type="http://schemas.openxmlformats.org/officeDocument/2006/relationships/oleObject" Target="../embeddings/oleObject140.bin"/><Relationship Id="rId3" Type="http://schemas.openxmlformats.org/officeDocument/2006/relationships/image" Target="../media/image129.wmf"/><Relationship Id="rId26" Type="http://schemas.openxmlformats.org/officeDocument/2006/relationships/notesSlide" Target="../notesSlides/notesSlide11.xml"/><Relationship Id="rId25" Type="http://schemas.openxmlformats.org/officeDocument/2006/relationships/vmlDrawing" Target="../drawings/vmlDrawing19.vml"/><Relationship Id="rId24" Type="http://schemas.openxmlformats.org/officeDocument/2006/relationships/slideLayout" Target="../slideLayouts/slideLayout7.xml"/><Relationship Id="rId23" Type="http://schemas.openxmlformats.org/officeDocument/2006/relationships/image" Target="../media/image137.emf"/><Relationship Id="rId22" Type="http://schemas.openxmlformats.org/officeDocument/2006/relationships/oleObject" Target="../embeddings/oleObject151.bin"/><Relationship Id="rId21" Type="http://schemas.openxmlformats.org/officeDocument/2006/relationships/image" Target="../media/image136.wmf"/><Relationship Id="rId20" Type="http://schemas.openxmlformats.org/officeDocument/2006/relationships/oleObject" Target="../embeddings/oleObject150.bin"/><Relationship Id="rId2" Type="http://schemas.openxmlformats.org/officeDocument/2006/relationships/oleObject" Target="../embeddings/oleObject139.bin"/><Relationship Id="rId19" Type="http://schemas.openxmlformats.org/officeDocument/2006/relationships/image" Target="../media/image135.emf"/><Relationship Id="rId18" Type="http://schemas.openxmlformats.org/officeDocument/2006/relationships/oleObject" Target="../embeddings/oleObject149.bin"/><Relationship Id="rId17" Type="http://schemas.openxmlformats.org/officeDocument/2006/relationships/oleObject" Target="../embeddings/oleObject148.bin"/><Relationship Id="rId16" Type="http://schemas.openxmlformats.org/officeDocument/2006/relationships/oleObject" Target="../embeddings/oleObject147.bin"/><Relationship Id="rId15" Type="http://schemas.openxmlformats.org/officeDocument/2006/relationships/oleObject" Target="../embeddings/oleObject146.bin"/><Relationship Id="rId14" Type="http://schemas.openxmlformats.org/officeDocument/2006/relationships/oleObject" Target="../embeddings/oleObject145.bin"/><Relationship Id="rId13" Type="http://schemas.openxmlformats.org/officeDocument/2006/relationships/image" Target="../media/image134.wmf"/><Relationship Id="rId12" Type="http://schemas.openxmlformats.org/officeDocument/2006/relationships/oleObject" Target="../embeddings/oleObject144.bin"/><Relationship Id="rId11" Type="http://schemas.openxmlformats.org/officeDocument/2006/relationships/image" Target="../media/image133.wmf"/><Relationship Id="rId10" Type="http://schemas.openxmlformats.org/officeDocument/2006/relationships/oleObject" Target="../embeddings/oleObject143.bin"/><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140.emf"/><Relationship Id="rId5" Type="http://schemas.openxmlformats.org/officeDocument/2006/relationships/oleObject" Target="../embeddings/oleObject154.bin"/><Relationship Id="rId4" Type="http://schemas.openxmlformats.org/officeDocument/2006/relationships/image" Target="../media/image139.emf"/><Relationship Id="rId3" Type="http://schemas.openxmlformats.org/officeDocument/2006/relationships/oleObject" Target="../embeddings/oleObject153.bin"/><Relationship Id="rId2" Type="http://schemas.openxmlformats.org/officeDocument/2006/relationships/image" Target="../media/image138.emf"/><Relationship Id="rId1" Type="http://schemas.openxmlformats.org/officeDocument/2006/relationships/oleObject" Target="../embeddings/oleObject152.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44.wmf"/><Relationship Id="rId7" Type="http://schemas.openxmlformats.org/officeDocument/2006/relationships/oleObject" Target="../embeddings/oleObject158.bin"/><Relationship Id="rId6" Type="http://schemas.openxmlformats.org/officeDocument/2006/relationships/image" Target="../media/image143.wmf"/><Relationship Id="rId5" Type="http://schemas.openxmlformats.org/officeDocument/2006/relationships/oleObject" Target="../embeddings/oleObject157.bin"/><Relationship Id="rId4" Type="http://schemas.openxmlformats.org/officeDocument/2006/relationships/image" Target="../media/image142.wmf"/><Relationship Id="rId3" Type="http://schemas.openxmlformats.org/officeDocument/2006/relationships/oleObject" Target="../embeddings/oleObject156.bin"/><Relationship Id="rId28" Type="http://schemas.openxmlformats.org/officeDocument/2006/relationships/vmlDrawing" Target="../drawings/vmlDrawing21.vml"/><Relationship Id="rId27" Type="http://schemas.openxmlformats.org/officeDocument/2006/relationships/slideLayout" Target="../slideLayouts/slideLayout7.xml"/><Relationship Id="rId26" Type="http://schemas.openxmlformats.org/officeDocument/2006/relationships/image" Target="../media/image153.wmf"/><Relationship Id="rId25" Type="http://schemas.openxmlformats.org/officeDocument/2006/relationships/oleObject" Target="../embeddings/oleObject167.bin"/><Relationship Id="rId24" Type="http://schemas.openxmlformats.org/officeDocument/2006/relationships/image" Target="../media/image152.wmf"/><Relationship Id="rId23" Type="http://schemas.openxmlformats.org/officeDocument/2006/relationships/oleObject" Target="../embeddings/oleObject166.bin"/><Relationship Id="rId22" Type="http://schemas.openxmlformats.org/officeDocument/2006/relationships/image" Target="../media/image151.wmf"/><Relationship Id="rId21" Type="http://schemas.openxmlformats.org/officeDocument/2006/relationships/oleObject" Target="../embeddings/oleObject165.bin"/><Relationship Id="rId20" Type="http://schemas.openxmlformats.org/officeDocument/2006/relationships/image" Target="../media/image150.wmf"/><Relationship Id="rId2" Type="http://schemas.openxmlformats.org/officeDocument/2006/relationships/image" Target="../media/image141.wmf"/><Relationship Id="rId19" Type="http://schemas.openxmlformats.org/officeDocument/2006/relationships/oleObject" Target="../embeddings/oleObject164.bin"/><Relationship Id="rId18" Type="http://schemas.openxmlformats.org/officeDocument/2006/relationships/image" Target="../media/image149.wmf"/><Relationship Id="rId17" Type="http://schemas.openxmlformats.org/officeDocument/2006/relationships/oleObject" Target="../embeddings/oleObject163.bin"/><Relationship Id="rId16" Type="http://schemas.openxmlformats.org/officeDocument/2006/relationships/image" Target="../media/image148.wmf"/><Relationship Id="rId15" Type="http://schemas.openxmlformats.org/officeDocument/2006/relationships/oleObject" Target="../embeddings/oleObject162.bin"/><Relationship Id="rId14" Type="http://schemas.openxmlformats.org/officeDocument/2006/relationships/image" Target="../media/image147.wmf"/><Relationship Id="rId13" Type="http://schemas.openxmlformats.org/officeDocument/2006/relationships/oleObject" Target="../embeddings/oleObject161.bin"/><Relationship Id="rId12" Type="http://schemas.openxmlformats.org/officeDocument/2006/relationships/image" Target="../media/image146.wmf"/><Relationship Id="rId11" Type="http://schemas.openxmlformats.org/officeDocument/2006/relationships/oleObject" Target="../embeddings/oleObject160.bin"/><Relationship Id="rId10" Type="http://schemas.openxmlformats.org/officeDocument/2006/relationships/image" Target="../media/image145.wmf"/><Relationship Id="rId1" Type="http://schemas.openxmlformats.org/officeDocument/2006/relationships/oleObject" Target="../embeddings/oleObject155.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72.bin"/><Relationship Id="rId8" Type="http://schemas.openxmlformats.org/officeDocument/2006/relationships/image" Target="../media/image157.wmf"/><Relationship Id="rId7" Type="http://schemas.openxmlformats.org/officeDocument/2006/relationships/oleObject" Target="../embeddings/oleObject171.bin"/><Relationship Id="rId6" Type="http://schemas.openxmlformats.org/officeDocument/2006/relationships/image" Target="../media/image156.wmf"/><Relationship Id="rId5" Type="http://schemas.openxmlformats.org/officeDocument/2006/relationships/oleObject" Target="../embeddings/oleObject170.bin"/><Relationship Id="rId4" Type="http://schemas.openxmlformats.org/officeDocument/2006/relationships/image" Target="../media/image155.wmf"/><Relationship Id="rId3" Type="http://schemas.openxmlformats.org/officeDocument/2006/relationships/oleObject" Target="../embeddings/oleObject169.bin"/><Relationship Id="rId2" Type="http://schemas.openxmlformats.org/officeDocument/2006/relationships/image" Target="../media/image154.wmf"/><Relationship Id="rId14" Type="http://schemas.openxmlformats.org/officeDocument/2006/relationships/vmlDrawing" Target="../drawings/vmlDrawing22.vml"/><Relationship Id="rId13" Type="http://schemas.openxmlformats.org/officeDocument/2006/relationships/slideLayout" Target="../slideLayouts/slideLayout7.xml"/><Relationship Id="rId12" Type="http://schemas.openxmlformats.org/officeDocument/2006/relationships/image" Target="../media/image159.emf"/><Relationship Id="rId11" Type="http://schemas.openxmlformats.org/officeDocument/2006/relationships/oleObject" Target="../embeddings/oleObject173.bin"/><Relationship Id="rId10" Type="http://schemas.openxmlformats.org/officeDocument/2006/relationships/image" Target="../media/image158.emf"/><Relationship Id="rId1" Type="http://schemas.openxmlformats.org/officeDocument/2006/relationships/oleObject" Target="../embeddings/oleObject168.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63.wmf"/><Relationship Id="rId7" Type="http://schemas.openxmlformats.org/officeDocument/2006/relationships/oleObject" Target="../embeddings/oleObject177.bin"/><Relationship Id="rId6" Type="http://schemas.openxmlformats.org/officeDocument/2006/relationships/image" Target="../media/image162.emf"/><Relationship Id="rId5" Type="http://schemas.openxmlformats.org/officeDocument/2006/relationships/oleObject" Target="../embeddings/oleObject176.bin"/><Relationship Id="rId4" Type="http://schemas.openxmlformats.org/officeDocument/2006/relationships/image" Target="../media/image161.emf"/><Relationship Id="rId3" Type="http://schemas.openxmlformats.org/officeDocument/2006/relationships/oleObject" Target="../embeddings/oleObject175.bin"/><Relationship Id="rId2" Type="http://schemas.openxmlformats.org/officeDocument/2006/relationships/image" Target="../media/image160.wmf"/><Relationship Id="rId14" Type="http://schemas.openxmlformats.org/officeDocument/2006/relationships/vmlDrawing" Target="../drawings/vmlDrawing23.vml"/><Relationship Id="rId13" Type="http://schemas.openxmlformats.org/officeDocument/2006/relationships/slideLayout" Target="../slideLayouts/slideLayout7.xml"/><Relationship Id="rId12" Type="http://schemas.openxmlformats.org/officeDocument/2006/relationships/image" Target="../media/image165.wmf"/><Relationship Id="rId11" Type="http://schemas.openxmlformats.org/officeDocument/2006/relationships/oleObject" Target="../embeddings/oleObject179.bin"/><Relationship Id="rId10" Type="http://schemas.openxmlformats.org/officeDocument/2006/relationships/image" Target="../media/image164.wmf"/><Relationship Id="rId1" Type="http://schemas.openxmlformats.org/officeDocument/2006/relationships/oleObject" Target="../embeddings/oleObject174.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84.bin"/><Relationship Id="rId8" Type="http://schemas.openxmlformats.org/officeDocument/2006/relationships/image" Target="../media/image169.wmf"/><Relationship Id="rId7" Type="http://schemas.openxmlformats.org/officeDocument/2006/relationships/oleObject" Target="../embeddings/oleObject183.bin"/><Relationship Id="rId6" Type="http://schemas.openxmlformats.org/officeDocument/2006/relationships/image" Target="../media/image168.wmf"/><Relationship Id="rId5" Type="http://schemas.openxmlformats.org/officeDocument/2006/relationships/oleObject" Target="../embeddings/oleObject182.bin"/><Relationship Id="rId4" Type="http://schemas.openxmlformats.org/officeDocument/2006/relationships/image" Target="../media/image167.wmf"/><Relationship Id="rId3" Type="http://schemas.openxmlformats.org/officeDocument/2006/relationships/oleObject" Target="../embeddings/oleObject181.bin"/><Relationship Id="rId25" Type="http://schemas.openxmlformats.org/officeDocument/2006/relationships/vmlDrawing" Target="../drawings/vmlDrawing24.vml"/><Relationship Id="rId24" Type="http://schemas.openxmlformats.org/officeDocument/2006/relationships/slideLayout" Target="../slideLayouts/slideLayout43.xml"/><Relationship Id="rId23" Type="http://schemas.openxmlformats.org/officeDocument/2006/relationships/image" Target="../media/image154.wmf"/><Relationship Id="rId22" Type="http://schemas.openxmlformats.org/officeDocument/2006/relationships/oleObject" Target="../embeddings/oleObject191.bin"/><Relationship Id="rId21" Type="http://schemas.openxmlformats.org/officeDocument/2006/relationships/oleObject" Target="../embeddings/oleObject190.bin"/><Relationship Id="rId20" Type="http://schemas.openxmlformats.org/officeDocument/2006/relationships/image" Target="../media/image173.wmf"/><Relationship Id="rId2" Type="http://schemas.openxmlformats.org/officeDocument/2006/relationships/image" Target="../media/image166.wmf"/><Relationship Id="rId19" Type="http://schemas.openxmlformats.org/officeDocument/2006/relationships/oleObject" Target="../embeddings/oleObject189.bin"/><Relationship Id="rId18" Type="http://schemas.openxmlformats.org/officeDocument/2006/relationships/image" Target="../media/image172.wmf"/><Relationship Id="rId17" Type="http://schemas.openxmlformats.org/officeDocument/2006/relationships/oleObject" Target="../embeddings/oleObject188.bin"/><Relationship Id="rId16" Type="http://schemas.openxmlformats.org/officeDocument/2006/relationships/image" Target="../media/image163.wmf"/><Relationship Id="rId15" Type="http://schemas.openxmlformats.org/officeDocument/2006/relationships/oleObject" Target="../embeddings/oleObject187.bin"/><Relationship Id="rId14" Type="http://schemas.openxmlformats.org/officeDocument/2006/relationships/image" Target="../media/image165.wmf"/><Relationship Id="rId13" Type="http://schemas.openxmlformats.org/officeDocument/2006/relationships/oleObject" Target="../embeddings/oleObject186.bin"/><Relationship Id="rId12" Type="http://schemas.openxmlformats.org/officeDocument/2006/relationships/image" Target="../media/image171.wmf"/><Relationship Id="rId11" Type="http://schemas.openxmlformats.org/officeDocument/2006/relationships/oleObject" Target="../embeddings/oleObject185.bin"/><Relationship Id="rId10" Type="http://schemas.openxmlformats.org/officeDocument/2006/relationships/image" Target="../media/image170.wmf"/><Relationship Id="rId1" Type="http://schemas.openxmlformats.org/officeDocument/2006/relationships/oleObject" Target="../embeddings/oleObject180.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96.bin"/><Relationship Id="rId8" Type="http://schemas.openxmlformats.org/officeDocument/2006/relationships/image" Target="../media/image176.emf"/><Relationship Id="rId7" Type="http://schemas.openxmlformats.org/officeDocument/2006/relationships/oleObject" Target="../embeddings/oleObject195.bin"/><Relationship Id="rId6" Type="http://schemas.openxmlformats.org/officeDocument/2006/relationships/image" Target="../media/image41.wmf"/><Relationship Id="rId5" Type="http://schemas.openxmlformats.org/officeDocument/2006/relationships/oleObject" Target="../embeddings/oleObject194.bin"/><Relationship Id="rId4" Type="http://schemas.openxmlformats.org/officeDocument/2006/relationships/image" Target="../media/image175.wmf"/><Relationship Id="rId3" Type="http://schemas.openxmlformats.org/officeDocument/2006/relationships/oleObject" Target="../embeddings/oleObject193.bin"/><Relationship Id="rId2" Type="http://schemas.openxmlformats.org/officeDocument/2006/relationships/image" Target="../media/image174.wmf"/><Relationship Id="rId16" Type="http://schemas.openxmlformats.org/officeDocument/2006/relationships/vmlDrawing" Target="../drawings/vmlDrawing25.vml"/><Relationship Id="rId15" Type="http://schemas.openxmlformats.org/officeDocument/2006/relationships/slideLayout" Target="../slideLayouts/slideLayout7.xml"/><Relationship Id="rId14" Type="http://schemas.openxmlformats.org/officeDocument/2006/relationships/image" Target="../media/image179.emf"/><Relationship Id="rId13" Type="http://schemas.openxmlformats.org/officeDocument/2006/relationships/oleObject" Target="../embeddings/oleObject198.bin"/><Relationship Id="rId12" Type="http://schemas.openxmlformats.org/officeDocument/2006/relationships/image" Target="../media/image178.wmf"/><Relationship Id="rId11" Type="http://schemas.openxmlformats.org/officeDocument/2006/relationships/oleObject" Target="../embeddings/oleObject197.bin"/><Relationship Id="rId10" Type="http://schemas.openxmlformats.org/officeDocument/2006/relationships/image" Target="../media/image177.emf"/><Relationship Id="rId1" Type="http://schemas.openxmlformats.org/officeDocument/2006/relationships/oleObject" Target="../embeddings/oleObject192.bin"/></Relationships>
</file>

<file path=ppt/slides/_rels/slide34.xml.rels><?xml version="1.0" encoding="UTF-8" standalone="yes"?>
<Relationships xmlns="http://schemas.openxmlformats.org/package/2006/relationships"><Relationship Id="rId9" Type="http://schemas.openxmlformats.org/officeDocument/2006/relationships/image" Target="../media/image183.wmf"/><Relationship Id="rId8" Type="http://schemas.openxmlformats.org/officeDocument/2006/relationships/oleObject" Target="../embeddings/oleObject202.bin"/><Relationship Id="rId7" Type="http://schemas.openxmlformats.org/officeDocument/2006/relationships/tags" Target="../tags/tag110.xml"/><Relationship Id="rId6" Type="http://schemas.openxmlformats.org/officeDocument/2006/relationships/image" Target="../media/image182.wmf"/><Relationship Id="rId5" Type="http://schemas.openxmlformats.org/officeDocument/2006/relationships/oleObject" Target="../embeddings/oleObject201.bin"/><Relationship Id="rId4" Type="http://schemas.openxmlformats.org/officeDocument/2006/relationships/image" Target="../media/image181.wmf"/><Relationship Id="rId32" Type="http://schemas.openxmlformats.org/officeDocument/2006/relationships/vmlDrawing" Target="../drawings/vmlDrawing26.vml"/><Relationship Id="rId31" Type="http://schemas.openxmlformats.org/officeDocument/2006/relationships/slideLayout" Target="../slideLayouts/slideLayout7.xml"/><Relationship Id="rId30" Type="http://schemas.openxmlformats.org/officeDocument/2006/relationships/image" Target="../media/image190.wmf"/><Relationship Id="rId3" Type="http://schemas.openxmlformats.org/officeDocument/2006/relationships/oleObject" Target="../embeddings/oleObject200.bin"/><Relationship Id="rId29" Type="http://schemas.openxmlformats.org/officeDocument/2006/relationships/oleObject" Target="../embeddings/oleObject209.bin"/><Relationship Id="rId28" Type="http://schemas.openxmlformats.org/officeDocument/2006/relationships/tags" Target="../tags/tag117.xml"/><Relationship Id="rId27" Type="http://schemas.openxmlformats.org/officeDocument/2006/relationships/image" Target="../media/image189.wmf"/><Relationship Id="rId26" Type="http://schemas.openxmlformats.org/officeDocument/2006/relationships/oleObject" Target="../embeddings/oleObject208.bin"/><Relationship Id="rId25" Type="http://schemas.openxmlformats.org/officeDocument/2006/relationships/tags" Target="../tags/tag116.xml"/><Relationship Id="rId24" Type="http://schemas.openxmlformats.org/officeDocument/2006/relationships/image" Target="../media/image188.wmf"/><Relationship Id="rId23" Type="http://schemas.openxmlformats.org/officeDocument/2006/relationships/oleObject" Target="../embeddings/oleObject207.bin"/><Relationship Id="rId22" Type="http://schemas.openxmlformats.org/officeDocument/2006/relationships/tags" Target="../tags/tag115.xml"/><Relationship Id="rId21" Type="http://schemas.openxmlformats.org/officeDocument/2006/relationships/image" Target="../media/image187.wmf"/><Relationship Id="rId20" Type="http://schemas.openxmlformats.org/officeDocument/2006/relationships/oleObject" Target="../embeddings/oleObject206.bin"/><Relationship Id="rId2" Type="http://schemas.openxmlformats.org/officeDocument/2006/relationships/image" Target="../media/image180.wmf"/><Relationship Id="rId19" Type="http://schemas.openxmlformats.org/officeDocument/2006/relationships/tags" Target="../tags/tag114.xml"/><Relationship Id="rId18" Type="http://schemas.openxmlformats.org/officeDocument/2006/relationships/image" Target="../media/image186.wmf"/><Relationship Id="rId17" Type="http://schemas.openxmlformats.org/officeDocument/2006/relationships/oleObject" Target="../embeddings/oleObject205.bin"/><Relationship Id="rId16" Type="http://schemas.openxmlformats.org/officeDocument/2006/relationships/tags" Target="../tags/tag113.xml"/><Relationship Id="rId15" Type="http://schemas.openxmlformats.org/officeDocument/2006/relationships/image" Target="../media/image185.wmf"/><Relationship Id="rId14" Type="http://schemas.openxmlformats.org/officeDocument/2006/relationships/oleObject" Target="../embeddings/oleObject204.bin"/><Relationship Id="rId13" Type="http://schemas.openxmlformats.org/officeDocument/2006/relationships/tags" Target="../tags/tag112.xml"/><Relationship Id="rId12" Type="http://schemas.openxmlformats.org/officeDocument/2006/relationships/image" Target="../media/image184.wmf"/><Relationship Id="rId11" Type="http://schemas.openxmlformats.org/officeDocument/2006/relationships/oleObject" Target="../embeddings/oleObject203.bin"/><Relationship Id="rId10" Type="http://schemas.openxmlformats.org/officeDocument/2006/relationships/tags" Target="../tags/tag111.xml"/><Relationship Id="rId1" Type="http://schemas.openxmlformats.org/officeDocument/2006/relationships/oleObject" Target="../embeddings/oleObject199.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214.bin"/><Relationship Id="rId8" Type="http://schemas.openxmlformats.org/officeDocument/2006/relationships/image" Target="../media/image194.wmf"/><Relationship Id="rId7" Type="http://schemas.openxmlformats.org/officeDocument/2006/relationships/oleObject" Target="../embeddings/oleObject213.bin"/><Relationship Id="rId6" Type="http://schemas.openxmlformats.org/officeDocument/2006/relationships/oleObject" Target="../embeddings/oleObject212.bin"/><Relationship Id="rId5" Type="http://schemas.openxmlformats.org/officeDocument/2006/relationships/image" Target="../media/image193.emf"/><Relationship Id="rId4" Type="http://schemas.openxmlformats.org/officeDocument/2006/relationships/oleObject" Target="../embeddings/oleObject211.bin"/><Relationship Id="rId38" Type="http://schemas.openxmlformats.org/officeDocument/2006/relationships/vmlDrawing" Target="../drawings/vmlDrawing27.vml"/><Relationship Id="rId37" Type="http://schemas.openxmlformats.org/officeDocument/2006/relationships/slideLayout" Target="../slideLayouts/slideLayout31.xml"/><Relationship Id="rId36" Type="http://schemas.openxmlformats.org/officeDocument/2006/relationships/image" Target="../media/image177.emf"/><Relationship Id="rId35" Type="http://schemas.openxmlformats.org/officeDocument/2006/relationships/oleObject" Target="../embeddings/oleObject227.bin"/><Relationship Id="rId34" Type="http://schemas.openxmlformats.org/officeDocument/2006/relationships/image" Target="../media/image207.emf"/><Relationship Id="rId33" Type="http://schemas.openxmlformats.org/officeDocument/2006/relationships/oleObject" Target="../embeddings/oleObject226.bin"/><Relationship Id="rId32" Type="http://schemas.openxmlformats.org/officeDocument/2006/relationships/image" Target="../media/image206.emf"/><Relationship Id="rId31" Type="http://schemas.openxmlformats.org/officeDocument/2006/relationships/oleObject" Target="../embeddings/oleObject225.bin"/><Relationship Id="rId30" Type="http://schemas.openxmlformats.org/officeDocument/2006/relationships/image" Target="../media/image205.emf"/><Relationship Id="rId3" Type="http://schemas.openxmlformats.org/officeDocument/2006/relationships/image" Target="../media/image192.png"/><Relationship Id="rId29" Type="http://schemas.openxmlformats.org/officeDocument/2006/relationships/oleObject" Target="../embeddings/oleObject224.bin"/><Relationship Id="rId28" Type="http://schemas.openxmlformats.org/officeDocument/2006/relationships/image" Target="../media/image204.emf"/><Relationship Id="rId27" Type="http://schemas.openxmlformats.org/officeDocument/2006/relationships/oleObject" Target="../embeddings/oleObject223.bin"/><Relationship Id="rId26" Type="http://schemas.openxmlformats.org/officeDocument/2006/relationships/image" Target="../media/image203.emf"/><Relationship Id="rId25" Type="http://schemas.openxmlformats.org/officeDocument/2006/relationships/oleObject" Target="../embeddings/oleObject222.bin"/><Relationship Id="rId24" Type="http://schemas.openxmlformats.org/officeDocument/2006/relationships/image" Target="../media/image202.emf"/><Relationship Id="rId23" Type="http://schemas.openxmlformats.org/officeDocument/2006/relationships/oleObject" Target="../embeddings/oleObject221.bin"/><Relationship Id="rId22" Type="http://schemas.openxmlformats.org/officeDocument/2006/relationships/image" Target="../media/image201.emf"/><Relationship Id="rId21" Type="http://schemas.openxmlformats.org/officeDocument/2006/relationships/oleObject" Target="../embeddings/oleObject220.bin"/><Relationship Id="rId20" Type="http://schemas.openxmlformats.org/officeDocument/2006/relationships/image" Target="../media/image200.emf"/><Relationship Id="rId2" Type="http://schemas.openxmlformats.org/officeDocument/2006/relationships/image" Target="../media/image191.wmf"/><Relationship Id="rId19" Type="http://schemas.openxmlformats.org/officeDocument/2006/relationships/oleObject" Target="../embeddings/oleObject219.bin"/><Relationship Id="rId18" Type="http://schemas.openxmlformats.org/officeDocument/2006/relationships/image" Target="../media/image199.emf"/><Relationship Id="rId17" Type="http://schemas.openxmlformats.org/officeDocument/2006/relationships/oleObject" Target="../embeddings/oleObject218.bin"/><Relationship Id="rId16" Type="http://schemas.openxmlformats.org/officeDocument/2006/relationships/image" Target="../media/image198.emf"/><Relationship Id="rId15" Type="http://schemas.openxmlformats.org/officeDocument/2006/relationships/oleObject" Target="../embeddings/oleObject217.bin"/><Relationship Id="rId14" Type="http://schemas.openxmlformats.org/officeDocument/2006/relationships/image" Target="../media/image197.emf"/><Relationship Id="rId13" Type="http://schemas.openxmlformats.org/officeDocument/2006/relationships/oleObject" Target="../embeddings/oleObject216.bin"/><Relationship Id="rId12" Type="http://schemas.openxmlformats.org/officeDocument/2006/relationships/image" Target="../media/image196.emf"/><Relationship Id="rId11" Type="http://schemas.openxmlformats.org/officeDocument/2006/relationships/oleObject" Target="../embeddings/oleObject215.bin"/><Relationship Id="rId10" Type="http://schemas.openxmlformats.org/officeDocument/2006/relationships/image" Target="../media/image195.wmf"/><Relationship Id="rId1" Type="http://schemas.openxmlformats.org/officeDocument/2006/relationships/oleObject" Target="../embeddings/oleObject210.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28.vml"/><Relationship Id="rId7" Type="http://schemas.openxmlformats.org/officeDocument/2006/relationships/slideLayout" Target="../slideLayouts/slideLayout7.xml"/><Relationship Id="rId6" Type="http://schemas.openxmlformats.org/officeDocument/2006/relationships/image" Target="../media/image210.wmf"/><Relationship Id="rId5" Type="http://schemas.openxmlformats.org/officeDocument/2006/relationships/oleObject" Target="../embeddings/oleObject230.bin"/><Relationship Id="rId4" Type="http://schemas.openxmlformats.org/officeDocument/2006/relationships/image" Target="../media/image209.emf"/><Relationship Id="rId3" Type="http://schemas.openxmlformats.org/officeDocument/2006/relationships/oleObject" Target="../embeddings/oleObject229.bin"/><Relationship Id="rId2" Type="http://schemas.openxmlformats.org/officeDocument/2006/relationships/image" Target="../media/image208.emf"/><Relationship Id="rId1" Type="http://schemas.openxmlformats.org/officeDocument/2006/relationships/oleObject" Target="../embeddings/oleObject228.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235.bin"/><Relationship Id="rId8" Type="http://schemas.openxmlformats.org/officeDocument/2006/relationships/image" Target="../media/image212.emf"/><Relationship Id="rId7" Type="http://schemas.openxmlformats.org/officeDocument/2006/relationships/oleObject" Target="../embeddings/oleObject234.bin"/><Relationship Id="rId6" Type="http://schemas.openxmlformats.org/officeDocument/2006/relationships/image" Target="../media/image209.emf"/><Relationship Id="rId5" Type="http://schemas.openxmlformats.org/officeDocument/2006/relationships/oleObject" Target="../embeddings/oleObject233.bin"/><Relationship Id="rId4" Type="http://schemas.openxmlformats.org/officeDocument/2006/relationships/image" Target="../media/image208.emf"/><Relationship Id="rId3" Type="http://schemas.openxmlformats.org/officeDocument/2006/relationships/oleObject" Target="../embeddings/oleObject232.bin"/><Relationship Id="rId2" Type="http://schemas.openxmlformats.org/officeDocument/2006/relationships/image" Target="../media/image211.wmf"/><Relationship Id="rId16" Type="http://schemas.openxmlformats.org/officeDocument/2006/relationships/vmlDrawing" Target="../drawings/vmlDrawing29.vml"/><Relationship Id="rId15" Type="http://schemas.openxmlformats.org/officeDocument/2006/relationships/slideLayout" Target="../slideLayouts/slideLayout43.xml"/><Relationship Id="rId14" Type="http://schemas.openxmlformats.org/officeDocument/2006/relationships/image" Target="../media/image215.emf"/><Relationship Id="rId13" Type="http://schemas.openxmlformats.org/officeDocument/2006/relationships/oleObject" Target="../embeddings/oleObject237.bin"/><Relationship Id="rId12" Type="http://schemas.openxmlformats.org/officeDocument/2006/relationships/image" Target="../media/image214.emf"/><Relationship Id="rId11" Type="http://schemas.openxmlformats.org/officeDocument/2006/relationships/oleObject" Target="../embeddings/oleObject236.bin"/><Relationship Id="rId10" Type="http://schemas.openxmlformats.org/officeDocument/2006/relationships/image" Target="../media/image213.emf"/><Relationship Id="rId1" Type="http://schemas.openxmlformats.org/officeDocument/2006/relationships/oleObject" Target="../embeddings/oleObject231.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43.bin"/><Relationship Id="rId8" Type="http://schemas.openxmlformats.org/officeDocument/2006/relationships/oleObject" Target="../embeddings/oleObject242.bin"/><Relationship Id="rId7" Type="http://schemas.openxmlformats.org/officeDocument/2006/relationships/oleObject" Target="../embeddings/oleObject241.bin"/><Relationship Id="rId6" Type="http://schemas.openxmlformats.org/officeDocument/2006/relationships/image" Target="../media/image218.wmf"/><Relationship Id="rId5" Type="http://schemas.openxmlformats.org/officeDocument/2006/relationships/oleObject" Target="../embeddings/oleObject240.bin"/><Relationship Id="rId4" Type="http://schemas.openxmlformats.org/officeDocument/2006/relationships/image" Target="../media/image217.wmf"/><Relationship Id="rId3" Type="http://schemas.openxmlformats.org/officeDocument/2006/relationships/oleObject" Target="../embeddings/oleObject239.bin"/><Relationship Id="rId21" Type="http://schemas.openxmlformats.org/officeDocument/2006/relationships/vmlDrawing" Target="../drawings/vmlDrawing30.vml"/><Relationship Id="rId20" Type="http://schemas.openxmlformats.org/officeDocument/2006/relationships/slideLayout" Target="../slideLayouts/slideLayout38.xml"/><Relationship Id="rId2" Type="http://schemas.openxmlformats.org/officeDocument/2006/relationships/image" Target="../media/image216.wmf"/><Relationship Id="rId19" Type="http://schemas.openxmlformats.org/officeDocument/2006/relationships/image" Target="../media/image223.wmf"/><Relationship Id="rId18" Type="http://schemas.openxmlformats.org/officeDocument/2006/relationships/oleObject" Target="../embeddings/oleObject248.bin"/><Relationship Id="rId17" Type="http://schemas.openxmlformats.org/officeDocument/2006/relationships/image" Target="../media/image222.wmf"/><Relationship Id="rId16" Type="http://schemas.openxmlformats.org/officeDocument/2006/relationships/oleObject" Target="../embeddings/oleObject247.bin"/><Relationship Id="rId15" Type="http://schemas.openxmlformats.org/officeDocument/2006/relationships/image" Target="../media/image221.wmf"/><Relationship Id="rId14" Type="http://schemas.openxmlformats.org/officeDocument/2006/relationships/oleObject" Target="../embeddings/oleObject246.bin"/><Relationship Id="rId13" Type="http://schemas.openxmlformats.org/officeDocument/2006/relationships/image" Target="../media/image220.wmf"/><Relationship Id="rId12" Type="http://schemas.openxmlformats.org/officeDocument/2006/relationships/oleObject" Target="../embeddings/oleObject245.bin"/><Relationship Id="rId11" Type="http://schemas.openxmlformats.org/officeDocument/2006/relationships/oleObject" Target="../embeddings/oleObject244.bin"/><Relationship Id="rId10" Type="http://schemas.openxmlformats.org/officeDocument/2006/relationships/image" Target="../media/image219.wmf"/><Relationship Id="rId1" Type="http://schemas.openxmlformats.org/officeDocument/2006/relationships/oleObject" Target="../embeddings/oleObject238.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53.bin"/><Relationship Id="rId8" Type="http://schemas.openxmlformats.org/officeDocument/2006/relationships/image" Target="../media/image227.emf"/><Relationship Id="rId7" Type="http://schemas.openxmlformats.org/officeDocument/2006/relationships/oleObject" Target="../embeddings/oleObject252.bin"/><Relationship Id="rId60" Type="http://schemas.openxmlformats.org/officeDocument/2006/relationships/vmlDrawing" Target="../drawings/vmlDrawing31.vml"/><Relationship Id="rId6" Type="http://schemas.openxmlformats.org/officeDocument/2006/relationships/image" Target="../media/image226.emf"/><Relationship Id="rId59" Type="http://schemas.openxmlformats.org/officeDocument/2006/relationships/slideLayout" Target="../slideLayouts/slideLayout7.xml"/><Relationship Id="rId58" Type="http://schemas.openxmlformats.org/officeDocument/2006/relationships/image" Target="../media/image252.emf"/><Relationship Id="rId57" Type="http://schemas.openxmlformats.org/officeDocument/2006/relationships/oleObject" Target="../embeddings/oleObject277.bin"/><Relationship Id="rId56" Type="http://schemas.openxmlformats.org/officeDocument/2006/relationships/image" Target="../media/image251.wmf"/><Relationship Id="rId55" Type="http://schemas.openxmlformats.org/officeDocument/2006/relationships/oleObject" Target="../embeddings/oleObject276.bin"/><Relationship Id="rId54" Type="http://schemas.openxmlformats.org/officeDocument/2006/relationships/image" Target="../media/image250.wmf"/><Relationship Id="rId53" Type="http://schemas.openxmlformats.org/officeDocument/2006/relationships/oleObject" Target="../embeddings/oleObject275.bin"/><Relationship Id="rId52" Type="http://schemas.openxmlformats.org/officeDocument/2006/relationships/image" Target="../media/image249.emf"/><Relationship Id="rId51" Type="http://schemas.openxmlformats.org/officeDocument/2006/relationships/oleObject" Target="../embeddings/oleObject274.bin"/><Relationship Id="rId50" Type="http://schemas.openxmlformats.org/officeDocument/2006/relationships/image" Target="../media/image248.emf"/><Relationship Id="rId5" Type="http://schemas.openxmlformats.org/officeDocument/2006/relationships/oleObject" Target="../embeddings/oleObject251.bin"/><Relationship Id="rId49" Type="http://schemas.openxmlformats.org/officeDocument/2006/relationships/oleObject" Target="../embeddings/oleObject273.bin"/><Relationship Id="rId48" Type="http://schemas.openxmlformats.org/officeDocument/2006/relationships/image" Target="../media/image247.emf"/><Relationship Id="rId47" Type="http://schemas.openxmlformats.org/officeDocument/2006/relationships/oleObject" Target="../embeddings/oleObject272.bin"/><Relationship Id="rId46" Type="http://schemas.openxmlformats.org/officeDocument/2006/relationships/image" Target="../media/image246.emf"/><Relationship Id="rId45" Type="http://schemas.openxmlformats.org/officeDocument/2006/relationships/oleObject" Target="../embeddings/oleObject271.bin"/><Relationship Id="rId44" Type="http://schemas.openxmlformats.org/officeDocument/2006/relationships/image" Target="../media/image245.emf"/><Relationship Id="rId43" Type="http://schemas.openxmlformats.org/officeDocument/2006/relationships/oleObject" Target="../embeddings/oleObject270.bin"/><Relationship Id="rId42" Type="http://schemas.openxmlformats.org/officeDocument/2006/relationships/image" Target="../media/image244.emf"/><Relationship Id="rId41" Type="http://schemas.openxmlformats.org/officeDocument/2006/relationships/oleObject" Target="../embeddings/oleObject269.bin"/><Relationship Id="rId40" Type="http://schemas.openxmlformats.org/officeDocument/2006/relationships/image" Target="../media/image243.emf"/><Relationship Id="rId4" Type="http://schemas.openxmlformats.org/officeDocument/2006/relationships/image" Target="../media/image225.emf"/><Relationship Id="rId39" Type="http://schemas.openxmlformats.org/officeDocument/2006/relationships/oleObject" Target="../embeddings/oleObject268.bin"/><Relationship Id="rId38" Type="http://schemas.openxmlformats.org/officeDocument/2006/relationships/image" Target="../media/image242.emf"/><Relationship Id="rId37" Type="http://schemas.openxmlformats.org/officeDocument/2006/relationships/oleObject" Target="../embeddings/oleObject267.bin"/><Relationship Id="rId36" Type="http://schemas.openxmlformats.org/officeDocument/2006/relationships/image" Target="../media/image241.emf"/><Relationship Id="rId35" Type="http://schemas.openxmlformats.org/officeDocument/2006/relationships/oleObject" Target="../embeddings/oleObject266.bin"/><Relationship Id="rId34" Type="http://schemas.openxmlformats.org/officeDocument/2006/relationships/image" Target="../media/image240.emf"/><Relationship Id="rId33" Type="http://schemas.openxmlformats.org/officeDocument/2006/relationships/oleObject" Target="../embeddings/oleObject265.bin"/><Relationship Id="rId32" Type="http://schemas.openxmlformats.org/officeDocument/2006/relationships/image" Target="../media/image239.emf"/><Relationship Id="rId31" Type="http://schemas.openxmlformats.org/officeDocument/2006/relationships/oleObject" Target="../embeddings/oleObject264.bin"/><Relationship Id="rId30" Type="http://schemas.openxmlformats.org/officeDocument/2006/relationships/image" Target="../media/image238.emf"/><Relationship Id="rId3" Type="http://schemas.openxmlformats.org/officeDocument/2006/relationships/oleObject" Target="../embeddings/oleObject250.bin"/><Relationship Id="rId29" Type="http://schemas.openxmlformats.org/officeDocument/2006/relationships/oleObject" Target="../embeddings/oleObject263.bin"/><Relationship Id="rId28" Type="http://schemas.openxmlformats.org/officeDocument/2006/relationships/image" Target="../media/image237.emf"/><Relationship Id="rId27" Type="http://schemas.openxmlformats.org/officeDocument/2006/relationships/oleObject" Target="../embeddings/oleObject262.bin"/><Relationship Id="rId26" Type="http://schemas.openxmlformats.org/officeDocument/2006/relationships/image" Target="../media/image236.emf"/><Relationship Id="rId25" Type="http://schemas.openxmlformats.org/officeDocument/2006/relationships/oleObject" Target="../embeddings/oleObject261.bin"/><Relationship Id="rId24" Type="http://schemas.openxmlformats.org/officeDocument/2006/relationships/image" Target="../media/image235.emf"/><Relationship Id="rId23" Type="http://schemas.openxmlformats.org/officeDocument/2006/relationships/oleObject" Target="../embeddings/oleObject260.bin"/><Relationship Id="rId22" Type="http://schemas.openxmlformats.org/officeDocument/2006/relationships/image" Target="../media/image234.emf"/><Relationship Id="rId21" Type="http://schemas.openxmlformats.org/officeDocument/2006/relationships/oleObject" Target="../embeddings/oleObject259.bin"/><Relationship Id="rId20" Type="http://schemas.openxmlformats.org/officeDocument/2006/relationships/image" Target="../media/image233.emf"/><Relationship Id="rId2" Type="http://schemas.openxmlformats.org/officeDocument/2006/relationships/image" Target="../media/image224.emf"/><Relationship Id="rId19" Type="http://schemas.openxmlformats.org/officeDocument/2006/relationships/oleObject" Target="../embeddings/oleObject258.bin"/><Relationship Id="rId18" Type="http://schemas.openxmlformats.org/officeDocument/2006/relationships/image" Target="../media/image232.emf"/><Relationship Id="rId17" Type="http://schemas.openxmlformats.org/officeDocument/2006/relationships/oleObject" Target="../embeddings/oleObject257.bin"/><Relationship Id="rId16" Type="http://schemas.openxmlformats.org/officeDocument/2006/relationships/image" Target="../media/image231.emf"/><Relationship Id="rId15" Type="http://schemas.openxmlformats.org/officeDocument/2006/relationships/oleObject" Target="../embeddings/oleObject256.bin"/><Relationship Id="rId14" Type="http://schemas.openxmlformats.org/officeDocument/2006/relationships/image" Target="../media/image230.emf"/><Relationship Id="rId13" Type="http://schemas.openxmlformats.org/officeDocument/2006/relationships/oleObject" Target="../embeddings/oleObject255.bin"/><Relationship Id="rId12" Type="http://schemas.openxmlformats.org/officeDocument/2006/relationships/image" Target="../media/image229.emf"/><Relationship Id="rId11" Type="http://schemas.openxmlformats.org/officeDocument/2006/relationships/oleObject" Target="../embeddings/oleObject254.bin"/><Relationship Id="rId10" Type="http://schemas.openxmlformats.org/officeDocument/2006/relationships/image" Target="../media/image228.emf"/><Relationship Id="rId1" Type="http://schemas.openxmlformats.org/officeDocument/2006/relationships/oleObject" Target="../embeddings/oleObject249.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282.bin"/><Relationship Id="rId8" Type="http://schemas.openxmlformats.org/officeDocument/2006/relationships/image" Target="../media/image256.emf"/><Relationship Id="rId7" Type="http://schemas.openxmlformats.org/officeDocument/2006/relationships/oleObject" Target="../embeddings/oleObject281.bin"/><Relationship Id="rId6" Type="http://schemas.openxmlformats.org/officeDocument/2006/relationships/image" Target="../media/image255.emf"/><Relationship Id="rId5" Type="http://schemas.openxmlformats.org/officeDocument/2006/relationships/oleObject" Target="../embeddings/oleObject280.bin"/><Relationship Id="rId4" Type="http://schemas.openxmlformats.org/officeDocument/2006/relationships/image" Target="../media/image254.emf"/><Relationship Id="rId3" Type="http://schemas.openxmlformats.org/officeDocument/2006/relationships/oleObject" Target="../embeddings/oleObject279.bin"/><Relationship Id="rId2" Type="http://schemas.openxmlformats.org/officeDocument/2006/relationships/image" Target="../media/image253.wmf"/><Relationship Id="rId16" Type="http://schemas.openxmlformats.org/officeDocument/2006/relationships/vmlDrawing" Target="../drawings/vmlDrawing32.vml"/><Relationship Id="rId15" Type="http://schemas.openxmlformats.org/officeDocument/2006/relationships/slideLayout" Target="../slideLayouts/slideLayout7.xml"/><Relationship Id="rId14" Type="http://schemas.openxmlformats.org/officeDocument/2006/relationships/image" Target="../media/image259.emf"/><Relationship Id="rId13" Type="http://schemas.openxmlformats.org/officeDocument/2006/relationships/oleObject" Target="../embeddings/oleObject284.bin"/><Relationship Id="rId12" Type="http://schemas.openxmlformats.org/officeDocument/2006/relationships/image" Target="../media/image258.emf"/><Relationship Id="rId11" Type="http://schemas.openxmlformats.org/officeDocument/2006/relationships/oleObject" Target="../embeddings/oleObject283.bin"/><Relationship Id="rId10" Type="http://schemas.openxmlformats.org/officeDocument/2006/relationships/image" Target="../media/image257.emf"/><Relationship Id="rId1" Type="http://schemas.openxmlformats.org/officeDocument/2006/relationships/oleObject" Target="../embeddings/oleObject278.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289.bin"/><Relationship Id="rId8" Type="http://schemas.openxmlformats.org/officeDocument/2006/relationships/image" Target="../media/image263.wmf"/><Relationship Id="rId7" Type="http://schemas.openxmlformats.org/officeDocument/2006/relationships/oleObject" Target="../embeddings/oleObject288.bin"/><Relationship Id="rId6" Type="http://schemas.openxmlformats.org/officeDocument/2006/relationships/image" Target="../media/image262.wmf"/><Relationship Id="rId5" Type="http://schemas.openxmlformats.org/officeDocument/2006/relationships/oleObject" Target="../embeddings/oleObject287.bin"/><Relationship Id="rId4" Type="http://schemas.openxmlformats.org/officeDocument/2006/relationships/image" Target="../media/image261.emf"/><Relationship Id="rId3" Type="http://schemas.openxmlformats.org/officeDocument/2006/relationships/oleObject" Target="../embeddings/oleObject286.bin"/><Relationship Id="rId20" Type="http://schemas.openxmlformats.org/officeDocument/2006/relationships/vmlDrawing" Target="../drawings/vmlDrawing33.vml"/><Relationship Id="rId2" Type="http://schemas.openxmlformats.org/officeDocument/2006/relationships/image" Target="../media/image260.emf"/><Relationship Id="rId19" Type="http://schemas.openxmlformats.org/officeDocument/2006/relationships/slideLayout" Target="../slideLayouts/slideLayout7.xml"/><Relationship Id="rId18" Type="http://schemas.openxmlformats.org/officeDocument/2006/relationships/oleObject" Target="../embeddings/oleObject294.bin"/><Relationship Id="rId17" Type="http://schemas.openxmlformats.org/officeDocument/2006/relationships/oleObject" Target="../embeddings/oleObject293.bin"/><Relationship Id="rId16" Type="http://schemas.openxmlformats.org/officeDocument/2006/relationships/image" Target="../media/image267.wmf"/><Relationship Id="rId15" Type="http://schemas.openxmlformats.org/officeDocument/2006/relationships/oleObject" Target="../embeddings/oleObject292.bin"/><Relationship Id="rId14" Type="http://schemas.openxmlformats.org/officeDocument/2006/relationships/image" Target="../media/image266.emf"/><Relationship Id="rId13" Type="http://schemas.openxmlformats.org/officeDocument/2006/relationships/oleObject" Target="../embeddings/oleObject291.bin"/><Relationship Id="rId12" Type="http://schemas.openxmlformats.org/officeDocument/2006/relationships/image" Target="../media/image265.emf"/><Relationship Id="rId11" Type="http://schemas.openxmlformats.org/officeDocument/2006/relationships/oleObject" Target="../embeddings/oleObject290.bin"/><Relationship Id="rId10" Type="http://schemas.openxmlformats.org/officeDocument/2006/relationships/image" Target="../media/image264.wmf"/><Relationship Id="rId1" Type="http://schemas.openxmlformats.org/officeDocument/2006/relationships/oleObject" Target="../embeddings/oleObject285.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302.bin"/><Relationship Id="rId8" Type="http://schemas.openxmlformats.org/officeDocument/2006/relationships/oleObject" Target="../embeddings/oleObject301.bin"/><Relationship Id="rId7" Type="http://schemas.openxmlformats.org/officeDocument/2006/relationships/oleObject" Target="../embeddings/oleObject300.bin"/><Relationship Id="rId6" Type="http://schemas.openxmlformats.org/officeDocument/2006/relationships/oleObject" Target="../embeddings/oleObject299.bin"/><Relationship Id="rId5" Type="http://schemas.openxmlformats.org/officeDocument/2006/relationships/oleObject" Target="../embeddings/oleObject298.bin"/><Relationship Id="rId43" Type="http://schemas.openxmlformats.org/officeDocument/2006/relationships/notesSlide" Target="../notesSlides/notesSlide12.xml"/><Relationship Id="rId42" Type="http://schemas.openxmlformats.org/officeDocument/2006/relationships/vmlDrawing" Target="../drawings/vmlDrawing34.vml"/><Relationship Id="rId41" Type="http://schemas.openxmlformats.org/officeDocument/2006/relationships/slideLayout" Target="../slideLayouts/slideLayout7.xml"/><Relationship Id="rId40" Type="http://schemas.openxmlformats.org/officeDocument/2006/relationships/image" Target="../media/image281.emf"/><Relationship Id="rId4" Type="http://schemas.openxmlformats.org/officeDocument/2006/relationships/oleObject" Target="../embeddings/oleObject297.bin"/><Relationship Id="rId39" Type="http://schemas.openxmlformats.org/officeDocument/2006/relationships/oleObject" Target="../embeddings/oleObject320.bin"/><Relationship Id="rId38" Type="http://schemas.openxmlformats.org/officeDocument/2006/relationships/image" Target="../media/image280.wmf"/><Relationship Id="rId37" Type="http://schemas.openxmlformats.org/officeDocument/2006/relationships/oleObject" Target="../embeddings/oleObject319.bin"/><Relationship Id="rId36" Type="http://schemas.openxmlformats.org/officeDocument/2006/relationships/image" Target="../media/image279.emf"/><Relationship Id="rId35" Type="http://schemas.openxmlformats.org/officeDocument/2006/relationships/oleObject" Target="../embeddings/oleObject318.bin"/><Relationship Id="rId34" Type="http://schemas.openxmlformats.org/officeDocument/2006/relationships/image" Target="../media/image278.wmf"/><Relationship Id="rId33" Type="http://schemas.openxmlformats.org/officeDocument/2006/relationships/oleObject" Target="../embeddings/oleObject317.bin"/><Relationship Id="rId32" Type="http://schemas.openxmlformats.org/officeDocument/2006/relationships/image" Target="../media/image277.emf"/><Relationship Id="rId31" Type="http://schemas.openxmlformats.org/officeDocument/2006/relationships/oleObject" Target="../embeddings/oleObject316.bin"/><Relationship Id="rId30" Type="http://schemas.openxmlformats.org/officeDocument/2006/relationships/image" Target="../media/image276.emf"/><Relationship Id="rId3" Type="http://schemas.openxmlformats.org/officeDocument/2006/relationships/oleObject" Target="../embeddings/oleObject296.bin"/><Relationship Id="rId29" Type="http://schemas.openxmlformats.org/officeDocument/2006/relationships/oleObject" Target="../embeddings/oleObject315.bin"/><Relationship Id="rId28" Type="http://schemas.openxmlformats.org/officeDocument/2006/relationships/image" Target="../media/image275.emf"/><Relationship Id="rId27" Type="http://schemas.openxmlformats.org/officeDocument/2006/relationships/oleObject" Target="../embeddings/oleObject314.bin"/><Relationship Id="rId26" Type="http://schemas.openxmlformats.org/officeDocument/2006/relationships/image" Target="../media/image274.emf"/><Relationship Id="rId25" Type="http://schemas.openxmlformats.org/officeDocument/2006/relationships/oleObject" Target="../embeddings/oleObject313.bin"/><Relationship Id="rId24" Type="http://schemas.openxmlformats.org/officeDocument/2006/relationships/image" Target="../media/image273.emf"/><Relationship Id="rId23" Type="http://schemas.openxmlformats.org/officeDocument/2006/relationships/oleObject" Target="../embeddings/oleObject312.bin"/><Relationship Id="rId22" Type="http://schemas.openxmlformats.org/officeDocument/2006/relationships/image" Target="../media/image272.emf"/><Relationship Id="rId21" Type="http://schemas.openxmlformats.org/officeDocument/2006/relationships/oleObject" Target="../embeddings/oleObject311.bin"/><Relationship Id="rId20" Type="http://schemas.openxmlformats.org/officeDocument/2006/relationships/image" Target="../media/image271.wmf"/><Relationship Id="rId2" Type="http://schemas.openxmlformats.org/officeDocument/2006/relationships/image" Target="../media/image268.wmf"/><Relationship Id="rId19" Type="http://schemas.openxmlformats.org/officeDocument/2006/relationships/oleObject" Target="../embeddings/oleObject310.bin"/><Relationship Id="rId18" Type="http://schemas.openxmlformats.org/officeDocument/2006/relationships/image" Target="../media/image270.wmf"/><Relationship Id="rId17" Type="http://schemas.openxmlformats.org/officeDocument/2006/relationships/oleObject" Target="../embeddings/oleObject309.bin"/><Relationship Id="rId16" Type="http://schemas.openxmlformats.org/officeDocument/2006/relationships/image" Target="../media/image269.wmf"/><Relationship Id="rId15" Type="http://schemas.openxmlformats.org/officeDocument/2006/relationships/oleObject" Target="../embeddings/oleObject308.bin"/><Relationship Id="rId14" Type="http://schemas.openxmlformats.org/officeDocument/2006/relationships/oleObject" Target="../embeddings/oleObject307.bin"/><Relationship Id="rId13" Type="http://schemas.openxmlformats.org/officeDocument/2006/relationships/oleObject" Target="../embeddings/oleObject306.bin"/><Relationship Id="rId12" Type="http://schemas.openxmlformats.org/officeDocument/2006/relationships/oleObject" Target="../embeddings/oleObject305.bin"/><Relationship Id="rId11" Type="http://schemas.openxmlformats.org/officeDocument/2006/relationships/oleObject" Target="../embeddings/oleObject304.bin"/><Relationship Id="rId10" Type="http://schemas.openxmlformats.org/officeDocument/2006/relationships/oleObject" Target="../embeddings/oleObject303.bin"/><Relationship Id="rId1" Type="http://schemas.openxmlformats.org/officeDocument/2006/relationships/oleObject" Target="../embeddings/oleObject295.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325.bin"/><Relationship Id="rId8" Type="http://schemas.openxmlformats.org/officeDocument/2006/relationships/image" Target="../media/image268.wmf"/><Relationship Id="rId7" Type="http://schemas.openxmlformats.org/officeDocument/2006/relationships/oleObject" Target="../embeddings/oleObject324.bin"/><Relationship Id="rId6" Type="http://schemas.openxmlformats.org/officeDocument/2006/relationships/image" Target="../media/image284.emf"/><Relationship Id="rId5" Type="http://schemas.openxmlformats.org/officeDocument/2006/relationships/oleObject" Target="../embeddings/oleObject323.bin"/><Relationship Id="rId42" Type="http://schemas.openxmlformats.org/officeDocument/2006/relationships/vmlDrawing" Target="../drawings/vmlDrawing35.vml"/><Relationship Id="rId41" Type="http://schemas.openxmlformats.org/officeDocument/2006/relationships/slideLayout" Target="../slideLayouts/slideLayout7.xml"/><Relationship Id="rId40" Type="http://schemas.openxmlformats.org/officeDocument/2006/relationships/image" Target="../media/image293.emf"/><Relationship Id="rId4" Type="http://schemas.openxmlformats.org/officeDocument/2006/relationships/image" Target="../media/image283.emf"/><Relationship Id="rId39" Type="http://schemas.openxmlformats.org/officeDocument/2006/relationships/oleObject" Target="../embeddings/oleObject346.bin"/><Relationship Id="rId38" Type="http://schemas.openxmlformats.org/officeDocument/2006/relationships/image" Target="../media/image292.emf"/><Relationship Id="rId37" Type="http://schemas.openxmlformats.org/officeDocument/2006/relationships/oleObject" Target="../embeddings/oleObject345.bin"/><Relationship Id="rId36" Type="http://schemas.openxmlformats.org/officeDocument/2006/relationships/image" Target="../media/image291.emf"/><Relationship Id="rId35" Type="http://schemas.openxmlformats.org/officeDocument/2006/relationships/oleObject" Target="../embeddings/oleObject344.bin"/><Relationship Id="rId34" Type="http://schemas.openxmlformats.org/officeDocument/2006/relationships/image" Target="../media/image290.emf"/><Relationship Id="rId33" Type="http://schemas.openxmlformats.org/officeDocument/2006/relationships/oleObject" Target="../embeddings/oleObject343.bin"/><Relationship Id="rId32" Type="http://schemas.openxmlformats.org/officeDocument/2006/relationships/image" Target="../media/image289.emf"/><Relationship Id="rId31" Type="http://schemas.openxmlformats.org/officeDocument/2006/relationships/oleObject" Target="../embeddings/oleObject342.bin"/><Relationship Id="rId30" Type="http://schemas.openxmlformats.org/officeDocument/2006/relationships/image" Target="../media/image288.emf"/><Relationship Id="rId3" Type="http://schemas.openxmlformats.org/officeDocument/2006/relationships/oleObject" Target="../embeddings/oleObject322.bin"/><Relationship Id="rId29" Type="http://schemas.openxmlformats.org/officeDocument/2006/relationships/oleObject" Target="../embeddings/oleObject341.bin"/><Relationship Id="rId28" Type="http://schemas.openxmlformats.org/officeDocument/2006/relationships/image" Target="../media/image287.emf"/><Relationship Id="rId27" Type="http://schemas.openxmlformats.org/officeDocument/2006/relationships/oleObject" Target="../embeddings/oleObject340.bin"/><Relationship Id="rId26" Type="http://schemas.openxmlformats.org/officeDocument/2006/relationships/image" Target="../media/image286.wmf"/><Relationship Id="rId25" Type="http://schemas.openxmlformats.org/officeDocument/2006/relationships/oleObject" Target="../embeddings/oleObject339.bin"/><Relationship Id="rId24" Type="http://schemas.openxmlformats.org/officeDocument/2006/relationships/image" Target="../media/image285.wmf"/><Relationship Id="rId23" Type="http://schemas.openxmlformats.org/officeDocument/2006/relationships/oleObject" Target="../embeddings/oleObject338.bin"/><Relationship Id="rId22" Type="http://schemas.openxmlformats.org/officeDocument/2006/relationships/image" Target="../media/image269.wmf"/><Relationship Id="rId21" Type="http://schemas.openxmlformats.org/officeDocument/2006/relationships/oleObject" Target="../embeddings/oleObject337.bin"/><Relationship Id="rId20" Type="http://schemas.openxmlformats.org/officeDocument/2006/relationships/oleObject" Target="../embeddings/oleObject336.bin"/><Relationship Id="rId2" Type="http://schemas.openxmlformats.org/officeDocument/2006/relationships/image" Target="../media/image282.emf"/><Relationship Id="rId19" Type="http://schemas.openxmlformats.org/officeDocument/2006/relationships/oleObject" Target="../embeddings/oleObject335.bin"/><Relationship Id="rId18" Type="http://schemas.openxmlformats.org/officeDocument/2006/relationships/oleObject" Target="../embeddings/oleObject334.bin"/><Relationship Id="rId17" Type="http://schemas.openxmlformats.org/officeDocument/2006/relationships/oleObject" Target="../embeddings/oleObject333.bin"/><Relationship Id="rId16" Type="http://schemas.openxmlformats.org/officeDocument/2006/relationships/oleObject" Target="../embeddings/oleObject332.bin"/><Relationship Id="rId15" Type="http://schemas.openxmlformats.org/officeDocument/2006/relationships/oleObject" Target="../embeddings/oleObject331.bin"/><Relationship Id="rId14" Type="http://schemas.openxmlformats.org/officeDocument/2006/relationships/oleObject" Target="../embeddings/oleObject330.bin"/><Relationship Id="rId13" Type="http://schemas.openxmlformats.org/officeDocument/2006/relationships/oleObject" Target="../embeddings/oleObject329.bin"/><Relationship Id="rId12" Type="http://schemas.openxmlformats.org/officeDocument/2006/relationships/oleObject" Target="../embeddings/oleObject328.bin"/><Relationship Id="rId11" Type="http://schemas.openxmlformats.org/officeDocument/2006/relationships/oleObject" Target="../embeddings/oleObject327.bin"/><Relationship Id="rId10" Type="http://schemas.openxmlformats.org/officeDocument/2006/relationships/oleObject" Target="../embeddings/oleObject326.bin"/><Relationship Id="rId1" Type="http://schemas.openxmlformats.org/officeDocument/2006/relationships/oleObject" Target="../embeddings/oleObject321.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351.bin"/><Relationship Id="rId8" Type="http://schemas.openxmlformats.org/officeDocument/2006/relationships/image" Target="../media/image169.wmf"/><Relationship Id="rId7" Type="http://schemas.openxmlformats.org/officeDocument/2006/relationships/oleObject" Target="../embeddings/oleObject350.bin"/><Relationship Id="rId6" Type="http://schemas.openxmlformats.org/officeDocument/2006/relationships/image" Target="../media/image168.wmf"/><Relationship Id="rId5" Type="http://schemas.openxmlformats.org/officeDocument/2006/relationships/oleObject" Target="../embeddings/oleObject349.bin"/><Relationship Id="rId4" Type="http://schemas.openxmlformats.org/officeDocument/2006/relationships/image" Target="../media/image167.wmf"/><Relationship Id="rId3" Type="http://schemas.openxmlformats.org/officeDocument/2006/relationships/oleObject" Target="../embeddings/oleObject348.bin"/><Relationship Id="rId21" Type="http://schemas.openxmlformats.org/officeDocument/2006/relationships/notesSlide" Target="../notesSlides/notesSlide13.xml"/><Relationship Id="rId20" Type="http://schemas.openxmlformats.org/officeDocument/2006/relationships/vmlDrawing" Target="../drawings/vmlDrawing36.vml"/><Relationship Id="rId2" Type="http://schemas.openxmlformats.org/officeDocument/2006/relationships/image" Target="../media/image294.wmf"/><Relationship Id="rId19" Type="http://schemas.openxmlformats.org/officeDocument/2006/relationships/slideLayout" Target="../slideLayouts/slideLayout7.xml"/><Relationship Id="rId18" Type="http://schemas.openxmlformats.org/officeDocument/2006/relationships/image" Target="../media/image298.emf"/><Relationship Id="rId17" Type="http://schemas.openxmlformats.org/officeDocument/2006/relationships/oleObject" Target="../embeddings/oleObject355.bin"/><Relationship Id="rId16" Type="http://schemas.openxmlformats.org/officeDocument/2006/relationships/image" Target="../media/image297.emf"/><Relationship Id="rId15" Type="http://schemas.openxmlformats.org/officeDocument/2006/relationships/oleObject" Target="../embeddings/oleObject354.bin"/><Relationship Id="rId14" Type="http://schemas.openxmlformats.org/officeDocument/2006/relationships/image" Target="../media/image296.wmf"/><Relationship Id="rId13" Type="http://schemas.openxmlformats.org/officeDocument/2006/relationships/oleObject" Target="../embeddings/oleObject353.bin"/><Relationship Id="rId12" Type="http://schemas.openxmlformats.org/officeDocument/2006/relationships/image" Target="../media/image295.wmf"/><Relationship Id="rId11" Type="http://schemas.openxmlformats.org/officeDocument/2006/relationships/oleObject" Target="../embeddings/oleObject352.bin"/><Relationship Id="rId10" Type="http://schemas.openxmlformats.org/officeDocument/2006/relationships/image" Target="../media/image170.wmf"/><Relationship Id="rId1" Type="http://schemas.openxmlformats.org/officeDocument/2006/relationships/oleObject" Target="../embeddings/oleObject347.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360.bin"/><Relationship Id="rId8" Type="http://schemas.openxmlformats.org/officeDocument/2006/relationships/image" Target="../media/image302.emf"/><Relationship Id="rId7" Type="http://schemas.openxmlformats.org/officeDocument/2006/relationships/oleObject" Target="../embeddings/oleObject359.bin"/><Relationship Id="rId6" Type="http://schemas.openxmlformats.org/officeDocument/2006/relationships/image" Target="../media/image301.emf"/><Relationship Id="rId56" Type="http://schemas.openxmlformats.org/officeDocument/2006/relationships/vmlDrawing" Target="../drawings/vmlDrawing37.vml"/><Relationship Id="rId55" Type="http://schemas.openxmlformats.org/officeDocument/2006/relationships/slideLayout" Target="../slideLayouts/slideLayout7.xml"/><Relationship Id="rId54" Type="http://schemas.openxmlformats.org/officeDocument/2006/relationships/image" Target="../media/image325.emf"/><Relationship Id="rId53" Type="http://schemas.openxmlformats.org/officeDocument/2006/relationships/oleObject" Target="../embeddings/oleObject382.bin"/><Relationship Id="rId52" Type="http://schemas.openxmlformats.org/officeDocument/2006/relationships/image" Target="../media/image324.emf"/><Relationship Id="rId51" Type="http://schemas.openxmlformats.org/officeDocument/2006/relationships/oleObject" Target="../embeddings/oleObject381.bin"/><Relationship Id="rId50" Type="http://schemas.openxmlformats.org/officeDocument/2006/relationships/image" Target="../media/image323.emf"/><Relationship Id="rId5" Type="http://schemas.openxmlformats.org/officeDocument/2006/relationships/oleObject" Target="../embeddings/oleObject358.bin"/><Relationship Id="rId49" Type="http://schemas.openxmlformats.org/officeDocument/2006/relationships/oleObject" Target="../embeddings/oleObject380.bin"/><Relationship Id="rId48" Type="http://schemas.openxmlformats.org/officeDocument/2006/relationships/image" Target="../media/image322.emf"/><Relationship Id="rId47" Type="http://schemas.openxmlformats.org/officeDocument/2006/relationships/oleObject" Target="../embeddings/oleObject379.bin"/><Relationship Id="rId46" Type="http://schemas.openxmlformats.org/officeDocument/2006/relationships/image" Target="../media/image321.emf"/><Relationship Id="rId45" Type="http://schemas.openxmlformats.org/officeDocument/2006/relationships/oleObject" Target="../embeddings/oleObject378.bin"/><Relationship Id="rId44" Type="http://schemas.openxmlformats.org/officeDocument/2006/relationships/image" Target="../media/image320.emf"/><Relationship Id="rId43" Type="http://schemas.openxmlformats.org/officeDocument/2006/relationships/oleObject" Target="../embeddings/oleObject377.bin"/><Relationship Id="rId42" Type="http://schemas.openxmlformats.org/officeDocument/2006/relationships/image" Target="../media/image319.emf"/><Relationship Id="rId41" Type="http://schemas.openxmlformats.org/officeDocument/2006/relationships/oleObject" Target="../embeddings/oleObject376.bin"/><Relationship Id="rId40" Type="http://schemas.openxmlformats.org/officeDocument/2006/relationships/image" Target="../media/image318.emf"/><Relationship Id="rId4" Type="http://schemas.openxmlformats.org/officeDocument/2006/relationships/image" Target="../media/image300.emf"/><Relationship Id="rId39" Type="http://schemas.openxmlformats.org/officeDocument/2006/relationships/oleObject" Target="../embeddings/oleObject375.bin"/><Relationship Id="rId38" Type="http://schemas.openxmlformats.org/officeDocument/2006/relationships/image" Target="../media/image317.emf"/><Relationship Id="rId37" Type="http://schemas.openxmlformats.org/officeDocument/2006/relationships/oleObject" Target="../embeddings/oleObject374.bin"/><Relationship Id="rId36" Type="http://schemas.openxmlformats.org/officeDocument/2006/relationships/image" Target="../media/image316.emf"/><Relationship Id="rId35" Type="http://schemas.openxmlformats.org/officeDocument/2006/relationships/oleObject" Target="../embeddings/oleObject373.bin"/><Relationship Id="rId34" Type="http://schemas.openxmlformats.org/officeDocument/2006/relationships/image" Target="../media/image315.emf"/><Relationship Id="rId33" Type="http://schemas.openxmlformats.org/officeDocument/2006/relationships/oleObject" Target="../embeddings/oleObject372.bin"/><Relationship Id="rId32" Type="http://schemas.openxmlformats.org/officeDocument/2006/relationships/image" Target="../media/image314.emf"/><Relationship Id="rId31" Type="http://schemas.openxmlformats.org/officeDocument/2006/relationships/oleObject" Target="../embeddings/oleObject371.bin"/><Relationship Id="rId30" Type="http://schemas.openxmlformats.org/officeDocument/2006/relationships/image" Target="../media/image313.emf"/><Relationship Id="rId3" Type="http://schemas.openxmlformats.org/officeDocument/2006/relationships/oleObject" Target="../embeddings/oleObject357.bin"/><Relationship Id="rId29" Type="http://schemas.openxmlformats.org/officeDocument/2006/relationships/oleObject" Target="../embeddings/oleObject370.bin"/><Relationship Id="rId28" Type="http://schemas.openxmlformats.org/officeDocument/2006/relationships/image" Target="../media/image312.emf"/><Relationship Id="rId27" Type="http://schemas.openxmlformats.org/officeDocument/2006/relationships/oleObject" Target="../embeddings/oleObject369.bin"/><Relationship Id="rId26" Type="http://schemas.openxmlformats.org/officeDocument/2006/relationships/image" Target="../media/image311.emf"/><Relationship Id="rId25" Type="http://schemas.openxmlformats.org/officeDocument/2006/relationships/oleObject" Target="../embeddings/oleObject368.bin"/><Relationship Id="rId24" Type="http://schemas.openxmlformats.org/officeDocument/2006/relationships/image" Target="../media/image310.emf"/><Relationship Id="rId23" Type="http://schemas.openxmlformats.org/officeDocument/2006/relationships/oleObject" Target="../embeddings/oleObject367.bin"/><Relationship Id="rId22" Type="http://schemas.openxmlformats.org/officeDocument/2006/relationships/image" Target="../media/image309.emf"/><Relationship Id="rId21" Type="http://schemas.openxmlformats.org/officeDocument/2006/relationships/oleObject" Target="../embeddings/oleObject366.bin"/><Relationship Id="rId20" Type="http://schemas.openxmlformats.org/officeDocument/2006/relationships/image" Target="../media/image308.emf"/><Relationship Id="rId2" Type="http://schemas.openxmlformats.org/officeDocument/2006/relationships/image" Target="../media/image299.emf"/><Relationship Id="rId19" Type="http://schemas.openxmlformats.org/officeDocument/2006/relationships/oleObject" Target="../embeddings/oleObject365.bin"/><Relationship Id="rId18" Type="http://schemas.openxmlformats.org/officeDocument/2006/relationships/image" Target="../media/image307.emf"/><Relationship Id="rId17" Type="http://schemas.openxmlformats.org/officeDocument/2006/relationships/oleObject" Target="../embeddings/oleObject364.bin"/><Relationship Id="rId16" Type="http://schemas.openxmlformats.org/officeDocument/2006/relationships/image" Target="../media/image306.emf"/><Relationship Id="rId15" Type="http://schemas.openxmlformats.org/officeDocument/2006/relationships/oleObject" Target="../embeddings/oleObject363.bin"/><Relationship Id="rId14" Type="http://schemas.openxmlformats.org/officeDocument/2006/relationships/image" Target="../media/image305.emf"/><Relationship Id="rId13" Type="http://schemas.openxmlformats.org/officeDocument/2006/relationships/oleObject" Target="../embeddings/oleObject362.bin"/><Relationship Id="rId12" Type="http://schemas.openxmlformats.org/officeDocument/2006/relationships/image" Target="../media/image304.emf"/><Relationship Id="rId11" Type="http://schemas.openxmlformats.org/officeDocument/2006/relationships/oleObject" Target="../embeddings/oleObject361.bin"/><Relationship Id="rId10" Type="http://schemas.openxmlformats.org/officeDocument/2006/relationships/image" Target="../media/image303.emf"/><Relationship Id="rId1" Type="http://schemas.openxmlformats.org/officeDocument/2006/relationships/oleObject" Target="../embeddings/oleObject356.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387.bin"/><Relationship Id="rId8" Type="http://schemas.openxmlformats.org/officeDocument/2006/relationships/image" Target="../media/image329.emf"/><Relationship Id="rId7" Type="http://schemas.openxmlformats.org/officeDocument/2006/relationships/oleObject" Target="../embeddings/oleObject386.bin"/><Relationship Id="rId6" Type="http://schemas.openxmlformats.org/officeDocument/2006/relationships/image" Target="../media/image328.wmf"/><Relationship Id="rId5" Type="http://schemas.openxmlformats.org/officeDocument/2006/relationships/oleObject" Target="../embeddings/oleObject385.bin"/><Relationship Id="rId4" Type="http://schemas.openxmlformats.org/officeDocument/2006/relationships/image" Target="../media/image327.wmf"/><Relationship Id="rId3" Type="http://schemas.openxmlformats.org/officeDocument/2006/relationships/oleObject" Target="../embeddings/oleObject384.bin"/><Relationship Id="rId24" Type="http://schemas.openxmlformats.org/officeDocument/2006/relationships/vmlDrawing" Target="../drawings/vmlDrawing38.vml"/><Relationship Id="rId23" Type="http://schemas.openxmlformats.org/officeDocument/2006/relationships/slideLayout" Target="../slideLayouts/slideLayout7.xml"/><Relationship Id="rId22" Type="http://schemas.openxmlformats.org/officeDocument/2006/relationships/image" Target="../media/image336.emf"/><Relationship Id="rId21" Type="http://schemas.openxmlformats.org/officeDocument/2006/relationships/oleObject" Target="../embeddings/oleObject393.bin"/><Relationship Id="rId20" Type="http://schemas.openxmlformats.org/officeDocument/2006/relationships/image" Target="../media/image335.emf"/><Relationship Id="rId2" Type="http://schemas.openxmlformats.org/officeDocument/2006/relationships/image" Target="../media/image326.wmf"/><Relationship Id="rId19" Type="http://schemas.openxmlformats.org/officeDocument/2006/relationships/oleObject" Target="../embeddings/oleObject392.bin"/><Relationship Id="rId18" Type="http://schemas.openxmlformats.org/officeDocument/2006/relationships/image" Target="../media/image334.emf"/><Relationship Id="rId17" Type="http://schemas.openxmlformats.org/officeDocument/2006/relationships/oleObject" Target="../embeddings/oleObject391.bin"/><Relationship Id="rId16" Type="http://schemas.openxmlformats.org/officeDocument/2006/relationships/image" Target="../media/image333.emf"/><Relationship Id="rId15" Type="http://schemas.openxmlformats.org/officeDocument/2006/relationships/oleObject" Target="../embeddings/oleObject390.bin"/><Relationship Id="rId14" Type="http://schemas.openxmlformats.org/officeDocument/2006/relationships/image" Target="../media/image332.emf"/><Relationship Id="rId13" Type="http://schemas.openxmlformats.org/officeDocument/2006/relationships/oleObject" Target="../embeddings/oleObject389.bin"/><Relationship Id="rId12" Type="http://schemas.openxmlformats.org/officeDocument/2006/relationships/image" Target="../media/image331.emf"/><Relationship Id="rId11" Type="http://schemas.openxmlformats.org/officeDocument/2006/relationships/oleObject" Target="../embeddings/oleObject388.bin"/><Relationship Id="rId10" Type="http://schemas.openxmlformats.org/officeDocument/2006/relationships/image" Target="../media/image330.emf"/><Relationship Id="rId1" Type="http://schemas.openxmlformats.org/officeDocument/2006/relationships/oleObject" Target="../embeddings/oleObject383.bin"/></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40.wmf"/><Relationship Id="rId7" Type="http://schemas.openxmlformats.org/officeDocument/2006/relationships/oleObject" Target="../embeddings/oleObject397.bin"/><Relationship Id="rId6" Type="http://schemas.openxmlformats.org/officeDocument/2006/relationships/image" Target="../media/image339.wmf"/><Relationship Id="rId5" Type="http://schemas.openxmlformats.org/officeDocument/2006/relationships/oleObject" Target="../embeddings/oleObject396.bin"/><Relationship Id="rId4" Type="http://schemas.openxmlformats.org/officeDocument/2006/relationships/image" Target="../media/image338.wmf"/><Relationship Id="rId3" Type="http://schemas.openxmlformats.org/officeDocument/2006/relationships/oleObject" Target="../embeddings/oleObject395.bin"/><Relationship Id="rId2" Type="http://schemas.openxmlformats.org/officeDocument/2006/relationships/image" Target="../media/image337.wmf"/><Relationship Id="rId10" Type="http://schemas.openxmlformats.org/officeDocument/2006/relationships/vmlDrawing" Target="../drawings/vmlDrawing39.vml"/><Relationship Id="rId1" Type="http://schemas.openxmlformats.org/officeDocument/2006/relationships/oleObject" Target="../embeddings/oleObject394.bin"/></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1.xml"/><Relationship Id="rId4" Type="http://schemas.openxmlformats.org/officeDocument/2006/relationships/image" Target="../media/image342.wmf"/><Relationship Id="rId3" Type="http://schemas.openxmlformats.org/officeDocument/2006/relationships/oleObject" Target="../embeddings/oleObject399.bin"/><Relationship Id="rId2" Type="http://schemas.openxmlformats.org/officeDocument/2006/relationships/image" Target="../media/image341.wmf"/><Relationship Id="rId1" Type="http://schemas.openxmlformats.org/officeDocument/2006/relationships/oleObject" Target="../embeddings/oleObject398.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404.bin"/><Relationship Id="rId8" Type="http://schemas.openxmlformats.org/officeDocument/2006/relationships/image" Target="../media/image346.wmf"/><Relationship Id="rId7" Type="http://schemas.openxmlformats.org/officeDocument/2006/relationships/oleObject" Target="../embeddings/oleObject403.bin"/><Relationship Id="rId6" Type="http://schemas.openxmlformats.org/officeDocument/2006/relationships/image" Target="../media/image345.wmf"/><Relationship Id="rId5" Type="http://schemas.openxmlformats.org/officeDocument/2006/relationships/oleObject" Target="../embeddings/oleObject402.bin"/><Relationship Id="rId4" Type="http://schemas.openxmlformats.org/officeDocument/2006/relationships/image" Target="../media/image344.wmf"/><Relationship Id="rId3" Type="http://schemas.openxmlformats.org/officeDocument/2006/relationships/oleObject" Target="../embeddings/oleObject401.bin"/><Relationship Id="rId24" Type="http://schemas.openxmlformats.org/officeDocument/2006/relationships/vmlDrawing" Target="../drawings/vmlDrawing41.vml"/><Relationship Id="rId23" Type="http://schemas.openxmlformats.org/officeDocument/2006/relationships/slideLayout" Target="../slideLayouts/slideLayout7.xml"/><Relationship Id="rId22" Type="http://schemas.openxmlformats.org/officeDocument/2006/relationships/image" Target="../media/image353.wmf"/><Relationship Id="rId21" Type="http://schemas.openxmlformats.org/officeDocument/2006/relationships/oleObject" Target="../embeddings/oleObject410.bin"/><Relationship Id="rId20" Type="http://schemas.openxmlformats.org/officeDocument/2006/relationships/image" Target="../media/image352.wmf"/><Relationship Id="rId2" Type="http://schemas.openxmlformats.org/officeDocument/2006/relationships/image" Target="../media/image343.wmf"/><Relationship Id="rId19" Type="http://schemas.openxmlformats.org/officeDocument/2006/relationships/oleObject" Target="../embeddings/oleObject409.bin"/><Relationship Id="rId18" Type="http://schemas.openxmlformats.org/officeDocument/2006/relationships/image" Target="../media/image351.wmf"/><Relationship Id="rId17" Type="http://schemas.openxmlformats.org/officeDocument/2006/relationships/oleObject" Target="../embeddings/oleObject408.bin"/><Relationship Id="rId16" Type="http://schemas.openxmlformats.org/officeDocument/2006/relationships/image" Target="../media/image350.wmf"/><Relationship Id="rId15" Type="http://schemas.openxmlformats.org/officeDocument/2006/relationships/oleObject" Target="../embeddings/oleObject407.bin"/><Relationship Id="rId14" Type="http://schemas.openxmlformats.org/officeDocument/2006/relationships/image" Target="../media/image349.wmf"/><Relationship Id="rId13" Type="http://schemas.openxmlformats.org/officeDocument/2006/relationships/oleObject" Target="../embeddings/oleObject406.bin"/><Relationship Id="rId12" Type="http://schemas.openxmlformats.org/officeDocument/2006/relationships/image" Target="../media/image348.wmf"/><Relationship Id="rId11" Type="http://schemas.openxmlformats.org/officeDocument/2006/relationships/oleObject" Target="../embeddings/oleObject405.bin"/><Relationship Id="rId10" Type="http://schemas.openxmlformats.org/officeDocument/2006/relationships/image" Target="../media/image347.wmf"/><Relationship Id="rId1" Type="http://schemas.openxmlformats.org/officeDocument/2006/relationships/oleObject" Target="../embeddings/oleObject400.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7.xml"/><Relationship Id="rId2" Type="http://schemas.openxmlformats.org/officeDocument/2006/relationships/image" Target="../media/image354.wmf"/><Relationship Id="rId1" Type="http://schemas.openxmlformats.org/officeDocument/2006/relationships/oleObject" Target="../embeddings/oleObject41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ctrTitle"/>
          </p:nvPr>
        </p:nvSpPr>
        <p:spPr>
          <a:xfrm>
            <a:off x="1857375" y="2071688"/>
            <a:ext cx="5429250" cy="2117725"/>
          </a:xfrm>
          <a:noFill/>
          <a:ln>
            <a:noFill/>
          </a:ln>
        </p:spPr>
        <p:txBody>
          <a:bodyPr anchor="t" anchorCtr="0"/>
          <a:p>
            <a:pPr eaLnBrk="1" hangingPunct="1">
              <a:buClrTx/>
              <a:buSzTx/>
              <a:buFontTx/>
            </a:pPr>
            <a:r>
              <a:rPr lang="en-US" altLang="zh-CN" sz="4800" dirty="0">
                <a:latin typeface="黑体" panose="02010609060101010101" pitchFamily="49" charset="-122"/>
                <a:ea typeface="黑体" panose="02010609060101010101" pitchFamily="49" charset="-122"/>
              </a:rPr>
              <a:t>5-4 </a:t>
            </a:r>
            <a:r>
              <a:rPr lang="zh-CN" altLang="en-US" sz="4800" dirty="0">
                <a:latin typeface="黑体" panose="02010609060101010101" pitchFamily="49" charset="-122"/>
                <a:ea typeface="黑体" panose="02010609060101010101" pitchFamily="49" charset="-122"/>
              </a:rPr>
              <a:t>电场强度通量    高斯定理</a:t>
            </a:r>
            <a:endParaRPr lang="zh-CN" altLang="en-US" sz="4800" dirty="0">
              <a:latin typeface="黑体" panose="02010609060101010101" pitchFamily="49" charset="-122"/>
              <a:ea typeface="黑体" panose="02010609060101010101" pitchFamily="49" charset="-122"/>
            </a:endParaRPr>
          </a:p>
        </p:txBody>
      </p:sp>
    </p:spTree>
  </p:cSld>
  <p:clrMapOvr>
    <a:masterClrMapping/>
  </p:clrMapOvr>
  <p:transition spd="med">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217" name="Group 2"/>
          <p:cNvGrpSpPr/>
          <p:nvPr/>
        </p:nvGrpSpPr>
        <p:grpSpPr>
          <a:xfrm>
            <a:off x="1855788" y="3033713"/>
            <a:ext cx="2628900" cy="2405062"/>
            <a:chOff x="984" y="2304"/>
            <a:chExt cx="1656" cy="1515"/>
          </a:xfrm>
        </p:grpSpPr>
        <p:grpSp>
          <p:nvGrpSpPr>
            <p:cNvPr id="9218" name="Group 3"/>
            <p:cNvGrpSpPr/>
            <p:nvPr/>
          </p:nvGrpSpPr>
          <p:grpSpPr>
            <a:xfrm>
              <a:off x="984" y="2304"/>
              <a:ext cx="1656" cy="1515"/>
              <a:chOff x="3264" y="1872"/>
              <a:chExt cx="2103" cy="2160"/>
            </a:xfrm>
          </p:grpSpPr>
          <p:sp>
            <p:nvSpPr>
              <p:cNvPr id="9219" name="Line 4"/>
              <p:cNvSpPr/>
              <p:nvPr/>
            </p:nvSpPr>
            <p:spPr>
              <a:xfrm flipH="1">
                <a:off x="3321" y="2993"/>
                <a:ext cx="1989" cy="1"/>
              </a:xfrm>
              <a:prstGeom prst="line">
                <a:avLst/>
              </a:prstGeom>
              <a:ln w="28575" cap="flat" cmpd="sng">
                <a:solidFill>
                  <a:srgbClr val="FF0000"/>
                </a:solidFill>
                <a:prstDash val="solid"/>
                <a:round/>
                <a:headEnd type="none" w="med" len="med"/>
                <a:tailEnd type="none" w="med" len="med"/>
              </a:ln>
            </p:spPr>
          </p:sp>
          <p:sp>
            <p:nvSpPr>
              <p:cNvPr id="9220" name="Freeform 5"/>
              <p:cNvSpPr/>
              <p:nvPr/>
            </p:nvSpPr>
            <p:spPr>
              <a:xfrm>
                <a:off x="5282" y="2964"/>
                <a:ext cx="85" cy="59"/>
              </a:xfrm>
              <a:custGeom>
                <a:avLst/>
                <a:gdLst/>
                <a:ahLst/>
                <a:cxnLst>
                  <a:cxn ang="0">
                    <a:pos x="0" y="59"/>
                  </a:cxn>
                  <a:cxn ang="0">
                    <a:pos x="85" y="29"/>
                  </a:cxn>
                  <a:cxn ang="0">
                    <a:pos x="0" y="0"/>
                  </a:cxn>
                  <a:cxn ang="0">
                    <a:pos x="27" y="29"/>
                  </a:cxn>
                  <a:cxn ang="0">
                    <a:pos x="0" y="59"/>
                  </a:cxn>
                </a:cxnLst>
                <a:pathLst>
                  <a:path w="99" h="67">
                    <a:moveTo>
                      <a:pt x="0" y="67"/>
                    </a:moveTo>
                    <a:lnTo>
                      <a:pt x="99" y="33"/>
                    </a:lnTo>
                    <a:lnTo>
                      <a:pt x="0" y="0"/>
                    </a:lnTo>
                    <a:lnTo>
                      <a:pt x="31" y="33"/>
                    </a:lnTo>
                    <a:lnTo>
                      <a:pt x="0" y="67"/>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21" name="Freeform 6"/>
              <p:cNvSpPr/>
              <p:nvPr/>
            </p:nvSpPr>
            <p:spPr>
              <a:xfrm>
                <a:off x="3264" y="2963"/>
                <a:ext cx="85" cy="59"/>
              </a:xfrm>
              <a:custGeom>
                <a:avLst/>
                <a:gdLst/>
                <a:ahLst/>
                <a:cxnLst>
                  <a:cxn ang="0">
                    <a:pos x="85" y="0"/>
                  </a:cxn>
                  <a:cxn ang="0">
                    <a:pos x="0" y="30"/>
                  </a:cxn>
                  <a:cxn ang="0">
                    <a:pos x="85" y="59"/>
                  </a:cxn>
                  <a:cxn ang="0">
                    <a:pos x="58" y="30"/>
                  </a:cxn>
                  <a:cxn ang="0">
                    <a:pos x="85" y="0"/>
                  </a:cxn>
                </a:cxnLst>
                <a:pathLst>
                  <a:path w="99" h="67">
                    <a:moveTo>
                      <a:pt x="99" y="0"/>
                    </a:moveTo>
                    <a:lnTo>
                      <a:pt x="0" y="34"/>
                    </a:lnTo>
                    <a:lnTo>
                      <a:pt x="99" y="67"/>
                    </a:lnTo>
                    <a:lnTo>
                      <a:pt x="68" y="34"/>
                    </a:lnTo>
                    <a:lnTo>
                      <a:pt x="99" y="0"/>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22" name="Line 7"/>
              <p:cNvSpPr/>
              <p:nvPr/>
            </p:nvSpPr>
            <p:spPr>
              <a:xfrm flipH="1" flipV="1">
                <a:off x="3341" y="2613"/>
                <a:ext cx="1846" cy="766"/>
              </a:xfrm>
              <a:prstGeom prst="line">
                <a:avLst/>
              </a:prstGeom>
              <a:ln w="28575" cap="flat" cmpd="sng">
                <a:solidFill>
                  <a:srgbClr val="FF0000"/>
                </a:solidFill>
                <a:prstDash val="solid"/>
                <a:round/>
                <a:headEnd type="none" w="med" len="med"/>
                <a:tailEnd type="none" w="med" len="med"/>
              </a:ln>
            </p:spPr>
          </p:sp>
          <p:sp>
            <p:nvSpPr>
              <p:cNvPr id="9223" name="Freeform 8"/>
              <p:cNvSpPr/>
              <p:nvPr/>
            </p:nvSpPr>
            <p:spPr>
              <a:xfrm>
                <a:off x="5172" y="3343"/>
                <a:ext cx="90" cy="59"/>
              </a:xfrm>
              <a:custGeom>
                <a:avLst/>
                <a:gdLst/>
                <a:ahLst/>
                <a:cxnLst>
                  <a:cxn ang="0">
                    <a:pos x="0" y="55"/>
                  </a:cxn>
                  <a:cxn ang="0">
                    <a:pos x="90" y="59"/>
                  </a:cxn>
                  <a:cxn ang="0">
                    <a:pos x="21" y="0"/>
                  </a:cxn>
                  <a:cxn ang="0">
                    <a:pos x="36" y="37"/>
                  </a:cxn>
                  <a:cxn ang="0">
                    <a:pos x="0" y="55"/>
                  </a:cxn>
                </a:cxnLst>
                <a:pathLst>
                  <a:path w="105" h="67">
                    <a:moveTo>
                      <a:pt x="0" y="62"/>
                    </a:moveTo>
                    <a:lnTo>
                      <a:pt x="105" y="67"/>
                    </a:lnTo>
                    <a:lnTo>
                      <a:pt x="25" y="0"/>
                    </a:lnTo>
                    <a:lnTo>
                      <a:pt x="42" y="42"/>
                    </a:lnTo>
                    <a:lnTo>
                      <a:pt x="0" y="62"/>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24" name="Freeform 9"/>
              <p:cNvSpPr/>
              <p:nvPr/>
            </p:nvSpPr>
            <p:spPr>
              <a:xfrm>
                <a:off x="3312" y="2592"/>
                <a:ext cx="90" cy="59"/>
              </a:xfrm>
              <a:custGeom>
                <a:avLst/>
                <a:gdLst/>
                <a:ahLst/>
                <a:cxnLst>
                  <a:cxn ang="0">
                    <a:pos x="90" y="4"/>
                  </a:cxn>
                  <a:cxn ang="0">
                    <a:pos x="0" y="0"/>
                  </a:cxn>
                  <a:cxn ang="0">
                    <a:pos x="69" y="59"/>
                  </a:cxn>
                  <a:cxn ang="0">
                    <a:pos x="54" y="22"/>
                  </a:cxn>
                  <a:cxn ang="0">
                    <a:pos x="90" y="4"/>
                  </a:cxn>
                </a:cxnLst>
                <a:pathLst>
                  <a:path w="105" h="67">
                    <a:moveTo>
                      <a:pt x="105" y="5"/>
                    </a:moveTo>
                    <a:lnTo>
                      <a:pt x="0" y="0"/>
                    </a:lnTo>
                    <a:lnTo>
                      <a:pt x="80" y="67"/>
                    </a:lnTo>
                    <a:lnTo>
                      <a:pt x="63" y="25"/>
                    </a:lnTo>
                    <a:lnTo>
                      <a:pt x="105" y="5"/>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25" name="Line 10"/>
              <p:cNvSpPr/>
              <p:nvPr/>
            </p:nvSpPr>
            <p:spPr>
              <a:xfrm flipH="1" flipV="1">
                <a:off x="3544" y="2296"/>
                <a:ext cx="1460" cy="1411"/>
              </a:xfrm>
              <a:prstGeom prst="line">
                <a:avLst/>
              </a:prstGeom>
              <a:ln w="28575" cap="flat" cmpd="sng">
                <a:solidFill>
                  <a:srgbClr val="FF0000"/>
                </a:solidFill>
                <a:prstDash val="solid"/>
                <a:round/>
                <a:headEnd type="none" w="med" len="med"/>
                <a:tailEnd type="none" w="med" len="med"/>
              </a:ln>
            </p:spPr>
          </p:sp>
          <p:sp>
            <p:nvSpPr>
              <p:cNvPr id="9226" name="Freeform 11"/>
              <p:cNvSpPr/>
              <p:nvPr/>
            </p:nvSpPr>
            <p:spPr>
              <a:xfrm>
                <a:off x="4962" y="3666"/>
                <a:ext cx="82" cy="81"/>
              </a:xfrm>
              <a:custGeom>
                <a:avLst/>
                <a:gdLst/>
                <a:ahLst/>
                <a:cxnLst>
                  <a:cxn ang="0">
                    <a:pos x="0" y="42"/>
                  </a:cxn>
                  <a:cxn ang="0">
                    <a:pos x="82" y="81"/>
                  </a:cxn>
                  <a:cxn ang="0">
                    <a:pos x="40" y="0"/>
                  </a:cxn>
                  <a:cxn ang="0">
                    <a:pos x="40" y="40"/>
                  </a:cxn>
                  <a:cxn ang="0">
                    <a:pos x="0" y="42"/>
                  </a:cxn>
                </a:cxnLst>
                <a:pathLst>
                  <a:path w="95" h="92">
                    <a:moveTo>
                      <a:pt x="0" y="48"/>
                    </a:moveTo>
                    <a:lnTo>
                      <a:pt x="95" y="92"/>
                    </a:lnTo>
                    <a:lnTo>
                      <a:pt x="46" y="0"/>
                    </a:lnTo>
                    <a:lnTo>
                      <a:pt x="46" y="45"/>
                    </a:lnTo>
                    <a:lnTo>
                      <a:pt x="0" y="48"/>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27" name="Freeform 12"/>
              <p:cNvSpPr/>
              <p:nvPr/>
            </p:nvSpPr>
            <p:spPr>
              <a:xfrm>
                <a:off x="3504" y="2256"/>
                <a:ext cx="82" cy="81"/>
              </a:xfrm>
              <a:custGeom>
                <a:avLst/>
                <a:gdLst/>
                <a:ahLst/>
                <a:cxnLst>
                  <a:cxn ang="0">
                    <a:pos x="82" y="39"/>
                  </a:cxn>
                  <a:cxn ang="0">
                    <a:pos x="0" y="0"/>
                  </a:cxn>
                  <a:cxn ang="0">
                    <a:pos x="42" y="81"/>
                  </a:cxn>
                  <a:cxn ang="0">
                    <a:pos x="42" y="41"/>
                  </a:cxn>
                  <a:cxn ang="0">
                    <a:pos x="82" y="39"/>
                  </a:cxn>
                </a:cxnLst>
                <a:pathLst>
                  <a:path w="95" h="92">
                    <a:moveTo>
                      <a:pt x="95" y="44"/>
                    </a:moveTo>
                    <a:lnTo>
                      <a:pt x="0" y="0"/>
                    </a:lnTo>
                    <a:lnTo>
                      <a:pt x="49" y="92"/>
                    </a:lnTo>
                    <a:lnTo>
                      <a:pt x="49" y="47"/>
                    </a:lnTo>
                    <a:lnTo>
                      <a:pt x="95" y="44"/>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28" name="Line 13"/>
              <p:cNvSpPr/>
              <p:nvPr/>
            </p:nvSpPr>
            <p:spPr>
              <a:xfrm flipH="1">
                <a:off x="3911" y="2027"/>
                <a:ext cx="785" cy="1858"/>
              </a:xfrm>
              <a:prstGeom prst="line">
                <a:avLst/>
              </a:prstGeom>
              <a:ln w="28575" cap="flat" cmpd="sng">
                <a:solidFill>
                  <a:srgbClr val="FF0000"/>
                </a:solidFill>
                <a:prstDash val="solid"/>
                <a:round/>
                <a:headEnd type="none" w="med" len="med"/>
                <a:tailEnd type="none" w="med" len="med"/>
              </a:ln>
            </p:spPr>
          </p:sp>
          <p:sp>
            <p:nvSpPr>
              <p:cNvPr id="9229" name="Freeform 14"/>
              <p:cNvSpPr/>
              <p:nvPr/>
            </p:nvSpPr>
            <p:spPr>
              <a:xfrm>
                <a:off x="4659" y="1974"/>
                <a:ext cx="60" cy="92"/>
              </a:xfrm>
              <a:custGeom>
                <a:avLst/>
                <a:gdLst/>
                <a:ahLst/>
                <a:cxnLst>
                  <a:cxn ang="0">
                    <a:pos x="53" y="92"/>
                  </a:cxn>
                  <a:cxn ang="0">
                    <a:pos x="60" y="0"/>
                  </a:cxn>
                  <a:cxn ang="0">
                    <a:pos x="0" y="69"/>
                  </a:cxn>
                  <a:cxn ang="0">
                    <a:pos x="37" y="55"/>
                  </a:cxn>
                  <a:cxn ang="0">
                    <a:pos x="53" y="92"/>
                  </a:cxn>
                </a:cxnLst>
                <a:pathLst>
                  <a:path w="70" h="104">
                    <a:moveTo>
                      <a:pt x="62" y="104"/>
                    </a:moveTo>
                    <a:lnTo>
                      <a:pt x="70" y="0"/>
                    </a:lnTo>
                    <a:lnTo>
                      <a:pt x="0" y="78"/>
                    </a:lnTo>
                    <a:lnTo>
                      <a:pt x="43" y="62"/>
                    </a:lnTo>
                    <a:lnTo>
                      <a:pt x="62" y="104"/>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0" name="Freeform 15"/>
              <p:cNvSpPr/>
              <p:nvPr/>
            </p:nvSpPr>
            <p:spPr>
              <a:xfrm>
                <a:off x="3888" y="3846"/>
                <a:ext cx="60" cy="92"/>
              </a:xfrm>
              <a:custGeom>
                <a:avLst/>
                <a:gdLst/>
                <a:ahLst/>
                <a:cxnLst>
                  <a:cxn ang="0">
                    <a:pos x="7" y="0"/>
                  </a:cxn>
                  <a:cxn ang="0">
                    <a:pos x="0" y="92"/>
                  </a:cxn>
                  <a:cxn ang="0">
                    <a:pos x="60" y="23"/>
                  </a:cxn>
                  <a:cxn ang="0">
                    <a:pos x="23" y="37"/>
                  </a:cxn>
                  <a:cxn ang="0">
                    <a:pos x="7" y="0"/>
                  </a:cxn>
                </a:cxnLst>
                <a:pathLst>
                  <a:path w="70" h="104">
                    <a:moveTo>
                      <a:pt x="8" y="0"/>
                    </a:moveTo>
                    <a:lnTo>
                      <a:pt x="0" y="104"/>
                    </a:lnTo>
                    <a:lnTo>
                      <a:pt x="70" y="26"/>
                    </a:lnTo>
                    <a:lnTo>
                      <a:pt x="27" y="42"/>
                    </a:lnTo>
                    <a:lnTo>
                      <a:pt x="8" y="0"/>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1" name="Line 16"/>
              <p:cNvSpPr/>
              <p:nvPr/>
            </p:nvSpPr>
            <p:spPr>
              <a:xfrm flipH="1">
                <a:off x="3381" y="2645"/>
                <a:ext cx="1870" cy="697"/>
              </a:xfrm>
              <a:prstGeom prst="line">
                <a:avLst/>
              </a:prstGeom>
              <a:ln w="28575" cap="flat" cmpd="sng">
                <a:solidFill>
                  <a:srgbClr val="FF0000"/>
                </a:solidFill>
                <a:prstDash val="solid"/>
                <a:round/>
                <a:headEnd type="none" w="med" len="med"/>
                <a:tailEnd type="none" w="med" len="med"/>
              </a:ln>
            </p:spPr>
          </p:sp>
          <p:sp>
            <p:nvSpPr>
              <p:cNvPr id="9232" name="Freeform 17"/>
              <p:cNvSpPr/>
              <p:nvPr/>
            </p:nvSpPr>
            <p:spPr>
              <a:xfrm>
                <a:off x="5215" y="2625"/>
                <a:ext cx="89" cy="57"/>
              </a:xfrm>
              <a:custGeom>
                <a:avLst/>
                <a:gdLst/>
                <a:ahLst/>
                <a:cxnLst>
                  <a:cxn ang="0">
                    <a:pos x="19" y="57"/>
                  </a:cxn>
                  <a:cxn ang="0">
                    <a:pos x="89" y="0"/>
                  </a:cxn>
                  <a:cxn ang="0">
                    <a:pos x="0" y="2"/>
                  </a:cxn>
                  <a:cxn ang="0">
                    <a:pos x="34" y="20"/>
                  </a:cxn>
                  <a:cxn ang="0">
                    <a:pos x="19" y="57"/>
                  </a:cxn>
                </a:cxnLst>
                <a:pathLst>
                  <a:path w="104" h="65">
                    <a:moveTo>
                      <a:pt x="22" y="65"/>
                    </a:moveTo>
                    <a:lnTo>
                      <a:pt x="104" y="0"/>
                    </a:lnTo>
                    <a:lnTo>
                      <a:pt x="0" y="2"/>
                    </a:lnTo>
                    <a:lnTo>
                      <a:pt x="40" y="23"/>
                    </a:lnTo>
                    <a:lnTo>
                      <a:pt x="22" y="65"/>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3" name="Freeform 18"/>
              <p:cNvSpPr/>
              <p:nvPr/>
            </p:nvSpPr>
            <p:spPr>
              <a:xfrm>
                <a:off x="3328" y="3305"/>
                <a:ext cx="89" cy="57"/>
              </a:xfrm>
              <a:custGeom>
                <a:avLst/>
                <a:gdLst/>
                <a:ahLst/>
                <a:cxnLst>
                  <a:cxn ang="0">
                    <a:pos x="70" y="0"/>
                  </a:cxn>
                  <a:cxn ang="0">
                    <a:pos x="0" y="57"/>
                  </a:cxn>
                  <a:cxn ang="0">
                    <a:pos x="89" y="55"/>
                  </a:cxn>
                  <a:cxn ang="0">
                    <a:pos x="55" y="37"/>
                  </a:cxn>
                  <a:cxn ang="0">
                    <a:pos x="70" y="0"/>
                  </a:cxn>
                </a:cxnLst>
                <a:pathLst>
                  <a:path w="104" h="65">
                    <a:moveTo>
                      <a:pt x="82" y="0"/>
                    </a:moveTo>
                    <a:lnTo>
                      <a:pt x="0" y="65"/>
                    </a:lnTo>
                    <a:lnTo>
                      <a:pt x="104" y="63"/>
                    </a:lnTo>
                    <a:lnTo>
                      <a:pt x="64" y="42"/>
                    </a:lnTo>
                    <a:lnTo>
                      <a:pt x="82" y="0"/>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4" name="Line 19"/>
              <p:cNvSpPr/>
              <p:nvPr/>
            </p:nvSpPr>
            <p:spPr>
              <a:xfrm flipV="1">
                <a:off x="3600" y="2241"/>
                <a:ext cx="1433" cy="1420"/>
              </a:xfrm>
              <a:prstGeom prst="line">
                <a:avLst/>
              </a:prstGeom>
              <a:ln w="28575" cap="flat" cmpd="sng">
                <a:solidFill>
                  <a:srgbClr val="FF0000"/>
                </a:solidFill>
                <a:prstDash val="solid"/>
                <a:round/>
                <a:headEnd type="none" w="med" len="med"/>
                <a:tailEnd type="none" w="med" len="med"/>
              </a:ln>
            </p:spPr>
          </p:sp>
          <p:sp>
            <p:nvSpPr>
              <p:cNvPr id="9235" name="Freeform 20"/>
              <p:cNvSpPr/>
              <p:nvPr/>
            </p:nvSpPr>
            <p:spPr>
              <a:xfrm>
                <a:off x="3560" y="3619"/>
                <a:ext cx="81" cy="82"/>
              </a:xfrm>
              <a:custGeom>
                <a:avLst/>
                <a:gdLst/>
                <a:ahLst/>
                <a:cxnLst>
                  <a:cxn ang="0">
                    <a:pos x="41" y="0"/>
                  </a:cxn>
                  <a:cxn ang="0">
                    <a:pos x="0" y="82"/>
                  </a:cxn>
                  <a:cxn ang="0">
                    <a:pos x="81" y="42"/>
                  </a:cxn>
                  <a:cxn ang="0">
                    <a:pos x="42" y="41"/>
                  </a:cxn>
                  <a:cxn ang="0">
                    <a:pos x="41" y="0"/>
                  </a:cxn>
                </a:cxnLst>
                <a:pathLst>
                  <a:path w="94" h="93">
                    <a:moveTo>
                      <a:pt x="48" y="0"/>
                    </a:moveTo>
                    <a:lnTo>
                      <a:pt x="0" y="93"/>
                    </a:lnTo>
                    <a:lnTo>
                      <a:pt x="94" y="48"/>
                    </a:lnTo>
                    <a:lnTo>
                      <a:pt x="49" y="46"/>
                    </a:lnTo>
                    <a:lnTo>
                      <a:pt x="48" y="0"/>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6" name="Freeform 21"/>
              <p:cNvSpPr/>
              <p:nvPr/>
            </p:nvSpPr>
            <p:spPr>
              <a:xfrm>
                <a:off x="4992" y="2201"/>
                <a:ext cx="81" cy="82"/>
              </a:xfrm>
              <a:custGeom>
                <a:avLst/>
                <a:gdLst/>
                <a:ahLst/>
                <a:cxnLst>
                  <a:cxn ang="0">
                    <a:pos x="40" y="82"/>
                  </a:cxn>
                  <a:cxn ang="0">
                    <a:pos x="81" y="0"/>
                  </a:cxn>
                  <a:cxn ang="0">
                    <a:pos x="0" y="40"/>
                  </a:cxn>
                  <a:cxn ang="0">
                    <a:pos x="39" y="41"/>
                  </a:cxn>
                  <a:cxn ang="0">
                    <a:pos x="40" y="82"/>
                  </a:cxn>
                </a:cxnLst>
                <a:pathLst>
                  <a:path w="94" h="93">
                    <a:moveTo>
                      <a:pt x="46" y="93"/>
                    </a:moveTo>
                    <a:lnTo>
                      <a:pt x="94" y="0"/>
                    </a:lnTo>
                    <a:lnTo>
                      <a:pt x="0" y="45"/>
                    </a:lnTo>
                    <a:lnTo>
                      <a:pt x="45" y="47"/>
                    </a:lnTo>
                    <a:lnTo>
                      <a:pt x="46" y="93"/>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7" name="Line 22"/>
              <p:cNvSpPr/>
              <p:nvPr/>
            </p:nvSpPr>
            <p:spPr>
              <a:xfrm flipV="1">
                <a:off x="4274" y="1930"/>
                <a:ext cx="1" cy="2044"/>
              </a:xfrm>
              <a:prstGeom prst="line">
                <a:avLst/>
              </a:prstGeom>
              <a:ln w="28575" cap="flat" cmpd="sng">
                <a:solidFill>
                  <a:srgbClr val="FF0000"/>
                </a:solidFill>
                <a:prstDash val="solid"/>
                <a:round/>
                <a:headEnd type="none" w="med" len="med"/>
                <a:tailEnd type="none" w="med" len="med"/>
              </a:ln>
            </p:spPr>
          </p:sp>
          <p:sp>
            <p:nvSpPr>
              <p:cNvPr id="9238" name="Freeform 23"/>
              <p:cNvSpPr/>
              <p:nvPr/>
            </p:nvSpPr>
            <p:spPr>
              <a:xfrm>
                <a:off x="4245" y="3945"/>
                <a:ext cx="57" cy="87"/>
              </a:xfrm>
              <a:custGeom>
                <a:avLst/>
                <a:gdLst/>
                <a:ahLst/>
                <a:cxnLst>
                  <a:cxn ang="0">
                    <a:pos x="0" y="0"/>
                  </a:cxn>
                  <a:cxn ang="0">
                    <a:pos x="29" y="87"/>
                  </a:cxn>
                  <a:cxn ang="0">
                    <a:pos x="57" y="0"/>
                  </a:cxn>
                  <a:cxn ang="0">
                    <a:pos x="29" y="27"/>
                  </a:cxn>
                  <a:cxn ang="0">
                    <a:pos x="0" y="0"/>
                  </a:cxn>
                </a:cxnLst>
                <a:pathLst>
                  <a:path w="67" h="99">
                    <a:moveTo>
                      <a:pt x="0" y="0"/>
                    </a:moveTo>
                    <a:lnTo>
                      <a:pt x="34" y="99"/>
                    </a:lnTo>
                    <a:lnTo>
                      <a:pt x="67" y="0"/>
                    </a:lnTo>
                    <a:lnTo>
                      <a:pt x="34" y="31"/>
                    </a:lnTo>
                    <a:lnTo>
                      <a:pt x="0" y="0"/>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39" name="Freeform 24"/>
              <p:cNvSpPr/>
              <p:nvPr/>
            </p:nvSpPr>
            <p:spPr>
              <a:xfrm>
                <a:off x="4246" y="1872"/>
                <a:ext cx="57" cy="87"/>
              </a:xfrm>
              <a:custGeom>
                <a:avLst/>
                <a:gdLst/>
                <a:ahLst/>
                <a:cxnLst>
                  <a:cxn ang="0">
                    <a:pos x="57" y="87"/>
                  </a:cxn>
                  <a:cxn ang="0">
                    <a:pos x="28" y="0"/>
                  </a:cxn>
                  <a:cxn ang="0">
                    <a:pos x="0" y="87"/>
                  </a:cxn>
                  <a:cxn ang="0">
                    <a:pos x="28" y="60"/>
                  </a:cxn>
                  <a:cxn ang="0">
                    <a:pos x="57" y="87"/>
                  </a:cxn>
                </a:cxnLst>
                <a:pathLst>
                  <a:path w="67" h="99">
                    <a:moveTo>
                      <a:pt x="67" y="99"/>
                    </a:moveTo>
                    <a:lnTo>
                      <a:pt x="33" y="0"/>
                    </a:lnTo>
                    <a:lnTo>
                      <a:pt x="0" y="99"/>
                    </a:lnTo>
                    <a:lnTo>
                      <a:pt x="33" y="68"/>
                    </a:lnTo>
                    <a:lnTo>
                      <a:pt x="67" y="99"/>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40" name="Line 25"/>
              <p:cNvSpPr/>
              <p:nvPr/>
            </p:nvSpPr>
            <p:spPr>
              <a:xfrm flipH="1" flipV="1">
                <a:off x="3871" y="2018"/>
                <a:ext cx="808" cy="1867"/>
              </a:xfrm>
              <a:prstGeom prst="line">
                <a:avLst/>
              </a:prstGeom>
              <a:ln w="28575" cap="flat" cmpd="sng">
                <a:solidFill>
                  <a:srgbClr val="FF0000"/>
                </a:solidFill>
                <a:prstDash val="solid"/>
                <a:round/>
                <a:headEnd type="none" w="med" len="med"/>
                <a:tailEnd type="none" w="med" len="med"/>
              </a:ln>
            </p:spPr>
          </p:sp>
          <p:sp>
            <p:nvSpPr>
              <p:cNvPr id="9241" name="Freeform 26"/>
              <p:cNvSpPr/>
              <p:nvPr/>
            </p:nvSpPr>
            <p:spPr>
              <a:xfrm>
                <a:off x="4641" y="3846"/>
                <a:ext cx="62" cy="92"/>
              </a:xfrm>
              <a:custGeom>
                <a:avLst/>
                <a:gdLst/>
                <a:ahLst/>
                <a:cxnLst>
                  <a:cxn ang="0">
                    <a:pos x="0" y="25"/>
                  </a:cxn>
                  <a:cxn ang="0">
                    <a:pos x="62" y="92"/>
                  </a:cxn>
                  <a:cxn ang="0">
                    <a:pos x="53" y="0"/>
                  </a:cxn>
                  <a:cxn ang="0">
                    <a:pos x="38" y="37"/>
                  </a:cxn>
                  <a:cxn ang="0">
                    <a:pos x="0" y="25"/>
                  </a:cxn>
                </a:cxnLst>
                <a:pathLst>
                  <a:path w="72" h="104">
                    <a:moveTo>
                      <a:pt x="0" y="28"/>
                    </a:moveTo>
                    <a:lnTo>
                      <a:pt x="72" y="104"/>
                    </a:lnTo>
                    <a:lnTo>
                      <a:pt x="61" y="0"/>
                    </a:lnTo>
                    <a:lnTo>
                      <a:pt x="44" y="42"/>
                    </a:lnTo>
                    <a:lnTo>
                      <a:pt x="0" y="28"/>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sp>
            <p:nvSpPr>
              <p:cNvPr id="9242" name="Freeform 27"/>
              <p:cNvSpPr/>
              <p:nvPr/>
            </p:nvSpPr>
            <p:spPr>
              <a:xfrm>
                <a:off x="3847" y="1965"/>
                <a:ext cx="62" cy="92"/>
              </a:xfrm>
              <a:custGeom>
                <a:avLst/>
                <a:gdLst/>
                <a:ahLst/>
                <a:cxnLst>
                  <a:cxn ang="0">
                    <a:pos x="62" y="67"/>
                  </a:cxn>
                  <a:cxn ang="0">
                    <a:pos x="0" y="0"/>
                  </a:cxn>
                  <a:cxn ang="0">
                    <a:pos x="9" y="92"/>
                  </a:cxn>
                  <a:cxn ang="0">
                    <a:pos x="24" y="55"/>
                  </a:cxn>
                  <a:cxn ang="0">
                    <a:pos x="62" y="67"/>
                  </a:cxn>
                </a:cxnLst>
                <a:pathLst>
                  <a:path w="72" h="104">
                    <a:moveTo>
                      <a:pt x="72" y="76"/>
                    </a:moveTo>
                    <a:lnTo>
                      <a:pt x="0" y="0"/>
                    </a:lnTo>
                    <a:lnTo>
                      <a:pt x="11" y="104"/>
                    </a:lnTo>
                    <a:lnTo>
                      <a:pt x="28" y="62"/>
                    </a:lnTo>
                    <a:lnTo>
                      <a:pt x="72" y="76"/>
                    </a:lnTo>
                    <a:close/>
                  </a:path>
                </a:pathLst>
              </a:custGeom>
              <a:solidFill>
                <a:srgbClr val="FF0000"/>
              </a:solidFill>
              <a:ln w="28575" cap="flat" cmpd="sng">
                <a:solidFill>
                  <a:srgbClr val="FF0000"/>
                </a:solidFill>
                <a:prstDash val="solid"/>
                <a:round/>
                <a:headEnd type="none" w="med" len="med"/>
                <a:tailEnd type="none" w="med" len="med"/>
              </a:ln>
            </p:spPr>
            <p:txBody>
              <a:bodyPr/>
              <a:p>
                <a:endParaRPr lang="zh-CN" altLang="en-US"/>
              </a:p>
            </p:txBody>
          </p:sp>
        </p:grpSp>
        <p:sp>
          <p:nvSpPr>
            <p:cNvPr id="9243" name="Oval 28"/>
            <p:cNvSpPr/>
            <p:nvPr/>
          </p:nvSpPr>
          <p:spPr>
            <a:xfrm>
              <a:off x="1680" y="2992"/>
              <a:ext cx="192" cy="192"/>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grpSp>
      <p:sp>
        <p:nvSpPr>
          <p:cNvPr id="7197" name="Rectangle 29"/>
          <p:cNvSpPr>
            <a:spLocks noChangeArrowheads="1"/>
          </p:cNvSpPr>
          <p:nvPr/>
        </p:nvSpPr>
        <p:spPr bwMode="auto">
          <a:xfrm>
            <a:off x="2162175" y="2144713"/>
            <a:ext cx="1766888" cy="5191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正点电荷</a:t>
            </a:r>
            <a:endParaRPr kumimoji="1" lang="zh-CN" altLang="en-US"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9245" name="Rectangle 30"/>
          <p:cNvSpPr/>
          <p:nvPr/>
        </p:nvSpPr>
        <p:spPr>
          <a:xfrm>
            <a:off x="1571625" y="1643063"/>
            <a:ext cx="6172200" cy="41148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9246" name="Group 31"/>
          <p:cNvGrpSpPr/>
          <p:nvPr/>
        </p:nvGrpSpPr>
        <p:grpSpPr>
          <a:xfrm>
            <a:off x="4749800" y="2998788"/>
            <a:ext cx="2593975" cy="2422525"/>
            <a:chOff x="3312" y="2298"/>
            <a:chExt cx="1634" cy="1526"/>
          </a:xfrm>
        </p:grpSpPr>
        <p:grpSp>
          <p:nvGrpSpPr>
            <p:cNvPr id="9247" name="Group 32"/>
            <p:cNvGrpSpPr/>
            <p:nvPr/>
          </p:nvGrpSpPr>
          <p:grpSpPr>
            <a:xfrm>
              <a:off x="3312" y="2298"/>
              <a:ext cx="1634" cy="1526"/>
              <a:chOff x="777" y="1930"/>
              <a:chExt cx="1989" cy="2044"/>
            </a:xfrm>
          </p:grpSpPr>
          <p:sp>
            <p:nvSpPr>
              <p:cNvPr id="9248" name="Line 33"/>
              <p:cNvSpPr/>
              <p:nvPr/>
            </p:nvSpPr>
            <p:spPr>
              <a:xfrm flipH="1">
                <a:off x="777" y="2993"/>
                <a:ext cx="1989" cy="1"/>
              </a:xfrm>
              <a:prstGeom prst="line">
                <a:avLst/>
              </a:prstGeom>
              <a:ln w="28575" cap="flat" cmpd="sng">
                <a:solidFill>
                  <a:srgbClr val="0000FF"/>
                </a:solidFill>
                <a:prstDash val="solid"/>
                <a:round/>
                <a:headEnd type="none" w="med" len="med"/>
                <a:tailEnd type="none" w="med" len="med"/>
              </a:ln>
            </p:spPr>
          </p:sp>
          <p:sp>
            <p:nvSpPr>
              <p:cNvPr id="9249" name="Freeform 34"/>
              <p:cNvSpPr/>
              <p:nvPr/>
            </p:nvSpPr>
            <p:spPr>
              <a:xfrm>
                <a:off x="1019" y="2965"/>
                <a:ext cx="85" cy="59"/>
              </a:xfrm>
              <a:custGeom>
                <a:avLst/>
                <a:gdLst/>
                <a:ahLst/>
                <a:cxnLst>
                  <a:cxn ang="0">
                    <a:pos x="0" y="59"/>
                  </a:cxn>
                  <a:cxn ang="0">
                    <a:pos x="85" y="29"/>
                  </a:cxn>
                  <a:cxn ang="0">
                    <a:pos x="0" y="0"/>
                  </a:cxn>
                  <a:cxn ang="0">
                    <a:pos x="27" y="29"/>
                  </a:cxn>
                  <a:cxn ang="0">
                    <a:pos x="0" y="59"/>
                  </a:cxn>
                </a:cxnLst>
                <a:pathLst>
                  <a:path w="99" h="67">
                    <a:moveTo>
                      <a:pt x="0" y="67"/>
                    </a:moveTo>
                    <a:lnTo>
                      <a:pt x="99" y="33"/>
                    </a:lnTo>
                    <a:lnTo>
                      <a:pt x="0" y="0"/>
                    </a:lnTo>
                    <a:lnTo>
                      <a:pt x="31" y="33"/>
                    </a:lnTo>
                    <a:lnTo>
                      <a:pt x="0" y="67"/>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0" name="Freeform 35"/>
              <p:cNvSpPr/>
              <p:nvPr/>
            </p:nvSpPr>
            <p:spPr>
              <a:xfrm>
                <a:off x="2352" y="2965"/>
                <a:ext cx="85" cy="59"/>
              </a:xfrm>
              <a:custGeom>
                <a:avLst/>
                <a:gdLst/>
                <a:ahLst/>
                <a:cxnLst>
                  <a:cxn ang="0">
                    <a:pos x="85" y="0"/>
                  </a:cxn>
                  <a:cxn ang="0">
                    <a:pos x="0" y="30"/>
                  </a:cxn>
                  <a:cxn ang="0">
                    <a:pos x="85" y="59"/>
                  </a:cxn>
                  <a:cxn ang="0">
                    <a:pos x="58" y="30"/>
                  </a:cxn>
                  <a:cxn ang="0">
                    <a:pos x="85" y="0"/>
                  </a:cxn>
                </a:cxnLst>
                <a:pathLst>
                  <a:path w="99" h="67">
                    <a:moveTo>
                      <a:pt x="99" y="0"/>
                    </a:moveTo>
                    <a:lnTo>
                      <a:pt x="0" y="34"/>
                    </a:lnTo>
                    <a:lnTo>
                      <a:pt x="99" y="67"/>
                    </a:lnTo>
                    <a:lnTo>
                      <a:pt x="68" y="34"/>
                    </a:lnTo>
                    <a:lnTo>
                      <a:pt x="99" y="0"/>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1" name="Line 36"/>
              <p:cNvSpPr/>
              <p:nvPr/>
            </p:nvSpPr>
            <p:spPr>
              <a:xfrm flipH="1" flipV="1">
                <a:off x="797" y="2613"/>
                <a:ext cx="1846" cy="766"/>
              </a:xfrm>
              <a:prstGeom prst="line">
                <a:avLst/>
              </a:prstGeom>
              <a:ln w="28575" cap="flat" cmpd="sng">
                <a:solidFill>
                  <a:srgbClr val="0000FF"/>
                </a:solidFill>
                <a:prstDash val="solid"/>
                <a:round/>
                <a:headEnd type="none" w="med" len="med"/>
                <a:tailEnd type="none" w="med" len="med"/>
              </a:ln>
            </p:spPr>
          </p:sp>
          <p:sp>
            <p:nvSpPr>
              <p:cNvPr id="9252" name="Freeform 37"/>
              <p:cNvSpPr/>
              <p:nvPr/>
            </p:nvSpPr>
            <p:spPr>
              <a:xfrm>
                <a:off x="1056" y="2688"/>
                <a:ext cx="90" cy="59"/>
              </a:xfrm>
              <a:custGeom>
                <a:avLst/>
                <a:gdLst/>
                <a:ahLst/>
                <a:cxnLst>
                  <a:cxn ang="0">
                    <a:pos x="0" y="55"/>
                  </a:cxn>
                  <a:cxn ang="0">
                    <a:pos x="90" y="59"/>
                  </a:cxn>
                  <a:cxn ang="0">
                    <a:pos x="21" y="0"/>
                  </a:cxn>
                  <a:cxn ang="0">
                    <a:pos x="36" y="37"/>
                  </a:cxn>
                  <a:cxn ang="0">
                    <a:pos x="0" y="55"/>
                  </a:cxn>
                </a:cxnLst>
                <a:pathLst>
                  <a:path w="105" h="67">
                    <a:moveTo>
                      <a:pt x="0" y="62"/>
                    </a:moveTo>
                    <a:lnTo>
                      <a:pt x="105" y="67"/>
                    </a:lnTo>
                    <a:lnTo>
                      <a:pt x="25" y="0"/>
                    </a:lnTo>
                    <a:lnTo>
                      <a:pt x="42" y="42"/>
                    </a:lnTo>
                    <a:lnTo>
                      <a:pt x="0" y="62"/>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3" name="Freeform 38"/>
              <p:cNvSpPr/>
              <p:nvPr/>
            </p:nvSpPr>
            <p:spPr>
              <a:xfrm>
                <a:off x="2256" y="3216"/>
                <a:ext cx="90" cy="59"/>
              </a:xfrm>
              <a:custGeom>
                <a:avLst/>
                <a:gdLst/>
                <a:ahLst/>
                <a:cxnLst>
                  <a:cxn ang="0">
                    <a:pos x="90" y="4"/>
                  </a:cxn>
                  <a:cxn ang="0">
                    <a:pos x="0" y="0"/>
                  </a:cxn>
                  <a:cxn ang="0">
                    <a:pos x="69" y="59"/>
                  </a:cxn>
                  <a:cxn ang="0">
                    <a:pos x="54" y="22"/>
                  </a:cxn>
                  <a:cxn ang="0">
                    <a:pos x="90" y="4"/>
                  </a:cxn>
                </a:cxnLst>
                <a:pathLst>
                  <a:path w="105" h="67">
                    <a:moveTo>
                      <a:pt x="105" y="5"/>
                    </a:moveTo>
                    <a:lnTo>
                      <a:pt x="0" y="0"/>
                    </a:lnTo>
                    <a:lnTo>
                      <a:pt x="80" y="67"/>
                    </a:lnTo>
                    <a:lnTo>
                      <a:pt x="63" y="25"/>
                    </a:lnTo>
                    <a:lnTo>
                      <a:pt x="105" y="5"/>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4" name="Line 39"/>
              <p:cNvSpPr/>
              <p:nvPr/>
            </p:nvSpPr>
            <p:spPr>
              <a:xfrm flipH="1" flipV="1">
                <a:off x="1000" y="2296"/>
                <a:ext cx="1460" cy="1411"/>
              </a:xfrm>
              <a:prstGeom prst="line">
                <a:avLst/>
              </a:prstGeom>
              <a:ln w="28575" cap="flat" cmpd="sng">
                <a:solidFill>
                  <a:srgbClr val="0000FF"/>
                </a:solidFill>
                <a:prstDash val="solid"/>
                <a:round/>
                <a:headEnd type="none" w="med" len="med"/>
                <a:tailEnd type="none" w="med" len="med"/>
              </a:ln>
            </p:spPr>
          </p:sp>
          <p:sp>
            <p:nvSpPr>
              <p:cNvPr id="9255" name="Freeform 40"/>
              <p:cNvSpPr/>
              <p:nvPr/>
            </p:nvSpPr>
            <p:spPr>
              <a:xfrm>
                <a:off x="1152" y="2448"/>
                <a:ext cx="82" cy="81"/>
              </a:xfrm>
              <a:custGeom>
                <a:avLst/>
                <a:gdLst/>
                <a:ahLst/>
                <a:cxnLst>
                  <a:cxn ang="0">
                    <a:pos x="0" y="42"/>
                  </a:cxn>
                  <a:cxn ang="0">
                    <a:pos x="82" y="81"/>
                  </a:cxn>
                  <a:cxn ang="0">
                    <a:pos x="40" y="0"/>
                  </a:cxn>
                  <a:cxn ang="0">
                    <a:pos x="40" y="40"/>
                  </a:cxn>
                  <a:cxn ang="0">
                    <a:pos x="0" y="42"/>
                  </a:cxn>
                </a:cxnLst>
                <a:pathLst>
                  <a:path w="95" h="92">
                    <a:moveTo>
                      <a:pt x="0" y="48"/>
                    </a:moveTo>
                    <a:lnTo>
                      <a:pt x="95" y="92"/>
                    </a:lnTo>
                    <a:lnTo>
                      <a:pt x="46" y="0"/>
                    </a:lnTo>
                    <a:lnTo>
                      <a:pt x="46" y="45"/>
                    </a:lnTo>
                    <a:lnTo>
                      <a:pt x="0" y="48"/>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6" name="Freeform 41"/>
              <p:cNvSpPr/>
              <p:nvPr/>
            </p:nvSpPr>
            <p:spPr>
              <a:xfrm>
                <a:off x="2160" y="3408"/>
                <a:ext cx="82" cy="81"/>
              </a:xfrm>
              <a:custGeom>
                <a:avLst/>
                <a:gdLst/>
                <a:ahLst/>
                <a:cxnLst>
                  <a:cxn ang="0">
                    <a:pos x="82" y="39"/>
                  </a:cxn>
                  <a:cxn ang="0">
                    <a:pos x="0" y="0"/>
                  </a:cxn>
                  <a:cxn ang="0">
                    <a:pos x="42" y="81"/>
                  </a:cxn>
                  <a:cxn ang="0">
                    <a:pos x="42" y="41"/>
                  </a:cxn>
                  <a:cxn ang="0">
                    <a:pos x="82" y="39"/>
                  </a:cxn>
                </a:cxnLst>
                <a:pathLst>
                  <a:path w="95" h="92">
                    <a:moveTo>
                      <a:pt x="95" y="44"/>
                    </a:moveTo>
                    <a:lnTo>
                      <a:pt x="0" y="0"/>
                    </a:lnTo>
                    <a:lnTo>
                      <a:pt x="49" y="92"/>
                    </a:lnTo>
                    <a:lnTo>
                      <a:pt x="49" y="47"/>
                    </a:lnTo>
                    <a:lnTo>
                      <a:pt x="95" y="44"/>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7" name="Line 42"/>
              <p:cNvSpPr/>
              <p:nvPr/>
            </p:nvSpPr>
            <p:spPr>
              <a:xfrm flipH="1">
                <a:off x="1367" y="2027"/>
                <a:ext cx="785" cy="1858"/>
              </a:xfrm>
              <a:prstGeom prst="line">
                <a:avLst/>
              </a:prstGeom>
              <a:ln w="28575" cap="flat" cmpd="sng">
                <a:solidFill>
                  <a:srgbClr val="0000FF"/>
                </a:solidFill>
                <a:prstDash val="solid"/>
                <a:round/>
                <a:headEnd type="none" w="med" len="med"/>
                <a:tailEnd type="none" w="med" len="med"/>
              </a:ln>
            </p:spPr>
          </p:sp>
          <p:sp>
            <p:nvSpPr>
              <p:cNvPr id="9258" name="Freeform 43"/>
              <p:cNvSpPr/>
              <p:nvPr/>
            </p:nvSpPr>
            <p:spPr>
              <a:xfrm>
                <a:off x="1476" y="3504"/>
                <a:ext cx="60" cy="92"/>
              </a:xfrm>
              <a:custGeom>
                <a:avLst/>
                <a:gdLst/>
                <a:ahLst/>
                <a:cxnLst>
                  <a:cxn ang="0">
                    <a:pos x="53" y="92"/>
                  </a:cxn>
                  <a:cxn ang="0">
                    <a:pos x="60" y="0"/>
                  </a:cxn>
                  <a:cxn ang="0">
                    <a:pos x="0" y="69"/>
                  </a:cxn>
                  <a:cxn ang="0">
                    <a:pos x="37" y="55"/>
                  </a:cxn>
                  <a:cxn ang="0">
                    <a:pos x="53" y="92"/>
                  </a:cxn>
                </a:cxnLst>
                <a:pathLst>
                  <a:path w="70" h="104">
                    <a:moveTo>
                      <a:pt x="62" y="104"/>
                    </a:moveTo>
                    <a:lnTo>
                      <a:pt x="70" y="0"/>
                    </a:lnTo>
                    <a:lnTo>
                      <a:pt x="0" y="78"/>
                    </a:lnTo>
                    <a:lnTo>
                      <a:pt x="43" y="62"/>
                    </a:lnTo>
                    <a:lnTo>
                      <a:pt x="62" y="104"/>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59" name="Freeform 44"/>
              <p:cNvSpPr/>
              <p:nvPr/>
            </p:nvSpPr>
            <p:spPr>
              <a:xfrm>
                <a:off x="2016" y="2260"/>
                <a:ext cx="60" cy="92"/>
              </a:xfrm>
              <a:custGeom>
                <a:avLst/>
                <a:gdLst/>
                <a:ahLst/>
                <a:cxnLst>
                  <a:cxn ang="0">
                    <a:pos x="7" y="0"/>
                  </a:cxn>
                  <a:cxn ang="0">
                    <a:pos x="0" y="92"/>
                  </a:cxn>
                  <a:cxn ang="0">
                    <a:pos x="60" y="23"/>
                  </a:cxn>
                  <a:cxn ang="0">
                    <a:pos x="23" y="37"/>
                  </a:cxn>
                  <a:cxn ang="0">
                    <a:pos x="7" y="0"/>
                  </a:cxn>
                </a:cxnLst>
                <a:pathLst>
                  <a:path w="70" h="104">
                    <a:moveTo>
                      <a:pt x="8" y="0"/>
                    </a:moveTo>
                    <a:lnTo>
                      <a:pt x="0" y="104"/>
                    </a:lnTo>
                    <a:lnTo>
                      <a:pt x="70" y="26"/>
                    </a:lnTo>
                    <a:lnTo>
                      <a:pt x="27" y="42"/>
                    </a:lnTo>
                    <a:lnTo>
                      <a:pt x="8" y="0"/>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0" name="Line 45"/>
              <p:cNvSpPr/>
              <p:nvPr/>
            </p:nvSpPr>
            <p:spPr>
              <a:xfrm flipH="1">
                <a:off x="837" y="2645"/>
                <a:ext cx="1870" cy="697"/>
              </a:xfrm>
              <a:prstGeom prst="line">
                <a:avLst/>
              </a:prstGeom>
              <a:ln w="28575" cap="flat" cmpd="sng">
                <a:solidFill>
                  <a:srgbClr val="0000FF"/>
                </a:solidFill>
                <a:prstDash val="solid"/>
                <a:round/>
                <a:headEnd type="none" w="med" len="med"/>
                <a:tailEnd type="none" w="med" len="med"/>
              </a:ln>
            </p:spPr>
          </p:sp>
          <p:sp>
            <p:nvSpPr>
              <p:cNvPr id="9261" name="Freeform 46"/>
              <p:cNvSpPr/>
              <p:nvPr/>
            </p:nvSpPr>
            <p:spPr>
              <a:xfrm>
                <a:off x="1104" y="3207"/>
                <a:ext cx="89" cy="57"/>
              </a:xfrm>
              <a:custGeom>
                <a:avLst/>
                <a:gdLst/>
                <a:ahLst/>
                <a:cxnLst>
                  <a:cxn ang="0">
                    <a:pos x="19" y="57"/>
                  </a:cxn>
                  <a:cxn ang="0">
                    <a:pos x="89" y="0"/>
                  </a:cxn>
                  <a:cxn ang="0">
                    <a:pos x="0" y="2"/>
                  </a:cxn>
                  <a:cxn ang="0">
                    <a:pos x="34" y="20"/>
                  </a:cxn>
                  <a:cxn ang="0">
                    <a:pos x="19" y="57"/>
                  </a:cxn>
                </a:cxnLst>
                <a:pathLst>
                  <a:path w="104" h="65">
                    <a:moveTo>
                      <a:pt x="22" y="65"/>
                    </a:moveTo>
                    <a:lnTo>
                      <a:pt x="104" y="0"/>
                    </a:lnTo>
                    <a:lnTo>
                      <a:pt x="0" y="2"/>
                    </a:lnTo>
                    <a:lnTo>
                      <a:pt x="40" y="23"/>
                    </a:lnTo>
                    <a:lnTo>
                      <a:pt x="22" y="65"/>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2" name="Freeform 47"/>
              <p:cNvSpPr/>
              <p:nvPr/>
            </p:nvSpPr>
            <p:spPr>
              <a:xfrm>
                <a:off x="2352" y="2727"/>
                <a:ext cx="89" cy="57"/>
              </a:xfrm>
              <a:custGeom>
                <a:avLst/>
                <a:gdLst/>
                <a:ahLst/>
                <a:cxnLst>
                  <a:cxn ang="0">
                    <a:pos x="70" y="0"/>
                  </a:cxn>
                  <a:cxn ang="0">
                    <a:pos x="0" y="57"/>
                  </a:cxn>
                  <a:cxn ang="0">
                    <a:pos x="89" y="55"/>
                  </a:cxn>
                  <a:cxn ang="0">
                    <a:pos x="55" y="37"/>
                  </a:cxn>
                  <a:cxn ang="0">
                    <a:pos x="70" y="0"/>
                  </a:cxn>
                </a:cxnLst>
                <a:pathLst>
                  <a:path w="104" h="65">
                    <a:moveTo>
                      <a:pt x="82" y="0"/>
                    </a:moveTo>
                    <a:lnTo>
                      <a:pt x="0" y="65"/>
                    </a:lnTo>
                    <a:lnTo>
                      <a:pt x="104" y="63"/>
                    </a:lnTo>
                    <a:lnTo>
                      <a:pt x="64" y="42"/>
                    </a:lnTo>
                    <a:lnTo>
                      <a:pt x="82" y="0"/>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3" name="Line 48"/>
              <p:cNvSpPr/>
              <p:nvPr/>
            </p:nvSpPr>
            <p:spPr>
              <a:xfrm flipV="1">
                <a:off x="1056" y="2234"/>
                <a:ext cx="1440" cy="1427"/>
              </a:xfrm>
              <a:prstGeom prst="line">
                <a:avLst/>
              </a:prstGeom>
              <a:ln w="28575" cap="flat" cmpd="sng">
                <a:solidFill>
                  <a:srgbClr val="0000FF"/>
                </a:solidFill>
                <a:prstDash val="solid"/>
                <a:round/>
                <a:headEnd type="none" w="med" len="med"/>
                <a:tailEnd type="none" w="med" len="med"/>
              </a:ln>
            </p:spPr>
          </p:sp>
          <p:sp>
            <p:nvSpPr>
              <p:cNvPr id="9264" name="Freeform 49"/>
              <p:cNvSpPr/>
              <p:nvPr/>
            </p:nvSpPr>
            <p:spPr>
              <a:xfrm>
                <a:off x="2208" y="2448"/>
                <a:ext cx="81" cy="82"/>
              </a:xfrm>
              <a:custGeom>
                <a:avLst/>
                <a:gdLst/>
                <a:ahLst/>
                <a:cxnLst>
                  <a:cxn ang="0">
                    <a:pos x="41" y="0"/>
                  </a:cxn>
                  <a:cxn ang="0">
                    <a:pos x="0" y="82"/>
                  </a:cxn>
                  <a:cxn ang="0">
                    <a:pos x="81" y="42"/>
                  </a:cxn>
                  <a:cxn ang="0">
                    <a:pos x="42" y="41"/>
                  </a:cxn>
                  <a:cxn ang="0">
                    <a:pos x="41" y="0"/>
                  </a:cxn>
                </a:cxnLst>
                <a:pathLst>
                  <a:path w="94" h="93">
                    <a:moveTo>
                      <a:pt x="48" y="0"/>
                    </a:moveTo>
                    <a:lnTo>
                      <a:pt x="0" y="93"/>
                    </a:lnTo>
                    <a:lnTo>
                      <a:pt x="94" y="48"/>
                    </a:lnTo>
                    <a:lnTo>
                      <a:pt x="49" y="46"/>
                    </a:lnTo>
                    <a:lnTo>
                      <a:pt x="48" y="0"/>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5" name="Freeform 50"/>
              <p:cNvSpPr/>
              <p:nvPr/>
            </p:nvSpPr>
            <p:spPr>
              <a:xfrm>
                <a:off x="1237" y="3395"/>
                <a:ext cx="81" cy="82"/>
              </a:xfrm>
              <a:custGeom>
                <a:avLst/>
                <a:gdLst/>
                <a:ahLst/>
                <a:cxnLst>
                  <a:cxn ang="0">
                    <a:pos x="40" y="82"/>
                  </a:cxn>
                  <a:cxn ang="0">
                    <a:pos x="81" y="0"/>
                  </a:cxn>
                  <a:cxn ang="0">
                    <a:pos x="0" y="40"/>
                  </a:cxn>
                  <a:cxn ang="0">
                    <a:pos x="39" y="41"/>
                  </a:cxn>
                  <a:cxn ang="0">
                    <a:pos x="40" y="82"/>
                  </a:cxn>
                </a:cxnLst>
                <a:pathLst>
                  <a:path w="94" h="93">
                    <a:moveTo>
                      <a:pt x="46" y="93"/>
                    </a:moveTo>
                    <a:lnTo>
                      <a:pt x="94" y="0"/>
                    </a:lnTo>
                    <a:lnTo>
                      <a:pt x="0" y="45"/>
                    </a:lnTo>
                    <a:lnTo>
                      <a:pt x="45" y="47"/>
                    </a:lnTo>
                    <a:lnTo>
                      <a:pt x="46" y="93"/>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6" name="Line 51"/>
              <p:cNvSpPr/>
              <p:nvPr/>
            </p:nvSpPr>
            <p:spPr>
              <a:xfrm flipV="1">
                <a:off x="1730" y="1930"/>
                <a:ext cx="1" cy="2044"/>
              </a:xfrm>
              <a:prstGeom prst="line">
                <a:avLst/>
              </a:prstGeom>
              <a:ln w="28575" cap="flat" cmpd="sng">
                <a:solidFill>
                  <a:srgbClr val="0000FF"/>
                </a:solidFill>
                <a:prstDash val="solid"/>
                <a:round/>
                <a:headEnd type="none" w="med" len="med"/>
                <a:tailEnd type="none" w="med" len="med"/>
              </a:ln>
            </p:spPr>
          </p:sp>
          <p:sp>
            <p:nvSpPr>
              <p:cNvPr id="9267" name="Freeform 52"/>
              <p:cNvSpPr/>
              <p:nvPr/>
            </p:nvSpPr>
            <p:spPr>
              <a:xfrm>
                <a:off x="1695" y="2208"/>
                <a:ext cx="57" cy="87"/>
              </a:xfrm>
              <a:custGeom>
                <a:avLst/>
                <a:gdLst/>
                <a:ahLst/>
                <a:cxnLst>
                  <a:cxn ang="0">
                    <a:pos x="0" y="0"/>
                  </a:cxn>
                  <a:cxn ang="0">
                    <a:pos x="29" y="87"/>
                  </a:cxn>
                  <a:cxn ang="0">
                    <a:pos x="57" y="0"/>
                  </a:cxn>
                  <a:cxn ang="0">
                    <a:pos x="29" y="27"/>
                  </a:cxn>
                  <a:cxn ang="0">
                    <a:pos x="0" y="0"/>
                  </a:cxn>
                </a:cxnLst>
                <a:pathLst>
                  <a:path w="67" h="99">
                    <a:moveTo>
                      <a:pt x="0" y="0"/>
                    </a:moveTo>
                    <a:lnTo>
                      <a:pt x="34" y="99"/>
                    </a:lnTo>
                    <a:lnTo>
                      <a:pt x="67" y="0"/>
                    </a:lnTo>
                    <a:lnTo>
                      <a:pt x="34" y="31"/>
                    </a:lnTo>
                    <a:lnTo>
                      <a:pt x="0" y="0"/>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8" name="Freeform 53"/>
              <p:cNvSpPr/>
              <p:nvPr/>
            </p:nvSpPr>
            <p:spPr>
              <a:xfrm>
                <a:off x="1700" y="3575"/>
                <a:ext cx="57" cy="87"/>
              </a:xfrm>
              <a:custGeom>
                <a:avLst/>
                <a:gdLst/>
                <a:ahLst/>
                <a:cxnLst>
                  <a:cxn ang="0">
                    <a:pos x="57" y="87"/>
                  </a:cxn>
                  <a:cxn ang="0">
                    <a:pos x="28" y="0"/>
                  </a:cxn>
                  <a:cxn ang="0">
                    <a:pos x="0" y="87"/>
                  </a:cxn>
                  <a:cxn ang="0">
                    <a:pos x="28" y="60"/>
                  </a:cxn>
                  <a:cxn ang="0">
                    <a:pos x="57" y="87"/>
                  </a:cxn>
                </a:cxnLst>
                <a:pathLst>
                  <a:path w="67" h="99">
                    <a:moveTo>
                      <a:pt x="67" y="99"/>
                    </a:moveTo>
                    <a:lnTo>
                      <a:pt x="33" y="0"/>
                    </a:lnTo>
                    <a:lnTo>
                      <a:pt x="0" y="99"/>
                    </a:lnTo>
                    <a:lnTo>
                      <a:pt x="33" y="68"/>
                    </a:lnTo>
                    <a:lnTo>
                      <a:pt x="67" y="99"/>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69" name="Line 54"/>
              <p:cNvSpPr/>
              <p:nvPr/>
            </p:nvSpPr>
            <p:spPr>
              <a:xfrm flipH="1" flipV="1">
                <a:off x="1327" y="2018"/>
                <a:ext cx="808" cy="1867"/>
              </a:xfrm>
              <a:prstGeom prst="line">
                <a:avLst/>
              </a:prstGeom>
              <a:ln w="28575" cap="flat" cmpd="sng">
                <a:solidFill>
                  <a:srgbClr val="0000FF"/>
                </a:solidFill>
                <a:prstDash val="solid"/>
                <a:round/>
                <a:headEnd type="none" w="med" len="med"/>
                <a:tailEnd type="none" w="med" len="med"/>
              </a:ln>
            </p:spPr>
          </p:sp>
          <p:sp>
            <p:nvSpPr>
              <p:cNvPr id="9270" name="Freeform 55"/>
              <p:cNvSpPr/>
              <p:nvPr/>
            </p:nvSpPr>
            <p:spPr>
              <a:xfrm>
                <a:off x="1403" y="2256"/>
                <a:ext cx="62" cy="92"/>
              </a:xfrm>
              <a:custGeom>
                <a:avLst/>
                <a:gdLst/>
                <a:ahLst/>
                <a:cxnLst>
                  <a:cxn ang="0">
                    <a:pos x="0" y="25"/>
                  </a:cxn>
                  <a:cxn ang="0">
                    <a:pos x="62" y="92"/>
                  </a:cxn>
                  <a:cxn ang="0">
                    <a:pos x="53" y="0"/>
                  </a:cxn>
                  <a:cxn ang="0">
                    <a:pos x="38" y="37"/>
                  </a:cxn>
                  <a:cxn ang="0">
                    <a:pos x="0" y="25"/>
                  </a:cxn>
                </a:cxnLst>
                <a:pathLst>
                  <a:path w="72" h="104">
                    <a:moveTo>
                      <a:pt x="0" y="28"/>
                    </a:moveTo>
                    <a:lnTo>
                      <a:pt x="72" y="104"/>
                    </a:lnTo>
                    <a:lnTo>
                      <a:pt x="61" y="0"/>
                    </a:lnTo>
                    <a:lnTo>
                      <a:pt x="44" y="42"/>
                    </a:lnTo>
                    <a:lnTo>
                      <a:pt x="0" y="28"/>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sp>
            <p:nvSpPr>
              <p:cNvPr id="9271" name="Freeform 56"/>
              <p:cNvSpPr/>
              <p:nvPr/>
            </p:nvSpPr>
            <p:spPr>
              <a:xfrm>
                <a:off x="1954" y="3508"/>
                <a:ext cx="62" cy="92"/>
              </a:xfrm>
              <a:custGeom>
                <a:avLst/>
                <a:gdLst/>
                <a:ahLst/>
                <a:cxnLst>
                  <a:cxn ang="0">
                    <a:pos x="62" y="67"/>
                  </a:cxn>
                  <a:cxn ang="0">
                    <a:pos x="0" y="0"/>
                  </a:cxn>
                  <a:cxn ang="0">
                    <a:pos x="9" y="92"/>
                  </a:cxn>
                  <a:cxn ang="0">
                    <a:pos x="24" y="55"/>
                  </a:cxn>
                  <a:cxn ang="0">
                    <a:pos x="62" y="67"/>
                  </a:cxn>
                </a:cxnLst>
                <a:pathLst>
                  <a:path w="72" h="104">
                    <a:moveTo>
                      <a:pt x="72" y="76"/>
                    </a:moveTo>
                    <a:lnTo>
                      <a:pt x="0" y="0"/>
                    </a:lnTo>
                    <a:lnTo>
                      <a:pt x="11" y="104"/>
                    </a:lnTo>
                    <a:lnTo>
                      <a:pt x="28" y="62"/>
                    </a:lnTo>
                    <a:lnTo>
                      <a:pt x="72" y="76"/>
                    </a:lnTo>
                    <a:close/>
                  </a:path>
                </a:pathLst>
              </a:custGeom>
              <a:solidFill>
                <a:srgbClr val="FF0000"/>
              </a:solidFill>
              <a:ln w="28575" cap="flat" cmpd="sng">
                <a:solidFill>
                  <a:srgbClr val="0000FF"/>
                </a:solidFill>
                <a:prstDash val="solid"/>
                <a:round/>
                <a:headEnd type="none" w="med" len="med"/>
                <a:tailEnd type="none" w="med" len="med"/>
              </a:ln>
            </p:spPr>
            <p:txBody>
              <a:bodyPr/>
              <a:p>
                <a:endParaRPr lang="zh-CN" altLang="en-US"/>
              </a:p>
            </p:txBody>
          </p:sp>
        </p:grpSp>
        <p:sp>
          <p:nvSpPr>
            <p:cNvPr id="9272" name="Oval 57"/>
            <p:cNvSpPr/>
            <p:nvPr/>
          </p:nvSpPr>
          <p:spPr>
            <a:xfrm>
              <a:off x="3992" y="2986"/>
              <a:ext cx="192" cy="192"/>
            </a:xfrm>
            <a:prstGeom prst="ellipse">
              <a:avLst/>
            </a:prstGeom>
            <a:gradFill rotWithShape="0">
              <a:gsLst>
                <a:gs pos="0">
                  <a:srgbClr val="FFFFFF"/>
                </a:gs>
                <a:gs pos="100000">
                  <a:srgbClr val="000066"/>
                </a:gs>
              </a:gsLst>
              <a:path path="shape">
                <a:fillToRect l="50000" t="50000" r="50000" b="50000"/>
              </a:path>
              <a:tileRect/>
            </a:gradFill>
            <a:ln w="12700"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grpSp>
      <p:sp>
        <p:nvSpPr>
          <p:cNvPr id="9273" name="Rectangle 59"/>
          <p:cNvSpPr/>
          <p:nvPr/>
        </p:nvSpPr>
        <p:spPr>
          <a:xfrm>
            <a:off x="1143000" y="142875"/>
            <a:ext cx="2519363" cy="579438"/>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电场线</a:t>
            </a:r>
            <a:endParaRPr lang="zh-CN" altLang="en-US" sz="3200" b="1" dirty="0">
              <a:solidFill>
                <a:srgbClr val="333399"/>
              </a:solidFill>
              <a:latin typeface="宋体" panose="02010600030101010101" pitchFamily="2" charset="-122"/>
              <a:ea typeface="宋体" panose="02010600030101010101" pitchFamily="2" charset="-122"/>
            </a:endParaRPr>
          </a:p>
        </p:txBody>
      </p:sp>
      <p:sp>
        <p:nvSpPr>
          <p:cNvPr id="60" name="Rectangle 29"/>
          <p:cNvSpPr>
            <a:spLocks noChangeArrowheads="1"/>
          </p:cNvSpPr>
          <p:nvPr/>
        </p:nvSpPr>
        <p:spPr bwMode="auto">
          <a:xfrm>
            <a:off x="5214938" y="2143125"/>
            <a:ext cx="1928813" cy="5191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负点电荷</a:t>
            </a:r>
            <a:endParaRPr kumimoji="1" lang="zh-CN" altLang="en-US"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61" name="Text Box 8"/>
          <p:cNvSpPr txBox="1"/>
          <p:nvPr/>
        </p:nvSpPr>
        <p:spPr>
          <a:xfrm>
            <a:off x="754063" y="952500"/>
            <a:ext cx="8077200" cy="523875"/>
          </a:xfrm>
          <a:prstGeom prst="rect">
            <a:avLst/>
          </a:prstGeom>
          <a:noFill/>
          <a:ln w="9525">
            <a:noFill/>
          </a:ln>
        </p:spPr>
        <p:txBody>
          <a:bodyPr anchor="t" anchorCtr="0">
            <a:spAutoFit/>
          </a:bodyPr>
          <a:p>
            <a:pPr eaLnBrk="0" hangingPunct="0"/>
            <a:r>
              <a:rPr lang="zh-CN" altLang="en-US" sz="2800" b="1" dirty="0">
                <a:latin typeface="宋体" panose="02010600030101010101" pitchFamily="2" charset="-122"/>
                <a:ea typeface="宋体" panose="02010600030101010101" pitchFamily="2" charset="-122"/>
              </a:rPr>
              <a:t>为了形象描述</a:t>
            </a:r>
            <a:r>
              <a:rPr lang="zh-CN" altLang="en-US" sz="2800" b="1" dirty="0">
                <a:solidFill>
                  <a:srgbClr val="FF3300"/>
                </a:solidFill>
                <a:latin typeface="宋体" panose="02010600030101010101" pitchFamily="2" charset="-122"/>
                <a:ea typeface="宋体" panose="02010600030101010101" pitchFamily="2" charset="-122"/>
              </a:rPr>
              <a:t>电场分布</a:t>
            </a:r>
            <a:r>
              <a:rPr lang="zh-CN" altLang="en-US" sz="2800" b="1" dirty="0">
                <a:latin typeface="宋体" panose="02010600030101010101" pitchFamily="2" charset="-122"/>
                <a:ea typeface="宋体" panose="02010600030101010101" pitchFamily="2" charset="-122"/>
              </a:rPr>
              <a:t>而假想的</a:t>
            </a:r>
            <a:r>
              <a:rPr lang="zh-CN" altLang="en-US" sz="2800" b="1" dirty="0">
                <a:solidFill>
                  <a:srgbClr val="CC0000"/>
                </a:solidFill>
                <a:latin typeface="宋体" panose="02010600030101010101" pitchFamily="2" charset="-122"/>
                <a:ea typeface="宋体" panose="02010600030101010101" pitchFamily="2" charset="-122"/>
              </a:rPr>
              <a:t>一系列空间曲线</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265" name="Group 2"/>
          <p:cNvGrpSpPr/>
          <p:nvPr/>
        </p:nvGrpSpPr>
        <p:grpSpPr>
          <a:xfrm>
            <a:off x="1981200" y="2362200"/>
            <a:ext cx="5257800" cy="2895600"/>
            <a:chOff x="1248" y="1680"/>
            <a:chExt cx="3312" cy="1824"/>
          </a:xfrm>
        </p:grpSpPr>
        <p:sp>
          <p:nvSpPr>
            <p:cNvPr id="11266" name="Freeform 3"/>
            <p:cNvSpPr/>
            <p:nvPr/>
          </p:nvSpPr>
          <p:spPr>
            <a:xfrm>
              <a:off x="2445" y="2601"/>
              <a:ext cx="1096" cy="903"/>
            </a:xfrm>
            <a:custGeom>
              <a:avLst/>
              <a:gdLst/>
              <a:ahLst/>
              <a:cxnLst>
                <a:cxn ang="0">
                  <a:pos x="1096" y="8"/>
                </a:cxn>
                <a:cxn ang="0">
                  <a:pos x="1095" y="62"/>
                </a:cxn>
                <a:cxn ang="0">
                  <a:pos x="1089" y="151"/>
                </a:cxn>
                <a:cxn ang="0">
                  <a:pos x="1078" y="238"/>
                </a:cxn>
                <a:cxn ang="0">
                  <a:pos x="1061" y="321"/>
                </a:cxn>
                <a:cxn ang="0">
                  <a:pos x="1038" y="400"/>
                </a:cxn>
                <a:cxn ang="0">
                  <a:pos x="1011" y="476"/>
                </a:cxn>
                <a:cxn ang="0">
                  <a:pos x="980" y="547"/>
                </a:cxn>
                <a:cxn ang="0">
                  <a:pos x="944" y="612"/>
                </a:cxn>
                <a:cxn ang="0">
                  <a:pos x="905" y="673"/>
                </a:cxn>
                <a:cxn ang="0">
                  <a:pos x="861" y="727"/>
                </a:cxn>
                <a:cxn ang="0">
                  <a:pos x="815" y="775"/>
                </a:cxn>
                <a:cxn ang="0">
                  <a:pos x="765" y="816"/>
                </a:cxn>
                <a:cxn ang="0">
                  <a:pos x="712" y="849"/>
                </a:cxn>
                <a:cxn ang="0">
                  <a:pos x="658" y="875"/>
                </a:cxn>
                <a:cxn ang="0">
                  <a:pos x="629" y="885"/>
                </a:cxn>
                <a:cxn ang="0">
                  <a:pos x="601" y="893"/>
                </a:cxn>
                <a:cxn ang="0">
                  <a:pos x="571" y="898"/>
                </a:cxn>
                <a:cxn ang="0">
                  <a:pos x="541" y="902"/>
                </a:cxn>
                <a:cxn ang="0">
                  <a:pos x="511" y="903"/>
                </a:cxn>
                <a:cxn ang="0">
                  <a:pos x="472" y="901"/>
                </a:cxn>
                <a:cxn ang="0">
                  <a:pos x="432" y="895"/>
                </a:cxn>
                <a:cxn ang="0">
                  <a:pos x="394" y="885"/>
                </a:cxn>
                <a:cxn ang="0">
                  <a:pos x="356" y="871"/>
                </a:cxn>
                <a:cxn ang="0">
                  <a:pos x="319" y="854"/>
                </a:cxn>
                <a:cxn ang="0">
                  <a:pos x="283" y="833"/>
                </a:cxn>
                <a:cxn ang="0">
                  <a:pos x="248" y="808"/>
                </a:cxn>
                <a:cxn ang="0">
                  <a:pos x="214" y="780"/>
                </a:cxn>
                <a:cxn ang="0">
                  <a:pos x="181" y="748"/>
                </a:cxn>
                <a:cxn ang="0">
                  <a:pos x="151" y="714"/>
                </a:cxn>
                <a:cxn ang="0">
                  <a:pos x="121" y="677"/>
                </a:cxn>
                <a:cxn ang="0">
                  <a:pos x="93" y="636"/>
                </a:cxn>
                <a:cxn ang="0">
                  <a:pos x="67" y="592"/>
                </a:cxn>
                <a:cxn ang="0">
                  <a:pos x="43" y="546"/>
                </a:cxn>
                <a:cxn ang="0">
                  <a:pos x="20" y="497"/>
                </a:cxn>
                <a:cxn ang="0">
                  <a:pos x="0" y="446"/>
                </a:cxn>
              </a:cxnLst>
              <a:pathLst>
                <a:path w="1620" h="1759">
                  <a:moveTo>
                    <a:pt x="1620" y="0"/>
                  </a:moveTo>
                  <a:lnTo>
                    <a:pt x="1620" y="16"/>
                  </a:lnTo>
                  <a:lnTo>
                    <a:pt x="1620" y="31"/>
                  </a:lnTo>
                  <a:lnTo>
                    <a:pt x="1619" y="120"/>
                  </a:lnTo>
                  <a:lnTo>
                    <a:pt x="1616" y="208"/>
                  </a:lnTo>
                  <a:lnTo>
                    <a:pt x="1610" y="294"/>
                  </a:lnTo>
                  <a:lnTo>
                    <a:pt x="1602" y="379"/>
                  </a:lnTo>
                  <a:lnTo>
                    <a:pt x="1593" y="463"/>
                  </a:lnTo>
                  <a:lnTo>
                    <a:pt x="1581" y="545"/>
                  </a:lnTo>
                  <a:lnTo>
                    <a:pt x="1568" y="625"/>
                  </a:lnTo>
                  <a:lnTo>
                    <a:pt x="1552" y="704"/>
                  </a:lnTo>
                  <a:lnTo>
                    <a:pt x="1535" y="780"/>
                  </a:lnTo>
                  <a:lnTo>
                    <a:pt x="1516" y="855"/>
                  </a:lnTo>
                  <a:lnTo>
                    <a:pt x="1495" y="927"/>
                  </a:lnTo>
                  <a:lnTo>
                    <a:pt x="1472" y="997"/>
                  </a:lnTo>
                  <a:lnTo>
                    <a:pt x="1448" y="1065"/>
                  </a:lnTo>
                  <a:lnTo>
                    <a:pt x="1423" y="1130"/>
                  </a:lnTo>
                  <a:lnTo>
                    <a:pt x="1396" y="1193"/>
                  </a:lnTo>
                  <a:lnTo>
                    <a:pt x="1367" y="1253"/>
                  </a:lnTo>
                  <a:lnTo>
                    <a:pt x="1337" y="1310"/>
                  </a:lnTo>
                  <a:lnTo>
                    <a:pt x="1306" y="1364"/>
                  </a:lnTo>
                  <a:lnTo>
                    <a:pt x="1273" y="1416"/>
                  </a:lnTo>
                  <a:lnTo>
                    <a:pt x="1239" y="1464"/>
                  </a:lnTo>
                  <a:lnTo>
                    <a:pt x="1204" y="1509"/>
                  </a:lnTo>
                  <a:lnTo>
                    <a:pt x="1168" y="1550"/>
                  </a:lnTo>
                  <a:lnTo>
                    <a:pt x="1131" y="1589"/>
                  </a:lnTo>
                  <a:lnTo>
                    <a:pt x="1092" y="1623"/>
                  </a:lnTo>
                  <a:lnTo>
                    <a:pt x="1053" y="1654"/>
                  </a:lnTo>
                  <a:lnTo>
                    <a:pt x="1013" y="1681"/>
                  </a:lnTo>
                  <a:lnTo>
                    <a:pt x="972" y="1705"/>
                  </a:lnTo>
                  <a:lnTo>
                    <a:pt x="951" y="1715"/>
                  </a:lnTo>
                  <a:lnTo>
                    <a:pt x="930" y="1724"/>
                  </a:lnTo>
                  <a:lnTo>
                    <a:pt x="909" y="1732"/>
                  </a:lnTo>
                  <a:lnTo>
                    <a:pt x="888" y="1739"/>
                  </a:lnTo>
                  <a:lnTo>
                    <a:pt x="866" y="1745"/>
                  </a:lnTo>
                  <a:lnTo>
                    <a:pt x="844" y="1750"/>
                  </a:lnTo>
                  <a:lnTo>
                    <a:pt x="822" y="1754"/>
                  </a:lnTo>
                  <a:lnTo>
                    <a:pt x="800" y="1757"/>
                  </a:lnTo>
                  <a:lnTo>
                    <a:pt x="778" y="1758"/>
                  </a:lnTo>
                  <a:lnTo>
                    <a:pt x="756" y="1759"/>
                  </a:lnTo>
                  <a:lnTo>
                    <a:pt x="727" y="1758"/>
                  </a:lnTo>
                  <a:lnTo>
                    <a:pt x="697" y="1755"/>
                  </a:lnTo>
                  <a:lnTo>
                    <a:pt x="668" y="1750"/>
                  </a:lnTo>
                  <a:lnTo>
                    <a:pt x="639" y="1743"/>
                  </a:lnTo>
                  <a:lnTo>
                    <a:pt x="611" y="1734"/>
                  </a:lnTo>
                  <a:lnTo>
                    <a:pt x="582" y="1724"/>
                  </a:lnTo>
                  <a:lnTo>
                    <a:pt x="554" y="1711"/>
                  </a:lnTo>
                  <a:lnTo>
                    <a:pt x="526" y="1697"/>
                  </a:lnTo>
                  <a:lnTo>
                    <a:pt x="499" y="1681"/>
                  </a:lnTo>
                  <a:lnTo>
                    <a:pt x="472" y="1663"/>
                  </a:lnTo>
                  <a:lnTo>
                    <a:pt x="445" y="1643"/>
                  </a:lnTo>
                  <a:lnTo>
                    <a:pt x="418" y="1622"/>
                  </a:lnTo>
                  <a:lnTo>
                    <a:pt x="392" y="1599"/>
                  </a:lnTo>
                  <a:lnTo>
                    <a:pt x="366" y="1574"/>
                  </a:lnTo>
                  <a:lnTo>
                    <a:pt x="341" y="1547"/>
                  </a:lnTo>
                  <a:lnTo>
                    <a:pt x="317" y="1519"/>
                  </a:lnTo>
                  <a:lnTo>
                    <a:pt x="292" y="1489"/>
                  </a:lnTo>
                  <a:lnTo>
                    <a:pt x="268" y="1458"/>
                  </a:lnTo>
                  <a:lnTo>
                    <a:pt x="245" y="1425"/>
                  </a:lnTo>
                  <a:lnTo>
                    <a:pt x="223" y="1391"/>
                  </a:lnTo>
                  <a:lnTo>
                    <a:pt x="200" y="1355"/>
                  </a:lnTo>
                  <a:lnTo>
                    <a:pt x="179" y="1318"/>
                  </a:lnTo>
                  <a:lnTo>
                    <a:pt x="158" y="1279"/>
                  </a:lnTo>
                  <a:lnTo>
                    <a:pt x="138" y="1239"/>
                  </a:lnTo>
                  <a:lnTo>
                    <a:pt x="118" y="1197"/>
                  </a:lnTo>
                  <a:lnTo>
                    <a:pt x="99" y="1154"/>
                  </a:lnTo>
                  <a:lnTo>
                    <a:pt x="81" y="1110"/>
                  </a:lnTo>
                  <a:lnTo>
                    <a:pt x="63" y="1064"/>
                  </a:lnTo>
                  <a:lnTo>
                    <a:pt x="46" y="1017"/>
                  </a:lnTo>
                  <a:lnTo>
                    <a:pt x="30" y="969"/>
                  </a:lnTo>
                  <a:lnTo>
                    <a:pt x="15" y="920"/>
                  </a:lnTo>
                  <a:lnTo>
                    <a:pt x="0" y="86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67" name="Freeform 4"/>
            <p:cNvSpPr/>
            <p:nvPr/>
          </p:nvSpPr>
          <p:spPr>
            <a:xfrm>
              <a:off x="2404" y="2916"/>
              <a:ext cx="45" cy="53"/>
            </a:xfrm>
            <a:custGeom>
              <a:avLst/>
              <a:gdLst/>
              <a:ahLst/>
              <a:cxnLst>
                <a:cxn ang="0">
                  <a:pos x="45" y="44"/>
                </a:cxn>
                <a:cxn ang="0">
                  <a:pos x="5" y="0"/>
                </a:cxn>
                <a:cxn ang="0">
                  <a:pos x="0" y="53"/>
                </a:cxn>
                <a:cxn ang="0">
                  <a:pos x="17" y="34"/>
                </a:cxn>
                <a:cxn ang="0">
                  <a:pos x="45" y="44"/>
                </a:cxn>
              </a:cxnLst>
              <a:pathLst>
                <a:path w="65" h="104">
                  <a:moveTo>
                    <a:pt x="65" y="87"/>
                  </a:moveTo>
                  <a:lnTo>
                    <a:pt x="7" y="0"/>
                  </a:lnTo>
                  <a:lnTo>
                    <a:pt x="0" y="104"/>
                  </a:lnTo>
                  <a:lnTo>
                    <a:pt x="24" y="66"/>
                  </a:lnTo>
                  <a:lnTo>
                    <a:pt x="65" y="87"/>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68" name="Freeform 5"/>
            <p:cNvSpPr/>
            <p:nvPr/>
          </p:nvSpPr>
          <p:spPr>
            <a:xfrm>
              <a:off x="2370" y="2617"/>
              <a:ext cx="1171" cy="887"/>
            </a:xfrm>
            <a:custGeom>
              <a:avLst/>
              <a:gdLst/>
              <a:ahLst/>
              <a:cxnLst>
                <a:cxn ang="0">
                  <a:pos x="1170" y="54"/>
                </a:cxn>
                <a:cxn ang="0">
                  <a:pos x="1164" y="143"/>
                </a:cxn>
                <a:cxn ang="0">
                  <a:pos x="1151" y="229"/>
                </a:cxn>
                <a:cxn ang="0">
                  <a:pos x="1134" y="312"/>
                </a:cxn>
                <a:cxn ang="0">
                  <a:pos x="1111" y="391"/>
                </a:cxn>
                <a:cxn ang="0">
                  <a:pos x="1084" y="465"/>
                </a:cxn>
                <a:cxn ang="0">
                  <a:pos x="1052" y="535"/>
                </a:cxn>
                <a:cxn ang="0">
                  <a:pos x="1016" y="600"/>
                </a:cxn>
                <a:cxn ang="0">
                  <a:pos x="977" y="660"/>
                </a:cxn>
                <a:cxn ang="0">
                  <a:pos x="934" y="713"/>
                </a:cxn>
                <a:cxn ang="0">
                  <a:pos x="887" y="760"/>
                </a:cxn>
                <a:cxn ang="0">
                  <a:pos x="838" y="801"/>
                </a:cxn>
                <a:cxn ang="0">
                  <a:pos x="785" y="834"/>
                </a:cxn>
                <a:cxn ang="0">
                  <a:pos x="731" y="859"/>
                </a:cxn>
                <a:cxn ang="0">
                  <a:pos x="703" y="869"/>
                </a:cxn>
                <a:cxn ang="0">
                  <a:pos x="674" y="877"/>
                </a:cxn>
                <a:cxn ang="0">
                  <a:pos x="645" y="882"/>
                </a:cxn>
                <a:cxn ang="0">
                  <a:pos x="615" y="886"/>
                </a:cxn>
                <a:cxn ang="0">
                  <a:pos x="586" y="887"/>
                </a:cxn>
                <a:cxn ang="0">
                  <a:pos x="556" y="886"/>
                </a:cxn>
                <a:cxn ang="0">
                  <a:pos x="526" y="882"/>
                </a:cxn>
                <a:cxn ang="0">
                  <a:pos x="496" y="877"/>
                </a:cxn>
                <a:cxn ang="0">
                  <a:pos x="468" y="869"/>
                </a:cxn>
                <a:cxn ang="0">
                  <a:pos x="439" y="859"/>
                </a:cxn>
                <a:cxn ang="0">
                  <a:pos x="384" y="833"/>
                </a:cxn>
                <a:cxn ang="0">
                  <a:pos x="332" y="800"/>
                </a:cxn>
                <a:cxn ang="0">
                  <a:pos x="282" y="759"/>
                </a:cxn>
                <a:cxn ang="0">
                  <a:pos x="235" y="711"/>
                </a:cxn>
                <a:cxn ang="0">
                  <a:pos x="192" y="657"/>
                </a:cxn>
                <a:cxn ang="0">
                  <a:pos x="152" y="596"/>
                </a:cxn>
                <a:cxn ang="0">
                  <a:pos x="117" y="531"/>
                </a:cxn>
                <a:cxn ang="0">
                  <a:pos x="85" y="460"/>
                </a:cxn>
                <a:cxn ang="0">
                  <a:pos x="58" y="384"/>
                </a:cxn>
                <a:cxn ang="0">
                  <a:pos x="35" y="305"/>
                </a:cxn>
                <a:cxn ang="0">
                  <a:pos x="18" y="222"/>
                </a:cxn>
                <a:cxn ang="0">
                  <a:pos x="7" y="135"/>
                </a:cxn>
                <a:cxn ang="0">
                  <a:pos x="1" y="46"/>
                </a:cxn>
              </a:cxnLst>
              <a:pathLst>
                <a:path w="1728" h="1728">
                  <a:moveTo>
                    <a:pt x="1728" y="18"/>
                  </a:moveTo>
                  <a:lnTo>
                    <a:pt x="1726" y="106"/>
                  </a:lnTo>
                  <a:lnTo>
                    <a:pt x="1723" y="193"/>
                  </a:lnTo>
                  <a:lnTo>
                    <a:pt x="1717" y="279"/>
                  </a:lnTo>
                  <a:lnTo>
                    <a:pt x="1709" y="363"/>
                  </a:lnTo>
                  <a:lnTo>
                    <a:pt x="1699" y="446"/>
                  </a:lnTo>
                  <a:lnTo>
                    <a:pt x="1687" y="527"/>
                  </a:lnTo>
                  <a:lnTo>
                    <a:pt x="1673" y="607"/>
                  </a:lnTo>
                  <a:lnTo>
                    <a:pt x="1658" y="685"/>
                  </a:lnTo>
                  <a:lnTo>
                    <a:pt x="1640" y="761"/>
                  </a:lnTo>
                  <a:lnTo>
                    <a:pt x="1621" y="834"/>
                  </a:lnTo>
                  <a:lnTo>
                    <a:pt x="1600" y="906"/>
                  </a:lnTo>
                  <a:lnTo>
                    <a:pt x="1577" y="975"/>
                  </a:lnTo>
                  <a:lnTo>
                    <a:pt x="1553" y="1042"/>
                  </a:lnTo>
                  <a:lnTo>
                    <a:pt x="1528" y="1107"/>
                  </a:lnTo>
                  <a:lnTo>
                    <a:pt x="1500" y="1169"/>
                  </a:lnTo>
                  <a:lnTo>
                    <a:pt x="1472" y="1228"/>
                  </a:lnTo>
                  <a:lnTo>
                    <a:pt x="1442" y="1285"/>
                  </a:lnTo>
                  <a:lnTo>
                    <a:pt x="1411" y="1338"/>
                  </a:lnTo>
                  <a:lnTo>
                    <a:pt x="1378" y="1389"/>
                  </a:lnTo>
                  <a:lnTo>
                    <a:pt x="1344" y="1437"/>
                  </a:lnTo>
                  <a:lnTo>
                    <a:pt x="1309" y="1481"/>
                  </a:lnTo>
                  <a:lnTo>
                    <a:pt x="1273" y="1522"/>
                  </a:lnTo>
                  <a:lnTo>
                    <a:pt x="1236" y="1560"/>
                  </a:lnTo>
                  <a:lnTo>
                    <a:pt x="1198" y="1594"/>
                  </a:lnTo>
                  <a:lnTo>
                    <a:pt x="1159" y="1625"/>
                  </a:lnTo>
                  <a:lnTo>
                    <a:pt x="1119" y="1651"/>
                  </a:lnTo>
                  <a:lnTo>
                    <a:pt x="1079" y="1674"/>
                  </a:lnTo>
                  <a:lnTo>
                    <a:pt x="1058" y="1684"/>
                  </a:lnTo>
                  <a:lnTo>
                    <a:pt x="1037" y="1693"/>
                  </a:lnTo>
                  <a:lnTo>
                    <a:pt x="1016" y="1701"/>
                  </a:lnTo>
                  <a:lnTo>
                    <a:pt x="995" y="1708"/>
                  </a:lnTo>
                  <a:lnTo>
                    <a:pt x="973" y="1714"/>
                  </a:lnTo>
                  <a:lnTo>
                    <a:pt x="952" y="1719"/>
                  </a:lnTo>
                  <a:lnTo>
                    <a:pt x="930" y="1723"/>
                  </a:lnTo>
                  <a:lnTo>
                    <a:pt x="908" y="1726"/>
                  </a:lnTo>
                  <a:lnTo>
                    <a:pt x="886" y="1727"/>
                  </a:lnTo>
                  <a:lnTo>
                    <a:pt x="864" y="1728"/>
                  </a:lnTo>
                  <a:lnTo>
                    <a:pt x="842" y="1727"/>
                  </a:lnTo>
                  <a:lnTo>
                    <a:pt x="820" y="1726"/>
                  </a:lnTo>
                  <a:lnTo>
                    <a:pt x="798" y="1723"/>
                  </a:lnTo>
                  <a:lnTo>
                    <a:pt x="776" y="1719"/>
                  </a:lnTo>
                  <a:lnTo>
                    <a:pt x="754" y="1714"/>
                  </a:lnTo>
                  <a:lnTo>
                    <a:pt x="732" y="1708"/>
                  </a:lnTo>
                  <a:lnTo>
                    <a:pt x="711" y="1701"/>
                  </a:lnTo>
                  <a:lnTo>
                    <a:pt x="690" y="1693"/>
                  </a:lnTo>
                  <a:lnTo>
                    <a:pt x="669" y="1684"/>
                  </a:lnTo>
                  <a:lnTo>
                    <a:pt x="648" y="1674"/>
                  </a:lnTo>
                  <a:lnTo>
                    <a:pt x="607" y="1650"/>
                  </a:lnTo>
                  <a:lnTo>
                    <a:pt x="567" y="1623"/>
                  </a:lnTo>
                  <a:lnTo>
                    <a:pt x="528" y="1592"/>
                  </a:lnTo>
                  <a:lnTo>
                    <a:pt x="490" y="1558"/>
                  </a:lnTo>
                  <a:lnTo>
                    <a:pt x="452" y="1519"/>
                  </a:lnTo>
                  <a:lnTo>
                    <a:pt x="416" y="1478"/>
                  </a:lnTo>
                  <a:lnTo>
                    <a:pt x="381" y="1433"/>
                  </a:lnTo>
                  <a:lnTo>
                    <a:pt x="347" y="1385"/>
                  </a:lnTo>
                  <a:lnTo>
                    <a:pt x="315" y="1333"/>
                  </a:lnTo>
                  <a:lnTo>
                    <a:pt x="283" y="1279"/>
                  </a:lnTo>
                  <a:lnTo>
                    <a:pt x="253" y="1222"/>
                  </a:lnTo>
                  <a:lnTo>
                    <a:pt x="225" y="1162"/>
                  </a:lnTo>
                  <a:lnTo>
                    <a:pt x="197" y="1099"/>
                  </a:lnTo>
                  <a:lnTo>
                    <a:pt x="172" y="1034"/>
                  </a:lnTo>
                  <a:lnTo>
                    <a:pt x="148" y="966"/>
                  </a:lnTo>
                  <a:lnTo>
                    <a:pt x="125" y="896"/>
                  </a:lnTo>
                  <a:lnTo>
                    <a:pt x="104" y="824"/>
                  </a:lnTo>
                  <a:lnTo>
                    <a:pt x="85" y="749"/>
                  </a:lnTo>
                  <a:lnTo>
                    <a:pt x="68" y="673"/>
                  </a:lnTo>
                  <a:lnTo>
                    <a:pt x="52" y="594"/>
                  </a:lnTo>
                  <a:lnTo>
                    <a:pt x="39" y="514"/>
                  </a:lnTo>
                  <a:lnTo>
                    <a:pt x="27" y="432"/>
                  </a:lnTo>
                  <a:lnTo>
                    <a:pt x="18" y="348"/>
                  </a:lnTo>
                  <a:lnTo>
                    <a:pt x="10" y="263"/>
                  </a:lnTo>
                  <a:lnTo>
                    <a:pt x="4" y="177"/>
                  </a:lnTo>
                  <a:lnTo>
                    <a:pt x="1" y="89"/>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69" name="Freeform 6"/>
            <p:cNvSpPr/>
            <p:nvPr/>
          </p:nvSpPr>
          <p:spPr>
            <a:xfrm>
              <a:off x="2431" y="2371"/>
              <a:ext cx="1026" cy="153"/>
            </a:xfrm>
            <a:custGeom>
              <a:avLst/>
              <a:gdLst/>
              <a:ahLst/>
              <a:cxnLst>
                <a:cxn ang="0">
                  <a:pos x="0" y="153"/>
                </a:cxn>
                <a:cxn ang="0">
                  <a:pos x="29" y="135"/>
                </a:cxn>
                <a:cxn ang="0">
                  <a:pos x="59" y="118"/>
                </a:cxn>
                <a:cxn ang="0">
                  <a:pos x="89" y="102"/>
                </a:cxn>
                <a:cxn ang="0">
                  <a:pos x="120" y="87"/>
                </a:cxn>
                <a:cxn ang="0">
                  <a:pos x="152" y="73"/>
                </a:cxn>
                <a:cxn ang="0">
                  <a:pos x="184" y="61"/>
                </a:cxn>
                <a:cxn ang="0">
                  <a:pos x="217" y="50"/>
                </a:cxn>
                <a:cxn ang="0">
                  <a:pos x="250" y="40"/>
                </a:cxn>
                <a:cxn ang="0">
                  <a:pos x="283" y="30"/>
                </a:cxn>
                <a:cxn ang="0">
                  <a:pos x="318" y="22"/>
                </a:cxn>
                <a:cxn ang="0">
                  <a:pos x="352" y="15"/>
                </a:cxn>
                <a:cxn ang="0">
                  <a:pos x="387" y="10"/>
                </a:cxn>
                <a:cxn ang="0">
                  <a:pos x="422" y="6"/>
                </a:cxn>
                <a:cxn ang="0">
                  <a:pos x="457" y="3"/>
                </a:cxn>
                <a:cxn ang="0">
                  <a:pos x="493" y="1"/>
                </a:cxn>
                <a:cxn ang="0">
                  <a:pos x="529" y="0"/>
                </a:cxn>
                <a:cxn ang="0">
                  <a:pos x="562" y="1"/>
                </a:cxn>
                <a:cxn ang="0">
                  <a:pos x="595" y="2"/>
                </a:cxn>
                <a:cxn ang="0">
                  <a:pos x="628" y="5"/>
                </a:cxn>
                <a:cxn ang="0">
                  <a:pos x="661" y="9"/>
                </a:cxn>
                <a:cxn ang="0">
                  <a:pos x="693" y="13"/>
                </a:cxn>
                <a:cxn ang="0">
                  <a:pos x="726" y="20"/>
                </a:cxn>
                <a:cxn ang="0">
                  <a:pos x="757" y="26"/>
                </a:cxn>
                <a:cxn ang="0">
                  <a:pos x="789" y="34"/>
                </a:cxn>
                <a:cxn ang="0">
                  <a:pos x="820" y="43"/>
                </a:cxn>
                <a:cxn ang="0">
                  <a:pos x="851" y="53"/>
                </a:cxn>
                <a:cxn ang="0">
                  <a:pos x="882" y="64"/>
                </a:cxn>
                <a:cxn ang="0">
                  <a:pos x="912" y="77"/>
                </a:cxn>
                <a:cxn ang="0">
                  <a:pos x="941" y="89"/>
                </a:cxn>
                <a:cxn ang="0">
                  <a:pos x="970" y="103"/>
                </a:cxn>
                <a:cxn ang="0">
                  <a:pos x="998" y="118"/>
                </a:cxn>
                <a:cxn ang="0">
                  <a:pos x="1026" y="134"/>
                </a:cxn>
              </a:cxnLst>
              <a:pathLst>
                <a:path w="1506" h="298">
                  <a:moveTo>
                    <a:pt x="0" y="298"/>
                  </a:moveTo>
                  <a:lnTo>
                    <a:pt x="43" y="263"/>
                  </a:lnTo>
                  <a:lnTo>
                    <a:pt x="86" y="230"/>
                  </a:lnTo>
                  <a:lnTo>
                    <a:pt x="131" y="199"/>
                  </a:lnTo>
                  <a:lnTo>
                    <a:pt x="176" y="170"/>
                  </a:lnTo>
                  <a:lnTo>
                    <a:pt x="223" y="143"/>
                  </a:lnTo>
                  <a:lnTo>
                    <a:pt x="270" y="119"/>
                  </a:lnTo>
                  <a:lnTo>
                    <a:pt x="318" y="97"/>
                  </a:lnTo>
                  <a:lnTo>
                    <a:pt x="367" y="77"/>
                  </a:lnTo>
                  <a:lnTo>
                    <a:pt x="416" y="59"/>
                  </a:lnTo>
                  <a:lnTo>
                    <a:pt x="467" y="43"/>
                  </a:lnTo>
                  <a:lnTo>
                    <a:pt x="517" y="30"/>
                  </a:lnTo>
                  <a:lnTo>
                    <a:pt x="568" y="19"/>
                  </a:lnTo>
                  <a:lnTo>
                    <a:pt x="620" y="11"/>
                  </a:lnTo>
                  <a:lnTo>
                    <a:pt x="671" y="5"/>
                  </a:lnTo>
                  <a:lnTo>
                    <a:pt x="724" y="1"/>
                  </a:lnTo>
                  <a:lnTo>
                    <a:pt x="776" y="0"/>
                  </a:lnTo>
                  <a:lnTo>
                    <a:pt x="825" y="1"/>
                  </a:lnTo>
                  <a:lnTo>
                    <a:pt x="873" y="4"/>
                  </a:lnTo>
                  <a:lnTo>
                    <a:pt x="922" y="10"/>
                  </a:lnTo>
                  <a:lnTo>
                    <a:pt x="970" y="17"/>
                  </a:lnTo>
                  <a:lnTo>
                    <a:pt x="1017" y="26"/>
                  </a:lnTo>
                  <a:lnTo>
                    <a:pt x="1065" y="38"/>
                  </a:lnTo>
                  <a:lnTo>
                    <a:pt x="1111" y="51"/>
                  </a:lnTo>
                  <a:lnTo>
                    <a:pt x="1158" y="67"/>
                  </a:lnTo>
                  <a:lnTo>
                    <a:pt x="1204" y="84"/>
                  </a:lnTo>
                  <a:lnTo>
                    <a:pt x="1249" y="104"/>
                  </a:lnTo>
                  <a:lnTo>
                    <a:pt x="1294" y="125"/>
                  </a:lnTo>
                  <a:lnTo>
                    <a:pt x="1338" y="149"/>
                  </a:lnTo>
                  <a:lnTo>
                    <a:pt x="1381" y="174"/>
                  </a:lnTo>
                  <a:lnTo>
                    <a:pt x="1424" y="201"/>
                  </a:lnTo>
                  <a:lnTo>
                    <a:pt x="1465" y="230"/>
                  </a:lnTo>
                  <a:lnTo>
                    <a:pt x="1506" y="261"/>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0" name="Freeform 7"/>
            <p:cNvSpPr/>
            <p:nvPr/>
          </p:nvSpPr>
          <p:spPr>
            <a:xfrm>
              <a:off x="1576" y="1798"/>
              <a:ext cx="727" cy="709"/>
            </a:xfrm>
            <a:custGeom>
              <a:avLst/>
              <a:gdLst/>
              <a:ahLst/>
              <a:cxnLst>
                <a:cxn ang="0">
                  <a:pos x="727" y="709"/>
                </a:cxn>
                <a:cxn ang="0">
                  <a:pos x="675" y="681"/>
                </a:cxn>
                <a:cxn ang="0">
                  <a:pos x="625" y="649"/>
                </a:cxn>
                <a:cxn ang="0">
                  <a:pos x="574" y="617"/>
                </a:cxn>
                <a:cxn ang="0">
                  <a:pos x="524" y="581"/>
                </a:cxn>
                <a:cxn ang="0">
                  <a:pos x="476" y="544"/>
                </a:cxn>
                <a:cxn ang="0">
                  <a:pos x="428" y="504"/>
                </a:cxn>
                <a:cxn ang="0">
                  <a:pos x="380" y="463"/>
                </a:cxn>
                <a:cxn ang="0">
                  <a:pos x="334" y="419"/>
                </a:cxn>
                <a:cxn ang="0">
                  <a:pos x="289" y="374"/>
                </a:cxn>
                <a:cxn ang="0">
                  <a:pos x="245" y="326"/>
                </a:cxn>
                <a:cxn ang="0">
                  <a:pos x="201" y="277"/>
                </a:cxn>
                <a:cxn ang="0">
                  <a:pos x="159" y="225"/>
                </a:cxn>
                <a:cxn ang="0">
                  <a:pos x="117" y="172"/>
                </a:cxn>
                <a:cxn ang="0">
                  <a:pos x="77" y="116"/>
                </a:cxn>
                <a:cxn ang="0">
                  <a:pos x="38" y="59"/>
                </a:cxn>
                <a:cxn ang="0">
                  <a:pos x="0" y="0"/>
                </a:cxn>
              </a:cxnLst>
              <a:pathLst>
                <a:path w="576" h="533">
                  <a:moveTo>
                    <a:pt x="576" y="533"/>
                  </a:moveTo>
                  <a:lnTo>
                    <a:pt x="535" y="512"/>
                  </a:lnTo>
                  <a:lnTo>
                    <a:pt x="495" y="488"/>
                  </a:lnTo>
                  <a:lnTo>
                    <a:pt x="455" y="464"/>
                  </a:lnTo>
                  <a:lnTo>
                    <a:pt x="415" y="437"/>
                  </a:lnTo>
                  <a:lnTo>
                    <a:pt x="377" y="409"/>
                  </a:lnTo>
                  <a:lnTo>
                    <a:pt x="339" y="379"/>
                  </a:lnTo>
                  <a:lnTo>
                    <a:pt x="301" y="348"/>
                  </a:lnTo>
                  <a:lnTo>
                    <a:pt x="265" y="315"/>
                  </a:lnTo>
                  <a:lnTo>
                    <a:pt x="229" y="281"/>
                  </a:lnTo>
                  <a:lnTo>
                    <a:pt x="194" y="245"/>
                  </a:lnTo>
                  <a:lnTo>
                    <a:pt x="159" y="208"/>
                  </a:lnTo>
                  <a:lnTo>
                    <a:pt x="126" y="169"/>
                  </a:lnTo>
                  <a:lnTo>
                    <a:pt x="93" y="129"/>
                  </a:lnTo>
                  <a:lnTo>
                    <a:pt x="61" y="87"/>
                  </a:lnTo>
                  <a:lnTo>
                    <a:pt x="30" y="44"/>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1" name="Freeform 8"/>
            <p:cNvSpPr/>
            <p:nvPr/>
          </p:nvSpPr>
          <p:spPr>
            <a:xfrm>
              <a:off x="1357" y="2092"/>
              <a:ext cx="947" cy="426"/>
            </a:xfrm>
            <a:custGeom>
              <a:avLst/>
              <a:gdLst/>
              <a:ahLst/>
              <a:cxnLst>
                <a:cxn ang="0">
                  <a:pos x="947" y="426"/>
                </a:cxn>
                <a:cxn ang="0">
                  <a:pos x="884" y="424"/>
                </a:cxn>
                <a:cxn ang="0">
                  <a:pos x="823" y="419"/>
                </a:cxn>
                <a:cxn ang="0">
                  <a:pos x="761" y="410"/>
                </a:cxn>
                <a:cxn ang="0">
                  <a:pos x="699" y="399"/>
                </a:cxn>
                <a:cxn ang="0">
                  <a:pos x="638" y="384"/>
                </a:cxn>
                <a:cxn ang="0">
                  <a:pos x="578" y="364"/>
                </a:cxn>
                <a:cxn ang="0">
                  <a:pos x="517" y="343"/>
                </a:cxn>
                <a:cxn ang="0">
                  <a:pos x="458" y="318"/>
                </a:cxn>
                <a:cxn ang="0">
                  <a:pos x="397" y="290"/>
                </a:cxn>
                <a:cxn ang="0">
                  <a:pos x="338" y="258"/>
                </a:cxn>
                <a:cxn ang="0">
                  <a:pos x="281" y="223"/>
                </a:cxn>
                <a:cxn ang="0">
                  <a:pos x="223" y="184"/>
                </a:cxn>
                <a:cxn ang="0">
                  <a:pos x="166" y="143"/>
                </a:cxn>
                <a:cxn ang="0">
                  <a:pos x="110" y="99"/>
                </a:cxn>
                <a:cxn ang="0">
                  <a:pos x="54" y="51"/>
                </a:cxn>
                <a:cxn ang="0">
                  <a:pos x="0" y="0"/>
                </a:cxn>
              </a:cxnLst>
              <a:pathLst>
                <a:path w="803" h="241">
                  <a:moveTo>
                    <a:pt x="803" y="241"/>
                  </a:moveTo>
                  <a:lnTo>
                    <a:pt x="750" y="240"/>
                  </a:lnTo>
                  <a:lnTo>
                    <a:pt x="698" y="237"/>
                  </a:lnTo>
                  <a:lnTo>
                    <a:pt x="645" y="232"/>
                  </a:lnTo>
                  <a:lnTo>
                    <a:pt x="593" y="226"/>
                  </a:lnTo>
                  <a:lnTo>
                    <a:pt x="541" y="217"/>
                  </a:lnTo>
                  <a:lnTo>
                    <a:pt x="490" y="206"/>
                  </a:lnTo>
                  <a:lnTo>
                    <a:pt x="438" y="194"/>
                  </a:lnTo>
                  <a:lnTo>
                    <a:pt x="388" y="180"/>
                  </a:lnTo>
                  <a:lnTo>
                    <a:pt x="337" y="164"/>
                  </a:lnTo>
                  <a:lnTo>
                    <a:pt x="287" y="146"/>
                  </a:lnTo>
                  <a:lnTo>
                    <a:pt x="238" y="126"/>
                  </a:lnTo>
                  <a:lnTo>
                    <a:pt x="189" y="104"/>
                  </a:lnTo>
                  <a:lnTo>
                    <a:pt x="141" y="81"/>
                  </a:lnTo>
                  <a:lnTo>
                    <a:pt x="93" y="56"/>
                  </a:lnTo>
                  <a:lnTo>
                    <a:pt x="46" y="29"/>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2" name="Freeform 9"/>
            <p:cNvSpPr/>
            <p:nvPr/>
          </p:nvSpPr>
          <p:spPr>
            <a:xfrm>
              <a:off x="2188" y="2149"/>
              <a:ext cx="148" cy="345"/>
            </a:xfrm>
            <a:custGeom>
              <a:avLst/>
              <a:gdLst/>
              <a:ahLst/>
              <a:cxnLst>
                <a:cxn ang="0">
                  <a:pos x="148" y="345"/>
                </a:cxn>
                <a:cxn ang="0">
                  <a:pos x="136" y="331"/>
                </a:cxn>
                <a:cxn ang="0">
                  <a:pos x="125" y="316"/>
                </a:cxn>
                <a:cxn ang="0">
                  <a:pos x="115" y="299"/>
                </a:cxn>
                <a:cxn ang="0">
                  <a:pos x="104" y="282"/>
                </a:cxn>
                <a:cxn ang="0">
                  <a:pos x="93" y="263"/>
                </a:cxn>
                <a:cxn ang="0">
                  <a:pos x="83" y="244"/>
                </a:cxn>
                <a:cxn ang="0">
                  <a:pos x="74" y="224"/>
                </a:cxn>
                <a:cxn ang="0">
                  <a:pos x="64" y="202"/>
                </a:cxn>
                <a:cxn ang="0">
                  <a:pos x="55" y="180"/>
                </a:cxn>
                <a:cxn ang="0">
                  <a:pos x="46" y="157"/>
                </a:cxn>
                <a:cxn ang="0">
                  <a:pos x="38" y="133"/>
                </a:cxn>
                <a:cxn ang="0">
                  <a:pos x="29" y="108"/>
                </a:cxn>
                <a:cxn ang="0">
                  <a:pos x="21" y="82"/>
                </a:cxn>
                <a:cxn ang="0">
                  <a:pos x="14" y="55"/>
                </a:cxn>
                <a:cxn ang="0">
                  <a:pos x="7" y="28"/>
                </a:cxn>
                <a:cxn ang="0">
                  <a:pos x="0" y="0"/>
                </a:cxn>
              </a:cxnLst>
              <a:pathLst>
                <a:path w="217" h="673">
                  <a:moveTo>
                    <a:pt x="217" y="673"/>
                  </a:moveTo>
                  <a:lnTo>
                    <a:pt x="200" y="646"/>
                  </a:lnTo>
                  <a:lnTo>
                    <a:pt x="184" y="616"/>
                  </a:lnTo>
                  <a:lnTo>
                    <a:pt x="168" y="584"/>
                  </a:lnTo>
                  <a:lnTo>
                    <a:pt x="152" y="550"/>
                  </a:lnTo>
                  <a:lnTo>
                    <a:pt x="137" y="514"/>
                  </a:lnTo>
                  <a:lnTo>
                    <a:pt x="122" y="476"/>
                  </a:lnTo>
                  <a:lnTo>
                    <a:pt x="108" y="437"/>
                  </a:lnTo>
                  <a:lnTo>
                    <a:pt x="94" y="395"/>
                  </a:lnTo>
                  <a:lnTo>
                    <a:pt x="80" y="352"/>
                  </a:lnTo>
                  <a:lnTo>
                    <a:pt x="67" y="306"/>
                  </a:lnTo>
                  <a:lnTo>
                    <a:pt x="55" y="259"/>
                  </a:lnTo>
                  <a:lnTo>
                    <a:pt x="43" y="211"/>
                  </a:lnTo>
                  <a:lnTo>
                    <a:pt x="31" y="160"/>
                  </a:lnTo>
                  <a:lnTo>
                    <a:pt x="20" y="108"/>
                  </a:lnTo>
                  <a:lnTo>
                    <a:pt x="10" y="55"/>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3" name="Freeform 10"/>
            <p:cNvSpPr/>
            <p:nvPr/>
          </p:nvSpPr>
          <p:spPr>
            <a:xfrm>
              <a:off x="2768" y="2571"/>
              <a:ext cx="708" cy="80"/>
            </a:xfrm>
            <a:custGeom>
              <a:avLst/>
              <a:gdLst/>
              <a:ahLst/>
              <a:cxnLst>
                <a:cxn ang="0">
                  <a:pos x="708" y="0"/>
                </a:cxn>
                <a:cxn ang="0">
                  <a:pos x="651" y="18"/>
                </a:cxn>
                <a:cxn ang="0">
                  <a:pos x="593" y="34"/>
                </a:cxn>
                <a:cxn ang="0">
                  <a:pos x="533" y="48"/>
                </a:cxn>
                <a:cxn ang="0">
                  <a:pos x="472" y="60"/>
                </a:cxn>
                <a:cxn ang="0">
                  <a:pos x="410" y="69"/>
                </a:cxn>
                <a:cxn ang="0">
                  <a:pos x="346" y="75"/>
                </a:cxn>
                <a:cxn ang="0">
                  <a:pos x="282" y="79"/>
                </a:cxn>
                <a:cxn ang="0">
                  <a:pos x="218" y="80"/>
                </a:cxn>
                <a:cxn ang="0">
                  <a:pos x="163" y="79"/>
                </a:cxn>
                <a:cxn ang="0">
                  <a:pos x="108" y="76"/>
                </a:cxn>
                <a:cxn ang="0">
                  <a:pos x="54" y="72"/>
                </a:cxn>
                <a:cxn ang="0">
                  <a:pos x="0" y="65"/>
                </a:cxn>
              </a:cxnLst>
              <a:pathLst>
                <a:path w="1089" h="114">
                  <a:moveTo>
                    <a:pt x="1089" y="0"/>
                  </a:moveTo>
                  <a:lnTo>
                    <a:pt x="1002" y="26"/>
                  </a:lnTo>
                  <a:lnTo>
                    <a:pt x="912" y="49"/>
                  </a:lnTo>
                  <a:lnTo>
                    <a:pt x="820" y="69"/>
                  </a:lnTo>
                  <a:lnTo>
                    <a:pt x="726" y="85"/>
                  </a:lnTo>
                  <a:lnTo>
                    <a:pt x="630" y="98"/>
                  </a:lnTo>
                  <a:lnTo>
                    <a:pt x="532" y="107"/>
                  </a:lnTo>
                  <a:lnTo>
                    <a:pt x="434" y="112"/>
                  </a:lnTo>
                  <a:lnTo>
                    <a:pt x="335" y="114"/>
                  </a:lnTo>
                  <a:lnTo>
                    <a:pt x="250" y="113"/>
                  </a:lnTo>
                  <a:lnTo>
                    <a:pt x="166" y="109"/>
                  </a:lnTo>
                  <a:lnTo>
                    <a:pt x="83" y="102"/>
                  </a:lnTo>
                  <a:lnTo>
                    <a:pt x="0" y="92"/>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4" name="Freeform 11"/>
            <p:cNvSpPr/>
            <p:nvPr/>
          </p:nvSpPr>
          <p:spPr>
            <a:xfrm>
              <a:off x="2740" y="2616"/>
              <a:ext cx="67" cy="46"/>
            </a:xfrm>
            <a:custGeom>
              <a:avLst/>
              <a:gdLst/>
              <a:ahLst/>
              <a:cxnLst>
                <a:cxn ang="0">
                  <a:pos x="67" y="0"/>
                </a:cxn>
                <a:cxn ang="0">
                  <a:pos x="0" y="13"/>
                </a:cxn>
                <a:cxn ang="0">
                  <a:pos x="60" y="46"/>
                </a:cxn>
                <a:cxn ang="0">
                  <a:pos x="44" y="20"/>
                </a:cxn>
                <a:cxn ang="0">
                  <a:pos x="67" y="0"/>
                </a:cxn>
              </a:cxnLst>
              <a:pathLst>
                <a:path w="103" h="66">
                  <a:moveTo>
                    <a:pt x="103" y="0"/>
                  </a:moveTo>
                  <a:lnTo>
                    <a:pt x="0" y="19"/>
                  </a:lnTo>
                  <a:lnTo>
                    <a:pt x="93" y="66"/>
                  </a:lnTo>
                  <a:lnTo>
                    <a:pt x="67" y="29"/>
                  </a:lnTo>
                  <a:lnTo>
                    <a:pt x="103"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75" name="Freeform 12"/>
            <p:cNvSpPr/>
            <p:nvPr/>
          </p:nvSpPr>
          <p:spPr>
            <a:xfrm>
              <a:off x="3583" y="1863"/>
              <a:ext cx="583" cy="639"/>
            </a:xfrm>
            <a:custGeom>
              <a:avLst/>
              <a:gdLst/>
              <a:ahLst/>
              <a:cxnLst>
                <a:cxn ang="0">
                  <a:pos x="583" y="0"/>
                </a:cxn>
                <a:cxn ang="0">
                  <a:pos x="581" y="27"/>
                </a:cxn>
                <a:cxn ang="0">
                  <a:pos x="578" y="53"/>
                </a:cxn>
                <a:cxn ang="0">
                  <a:pos x="573" y="79"/>
                </a:cxn>
                <a:cxn ang="0">
                  <a:pos x="567" y="105"/>
                </a:cxn>
                <a:cxn ang="0">
                  <a:pos x="560" y="131"/>
                </a:cxn>
                <a:cxn ang="0">
                  <a:pos x="552" y="156"/>
                </a:cxn>
                <a:cxn ang="0">
                  <a:pos x="543" y="181"/>
                </a:cxn>
                <a:cxn ang="0">
                  <a:pos x="532" y="205"/>
                </a:cxn>
                <a:cxn ang="0">
                  <a:pos x="520" y="230"/>
                </a:cxn>
                <a:cxn ang="0">
                  <a:pos x="508" y="253"/>
                </a:cxn>
                <a:cxn ang="0">
                  <a:pos x="495" y="277"/>
                </a:cxn>
                <a:cxn ang="0">
                  <a:pos x="480" y="300"/>
                </a:cxn>
                <a:cxn ang="0">
                  <a:pos x="465" y="323"/>
                </a:cxn>
                <a:cxn ang="0">
                  <a:pos x="448" y="345"/>
                </a:cxn>
                <a:cxn ang="0">
                  <a:pos x="430" y="366"/>
                </a:cxn>
                <a:cxn ang="0">
                  <a:pos x="412" y="387"/>
                </a:cxn>
                <a:cxn ang="0">
                  <a:pos x="392" y="408"/>
                </a:cxn>
                <a:cxn ang="0">
                  <a:pos x="372" y="428"/>
                </a:cxn>
                <a:cxn ang="0">
                  <a:pos x="351" y="448"/>
                </a:cxn>
                <a:cxn ang="0">
                  <a:pos x="328" y="466"/>
                </a:cxn>
                <a:cxn ang="0">
                  <a:pos x="305" y="485"/>
                </a:cxn>
                <a:cxn ang="0">
                  <a:pos x="281" y="502"/>
                </a:cxn>
                <a:cxn ang="0">
                  <a:pos x="257" y="519"/>
                </a:cxn>
                <a:cxn ang="0">
                  <a:pos x="231" y="535"/>
                </a:cxn>
                <a:cxn ang="0">
                  <a:pos x="205" y="551"/>
                </a:cxn>
                <a:cxn ang="0">
                  <a:pos x="178" y="566"/>
                </a:cxn>
                <a:cxn ang="0">
                  <a:pos x="150" y="580"/>
                </a:cxn>
                <a:cxn ang="0">
                  <a:pos x="122" y="593"/>
                </a:cxn>
                <a:cxn ang="0">
                  <a:pos x="92" y="606"/>
                </a:cxn>
                <a:cxn ang="0">
                  <a:pos x="62" y="618"/>
                </a:cxn>
                <a:cxn ang="0">
                  <a:pos x="31" y="629"/>
                </a:cxn>
                <a:cxn ang="0">
                  <a:pos x="0" y="639"/>
                </a:cxn>
              </a:cxnLst>
              <a:pathLst>
                <a:path w="858" h="1246">
                  <a:moveTo>
                    <a:pt x="858" y="0"/>
                  </a:moveTo>
                  <a:lnTo>
                    <a:pt x="855" y="52"/>
                  </a:lnTo>
                  <a:lnTo>
                    <a:pt x="850" y="103"/>
                  </a:lnTo>
                  <a:lnTo>
                    <a:pt x="843" y="154"/>
                  </a:lnTo>
                  <a:lnTo>
                    <a:pt x="834" y="205"/>
                  </a:lnTo>
                  <a:lnTo>
                    <a:pt x="824" y="255"/>
                  </a:lnTo>
                  <a:lnTo>
                    <a:pt x="812" y="304"/>
                  </a:lnTo>
                  <a:lnTo>
                    <a:pt x="799" y="352"/>
                  </a:lnTo>
                  <a:lnTo>
                    <a:pt x="783" y="400"/>
                  </a:lnTo>
                  <a:lnTo>
                    <a:pt x="766" y="448"/>
                  </a:lnTo>
                  <a:lnTo>
                    <a:pt x="748" y="494"/>
                  </a:lnTo>
                  <a:lnTo>
                    <a:pt x="728" y="540"/>
                  </a:lnTo>
                  <a:lnTo>
                    <a:pt x="707" y="585"/>
                  </a:lnTo>
                  <a:lnTo>
                    <a:pt x="684" y="629"/>
                  </a:lnTo>
                  <a:lnTo>
                    <a:pt x="659" y="672"/>
                  </a:lnTo>
                  <a:lnTo>
                    <a:pt x="633" y="714"/>
                  </a:lnTo>
                  <a:lnTo>
                    <a:pt x="606" y="755"/>
                  </a:lnTo>
                  <a:lnTo>
                    <a:pt x="577" y="796"/>
                  </a:lnTo>
                  <a:lnTo>
                    <a:pt x="547" y="835"/>
                  </a:lnTo>
                  <a:lnTo>
                    <a:pt x="516" y="873"/>
                  </a:lnTo>
                  <a:lnTo>
                    <a:pt x="483" y="909"/>
                  </a:lnTo>
                  <a:lnTo>
                    <a:pt x="449" y="945"/>
                  </a:lnTo>
                  <a:lnTo>
                    <a:pt x="414" y="979"/>
                  </a:lnTo>
                  <a:lnTo>
                    <a:pt x="378" y="1012"/>
                  </a:lnTo>
                  <a:lnTo>
                    <a:pt x="340" y="1044"/>
                  </a:lnTo>
                  <a:lnTo>
                    <a:pt x="302" y="1075"/>
                  </a:lnTo>
                  <a:lnTo>
                    <a:pt x="262" y="1104"/>
                  </a:lnTo>
                  <a:lnTo>
                    <a:pt x="221" y="1131"/>
                  </a:lnTo>
                  <a:lnTo>
                    <a:pt x="179" y="1157"/>
                  </a:lnTo>
                  <a:lnTo>
                    <a:pt x="135" y="1182"/>
                  </a:lnTo>
                  <a:lnTo>
                    <a:pt x="91" y="1205"/>
                  </a:lnTo>
                  <a:lnTo>
                    <a:pt x="46" y="1226"/>
                  </a:lnTo>
                  <a:lnTo>
                    <a:pt x="0" y="1246"/>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6" name="Freeform 13"/>
            <p:cNvSpPr/>
            <p:nvPr/>
          </p:nvSpPr>
          <p:spPr>
            <a:xfrm>
              <a:off x="4144" y="1828"/>
              <a:ext cx="45" cy="52"/>
            </a:xfrm>
            <a:custGeom>
              <a:avLst/>
              <a:gdLst/>
              <a:ahLst/>
              <a:cxnLst>
                <a:cxn ang="0">
                  <a:pos x="45" y="52"/>
                </a:cxn>
                <a:cxn ang="0">
                  <a:pos x="24" y="0"/>
                </a:cxn>
                <a:cxn ang="0">
                  <a:pos x="0" y="51"/>
                </a:cxn>
                <a:cxn ang="0">
                  <a:pos x="23" y="35"/>
                </a:cxn>
                <a:cxn ang="0">
                  <a:pos x="45" y="52"/>
                </a:cxn>
              </a:cxnLst>
              <a:pathLst>
                <a:path w="67" h="100">
                  <a:moveTo>
                    <a:pt x="67" y="100"/>
                  </a:moveTo>
                  <a:lnTo>
                    <a:pt x="36" y="0"/>
                  </a:lnTo>
                  <a:lnTo>
                    <a:pt x="0" y="98"/>
                  </a:lnTo>
                  <a:lnTo>
                    <a:pt x="34" y="68"/>
                  </a:lnTo>
                  <a:lnTo>
                    <a:pt x="67" y="10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77" name="Freeform 14"/>
            <p:cNvSpPr/>
            <p:nvPr/>
          </p:nvSpPr>
          <p:spPr>
            <a:xfrm>
              <a:off x="3599" y="2591"/>
              <a:ext cx="579" cy="732"/>
            </a:xfrm>
            <a:custGeom>
              <a:avLst/>
              <a:gdLst/>
              <a:ahLst/>
              <a:cxnLst>
                <a:cxn ang="0">
                  <a:pos x="0" y="0"/>
                </a:cxn>
                <a:cxn ang="0">
                  <a:pos x="27" y="13"/>
                </a:cxn>
                <a:cxn ang="0">
                  <a:pos x="54" y="26"/>
                </a:cxn>
                <a:cxn ang="0">
                  <a:pos x="80" y="41"/>
                </a:cxn>
                <a:cxn ang="0">
                  <a:pos x="106" y="56"/>
                </a:cxn>
                <a:cxn ang="0">
                  <a:pos x="132" y="71"/>
                </a:cxn>
                <a:cxn ang="0">
                  <a:pos x="157" y="88"/>
                </a:cxn>
                <a:cxn ang="0">
                  <a:pos x="181" y="105"/>
                </a:cxn>
                <a:cxn ang="0">
                  <a:pos x="205" y="123"/>
                </a:cxn>
                <a:cxn ang="0">
                  <a:pos x="228" y="142"/>
                </a:cxn>
                <a:cxn ang="0">
                  <a:pos x="251" y="161"/>
                </a:cxn>
                <a:cxn ang="0">
                  <a:pos x="273" y="181"/>
                </a:cxn>
                <a:cxn ang="0">
                  <a:pos x="294" y="203"/>
                </a:cxn>
                <a:cxn ang="0">
                  <a:pos x="315" y="224"/>
                </a:cxn>
                <a:cxn ang="0">
                  <a:pos x="336" y="246"/>
                </a:cxn>
                <a:cxn ang="0">
                  <a:pos x="355" y="268"/>
                </a:cxn>
                <a:cxn ang="0">
                  <a:pos x="374" y="292"/>
                </a:cxn>
                <a:cxn ang="0">
                  <a:pos x="392" y="316"/>
                </a:cxn>
                <a:cxn ang="0">
                  <a:pos x="410" y="340"/>
                </a:cxn>
                <a:cxn ang="0">
                  <a:pos x="427" y="365"/>
                </a:cxn>
                <a:cxn ang="0">
                  <a:pos x="443" y="391"/>
                </a:cxn>
                <a:cxn ang="0">
                  <a:pos x="458" y="416"/>
                </a:cxn>
                <a:cxn ang="0">
                  <a:pos x="473" y="443"/>
                </a:cxn>
                <a:cxn ang="0">
                  <a:pos x="488" y="470"/>
                </a:cxn>
                <a:cxn ang="0">
                  <a:pos x="501" y="498"/>
                </a:cxn>
                <a:cxn ang="0">
                  <a:pos x="514" y="525"/>
                </a:cxn>
                <a:cxn ang="0">
                  <a:pos x="525" y="554"/>
                </a:cxn>
                <a:cxn ang="0">
                  <a:pos x="536" y="582"/>
                </a:cxn>
                <a:cxn ang="0">
                  <a:pos x="546" y="612"/>
                </a:cxn>
                <a:cxn ang="0">
                  <a:pos x="556" y="641"/>
                </a:cxn>
                <a:cxn ang="0">
                  <a:pos x="565" y="671"/>
                </a:cxn>
                <a:cxn ang="0">
                  <a:pos x="572" y="701"/>
                </a:cxn>
                <a:cxn ang="0">
                  <a:pos x="579" y="732"/>
                </a:cxn>
              </a:cxnLst>
              <a:pathLst>
                <a:path w="850" h="1424">
                  <a:moveTo>
                    <a:pt x="0" y="0"/>
                  </a:moveTo>
                  <a:lnTo>
                    <a:pt x="40" y="25"/>
                  </a:lnTo>
                  <a:lnTo>
                    <a:pt x="80" y="51"/>
                  </a:lnTo>
                  <a:lnTo>
                    <a:pt x="118" y="79"/>
                  </a:lnTo>
                  <a:lnTo>
                    <a:pt x="156" y="108"/>
                  </a:lnTo>
                  <a:lnTo>
                    <a:pt x="194" y="139"/>
                  </a:lnTo>
                  <a:lnTo>
                    <a:pt x="230" y="171"/>
                  </a:lnTo>
                  <a:lnTo>
                    <a:pt x="266" y="205"/>
                  </a:lnTo>
                  <a:lnTo>
                    <a:pt x="301" y="240"/>
                  </a:lnTo>
                  <a:lnTo>
                    <a:pt x="335" y="276"/>
                  </a:lnTo>
                  <a:lnTo>
                    <a:pt x="368" y="314"/>
                  </a:lnTo>
                  <a:lnTo>
                    <a:pt x="401" y="353"/>
                  </a:lnTo>
                  <a:lnTo>
                    <a:pt x="432" y="394"/>
                  </a:lnTo>
                  <a:lnTo>
                    <a:pt x="463" y="435"/>
                  </a:lnTo>
                  <a:lnTo>
                    <a:pt x="493" y="478"/>
                  </a:lnTo>
                  <a:lnTo>
                    <a:pt x="521" y="522"/>
                  </a:lnTo>
                  <a:lnTo>
                    <a:pt x="549" y="568"/>
                  </a:lnTo>
                  <a:lnTo>
                    <a:pt x="576" y="614"/>
                  </a:lnTo>
                  <a:lnTo>
                    <a:pt x="602" y="662"/>
                  </a:lnTo>
                  <a:lnTo>
                    <a:pt x="627" y="710"/>
                  </a:lnTo>
                  <a:lnTo>
                    <a:pt x="651" y="760"/>
                  </a:lnTo>
                  <a:lnTo>
                    <a:pt x="673" y="810"/>
                  </a:lnTo>
                  <a:lnTo>
                    <a:pt x="695" y="862"/>
                  </a:lnTo>
                  <a:lnTo>
                    <a:pt x="716" y="914"/>
                  </a:lnTo>
                  <a:lnTo>
                    <a:pt x="735" y="968"/>
                  </a:lnTo>
                  <a:lnTo>
                    <a:pt x="754" y="1022"/>
                  </a:lnTo>
                  <a:lnTo>
                    <a:pt x="771" y="1077"/>
                  </a:lnTo>
                  <a:lnTo>
                    <a:pt x="787" y="1133"/>
                  </a:lnTo>
                  <a:lnTo>
                    <a:pt x="802" y="1190"/>
                  </a:lnTo>
                  <a:lnTo>
                    <a:pt x="816" y="1247"/>
                  </a:lnTo>
                  <a:lnTo>
                    <a:pt x="829" y="1306"/>
                  </a:lnTo>
                  <a:lnTo>
                    <a:pt x="840" y="1364"/>
                  </a:lnTo>
                  <a:lnTo>
                    <a:pt x="850" y="1424"/>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78" name="Freeform 15"/>
            <p:cNvSpPr/>
            <p:nvPr/>
          </p:nvSpPr>
          <p:spPr>
            <a:xfrm>
              <a:off x="4153" y="3305"/>
              <a:ext cx="45" cy="53"/>
            </a:xfrm>
            <a:custGeom>
              <a:avLst/>
              <a:gdLst/>
              <a:ahLst/>
              <a:cxnLst>
                <a:cxn ang="0">
                  <a:pos x="0" y="5"/>
                </a:cxn>
                <a:cxn ang="0">
                  <a:pos x="33" y="53"/>
                </a:cxn>
                <a:cxn ang="0">
                  <a:pos x="45" y="0"/>
                </a:cxn>
                <a:cxn ang="0">
                  <a:pos x="26" y="19"/>
                </a:cxn>
                <a:cxn ang="0">
                  <a:pos x="0" y="5"/>
                </a:cxn>
              </a:cxnLst>
              <a:pathLst>
                <a:path w="66" h="103">
                  <a:moveTo>
                    <a:pt x="0" y="10"/>
                  </a:moveTo>
                  <a:lnTo>
                    <a:pt x="48" y="103"/>
                  </a:lnTo>
                  <a:lnTo>
                    <a:pt x="66" y="0"/>
                  </a:lnTo>
                  <a:lnTo>
                    <a:pt x="38" y="36"/>
                  </a:lnTo>
                  <a:lnTo>
                    <a:pt x="0" y="1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79" name="Freeform 16"/>
            <p:cNvSpPr/>
            <p:nvPr/>
          </p:nvSpPr>
          <p:spPr>
            <a:xfrm>
              <a:off x="3552" y="1715"/>
              <a:ext cx="223" cy="785"/>
            </a:xfrm>
            <a:custGeom>
              <a:avLst/>
              <a:gdLst/>
              <a:ahLst/>
              <a:cxnLst>
                <a:cxn ang="0">
                  <a:pos x="223" y="0"/>
                </a:cxn>
                <a:cxn ang="0">
                  <a:pos x="221" y="66"/>
                </a:cxn>
                <a:cxn ang="0">
                  <a:pos x="217" y="131"/>
                </a:cxn>
                <a:cxn ang="0">
                  <a:pos x="211" y="196"/>
                </a:cxn>
                <a:cxn ang="0">
                  <a:pos x="204" y="257"/>
                </a:cxn>
                <a:cxn ang="0">
                  <a:pos x="200" y="288"/>
                </a:cxn>
                <a:cxn ang="0">
                  <a:pos x="195" y="317"/>
                </a:cxn>
                <a:cxn ang="0">
                  <a:pos x="190" y="347"/>
                </a:cxn>
                <a:cxn ang="0">
                  <a:pos x="184" y="375"/>
                </a:cxn>
                <a:cxn ang="0">
                  <a:pos x="178" y="404"/>
                </a:cxn>
                <a:cxn ang="0">
                  <a:pos x="172" y="431"/>
                </a:cxn>
                <a:cxn ang="0">
                  <a:pos x="165" y="457"/>
                </a:cxn>
                <a:cxn ang="0">
                  <a:pos x="158" y="484"/>
                </a:cxn>
                <a:cxn ang="0">
                  <a:pos x="150" y="509"/>
                </a:cxn>
                <a:cxn ang="0">
                  <a:pos x="143" y="534"/>
                </a:cxn>
                <a:cxn ang="0">
                  <a:pos x="134" y="558"/>
                </a:cxn>
                <a:cxn ang="0">
                  <a:pos x="125" y="581"/>
                </a:cxn>
                <a:cxn ang="0">
                  <a:pos x="117" y="603"/>
                </a:cxn>
                <a:cxn ang="0">
                  <a:pos x="108" y="624"/>
                </a:cxn>
                <a:cxn ang="0">
                  <a:pos x="98" y="645"/>
                </a:cxn>
                <a:cxn ang="0">
                  <a:pos x="89" y="664"/>
                </a:cxn>
                <a:cxn ang="0">
                  <a:pos x="78" y="683"/>
                </a:cxn>
                <a:cxn ang="0">
                  <a:pos x="68" y="701"/>
                </a:cxn>
                <a:cxn ang="0">
                  <a:pos x="57" y="718"/>
                </a:cxn>
                <a:cxn ang="0">
                  <a:pos x="46" y="733"/>
                </a:cxn>
                <a:cxn ang="0">
                  <a:pos x="35" y="748"/>
                </a:cxn>
                <a:cxn ang="0">
                  <a:pos x="24" y="761"/>
                </a:cxn>
                <a:cxn ang="0">
                  <a:pos x="12" y="774"/>
                </a:cxn>
                <a:cxn ang="0">
                  <a:pos x="0" y="785"/>
                </a:cxn>
              </a:cxnLst>
              <a:pathLst>
                <a:path w="327" h="1529">
                  <a:moveTo>
                    <a:pt x="327" y="0"/>
                  </a:moveTo>
                  <a:lnTo>
                    <a:pt x="324" y="129"/>
                  </a:lnTo>
                  <a:lnTo>
                    <a:pt x="318" y="256"/>
                  </a:lnTo>
                  <a:lnTo>
                    <a:pt x="310" y="381"/>
                  </a:lnTo>
                  <a:lnTo>
                    <a:pt x="299" y="501"/>
                  </a:lnTo>
                  <a:lnTo>
                    <a:pt x="293" y="560"/>
                  </a:lnTo>
                  <a:lnTo>
                    <a:pt x="286" y="618"/>
                  </a:lnTo>
                  <a:lnTo>
                    <a:pt x="278" y="675"/>
                  </a:lnTo>
                  <a:lnTo>
                    <a:pt x="270" y="731"/>
                  </a:lnTo>
                  <a:lnTo>
                    <a:pt x="261" y="786"/>
                  </a:lnTo>
                  <a:lnTo>
                    <a:pt x="252" y="839"/>
                  </a:lnTo>
                  <a:lnTo>
                    <a:pt x="242" y="891"/>
                  </a:lnTo>
                  <a:lnTo>
                    <a:pt x="231" y="942"/>
                  </a:lnTo>
                  <a:lnTo>
                    <a:pt x="220" y="992"/>
                  </a:lnTo>
                  <a:lnTo>
                    <a:pt x="209" y="1040"/>
                  </a:lnTo>
                  <a:lnTo>
                    <a:pt x="197" y="1086"/>
                  </a:lnTo>
                  <a:lnTo>
                    <a:pt x="184" y="1131"/>
                  </a:lnTo>
                  <a:lnTo>
                    <a:pt x="171" y="1175"/>
                  </a:lnTo>
                  <a:lnTo>
                    <a:pt x="158" y="1216"/>
                  </a:lnTo>
                  <a:lnTo>
                    <a:pt x="144" y="1256"/>
                  </a:lnTo>
                  <a:lnTo>
                    <a:pt x="130" y="1294"/>
                  </a:lnTo>
                  <a:lnTo>
                    <a:pt x="115" y="1331"/>
                  </a:lnTo>
                  <a:lnTo>
                    <a:pt x="100" y="1365"/>
                  </a:lnTo>
                  <a:lnTo>
                    <a:pt x="84" y="1398"/>
                  </a:lnTo>
                  <a:lnTo>
                    <a:pt x="68" y="1428"/>
                  </a:lnTo>
                  <a:lnTo>
                    <a:pt x="52" y="1457"/>
                  </a:lnTo>
                  <a:lnTo>
                    <a:pt x="35" y="1483"/>
                  </a:lnTo>
                  <a:lnTo>
                    <a:pt x="18" y="1507"/>
                  </a:lnTo>
                  <a:lnTo>
                    <a:pt x="0" y="152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80" name="Freeform 17"/>
            <p:cNvSpPr/>
            <p:nvPr/>
          </p:nvSpPr>
          <p:spPr>
            <a:xfrm>
              <a:off x="3753" y="1680"/>
              <a:ext cx="46" cy="51"/>
            </a:xfrm>
            <a:custGeom>
              <a:avLst/>
              <a:gdLst/>
              <a:ahLst/>
              <a:cxnLst>
                <a:cxn ang="0">
                  <a:pos x="46" y="51"/>
                </a:cxn>
                <a:cxn ang="0">
                  <a:pos x="23" y="0"/>
                </a:cxn>
                <a:cxn ang="0">
                  <a:pos x="0" y="51"/>
                </a:cxn>
                <a:cxn ang="0">
                  <a:pos x="23" y="35"/>
                </a:cxn>
                <a:cxn ang="0">
                  <a:pos x="46" y="51"/>
                </a:cxn>
              </a:cxnLst>
              <a:pathLst>
                <a:path w="67" h="99">
                  <a:moveTo>
                    <a:pt x="67" y="99"/>
                  </a:moveTo>
                  <a:lnTo>
                    <a:pt x="33" y="0"/>
                  </a:lnTo>
                  <a:lnTo>
                    <a:pt x="0" y="99"/>
                  </a:lnTo>
                  <a:lnTo>
                    <a:pt x="33" y="68"/>
                  </a:lnTo>
                  <a:lnTo>
                    <a:pt x="67" y="99"/>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81" name="Freeform 18"/>
            <p:cNvSpPr/>
            <p:nvPr/>
          </p:nvSpPr>
          <p:spPr>
            <a:xfrm>
              <a:off x="3579" y="2609"/>
              <a:ext cx="229" cy="791"/>
            </a:xfrm>
            <a:custGeom>
              <a:avLst/>
              <a:gdLst/>
              <a:ahLst/>
              <a:cxnLst>
                <a:cxn ang="0">
                  <a:pos x="0" y="0"/>
                </a:cxn>
                <a:cxn ang="0">
                  <a:pos x="12" y="11"/>
                </a:cxn>
                <a:cxn ang="0">
                  <a:pos x="24" y="23"/>
                </a:cxn>
                <a:cxn ang="0">
                  <a:pos x="36" y="36"/>
                </a:cxn>
                <a:cxn ang="0">
                  <a:pos x="48" y="50"/>
                </a:cxn>
                <a:cxn ang="0">
                  <a:pos x="58" y="66"/>
                </a:cxn>
                <a:cxn ang="0">
                  <a:pos x="69" y="82"/>
                </a:cxn>
                <a:cxn ang="0">
                  <a:pos x="80" y="100"/>
                </a:cxn>
                <a:cxn ang="0">
                  <a:pos x="90" y="118"/>
                </a:cxn>
                <a:cxn ang="0">
                  <a:pos x="101" y="138"/>
                </a:cxn>
                <a:cxn ang="0">
                  <a:pos x="111" y="158"/>
                </a:cxn>
                <a:cxn ang="0">
                  <a:pos x="120" y="179"/>
                </a:cxn>
                <a:cxn ang="0">
                  <a:pos x="129" y="201"/>
                </a:cxn>
                <a:cxn ang="0">
                  <a:pos x="138" y="225"/>
                </a:cxn>
                <a:cxn ang="0">
                  <a:pos x="146" y="249"/>
                </a:cxn>
                <a:cxn ang="0">
                  <a:pos x="154" y="274"/>
                </a:cxn>
                <a:cxn ang="0">
                  <a:pos x="162" y="299"/>
                </a:cxn>
                <a:cxn ang="0">
                  <a:pos x="169" y="326"/>
                </a:cxn>
                <a:cxn ang="0">
                  <a:pos x="176" y="353"/>
                </a:cxn>
                <a:cxn ang="0">
                  <a:pos x="183" y="380"/>
                </a:cxn>
                <a:cxn ang="0">
                  <a:pos x="189" y="409"/>
                </a:cxn>
                <a:cxn ang="0">
                  <a:pos x="195" y="438"/>
                </a:cxn>
                <a:cxn ang="0">
                  <a:pos x="200" y="468"/>
                </a:cxn>
                <a:cxn ang="0">
                  <a:pos x="205" y="498"/>
                </a:cxn>
                <a:cxn ang="0">
                  <a:pos x="209" y="529"/>
                </a:cxn>
                <a:cxn ang="0">
                  <a:pos x="213" y="560"/>
                </a:cxn>
                <a:cxn ang="0">
                  <a:pos x="217" y="592"/>
                </a:cxn>
                <a:cxn ang="0">
                  <a:pos x="223" y="657"/>
                </a:cxn>
                <a:cxn ang="0">
                  <a:pos x="227" y="723"/>
                </a:cxn>
                <a:cxn ang="0">
                  <a:pos x="229" y="791"/>
                </a:cxn>
              </a:cxnLst>
              <a:pathLst>
                <a:path w="337" h="1539">
                  <a:moveTo>
                    <a:pt x="0" y="0"/>
                  </a:moveTo>
                  <a:lnTo>
                    <a:pt x="18" y="21"/>
                  </a:lnTo>
                  <a:lnTo>
                    <a:pt x="36" y="44"/>
                  </a:lnTo>
                  <a:lnTo>
                    <a:pt x="53" y="70"/>
                  </a:lnTo>
                  <a:lnTo>
                    <a:pt x="70" y="98"/>
                  </a:lnTo>
                  <a:lnTo>
                    <a:pt x="86" y="128"/>
                  </a:lnTo>
                  <a:lnTo>
                    <a:pt x="102" y="160"/>
                  </a:lnTo>
                  <a:lnTo>
                    <a:pt x="118" y="194"/>
                  </a:lnTo>
                  <a:lnTo>
                    <a:pt x="133" y="230"/>
                  </a:lnTo>
                  <a:lnTo>
                    <a:pt x="148" y="268"/>
                  </a:lnTo>
                  <a:lnTo>
                    <a:pt x="163" y="307"/>
                  </a:lnTo>
                  <a:lnTo>
                    <a:pt x="176" y="349"/>
                  </a:lnTo>
                  <a:lnTo>
                    <a:pt x="190" y="392"/>
                  </a:lnTo>
                  <a:lnTo>
                    <a:pt x="203" y="438"/>
                  </a:lnTo>
                  <a:lnTo>
                    <a:pt x="215" y="484"/>
                  </a:lnTo>
                  <a:lnTo>
                    <a:pt x="227" y="533"/>
                  </a:lnTo>
                  <a:lnTo>
                    <a:pt x="238" y="582"/>
                  </a:lnTo>
                  <a:lnTo>
                    <a:pt x="249" y="634"/>
                  </a:lnTo>
                  <a:lnTo>
                    <a:pt x="259" y="686"/>
                  </a:lnTo>
                  <a:lnTo>
                    <a:pt x="269" y="740"/>
                  </a:lnTo>
                  <a:lnTo>
                    <a:pt x="278" y="796"/>
                  </a:lnTo>
                  <a:lnTo>
                    <a:pt x="287" y="852"/>
                  </a:lnTo>
                  <a:lnTo>
                    <a:pt x="294" y="910"/>
                  </a:lnTo>
                  <a:lnTo>
                    <a:pt x="302" y="969"/>
                  </a:lnTo>
                  <a:lnTo>
                    <a:pt x="308" y="1029"/>
                  </a:lnTo>
                  <a:lnTo>
                    <a:pt x="314" y="1090"/>
                  </a:lnTo>
                  <a:lnTo>
                    <a:pt x="320" y="1151"/>
                  </a:lnTo>
                  <a:lnTo>
                    <a:pt x="328" y="1278"/>
                  </a:lnTo>
                  <a:lnTo>
                    <a:pt x="334" y="1407"/>
                  </a:lnTo>
                  <a:lnTo>
                    <a:pt x="337" y="153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82" name="Freeform 19"/>
            <p:cNvSpPr/>
            <p:nvPr/>
          </p:nvSpPr>
          <p:spPr>
            <a:xfrm>
              <a:off x="3786" y="3384"/>
              <a:ext cx="45" cy="51"/>
            </a:xfrm>
            <a:custGeom>
              <a:avLst/>
              <a:gdLst/>
              <a:ahLst/>
              <a:cxnLst>
                <a:cxn ang="0">
                  <a:pos x="0" y="0"/>
                </a:cxn>
                <a:cxn ang="0">
                  <a:pos x="23" y="51"/>
                </a:cxn>
                <a:cxn ang="0">
                  <a:pos x="45" y="0"/>
                </a:cxn>
                <a:cxn ang="0">
                  <a:pos x="23" y="16"/>
                </a:cxn>
                <a:cxn ang="0">
                  <a:pos x="0" y="0"/>
                </a:cxn>
              </a:cxnLst>
              <a:pathLst>
                <a:path w="67" h="99">
                  <a:moveTo>
                    <a:pt x="0" y="0"/>
                  </a:moveTo>
                  <a:lnTo>
                    <a:pt x="34" y="99"/>
                  </a:lnTo>
                  <a:lnTo>
                    <a:pt x="67" y="0"/>
                  </a:lnTo>
                  <a:lnTo>
                    <a:pt x="34" y="31"/>
                  </a:lnTo>
                  <a:lnTo>
                    <a:pt x="0"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83" name="Freeform 20"/>
            <p:cNvSpPr/>
            <p:nvPr/>
          </p:nvSpPr>
          <p:spPr>
            <a:xfrm>
              <a:off x="3612" y="2265"/>
              <a:ext cx="752" cy="253"/>
            </a:xfrm>
            <a:custGeom>
              <a:avLst/>
              <a:gdLst/>
              <a:ahLst/>
              <a:cxnLst>
                <a:cxn ang="0">
                  <a:pos x="752" y="0"/>
                </a:cxn>
                <a:cxn ang="0">
                  <a:pos x="713" y="30"/>
                </a:cxn>
                <a:cxn ang="0">
                  <a:pos x="673" y="57"/>
                </a:cxn>
                <a:cxn ang="0">
                  <a:pos x="631" y="83"/>
                </a:cxn>
                <a:cxn ang="0">
                  <a:pos x="588" y="108"/>
                </a:cxn>
                <a:cxn ang="0">
                  <a:pos x="544" y="131"/>
                </a:cxn>
                <a:cxn ang="0">
                  <a:pos x="498" y="152"/>
                </a:cxn>
                <a:cxn ang="0">
                  <a:pos x="452" y="171"/>
                </a:cxn>
                <a:cxn ang="0">
                  <a:pos x="405" y="187"/>
                </a:cxn>
                <a:cxn ang="0">
                  <a:pos x="357" y="202"/>
                </a:cxn>
                <a:cxn ang="0">
                  <a:pos x="307" y="216"/>
                </a:cxn>
                <a:cxn ang="0">
                  <a:pos x="257" y="227"/>
                </a:cxn>
                <a:cxn ang="0">
                  <a:pos x="207" y="236"/>
                </a:cxn>
                <a:cxn ang="0">
                  <a:pos x="156" y="244"/>
                </a:cxn>
                <a:cxn ang="0">
                  <a:pos x="130" y="246"/>
                </a:cxn>
                <a:cxn ang="0">
                  <a:pos x="104" y="249"/>
                </a:cxn>
                <a:cxn ang="0">
                  <a:pos x="78" y="250"/>
                </a:cxn>
                <a:cxn ang="0">
                  <a:pos x="52" y="252"/>
                </a:cxn>
                <a:cxn ang="0">
                  <a:pos x="27" y="253"/>
                </a:cxn>
                <a:cxn ang="0">
                  <a:pos x="0" y="253"/>
                </a:cxn>
              </a:cxnLst>
              <a:pathLst>
                <a:path w="1105" h="494">
                  <a:moveTo>
                    <a:pt x="1105" y="0"/>
                  </a:moveTo>
                  <a:lnTo>
                    <a:pt x="1048" y="58"/>
                  </a:lnTo>
                  <a:lnTo>
                    <a:pt x="989" y="112"/>
                  </a:lnTo>
                  <a:lnTo>
                    <a:pt x="927" y="163"/>
                  </a:lnTo>
                  <a:lnTo>
                    <a:pt x="864" y="211"/>
                  </a:lnTo>
                  <a:lnTo>
                    <a:pt x="799" y="255"/>
                  </a:lnTo>
                  <a:lnTo>
                    <a:pt x="732" y="296"/>
                  </a:lnTo>
                  <a:lnTo>
                    <a:pt x="664" y="333"/>
                  </a:lnTo>
                  <a:lnTo>
                    <a:pt x="595" y="366"/>
                  </a:lnTo>
                  <a:lnTo>
                    <a:pt x="524" y="395"/>
                  </a:lnTo>
                  <a:lnTo>
                    <a:pt x="451" y="421"/>
                  </a:lnTo>
                  <a:lnTo>
                    <a:pt x="378" y="443"/>
                  </a:lnTo>
                  <a:lnTo>
                    <a:pt x="304" y="461"/>
                  </a:lnTo>
                  <a:lnTo>
                    <a:pt x="229" y="476"/>
                  </a:lnTo>
                  <a:lnTo>
                    <a:pt x="191" y="481"/>
                  </a:lnTo>
                  <a:lnTo>
                    <a:pt x="153" y="486"/>
                  </a:lnTo>
                  <a:lnTo>
                    <a:pt x="115" y="489"/>
                  </a:lnTo>
                  <a:lnTo>
                    <a:pt x="77" y="492"/>
                  </a:lnTo>
                  <a:lnTo>
                    <a:pt x="39" y="494"/>
                  </a:lnTo>
                  <a:lnTo>
                    <a:pt x="0" y="494"/>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84" name="Freeform 21"/>
            <p:cNvSpPr/>
            <p:nvPr/>
          </p:nvSpPr>
          <p:spPr>
            <a:xfrm>
              <a:off x="4334" y="2240"/>
              <a:ext cx="61" cy="49"/>
            </a:xfrm>
            <a:custGeom>
              <a:avLst/>
              <a:gdLst/>
              <a:ahLst/>
              <a:cxnLst>
                <a:cxn ang="0">
                  <a:pos x="34" y="49"/>
                </a:cxn>
                <a:cxn ang="0">
                  <a:pos x="61" y="0"/>
                </a:cxn>
                <a:cxn ang="0">
                  <a:pos x="0" y="27"/>
                </a:cxn>
                <a:cxn ang="0">
                  <a:pos x="31" y="26"/>
                </a:cxn>
                <a:cxn ang="0">
                  <a:pos x="34" y="49"/>
                </a:cxn>
              </a:cxnLst>
              <a:pathLst>
                <a:path w="91" h="96">
                  <a:moveTo>
                    <a:pt x="50" y="96"/>
                  </a:moveTo>
                  <a:lnTo>
                    <a:pt x="91" y="0"/>
                  </a:lnTo>
                  <a:lnTo>
                    <a:pt x="0" y="52"/>
                  </a:lnTo>
                  <a:lnTo>
                    <a:pt x="46" y="51"/>
                  </a:lnTo>
                  <a:lnTo>
                    <a:pt x="50" y="96"/>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85" name="Freeform 22"/>
            <p:cNvSpPr/>
            <p:nvPr/>
          </p:nvSpPr>
          <p:spPr>
            <a:xfrm>
              <a:off x="3580" y="2567"/>
              <a:ext cx="753" cy="254"/>
            </a:xfrm>
            <a:custGeom>
              <a:avLst/>
              <a:gdLst/>
              <a:ahLst/>
              <a:cxnLst>
                <a:cxn ang="0">
                  <a:pos x="0" y="0"/>
                </a:cxn>
                <a:cxn ang="0">
                  <a:pos x="27" y="1"/>
                </a:cxn>
                <a:cxn ang="0">
                  <a:pos x="52" y="1"/>
                </a:cxn>
                <a:cxn ang="0">
                  <a:pos x="78" y="3"/>
                </a:cxn>
                <a:cxn ang="0">
                  <a:pos x="104" y="4"/>
                </a:cxn>
                <a:cxn ang="0">
                  <a:pos x="130" y="7"/>
                </a:cxn>
                <a:cxn ang="0">
                  <a:pos x="156" y="9"/>
                </a:cxn>
                <a:cxn ang="0">
                  <a:pos x="207" y="17"/>
                </a:cxn>
                <a:cxn ang="0">
                  <a:pos x="257" y="26"/>
                </a:cxn>
                <a:cxn ang="0">
                  <a:pos x="308" y="38"/>
                </a:cxn>
                <a:cxn ang="0">
                  <a:pos x="357" y="50"/>
                </a:cxn>
                <a:cxn ang="0">
                  <a:pos x="405" y="66"/>
                </a:cxn>
                <a:cxn ang="0">
                  <a:pos x="453" y="83"/>
                </a:cxn>
                <a:cxn ang="0">
                  <a:pos x="499" y="102"/>
                </a:cxn>
                <a:cxn ang="0">
                  <a:pos x="545" y="123"/>
                </a:cxn>
                <a:cxn ang="0">
                  <a:pos x="589" y="146"/>
                </a:cxn>
                <a:cxn ang="0">
                  <a:pos x="632" y="170"/>
                </a:cxn>
                <a:cxn ang="0">
                  <a:pos x="674" y="196"/>
                </a:cxn>
                <a:cxn ang="0">
                  <a:pos x="714" y="224"/>
                </a:cxn>
                <a:cxn ang="0">
                  <a:pos x="753" y="254"/>
                </a:cxn>
              </a:cxnLst>
              <a:pathLst>
                <a:path w="1106" h="493">
                  <a:moveTo>
                    <a:pt x="0" y="0"/>
                  </a:moveTo>
                  <a:lnTo>
                    <a:pt x="39" y="1"/>
                  </a:lnTo>
                  <a:lnTo>
                    <a:pt x="77" y="2"/>
                  </a:lnTo>
                  <a:lnTo>
                    <a:pt x="115" y="5"/>
                  </a:lnTo>
                  <a:lnTo>
                    <a:pt x="153" y="8"/>
                  </a:lnTo>
                  <a:lnTo>
                    <a:pt x="191" y="13"/>
                  </a:lnTo>
                  <a:lnTo>
                    <a:pt x="229" y="18"/>
                  </a:lnTo>
                  <a:lnTo>
                    <a:pt x="304" y="33"/>
                  </a:lnTo>
                  <a:lnTo>
                    <a:pt x="378" y="51"/>
                  </a:lnTo>
                  <a:lnTo>
                    <a:pt x="452" y="73"/>
                  </a:lnTo>
                  <a:lnTo>
                    <a:pt x="524" y="98"/>
                  </a:lnTo>
                  <a:lnTo>
                    <a:pt x="595" y="128"/>
                  </a:lnTo>
                  <a:lnTo>
                    <a:pt x="665" y="161"/>
                  </a:lnTo>
                  <a:lnTo>
                    <a:pt x="733" y="198"/>
                  </a:lnTo>
                  <a:lnTo>
                    <a:pt x="800" y="239"/>
                  </a:lnTo>
                  <a:lnTo>
                    <a:pt x="865" y="283"/>
                  </a:lnTo>
                  <a:lnTo>
                    <a:pt x="928" y="330"/>
                  </a:lnTo>
                  <a:lnTo>
                    <a:pt x="990" y="381"/>
                  </a:lnTo>
                  <a:lnTo>
                    <a:pt x="1049" y="435"/>
                  </a:lnTo>
                  <a:lnTo>
                    <a:pt x="1106" y="493"/>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86" name="Freeform 23"/>
            <p:cNvSpPr/>
            <p:nvPr/>
          </p:nvSpPr>
          <p:spPr>
            <a:xfrm>
              <a:off x="4302" y="2797"/>
              <a:ext cx="62" cy="49"/>
            </a:xfrm>
            <a:custGeom>
              <a:avLst/>
              <a:gdLst/>
              <a:ahLst/>
              <a:cxnLst>
                <a:cxn ang="0">
                  <a:pos x="0" y="23"/>
                </a:cxn>
                <a:cxn ang="0">
                  <a:pos x="62" y="49"/>
                </a:cxn>
                <a:cxn ang="0">
                  <a:pos x="33" y="0"/>
                </a:cxn>
                <a:cxn ang="0">
                  <a:pos x="31" y="23"/>
                </a:cxn>
                <a:cxn ang="0">
                  <a:pos x="0" y="23"/>
                </a:cxn>
              </a:cxnLst>
              <a:pathLst>
                <a:path w="91" h="96">
                  <a:moveTo>
                    <a:pt x="0" y="45"/>
                  </a:moveTo>
                  <a:lnTo>
                    <a:pt x="91" y="96"/>
                  </a:lnTo>
                  <a:lnTo>
                    <a:pt x="49" y="0"/>
                  </a:lnTo>
                  <a:lnTo>
                    <a:pt x="46" y="45"/>
                  </a:lnTo>
                  <a:lnTo>
                    <a:pt x="0" y="45"/>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87" name="Freeform 24"/>
            <p:cNvSpPr/>
            <p:nvPr/>
          </p:nvSpPr>
          <p:spPr>
            <a:xfrm>
              <a:off x="4493" y="2526"/>
              <a:ext cx="67" cy="34"/>
            </a:xfrm>
            <a:custGeom>
              <a:avLst/>
              <a:gdLst/>
              <a:ahLst/>
              <a:cxnLst>
                <a:cxn ang="0">
                  <a:pos x="0" y="34"/>
                </a:cxn>
                <a:cxn ang="0">
                  <a:pos x="67" y="17"/>
                </a:cxn>
                <a:cxn ang="0">
                  <a:pos x="0" y="0"/>
                </a:cxn>
                <a:cxn ang="0">
                  <a:pos x="21" y="17"/>
                </a:cxn>
                <a:cxn ang="0">
                  <a:pos x="0" y="34"/>
                </a:cxn>
              </a:cxnLst>
              <a:pathLst>
                <a:path w="99" h="67">
                  <a:moveTo>
                    <a:pt x="0" y="67"/>
                  </a:moveTo>
                  <a:lnTo>
                    <a:pt x="99" y="33"/>
                  </a:lnTo>
                  <a:lnTo>
                    <a:pt x="0" y="0"/>
                  </a:lnTo>
                  <a:lnTo>
                    <a:pt x="31" y="33"/>
                  </a:lnTo>
                  <a:lnTo>
                    <a:pt x="0" y="67"/>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88" name="Freeform 25"/>
            <p:cNvSpPr/>
            <p:nvPr/>
          </p:nvSpPr>
          <p:spPr>
            <a:xfrm>
              <a:off x="2699" y="2595"/>
              <a:ext cx="777" cy="173"/>
            </a:xfrm>
            <a:custGeom>
              <a:avLst/>
              <a:gdLst/>
              <a:ahLst/>
              <a:cxnLst>
                <a:cxn ang="0">
                  <a:pos x="777" y="0"/>
                </a:cxn>
                <a:cxn ang="0">
                  <a:pos x="750" y="21"/>
                </a:cxn>
                <a:cxn ang="0">
                  <a:pos x="723" y="40"/>
                </a:cxn>
                <a:cxn ang="0">
                  <a:pos x="695" y="58"/>
                </a:cxn>
                <a:cxn ang="0">
                  <a:pos x="667" y="75"/>
                </a:cxn>
                <a:cxn ang="0">
                  <a:pos x="638" y="90"/>
                </a:cxn>
                <a:cxn ang="0">
                  <a:pos x="608" y="104"/>
                </a:cxn>
                <a:cxn ang="0">
                  <a:pos x="578" y="117"/>
                </a:cxn>
                <a:cxn ang="0">
                  <a:pos x="548" y="129"/>
                </a:cxn>
                <a:cxn ang="0">
                  <a:pos x="517" y="139"/>
                </a:cxn>
                <a:cxn ang="0">
                  <a:pos x="486" y="148"/>
                </a:cxn>
                <a:cxn ang="0">
                  <a:pos x="456" y="156"/>
                </a:cxn>
                <a:cxn ang="0">
                  <a:pos x="424" y="162"/>
                </a:cxn>
                <a:cxn ang="0">
                  <a:pos x="392" y="167"/>
                </a:cxn>
                <a:cxn ang="0">
                  <a:pos x="361" y="170"/>
                </a:cxn>
                <a:cxn ang="0">
                  <a:pos x="329" y="172"/>
                </a:cxn>
                <a:cxn ang="0">
                  <a:pos x="296" y="173"/>
                </a:cxn>
                <a:cxn ang="0">
                  <a:pos x="258" y="172"/>
                </a:cxn>
                <a:cxn ang="0">
                  <a:pos x="221" y="169"/>
                </a:cxn>
                <a:cxn ang="0">
                  <a:pos x="183" y="164"/>
                </a:cxn>
                <a:cxn ang="0">
                  <a:pos x="146" y="157"/>
                </a:cxn>
                <a:cxn ang="0">
                  <a:pos x="108" y="148"/>
                </a:cxn>
                <a:cxn ang="0">
                  <a:pos x="72" y="138"/>
                </a:cxn>
                <a:cxn ang="0">
                  <a:pos x="35" y="126"/>
                </a:cxn>
                <a:cxn ang="0">
                  <a:pos x="0" y="111"/>
                </a:cxn>
              </a:cxnLst>
              <a:pathLst>
                <a:path w="1182" h="261">
                  <a:moveTo>
                    <a:pt x="1182" y="0"/>
                  </a:moveTo>
                  <a:lnTo>
                    <a:pt x="1141" y="31"/>
                  </a:lnTo>
                  <a:lnTo>
                    <a:pt x="1100" y="60"/>
                  </a:lnTo>
                  <a:lnTo>
                    <a:pt x="1057" y="87"/>
                  </a:lnTo>
                  <a:lnTo>
                    <a:pt x="1014" y="113"/>
                  </a:lnTo>
                  <a:lnTo>
                    <a:pt x="970" y="136"/>
                  </a:lnTo>
                  <a:lnTo>
                    <a:pt x="925" y="157"/>
                  </a:lnTo>
                  <a:lnTo>
                    <a:pt x="880" y="177"/>
                  </a:lnTo>
                  <a:lnTo>
                    <a:pt x="834" y="194"/>
                  </a:lnTo>
                  <a:lnTo>
                    <a:pt x="787" y="210"/>
                  </a:lnTo>
                  <a:lnTo>
                    <a:pt x="740" y="223"/>
                  </a:lnTo>
                  <a:lnTo>
                    <a:pt x="693" y="235"/>
                  </a:lnTo>
                  <a:lnTo>
                    <a:pt x="645" y="244"/>
                  </a:lnTo>
                  <a:lnTo>
                    <a:pt x="597" y="252"/>
                  </a:lnTo>
                  <a:lnTo>
                    <a:pt x="549" y="257"/>
                  </a:lnTo>
                  <a:lnTo>
                    <a:pt x="500" y="260"/>
                  </a:lnTo>
                  <a:lnTo>
                    <a:pt x="451" y="261"/>
                  </a:lnTo>
                  <a:lnTo>
                    <a:pt x="393" y="260"/>
                  </a:lnTo>
                  <a:lnTo>
                    <a:pt x="336" y="255"/>
                  </a:lnTo>
                  <a:lnTo>
                    <a:pt x="279" y="248"/>
                  </a:lnTo>
                  <a:lnTo>
                    <a:pt x="222" y="237"/>
                  </a:lnTo>
                  <a:lnTo>
                    <a:pt x="165" y="224"/>
                  </a:lnTo>
                  <a:lnTo>
                    <a:pt x="110" y="208"/>
                  </a:lnTo>
                  <a:lnTo>
                    <a:pt x="54" y="190"/>
                  </a:lnTo>
                  <a:lnTo>
                    <a:pt x="0" y="16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89" name="Freeform 26"/>
            <p:cNvSpPr/>
            <p:nvPr/>
          </p:nvSpPr>
          <p:spPr>
            <a:xfrm>
              <a:off x="2704" y="2693"/>
              <a:ext cx="68" cy="46"/>
            </a:xfrm>
            <a:custGeom>
              <a:avLst/>
              <a:gdLst/>
              <a:ahLst/>
              <a:cxnLst>
                <a:cxn ang="0">
                  <a:pos x="68" y="6"/>
                </a:cxn>
                <a:cxn ang="0">
                  <a:pos x="0" y="0"/>
                </a:cxn>
                <a:cxn ang="0">
                  <a:pos x="50" y="46"/>
                </a:cxn>
                <a:cxn ang="0">
                  <a:pos x="41" y="18"/>
                </a:cxn>
                <a:cxn ang="0">
                  <a:pos x="68" y="6"/>
                </a:cxn>
              </a:cxnLst>
              <a:pathLst>
                <a:path w="104" h="71">
                  <a:moveTo>
                    <a:pt x="104" y="10"/>
                  </a:moveTo>
                  <a:lnTo>
                    <a:pt x="0" y="0"/>
                  </a:lnTo>
                  <a:lnTo>
                    <a:pt x="76" y="71"/>
                  </a:lnTo>
                  <a:lnTo>
                    <a:pt x="62" y="28"/>
                  </a:lnTo>
                  <a:lnTo>
                    <a:pt x="104" y="1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90" name="Freeform 27"/>
            <p:cNvSpPr/>
            <p:nvPr/>
          </p:nvSpPr>
          <p:spPr>
            <a:xfrm>
              <a:off x="2366" y="1683"/>
              <a:ext cx="1176" cy="791"/>
            </a:xfrm>
            <a:custGeom>
              <a:avLst/>
              <a:gdLst/>
              <a:ahLst/>
              <a:cxnLst>
                <a:cxn ang="0">
                  <a:pos x="1" y="767"/>
                </a:cxn>
                <a:cxn ang="0">
                  <a:pos x="1" y="706"/>
                </a:cxn>
                <a:cxn ang="0">
                  <a:pos x="7" y="631"/>
                </a:cxn>
                <a:cxn ang="0">
                  <a:pos x="18" y="558"/>
                </a:cxn>
                <a:cxn ang="0">
                  <a:pos x="36" y="488"/>
                </a:cxn>
                <a:cxn ang="0">
                  <a:pos x="58" y="421"/>
                </a:cxn>
                <a:cxn ang="0">
                  <a:pos x="85" y="358"/>
                </a:cxn>
                <a:cxn ang="0">
                  <a:pos x="117" y="299"/>
                </a:cxn>
                <a:cxn ang="0">
                  <a:pos x="153" y="244"/>
                </a:cxn>
                <a:cxn ang="0">
                  <a:pos x="193" y="193"/>
                </a:cxn>
                <a:cxn ang="0">
                  <a:pos x="236" y="148"/>
                </a:cxn>
                <a:cxn ang="0">
                  <a:pos x="283" y="108"/>
                </a:cxn>
                <a:cxn ang="0">
                  <a:pos x="333" y="73"/>
                </a:cxn>
                <a:cxn ang="0">
                  <a:pos x="386" y="45"/>
                </a:cxn>
                <a:cxn ang="0">
                  <a:pos x="441" y="24"/>
                </a:cxn>
                <a:cxn ang="0">
                  <a:pos x="498" y="9"/>
                </a:cxn>
                <a:cxn ang="0">
                  <a:pos x="558" y="1"/>
                </a:cxn>
                <a:cxn ang="0">
                  <a:pos x="618" y="1"/>
                </a:cxn>
                <a:cxn ang="0">
                  <a:pos x="678" y="9"/>
                </a:cxn>
                <a:cxn ang="0">
                  <a:pos x="735" y="24"/>
                </a:cxn>
                <a:cxn ang="0">
                  <a:pos x="790" y="45"/>
                </a:cxn>
                <a:cxn ang="0">
                  <a:pos x="843" y="73"/>
                </a:cxn>
                <a:cxn ang="0">
                  <a:pos x="893" y="108"/>
                </a:cxn>
                <a:cxn ang="0">
                  <a:pos x="940" y="148"/>
                </a:cxn>
                <a:cxn ang="0">
                  <a:pos x="983" y="193"/>
                </a:cxn>
                <a:cxn ang="0">
                  <a:pos x="1023" y="244"/>
                </a:cxn>
                <a:cxn ang="0">
                  <a:pos x="1059" y="299"/>
                </a:cxn>
                <a:cxn ang="0">
                  <a:pos x="1091" y="358"/>
                </a:cxn>
                <a:cxn ang="0">
                  <a:pos x="1118" y="421"/>
                </a:cxn>
                <a:cxn ang="0">
                  <a:pos x="1140" y="488"/>
                </a:cxn>
                <a:cxn ang="0">
                  <a:pos x="1158" y="558"/>
                </a:cxn>
                <a:cxn ang="0">
                  <a:pos x="1169" y="631"/>
                </a:cxn>
                <a:cxn ang="0">
                  <a:pos x="1175" y="706"/>
                </a:cxn>
                <a:cxn ang="0">
                  <a:pos x="1176" y="754"/>
                </a:cxn>
              </a:cxnLst>
              <a:pathLst>
                <a:path w="1680" h="1539">
                  <a:moveTo>
                    <a:pt x="2" y="1539"/>
                  </a:moveTo>
                  <a:lnTo>
                    <a:pt x="1" y="1493"/>
                  </a:lnTo>
                  <a:lnTo>
                    <a:pt x="0" y="1447"/>
                  </a:lnTo>
                  <a:lnTo>
                    <a:pt x="1" y="1373"/>
                  </a:lnTo>
                  <a:lnTo>
                    <a:pt x="4" y="1299"/>
                  </a:lnTo>
                  <a:lnTo>
                    <a:pt x="10" y="1227"/>
                  </a:lnTo>
                  <a:lnTo>
                    <a:pt x="17" y="1155"/>
                  </a:lnTo>
                  <a:lnTo>
                    <a:pt x="26" y="1085"/>
                  </a:lnTo>
                  <a:lnTo>
                    <a:pt x="38" y="1017"/>
                  </a:lnTo>
                  <a:lnTo>
                    <a:pt x="51" y="950"/>
                  </a:lnTo>
                  <a:lnTo>
                    <a:pt x="66" y="884"/>
                  </a:lnTo>
                  <a:lnTo>
                    <a:pt x="83" y="820"/>
                  </a:lnTo>
                  <a:lnTo>
                    <a:pt x="101" y="757"/>
                  </a:lnTo>
                  <a:lnTo>
                    <a:pt x="122" y="697"/>
                  </a:lnTo>
                  <a:lnTo>
                    <a:pt x="143" y="638"/>
                  </a:lnTo>
                  <a:lnTo>
                    <a:pt x="167" y="581"/>
                  </a:lnTo>
                  <a:lnTo>
                    <a:pt x="192" y="527"/>
                  </a:lnTo>
                  <a:lnTo>
                    <a:pt x="218" y="474"/>
                  </a:lnTo>
                  <a:lnTo>
                    <a:pt x="246" y="424"/>
                  </a:lnTo>
                  <a:lnTo>
                    <a:pt x="275" y="376"/>
                  </a:lnTo>
                  <a:lnTo>
                    <a:pt x="306" y="331"/>
                  </a:lnTo>
                  <a:lnTo>
                    <a:pt x="337" y="288"/>
                  </a:lnTo>
                  <a:lnTo>
                    <a:pt x="370" y="247"/>
                  </a:lnTo>
                  <a:lnTo>
                    <a:pt x="404" y="210"/>
                  </a:lnTo>
                  <a:lnTo>
                    <a:pt x="440" y="175"/>
                  </a:lnTo>
                  <a:lnTo>
                    <a:pt x="476" y="143"/>
                  </a:lnTo>
                  <a:lnTo>
                    <a:pt x="513" y="114"/>
                  </a:lnTo>
                  <a:lnTo>
                    <a:pt x="551" y="88"/>
                  </a:lnTo>
                  <a:lnTo>
                    <a:pt x="590" y="65"/>
                  </a:lnTo>
                  <a:lnTo>
                    <a:pt x="630" y="46"/>
                  </a:lnTo>
                  <a:lnTo>
                    <a:pt x="671" y="29"/>
                  </a:lnTo>
                  <a:lnTo>
                    <a:pt x="712" y="17"/>
                  </a:lnTo>
                  <a:lnTo>
                    <a:pt x="754" y="8"/>
                  </a:lnTo>
                  <a:lnTo>
                    <a:pt x="797" y="2"/>
                  </a:lnTo>
                  <a:lnTo>
                    <a:pt x="840" y="0"/>
                  </a:lnTo>
                  <a:lnTo>
                    <a:pt x="883" y="2"/>
                  </a:lnTo>
                  <a:lnTo>
                    <a:pt x="926" y="8"/>
                  </a:lnTo>
                  <a:lnTo>
                    <a:pt x="968" y="17"/>
                  </a:lnTo>
                  <a:lnTo>
                    <a:pt x="1009" y="29"/>
                  </a:lnTo>
                  <a:lnTo>
                    <a:pt x="1050" y="46"/>
                  </a:lnTo>
                  <a:lnTo>
                    <a:pt x="1090" y="65"/>
                  </a:lnTo>
                  <a:lnTo>
                    <a:pt x="1129" y="88"/>
                  </a:lnTo>
                  <a:lnTo>
                    <a:pt x="1167" y="114"/>
                  </a:lnTo>
                  <a:lnTo>
                    <a:pt x="1204" y="143"/>
                  </a:lnTo>
                  <a:lnTo>
                    <a:pt x="1240" y="175"/>
                  </a:lnTo>
                  <a:lnTo>
                    <a:pt x="1276" y="210"/>
                  </a:lnTo>
                  <a:lnTo>
                    <a:pt x="1310" y="247"/>
                  </a:lnTo>
                  <a:lnTo>
                    <a:pt x="1343" y="288"/>
                  </a:lnTo>
                  <a:lnTo>
                    <a:pt x="1374" y="331"/>
                  </a:lnTo>
                  <a:lnTo>
                    <a:pt x="1405" y="376"/>
                  </a:lnTo>
                  <a:lnTo>
                    <a:pt x="1434" y="424"/>
                  </a:lnTo>
                  <a:lnTo>
                    <a:pt x="1462" y="474"/>
                  </a:lnTo>
                  <a:lnTo>
                    <a:pt x="1488" y="527"/>
                  </a:lnTo>
                  <a:lnTo>
                    <a:pt x="1513" y="581"/>
                  </a:lnTo>
                  <a:lnTo>
                    <a:pt x="1537" y="638"/>
                  </a:lnTo>
                  <a:lnTo>
                    <a:pt x="1558" y="697"/>
                  </a:lnTo>
                  <a:lnTo>
                    <a:pt x="1579" y="757"/>
                  </a:lnTo>
                  <a:lnTo>
                    <a:pt x="1597" y="820"/>
                  </a:lnTo>
                  <a:lnTo>
                    <a:pt x="1614" y="884"/>
                  </a:lnTo>
                  <a:lnTo>
                    <a:pt x="1629" y="950"/>
                  </a:lnTo>
                  <a:lnTo>
                    <a:pt x="1642" y="1017"/>
                  </a:lnTo>
                  <a:lnTo>
                    <a:pt x="1654" y="1085"/>
                  </a:lnTo>
                  <a:lnTo>
                    <a:pt x="1663" y="1155"/>
                  </a:lnTo>
                  <a:lnTo>
                    <a:pt x="1670" y="1227"/>
                  </a:lnTo>
                  <a:lnTo>
                    <a:pt x="1676" y="1299"/>
                  </a:lnTo>
                  <a:lnTo>
                    <a:pt x="1679" y="1373"/>
                  </a:lnTo>
                  <a:lnTo>
                    <a:pt x="1680" y="1447"/>
                  </a:lnTo>
                  <a:lnTo>
                    <a:pt x="1680" y="1467"/>
                  </a:lnTo>
                  <a:lnTo>
                    <a:pt x="1680" y="1487"/>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1" name="Freeform 28"/>
            <p:cNvSpPr/>
            <p:nvPr/>
          </p:nvSpPr>
          <p:spPr>
            <a:xfrm>
              <a:off x="2424" y="1681"/>
              <a:ext cx="1117" cy="791"/>
            </a:xfrm>
            <a:custGeom>
              <a:avLst/>
              <a:gdLst/>
              <a:ahLst/>
              <a:cxnLst>
                <a:cxn ang="0">
                  <a:pos x="9" y="420"/>
                </a:cxn>
                <a:cxn ang="0">
                  <a:pos x="30" y="372"/>
                </a:cxn>
                <a:cxn ang="0">
                  <a:pos x="52" y="326"/>
                </a:cxn>
                <a:cxn ang="0">
                  <a:pos x="78" y="282"/>
                </a:cxn>
                <a:cxn ang="0">
                  <a:pos x="105" y="242"/>
                </a:cxn>
                <a:cxn ang="0">
                  <a:pos x="134" y="204"/>
                </a:cxn>
                <a:cxn ang="0">
                  <a:pos x="166" y="169"/>
                </a:cxn>
                <a:cxn ang="0">
                  <a:pos x="199" y="136"/>
                </a:cxn>
                <a:cxn ang="0">
                  <a:pos x="233" y="107"/>
                </a:cxn>
                <a:cxn ang="0">
                  <a:pos x="269" y="81"/>
                </a:cxn>
                <a:cxn ang="0">
                  <a:pos x="307" y="59"/>
                </a:cxn>
                <a:cxn ang="0">
                  <a:pos x="346" y="40"/>
                </a:cxn>
                <a:cxn ang="0">
                  <a:pos x="385" y="24"/>
                </a:cxn>
                <a:cxn ang="0">
                  <a:pos x="426" y="13"/>
                </a:cxn>
                <a:cxn ang="0">
                  <a:pos x="468" y="5"/>
                </a:cxn>
                <a:cxn ang="0">
                  <a:pos x="510" y="1"/>
                </a:cxn>
                <a:cxn ang="0">
                  <a:pos x="562" y="1"/>
                </a:cxn>
                <a:cxn ang="0">
                  <a:pos x="621" y="9"/>
                </a:cxn>
                <a:cxn ang="0">
                  <a:pos x="678" y="24"/>
                </a:cxn>
                <a:cxn ang="0">
                  <a:pos x="733" y="47"/>
                </a:cxn>
                <a:cxn ang="0">
                  <a:pos x="785" y="76"/>
                </a:cxn>
                <a:cxn ang="0">
                  <a:pos x="835" y="112"/>
                </a:cxn>
                <a:cxn ang="0">
                  <a:pos x="882" y="153"/>
                </a:cxn>
                <a:cxn ang="0">
                  <a:pos x="925" y="200"/>
                </a:cxn>
                <a:cxn ang="0">
                  <a:pos x="965" y="252"/>
                </a:cxn>
                <a:cxn ang="0">
                  <a:pos x="1001" y="309"/>
                </a:cxn>
                <a:cxn ang="0">
                  <a:pos x="1032" y="371"/>
                </a:cxn>
                <a:cxn ang="0">
                  <a:pos x="1059" y="436"/>
                </a:cxn>
                <a:cxn ang="0">
                  <a:pos x="1081" y="505"/>
                </a:cxn>
                <a:cxn ang="0">
                  <a:pos x="1099" y="577"/>
                </a:cxn>
                <a:cxn ang="0">
                  <a:pos x="1110" y="652"/>
                </a:cxn>
                <a:cxn ang="0">
                  <a:pos x="1116" y="730"/>
                </a:cxn>
                <a:cxn ang="0">
                  <a:pos x="1117" y="780"/>
                </a:cxn>
              </a:cxnLst>
              <a:pathLst>
                <a:path w="1603" h="1488">
                  <a:moveTo>
                    <a:pt x="0" y="838"/>
                  </a:moveTo>
                  <a:lnTo>
                    <a:pt x="13" y="791"/>
                  </a:lnTo>
                  <a:lnTo>
                    <a:pt x="28" y="745"/>
                  </a:lnTo>
                  <a:lnTo>
                    <a:pt x="43" y="700"/>
                  </a:lnTo>
                  <a:lnTo>
                    <a:pt x="59" y="656"/>
                  </a:lnTo>
                  <a:lnTo>
                    <a:pt x="75" y="613"/>
                  </a:lnTo>
                  <a:lnTo>
                    <a:pt x="93" y="572"/>
                  </a:lnTo>
                  <a:lnTo>
                    <a:pt x="112" y="531"/>
                  </a:lnTo>
                  <a:lnTo>
                    <a:pt x="131" y="492"/>
                  </a:lnTo>
                  <a:lnTo>
                    <a:pt x="151" y="455"/>
                  </a:lnTo>
                  <a:lnTo>
                    <a:pt x="171" y="418"/>
                  </a:lnTo>
                  <a:lnTo>
                    <a:pt x="193" y="383"/>
                  </a:lnTo>
                  <a:lnTo>
                    <a:pt x="215" y="349"/>
                  </a:lnTo>
                  <a:lnTo>
                    <a:pt x="238" y="317"/>
                  </a:lnTo>
                  <a:lnTo>
                    <a:pt x="261" y="286"/>
                  </a:lnTo>
                  <a:lnTo>
                    <a:pt x="285" y="256"/>
                  </a:lnTo>
                  <a:lnTo>
                    <a:pt x="310" y="228"/>
                  </a:lnTo>
                  <a:lnTo>
                    <a:pt x="335" y="202"/>
                  </a:lnTo>
                  <a:lnTo>
                    <a:pt x="360" y="176"/>
                  </a:lnTo>
                  <a:lnTo>
                    <a:pt x="386" y="153"/>
                  </a:lnTo>
                  <a:lnTo>
                    <a:pt x="413" y="131"/>
                  </a:lnTo>
                  <a:lnTo>
                    <a:pt x="440" y="111"/>
                  </a:lnTo>
                  <a:lnTo>
                    <a:pt x="468" y="92"/>
                  </a:lnTo>
                  <a:lnTo>
                    <a:pt x="496" y="75"/>
                  </a:lnTo>
                  <a:lnTo>
                    <a:pt x="524" y="59"/>
                  </a:lnTo>
                  <a:lnTo>
                    <a:pt x="553" y="46"/>
                  </a:lnTo>
                  <a:lnTo>
                    <a:pt x="582" y="34"/>
                  </a:lnTo>
                  <a:lnTo>
                    <a:pt x="612" y="24"/>
                  </a:lnTo>
                  <a:lnTo>
                    <a:pt x="641" y="15"/>
                  </a:lnTo>
                  <a:lnTo>
                    <a:pt x="671" y="9"/>
                  </a:lnTo>
                  <a:lnTo>
                    <a:pt x="702" y="4"/>
                  </a:lnTo>
                  <a:lnTo>
                    <a:pt x="732" y="1"/>
                  </a:lnTo>
                  <a:lnTo>
                    <a:pt x="763" y="0"/>
                  </a:lnTo>
                  <a:lnTo>
                    <a:pt x="806" y="2"/>
                  </a:lnTo>
                  <a:lnTo>
                    <a:pt x="849" y="8"/>
                  </a:lnTo>
                  <a:lnTo>
                    <a:pt x="891" y="17"/>
                  </a:lnTo>
                  <a:lnTo>
                    <a:pt x="932" y="29"/>
                  </a:lnTo>
                  <a:lnTo>
                    <a:pt x="973" y="46"/>
                  </a:lnTo>
                  <a:lnTo>
                    <a:pt x="1013" y="65"/>
                  </a:lnTo>
                  <a:lnTo>
                    <a:pt x="1052" y="88"/>
                  </a:lnTo>
                  <a:lnTo>
                    <a:pt x="1090" y="114"/>
                  </a:lnTo>
                  <a:lnTo>
                    <a:pt x="1127" y="143"/>
                  </a:lnTo>
                  <a:lnTo>
                    <a:pt x="1163" y="175"/>
                  </a:lnTo>
                  <a:lnTo>
                    <a:pt x="1199" y="210"/>
                  </a:lnTo>
                  <a:lnTo>
                    <a:pt x="1233" y="247"/>
                  </a:lnTo>
                  <a:lnTo>
                    <a:pt x="1266" y="288"/>
                  </a:lnTo>
                  <a:lnTo>
                    <a:pt x="1297" y="331"/>
                  </a:lnTo>
                  <a:lnTo>
                    <a:pt x="1328" y="376"/>
                  </a:lnTo>
                  <a:lnTo>
                    <a:pt x="1357" y="424"/>
                  </a:lnTo>
                  <a:lnTo>
                    <a:pt x="1385" y="474"/>
                  </a:lnTo>
                  <a:lnTo>
                    <a:pt x="1411" y="527"/>
                  </a:lnTo>
                  <a:lnTo>
                    <a:pt x="1436" y="582"/>
                  </a:lnTo>
                  <a:lnTo>
                    <a:pt x="1460" y="638"/>
                  </a:lnTo>
                  <a:lnTo>
                    <a:pt x="1481" y="697"/>
                  </a:lnTo>
                  <a:lnTo>
                    <a:pt x="1502" y="758"/>
                  </a:lnTo>
                  <a:lnTo>
                    <a:pt x="1520" y="820"/>
                  </a:lnTo>
                  <a:lnTo>
                    <a:pt x="1537" y="884"/>
                  </a:lnTo>
                  <a:lnTo>
                    <a:pt x="1552" y="950"/>
                  </a:lnTo>
                  <a:lnTo>
                    <a:pt x="1565" y="1017"/>
                  </a:lnTo>
                  <a:lnTo>
                    <a:pt x="1577" y="1086"/>
                  </a:lnTo>
                  <a:lnTo>
                    <a:pt x="1586" y="1156"/>
                  </a:lnTo>
                  <a:lnTo>
                    <a:pt x="1593" y="1227"/>
                  </a:lnTo>
                  <a:lnTo>
                    <a:pt x="1599" y="1300"/>
                  </a:lnTo>
                  <a:lnTo>
                    <a:pt x="1602" y="1373"/>
                  </a:lnTo>
                  <a:lnTo>
                    <a:pt x="1603" y="1448"/>
                  </a:lnTo>
                  <a:lnTo>
                    <a:pt x="1603" y="1468"/>
                  </a:lnTo>
                  <a:lnTo>
                    <a:pt x="1603" y="148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2" name="Freeform 29"/>
            <p:cNvSpPr/>
            <p:nvPr/>
          </p:nvSpPr>
          <p:spPr>
            <a:xfrm>
              <a:off x="2404" y="2121"/>
              <a:ext cx="45" cy="55"/>
            </a:xfrm>
            <a:custGeom>
              <a:avLst/>
              <a:gdLst/>
              <a:ahLst/>
              <a:cxnLst>
                <a:cxn ang="0">
                  <a:pos x="0" y="0"/>
                </a:cxn>
                <a:cxn ang="0">
                  <a:pos x="6" y="55"/>
                </a:cxn>
                <a:cxn ang="0">
                  <a:pos x="45" y="8"/>
                </a:cxn>
                <a:cxn ang="0">
                  <a:pos x="17" y="20"/>
                </a:cxn>
                <a:cxn ang="0">
                  <a:pos x="0" y="0"/>
                </a:cxn>
              </a:cxnLst>
              <a:pathLst>
                <a:path w="65" h="104">
                  <a:moveTo>
                    <a:pt x="0" y="0"/>
                  </a:moveTo>
                  <a:lnTo>
                    <a:pt x="8" y="104"/>
                  </a:lnTo>
                  <a:lnTo>
                    <a:pt x="65" y="16"/>
                  </a:lnTo>
                  <a:lnTo>
                    <a:pt x="25" y="38"/>
                  </a:lnTo>
                  <a:lnTo>
                    <a:pt x="0"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93" name="Freeform 30"/>
            <p:cNvSpPr/>
            <p:nvPr/>
          </p:nvSpPr>
          <p:spPr>
            <a:xfrm>
              <a:off x="2448" y="2469"/>
              <a:ext cx="1003" cy="58"/>
            </a:xfrm>
            <a:custGeom>
              <a:avLst/>
              <a:gdLst/>
              <a:ahLst/>
              <a:cxnLst>
                <a:cxn ang="0">
                  <a:pos x="0" y="58"/>
                </a:cxn>
                <a:cxn ang="0">
                  <a:pos x="59" y="45"/>
                </a:cxn>
                <a:cxn ang="0">
                  <a:pos x="120" y="33"/>
                </a:cxn>
                <a:cxn ang="0">
                  <a:pos x="182" y="23"/>
                </a:cxn>
                <a:cxn ang="0">
                  <a:pos x="246" y="15"/>
                </a:cxn>
                <a:cxn ang="0">
                  <a:pos x="311" y="8"/>
                </a:cxn>
                <a:cxn ang="0">
                  <a:pos x="377" y="4"/>
                </a:cxn>
                <a:cxn ang="0">
                  <a:pos x="443" y="1"/>
                </a:cxn>
                <a:cxn ang="0">
                  <a:pos x="511" y="0"/>
                </a:cxn>
                <a:cxn ang="0">
                  <a:pos x="575" y="1"/>
                </a:cxn>
                <a:cxn ang="0">
                  <a:pos x="639" y="4"/>
                </a:cxn>
                <a:cxn ang="0">
                  <a:pos x="703" y="8"/>
                </a:cxn>
                <a:cxn ang="0">
                  <a:pos x="765" y="14"/>
                </a:cxn>
                <a:cxn ang="0">
                  <a:pos x="827" y="21"/>
                </a:cxn>
                <a:cxn ang="0">
                  <a:pos x="887" y="30"/>
                </a:cxn>
                <a:cxn ang="0">
                  <a:pos x="946" y="41"/>
                </a:cxn>
                <a:cxn ang="0">
                  <a:pos x="1003" y="53"/>
                </a:cxn>
              </a:cxnLst>
              <a:pathLst>
                <a:path w="1473" h="113">
                  <a:moveTo>
                    <a:pt x="0" y="113"/>
                  </a:moveTo>
                  <a:lnTo>
                    <a:pt x="87" y="87"/>
                  </a:lnTo>
                  <a:lnTo>
                    <a:pt x="176" y="64"/>
                  </a:lnTo>
                  <a:lnTo>
                    <a:pt x="268" y="45"/>
                  </a:lnTo>
                  <a:lnTo>
                    <a:pt x="362" y="29"/>
                  </a:lnTo>
                  <a:lnTo>
                    <a:pt x="457" y="16"/>
                  </a:lnTo>
                  <a:lnTo>
                    <a:pt x="554" y="7"/>
                  </a:lnTo>
                  <a:lnTo>
                    <a:pt x="651" y="2"/>
                  </a:lnTo>
                  <a:lnTo>
                    <a:pt x="750" y="0"/>
                  </a:lnTo>
                  <a:lnTo>
                    <a:pt x="845" y="2"/>
                  </a:lnTo>
                  <a:lnTo>
                    <a:pt x="939" y="7"/>
                  </a:lnTo>
                  <a:lnTo>
                    <a:pt x="1032" y="15"/>
                  </a:lnTo>
                  <a:lnTo>
                    <a:pt x="1124" y="27"/>
                  </a:lnTo>
                  <a:lnTo>
                    <a:pt x="1214" y="41"/>
                  </a:lnTo>
                  <a:lnTo>
                    <a:pt x="1302" y="59"/>
                  </a:lnTo>
                  <a:lnTo>
                    <a:pt x="1389" y="80"/>
                  </a:lnTo>
                  <a:lnTo>
                    <a:pt x="1473" y="104"/>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4" name="Freeform 31"/>
            <p:cNvSpPr/>
            <p:nvPr/>
          </p:nvSpPr>
          <p:spPr>
            <a:xfrm>
              <a:off x="2449" y="2571"/>
              <a:ext cx="278" cy="65"/>
            </a:xfrm>
            <a:custGeom>
              <a:avLst/>
              <a:gdLst/>
              <a:ahLst/>
              <a:cxnLst>
                <a:cxn ang="0">
                  <a:pos x="278" y="65"/>
                </a:cxn>
                <a:cxn ang="0">
                  <a:pos x="206" y="53"/>
                </a:cxn>
                <a:cxn ang="0">
                  <a:pos x="135" y="38"/>
                </a:cxn>
                <a:cxn ang="0">
                  <a:pos x="66" y="20"/>
                </a:cxn>
                <a:cxn ang="0">
                  <a:pos x="0" y="0"/>
                </a:cxn>
              </a:cxnLst>
              <a:pathLst>
                <a:path w="381" h="86">
                  <a:moveTo>
                    <a:pt x="381" y="86"/>
                  </a:moveTo>
                  <a:lnTo>
                    <a:pt x="282" y="70"/>
                  </a:lnTo>
                  <a:lnTo>
                    <a:pt x="185" y="50"/>
                  </a:lnTo>
                  <a:lnTo>
                    <a:pt x="91" y="27"/>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5" name="Freeform 32"/>
            <p:cNvSpPr/>
            <p:nvPr/>
          </p:nvSpPr>
          <p:spPr>
            <a:xfrm>
              <a:off x="2431" y="2595"/>
              <a:ext cx="265" cy="108"/>
            </a:xfrm>
            <a:custGeom>
              <a:avLst/>
              <a:gdLst/>
              <a:ahLst/>
              <a:cxnLst>
                <a:cxn ang="0">
                  <a:pos x="265" y="108"/>
                </a:cxn>
                <a:cxn ang="0">
                  <a:pos x="230" y="98"/>
                </a:cxn>
                <a:cxn ang="0">
                  <a:pos x="195" y="87"/>
                </a:cxn>
                <a:cxn ang="0">
                  <a:pos x="161" y="75"/>
                </a:cxn>
                <a:cxn ang="0">
                  <a:pos x="127" y="62"/>
                </a:cxn>
                <a:cxn ang="0">
                  <a:pos x="94" y="48"/>
                </a:cxn>
                <a:cxn ang="0">
                  <a:pos x="62" y="33"/>
                </a:cxn>
                <a:cxn ang="0">
                  <a:pos x="30" y="17"/>
                </a:cxn>
                <a:cxn ang="0">
                  <a:pos x="0" y="0"/>
                </a:cxn>
              </a:cxnLst>
              <a:pathLst>
                <a:path w="340" h="211">
                  <a:moveTo>
                    <a:pt x="340" y="211"/>
                  </a:moveTo>
                  <a:lnTo>
                    <a:pt x="295" y="191"/>
                  </a:lnTo>
                  <a:lnTo>
                    <a:pt x="250" y="170"/>
                  </a:lnTo>
                  <a:lnTo>
                    <a:pt x="206" y="146"/>
                  </a:lnTo>
                  <a:lnTo>
                    <a:pt x="163" y="121"/>
                  </a:lnTo>
                  <a:lnTo>
                    <a:pt x="121" y="93"/>
                  </a:lnTo>
                  <a:lnTo>
                    <a:pt x="80" y="64"/>
                  </a:lnTo>
                  <a:lnTo>
                    <a:pt x="39" y="33"/>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6" name="Freeform 33"/>
            <p:cNvSpPr/>
            <p:nvPr/>
          </p:nvSpPr>
          <p:spPr>
            <a:xfrm>
              <a:off x="2718" y="2371"/>
              <a:ext cx="739" cy="134"/>
            </a:xfrm>
            <a:custGeom>
              <a:avLst/>
              <a:gdLst/>
              <a:ahLst/>
              <a:cxnLst>
                <a:cxn ang="0">
                  <a:pos x="0" y="29"/>
                </a:cxn>
                <a:cxn ang="0">
                  <a:pos x="29" y="23"/>
                </a:cxn>
                <a:cxn ang="0">
                  <a:pos x="59" y="16"/>
                </a:cxn>
                <a:cxn ang="0">
                  <a:pos x="89" y="11"/>
                </a:cxn>
                <a:cxn ang="0">
                  <a:pos x="119" y="7"/>
                </a:cxn>
                <a:cxn ang="0">
                  <a:pos x="150" y="4"/>
                </a:cxn>
                <a:cxn ang="0">
                  <a:pos x="180" y="2"/>
                </a:cxn>
                <a:cxn ang="0">
                  <a:pos x="211" y="1"/>
                </a:cxn>
                <a:cxn ang="0">
                  <a:pos x="241" y="0"/>
                </a:cxn>
                <a:cxn ang="0">
                  <a:pos x="275" y="1"/>
                </a:cxn>
                <a:cxn ang="0">
                  <a:pos x="307" y="2"/>
                </a:cxn>
                <a:cxn ang="0">
                  <a:pos x="341" y="5"/>
                </a:cxn>
                <a:cxn ang="0">
                  <a:pos x="374" y="9"/>
                </a:cxn>
                <a:cxn ang="0">
                  <a:pos x="406" y="13"/>
                </a:cxn>
                <a:cxn ang="0">
                  <a:pos x="438" y="20"/>
                </a:cxn>
                <a:cxn ang="0">
                  <a:pos x="470" y="26"/>
                </a:cxn>
                <a:cxn ang="0">
                  <a:pos x="502" y="34"/>
                </a:cxn>
                <a:cxn ang="0">
                  <a:pos x="533" y="43"/>
                </a:cxn>
                <a:cxn ang="0">
                  <a:pos x="564" y="53"/>
                </a:cxn>
                <a:cxn ang="0">
                  <a:pos x="594" y="64"/>
                </a:cxn>
                <a:cxn ang="0">
                  <a:pos x="624" y="76"/>
                </a:cxn>
                <a:cxn ang="0">
                  <a:pos x="654" y="89"/>
                </a:cxn>
                <a:cxn ang="0">
                  <a:pos x="683" y="103"/>
                </a:cxn>
                <a:cxn ang="0">
                  <a:pos x="711" y="118"/>
                </a:cxn>
                <a:cxn ang="0">
                  <a:pos x="739" y="134"/>
                </a:cxn>
              </a:cxnLst>
              <a:pathLst>
                <a:path w="1084" h="261">
                  <a:moveTo>
                    <a:pt x="0" y="57"/>
                  </a:moveTo>
                  <a:lnTo>
                    <a:pt x="43" y="44"/>
                  </a:lnTo>
                  <a:lnTo>
                    <a:pt x="87" y="32"/>
                  </a:lnTo>
                  <a:lnTo>
                    <a:pt x="131" y="22"/>
                  </a:lnTo>
                  <a:lnTo>
                    <a:pt x="175" y="14"/>
                  </a:lnTo>
                  <a:lnTo>
                    <a:pt x="220" y="8"/>
                  </a:lnTo>
                  <a:lnTo>
                    <a:pt x="264" y="4"/>
                  </a:lnTo>
                  <a:lnTo>
                    <a:pt x="309" y="1"/>
                  </a:lnTo>
                  <a:lnTo>
                    <a:pt x="354" y="0"/>
                  </a:lnTo>
                  <a:lnTo>
                    <a:pt x="403" y="1"/>
                  </a:lnTo>
                  <a:lnTo>
                    <a:pt x="451" y="4"/>
                  </a:lnTo>
                  <a:lnTo>
                    <a:pt x="500" y="10"/>
                  </a:lnTo>
                  <a:lnTo>
                    <a:pt x="548" y="17"/>
                  </a:lnTo>
                  <a:lnTo>
                    <a:pt x="595" y="26"/>
                  </a:lnTo>
                  <a:lnTo>
                    <a:pt x="643" y="38"/>
                  </a:lnTo>
                  <a:lnTo>
                    <a:pt x="689" y="51"/>
                  </a:lnTo>
                  <a:lnTo>
                    <a:pt x="736" y="67"/>
                  </a:lnTo>
                  <a:lnTo>
                    <a:pt x="782" y="84"/>
                  </a:lnTo>
                  <a:lnTo>
                    <a:pt x="827" y="104"/>
                  </a:lnTo>
                  <a:lnTo>
                    <a:pt x="872" y="125"/>
                  </a:lnTo>
                  <a:lnTo>
                    <a:pt x="916" y="149"/>
                  </a:lnTo>
                  <a:lnTo>
                    <a:pt x="959" y="174"/>
                  </a:lnTo>
                  <a:lnTo>
                    <a:pt x="1002" y="201"/>
                  </a:lnTo>
                  <a:lnTo>
                    <a:pt x="1043" y="230"/>
                  </a:lnTo>
                  <a:lnTo>
                    <a:pt x="1084" y="261"/>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7" name="Freeform 34"/>
            <p:cNvSpPr/>
            <p:nvPr/>
          </p:nvSpPr>
          <p:spPr>
            <a:xfrm>
              <a:off x="2705" y="2370"/>
              <a:ext cx="72" cy="34"/>
            </a:xfrm>
            <a:custGeom>
              <a:avLst/>
              <a:gdLst/>
              <a:ahLst/>
              <a:cxnLst>
                <a:cxn ang="0">
                  <a:pos x="56" y="0"/>
                </a:cxn>
                <a:cxn ang="0">
                  <a:pos x="0" y="34"/>
                </a:cxn>
                <a:cxn ang="0">
                  <a:pos x="72" y="32"/>
                </a:cxn>
                <a:cxn ang="0">
                  <a:pos x="44" y="22"/>
                </a:cxn>
                <a:cxn ang="0">
                  <a:pos x="56" y="0"/>
                </a:cxn>
              </a:cxnLst>
              <a:pathLst>
                <a:path w="104" h="66">
                  <a:moveTo>
                    <a:pt x="81" y="0"/>
                  </a:moveTo>
                  <a:lnTo>
                    <a:pt x="0" y="66"/>
                  </a:lnTo>
                  <a:lnTo>
                    <a:pt x="104" y="63"/>
                  </a:lnTo>
                  <a:lnTo>
                    <a:pt x="64" y="43"/>
                  </a:lnTo>
                  <a:lnTo>
                    <a:pt x="81"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298" name="Freeform 35"/>
            <p:cNvSpPr/>
            <p:nvPr/>
          </p:nvSpPr>
          <p:spPr>
            <a:xfrm>
              <a:off x="2730" y="2469"/>
              <a:ext cx="720" cy="54"/>
            </a:xfrm>
            <a:custGeom>
              <a:avLst/>
              <a:gdLst/>
              <a:ahLst/>
              <a:cxnLst>
                <a:cxn ang="0">
                  <a:pos x="0" y="11"/>
                </a:cxn>
                <a:cxn ang="0">
                  <a:pos x="56" y="6"/>
                </a:cxn>
                <a:cxn ang="0">
                  <a:pos x="113" y="3"/>
                </a:cxn>
                <a:cxn ang="0">
                  <a:pos x="170" y="1"/>
                </a:cxn>
                <a:cxn ang="0">
                  <a:pos x="228" y="0"/>
                </a:cxn>
                <a:cxn ang="0">
                  <a:pos x="293" y="1"/>
                </a:cxn>
                <a:cxn ang="0">
                  <a:pos x="357" y="4"/>
                </a:cxn>
                <a:cxn ang="0">
                  <a:pos x="420" y="8"/>
                </a:cxn>
                <a:cxn ang="0">
                  <a:pos x="482" y="14"/>
                </a:cxn>
                <a:cxn ang="0">
                  <a:pos x="544" y="21"/>
                </a:cxn>
                <a:cxn ang="0">
                  <a:pos x="604" y="31"/>
                </a:cxn>
                <a:cxn ang="0">
                  <a:pos x="663" y="42"/>
                </a:cxn>
                <a:cxn ang="0">
                  <a:pos x="720" y="54"/>
                </a:cxn>
              </a:cxnLst>
              <a:pathLst>
                <a:path w="1058" h="104">
                  <a:moveTo>
                    <a:pt x="0" y="21"/>
                  </a:moveTo>
                  <a:lnTo>
                    <a:pt x="83" y="11"/>
                  </a:lnTo>
                  <a:lnTo>
                    <a:pt x="166" y="5"/>
                  </a:lnTo>
                  <a:lnTo>
                    <a:pt x="250" y="1"/>
                  </a:lnTo>
                  <a:lnTo>
                    <a:pt x="335" y="0"/>
                  </a:lnTo>
                  <a:lnTo>
                    <a:pt x="430" y="2"/>
                  </a:lnTo>
                  <a:lnTo>
                    <a:pt x="524" y="7"/>
                  </a:lnTo>
                  <a:lnTo>
                    <a:pt x="617" y="15"/>
                  </a:lnTo>
                  <a:lnTo>
                    <a:pt x="709" y="27"/>
                  </a:lnTo>
                  <a:lnTo>
                    <a:pt x="799" y="41"/>
                  </a:lnTo>
                  <a:lnTo>
                    <a:pt x="887" y="59"/>
                  </a:lnTo>
                  <a:lnTo>
                    <a:pt x="974" y="80"/>
                  </a:lnTo>
                  <a:lnTo>
                    <a:pt x="1058" y="104"/>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299" name="Freeform 36"/>
            <p:cNvSpPr/>
            <p:nvPr/>
          </p:nvSpPr>
          <p:spPr>
            <a:xfrm>
              <a:off x="2740" y="2459"/>
              <a:ext cx="70" cy="34"/>
            </a:xfrm>
            <a:custGeom>
              <a:avLst/>
              <a:gdLst/>
              <a:ahLst/>
              <a:cxnLst>
                <a:cxn ang="0">
                  <a:pos x="63" y="0"/>
                </a:cxn>
                <a:cxn ang="0">
                  <a:pos x="0" y="25"/>
                </a:cxn>
                <a:cxn ang="0">
                  <a:pos x="70" y="34"/>
                </a:cxn>
                <a:cxn ang="0">
                  <a:pos x="46" y="20"/>
                </a:cxn>
                <a:cxn ang="0">
                  <a:pos x="63" y="0"/>
                </a:cxn>
              </a:cxnLst>
              <a:pathLst>
                <a:path w="103" h="66">
                  <a:moveTo>
                    <a:pt x="93" y="0"/>
                  </a:moveTo>
                  <a:lnTo>
                    <a:pt x="0" y="48"/>
                  </a:lnTo>
                  <a:lnTo>
                    <a:pt x="103" y="66"/>
                  </a:lnTo>
                  <a:lnTo>
                    <a:pt x="67" y="38"/>
                  </a:lnTo>
                  <a:lnTo>
                    <a:pt x="93"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00" name="Freeform 37"/>
            <p:cNvSpPr/>
            <p:nvPr/>
          </p:nvSpPr>
          <p:spPr>
            <a:xfrm>
              <a:off x="2441" y="2198"/>
              <a:ext cx="1042" cy="287"/>
            </a:xfrm>
            <a:custGeom>
              <a:avLst/>
              <a:gdLst/>
              <a:ahLst/>
              <a:cxnLst>
                <a:cxn ang="0">
                  <a:pos x="0" y="278"/>
                </a:cxn>
                <a:cxn ang="0">
                  <a:pos x="22" y="246"/>
                </a:cxn>
                <a:cxn ang="0">
                  <a:pos x="47" y="216"/>
                </a:cxn>
                <a:cxn ang="0">
                  <a:pos x="73" y="188"/>
                </a:cxn>
                <a:cxn ang="0">
                  <a:pos x="100" y="161"/>
                </a:cxn>
                <a:cxn ang="0">
                  <a:pos x="129" y="137"/>
                </a:cxn>
                <a:cxn ang="0">
                  <a:pos x="159" y="114"/>
                </a:cxn>
                <a:cxn ang="0">
                  <a:pos x="191" y="93"/>
                </a:cxn>
                <a:cxn ang="0">
                  <a:pos x="224" y="74"/>
                </a:cxn>
                <a:cxn ang="0">
                  <a:pos x="241" y="65"/>
                </a:cxn>
                <a:cxn ang="0">
                  <a:pos x="258" y="57"/>
                </a:cxn>
                <a:cxn ang="0">
                  <a:pos x="275" y="49"/>
                </a:cxn>
                <a:cxn ang="0">
                  <a:pos x="293" y="42"/>
                </a:cxn>
                <a:cxn ang="0">
                  <a:pos x="310" y="35"/>
                </a:cxn>
                <a:cxn ang="0">
                  <a:pos x="329" y="29"/>
                </a:cxn>
                <a:cxn ang="0">
                  <a:pos x="347" y="24"/>
                </a:cxn>
                <a:cxn ang="0">
                  <a:pos x="365" y="19"/>
                </a:cxn>
                <a:cxn ang="0">
                  <a:pos x="384" y="14"/>
                </a:cxn>
                <a:cxn ang="0">
                  <a:pos x="403" y="11"/>
                </a:cxn>
                <a:cxn ang="0">
                  <a:pos x="421" y="8"/>
                </a:cxn>
                <a:cxn ang="0">
                  <a:pos x="440" y="5"/>
                </a:cxn>
                <a:cxn ang="0">
                  <a:pos x="460" y="3"/>
                </a:cxn>
                <a:cxn ang="0">
                  <a:pos x="479" y="1"/>
                </a:cxn>
                <a:cxn ang="0">
                  <a:pos x="498" y="1"/>
                </a:cxn>
                <a:cxn ang="0">
                  <a:pos x="518" y="0"/>
                </a:cxn>
                <a:cxn ang="0">
                  <a:pos x="538" y="1"/>
                </a:cxn>
                <a:cxn ang="0">
                  <a:pos x="557" y="1"/>
                </a:cxn>
                <a:cxn ang="0">
                  <a:pos x="577" y="3"/>
                </a:cxn>
                <a:cxn ang="0">
                  <a:pos x="597" y="5"/>
                </a:cxn>
                <a:cxn ang="0">
                  <a:pos x="616" y="8"/>
                </a:cxn>
                <a:cxn ang="0">
                  <a:pos x="636" y="11"/>
                </a:cxn>
                <a:cxn ang="0">
                  <a:pos x="655" y="15"/>
                </a:cxn>
                <a:cxn ang="0">
                  <a:pos x="673" y="20"/>
                </a:cxn>
                <a:cxn ang="0">
                  <a:pos x="692" y="25"/>
                </a:cxn>
                <a:cxn ang="0">
                  <a:pos x="711" y="31"/>
                </a:cxn>
                <a:cxn ang="0">
                  <a:pos x="729" y="37"/>
                </a:cxn>
                <a:cxn ang="0">
                  <a:pos x="747" y="44"/>
                </a:cxn>
                <a:cxn ang="0">
                  <a:pos x="765" y="51"/>
                </a:cxn>
                <a:cxn ang="0">
                  <a:pos x="783" y="59"/>
                </a:cxn>
                <a:cxn ang="0">
                  <a:pos x="800" y="67"/>
                </a:cxn>
                <a:cxn ang="0">
                  <a:pos x="817" y="76"/>
                </a:cxn>
                <a:cxn ang="0">
                  <a:pos x="834" y="86"/>
                </a:cxn>
                <a:cxn ang="0">
                  <a:pos x="850" y="96"/>
                </a:cxn>
                <a:cxn ang="0">
                  <a:pos x="882" y="118"/>
                </a:cxn>
                <a:cxn ang="0">
                  <a:pos x="913" y="141"/>
                </a:cxn>
                <a:cxn ang="0">
                  <a:pos x="942" y="167"/>
                </a:cxn>
                <a:cxn ang="0">
                  <a:pos x="970" y="194"/>
                </a:cxn>
                <a:cxn ang="0">
                  <a:pos x="996" y="223"/>
                </a:cxn>
                <a:cxn ang="0">
                  <a:pos x="1020" y="254"/>
                </a:cxn>
                <a:cxn ang="0">
                  <a:pos x="1042" y="287"/>
                </a:cxn>
              </a:cxnLst>
              <a:pathLst>
                <a:path w="1531" h="559">
                  <a:moveTo>
                    <a:pt x="0" y="542"/>
                  </a:moveTo>
                  <a:lnTo>
                    <a:pt x="33" y="480"/>
                  </a:lnTo>
                  <a:lnTo>
                    <a:pt x="69" y="421"/>
                  </a:lnTo>
                  <a:lnTo>
                    <a:pt x="107" y="366"/>
                  </a:lnTo>
                  <a:lnTo>
                    <a:pt x="147" y="314"/>
                  </a:lnTo>
                  <a:lnTo>
                    <a:pt x="190" y="266"/>
                  </a:lnTo>
                  <a:lnTo>
                    <a:pt x="234" y="222"/>
                  </a:lnTo>
                  <a:lnTo>
                    <a:pt x="281" y="181"/>
                  </a:lnTo>
                  <a:lnTo>
                    <a:pt x="329" y="144"/>
                  </a:lnTo>
                  <a:lnTo>
                    <a:pt x="354" y="127"/>
                  </a:lnTo>
                  <a:lnTo>
                    <a:pt x="379" y="111"/>
                  </a:lnTo>
                  <a:lnTo>
                    <a:pt x="404" y="96"/>
                  </a:lnTo>
                  <a:lnTo>
                    <a:pt x="430" y="82"/>
                  </a:lnTo>
                  <a:lnTo>
                    <a:pt x="456" y="69"/>
                  </a:lnTo>
                  <a:lnTo>
                    <a:pt x="483" y="57"/>
                  </a:lnTo>
                  <a:lnTo>
                    <a:pt x="510" y="47"/>
                  </a:lnTo>
                  <a:lnTo>
                    <a:pt x="537" y="37"/>
                  </a:lnTo>
                  <a:lnTo>
                    <a:pt x="564" y="28"/>
                  </a:lnTo>
                  <a:lnTo>
                    <a:pt x="592" y="21"/>
                  </a:lnTo>
                  <a:lnTo>
                    <a:pt x="619" y="15"/>
                  </a:lnTo>
                  <a:lnTo>
                    <a:pt x="647" y="9"/>
                  </a:lnTo>
                  <a:lnTo>
                    <a:pt x="676" y="5"/>
                  </a:lnTo>
                  <a:lnTo>
                    <a:pt x="704" y="2"/>
                  </a:lnTo>
                  <a:lnTo>
                    <a:pt x="732" y="1"/>
                  </a:lnTo>
                  <a:lnTo>
                    <a:pt x="761" y="0"/>
                  </a:lnTo>
                  <a:lnTo>
                    <a:pt x="790" y="1"/>
                  </a:lnTo>
                  <a:lnTo>
                    <a:pt x="819" y="2"/>
                  </a:lnTo>
                  <a:lnTo>
                    <a:pt x="848" y="6"/>
                  </a:lnTo>
                  <a:lnTo>
                    <a:pt x="877" y="10"/>
                  </a:lnTo>
                  <a:lnTo>
                    <a:pt x="905" y="15"/>
                  </a:lnTo>
                  <a:lnTo>
                    <a:pt x="934" y="22"/>
                  </a:lnTo>
                  <a:lnTo>
                    <a:pt x="962" y="30"/>
                  </a:lnTo>
                  <a:lnTo>
                    <a:pt x="989" y="38"/>
                  </a:lnTo>
                  <a:lnTo>
                    <a:pt x="1017" y="48"/>
                  </a:lnTo>
                  <a:lnTo>
                    <a:pt x="1044" y="60"/>
                  </a:lnTo>
                  <a:lnTo>
                    <a:pt x="1071" y="72"/>
                  </a:lnTo>
                  <a:lnTo>
                    <a:pt x="1098" y="85"/>
                  </a:lnTo>
                  <a:lnTo>
                    <a:pt x="1124" y="100"/>
                  </a:lnTo>
                  <a:lnTo>
                    <a:pt x="1150" y="115"/>
                  </a:lnTo>
                  <a:lnTo>
                    <a:pt x="1175" y="131"/>
                  </a:lnTo>
                  <a:lnTo>
                    <a:pt x="1200" y="149"/>
                  </a:lnTo>
                  <a:lnTo>
                    <a:pt x="1225" y="168"/>
                  </a:lnTo>
                  <a:lnTo>
                    <a:pt x="1249" y="187"/>
                  </a:lnTo>
                  <a:lnTo>
                    <a:pt x="1296" y="229"/>
                  </a:lnTo>
                  <a:lnTo>
                    <a:pt x="1341" y="275"/>
                  </a:lnTo>
                  <a:lnTo>
                    <a:pt x="1384" y="325"/>
                  </a:lnTo>
                  <a:lnTo>
                    <a:pt x="1425" y="378"/>
                  </a:lnTo>
                  <a:lnTo>
                    <a:pt x="1463" y="435"/>
                  </a:lnTo>
                  <a:lnTo>
                    <a:pt x="1498" y="495"/>
                  </a:lnTo>
                  <a:lnTo>
                    <a:pt x="1531" y="55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1" name="Freeform 38"/>
            <p:cNvSpPr/>
            <p:nvPr/>
          </p:nvSpPr>
          <p:spPr>
            <a:xfrm>
              <a:off x="2431" y="2621"/>
              <a:ext cx="259" cy="209"/>
            </a:xfrm>
            <a:custGeom>
              <a:avLst/>
              <a:gdLst/>
              <a:ahLst/>
              <a:cxnLst>
                <a:cxn ang="0">
                  <a:pos x="259" y="209"/>
                </a:cxn>
                <a:cxn ang="0">
                  <a:pos x="239" y="200"/>
                </a:cxn>
                <a:cxn ang="0">
                  <a:pos x="220" y="190"/>
                </a:cxn>
                <a:cxn ang="0">
                  <a:pos x="202" y="180"/>
                </a:cxn>
                <a:cxn ang="0">
                  <a:pos x="183" y="169"/>
                </a:cxn>
                <a:cxn ang="0">
                  <a:pos x="165" y="158"/>
                </a:cxn>
                <a:cxn ang="0">
                  <a:pos x="147" y="146"/>
                </a:cxn>
                <a:cxn ang="0">
                  <a:pos x="131" y="134"/>
                </a:cxn>
                <a:cxn ang="0">
                  <a:pos x="114" y="121"/>
                </a:cxn>
                <a:cxn ang="0">
                  <a:pos x="98" y="108"/>
                </a:cxn>
                <a:cxn ang="0">
                  <a:pos x="83" y="94"/>
                </a:cxn>
                <a:cxn ang="0">
                  <a:pos x="53" y="64"/>
                </a:cxn>
                <a:cxn ang="0">
                  <a:pos x="25" y="33"/>
                </a:cxn>
                <a:cxn ang="0">
                  <a:pos x="0" y="0"/>
                </a:cxn>
              </a:cxnLst>
              <a:pathLst>
                <a:path w="367" h="423">
                  <a:moveTo>
                    <a:pt x="367" y="423"/>
                  </a:moveTo>
                  <a:lnTo>
                    <a:pt x="339" y="405"/>
                  </a:lnTo>
                  <a:lnTo>
                    <a:pt x="312" y="385"/>
                  </a:lnTo>
                  <a:lnTo>
                    <a:pt x="286" y="365"/>
                  </a:lnTo>
                  <a:lnTo>
                    <a:pt x="260" y="343"/>
                  </a:lnTo>
                  <a:lnTo>
                    <a:pt x="234" y="320"/>
                  </a:lnTo>
                  <a:lnTo>
                    <a:pt x="209" y="296"/>
                  </a:lnTo>
                  <a:lnTo>
                    <a:pt x="185" y="271"/>
                  </a:lnTo>
                  <a:lnTo>
                    <a:pt x="162" y="245"/>
                  </a:lnTo>
                  <a:lnTo>
                    <a:pt x="139" y="218"/>
                  </a:lnTo>
                  <a:lnTo>
                    <a:pt x="117" y="190"/>
                  </a:lnTo>
                  <a:lnTo>
                    <a:pt x="75" y="130"/>
                  </a:lnTo>
                  <a:lnTo>
                    <a:pt x="36" y="67"/>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2" name="Freeform 39"/>
            <p:cNvSpPr/>
            <p:nvPr/>
          </p:nvSpPr>
          <p:spPr>
            <a:xfrm>
              <a:off x="2650" y="2198"/>
              <a:ext cx="833" cy="287"/>
            </a:xfrm>
            <a:custGeom>
              <a:avLst/>
              <a:gdLst/>
              <a:ahLst/>
              <a:cxnLst>
                <a:cxn ang="0">
                  <a:pos x="0" y="82"/>
                </a:cxn>
                <a:cxn ang="0">
                  <a:pos x="18" y="72"/>
                </a:cxn>
                <a:cxn ang="0">
                  <a:pos x="36" y="63"/>
                </a:cxn>
                <a:cxn ang="0">
                  <a:pos x="54" y="54"/>
                </a:cxn>
                <a:cxn ang="0">
                  <a:pos x="73" y="46"/>
                </a:cxn>
                <a:cxn ang="0">
                  <a:pos x="91" y="39"/>
                </a:cxn>
                <a:cxn ang="0">
                  <a:pos x="110" y="32"/>
                </a:cxn>
                <a:cxn ang="0">
                  <a:pos x="129" y="26"/>
                </a:cxn>
                <a:cxn ang="0">
                  <a:pos x="149" y="21"/>
                </a:cxn>
                <a:cxn ang="0">
                  <a:pos x="169" y="16"/>
                </a:cxn>
                <a:cxn ang="0">
                  <a:pos x="188" y="12"/>
                </a:cxn>
                <a:cxn ang="0">
                  <a:pos x="208" y="8"/>
                </a:cxn>
                <a:cxn ang="0">
                  <a:pos x="228" y="5"/>
                </a:cxn>
                <a:cxn ang="0">
                  <a:pos x="248" y="3"/>
                </a:cxn>
                <a:cxn ang="0">
                  <a:pos x="268" y="2"/>
                </a:cxn>
                <a:cxn ang="0">
                  <a:pos x="289" y="1"/>
                </a:cxn>
                <a:cxn ang="0">
                  <a:pos x="309" y="0"/>
                </a:cxn>
                <a:cxn ang="0">
                  <a:pos x="329" y="1"/>
                </a:cxn>
                <a:cxn ang="0">
                  <a:pos x="348" y="1"/>
                </a:cxn>
                <a:cxn ang="0">
                  <a:pos x="368" y="3"/>
                </a:cxn>
                <a:cxn ang="0">
                  <a:pos x="388" y="5"/>
                </a:cxn>
                <a:cxn ang="0">
                  <a:pos x="407" y="8"/>
                </a:cxn>
                <a:cxn ang="0">
                  <a:pos x="427" y="11"/>
                </a:cxn>
                <a:cxn ang="0">
                  <a:pos x="446" y="15"/>
                </a:cxn>
                <a:cxn ang="0">
                  <a:pos x="464" y="20"/>
                </a:cxn>
                <a:cxn ang="0">
                  <a:pos x="483" y="25"/>
                </a:cxn>
                <a:cxn ang="0">
                  <a:pos x="502" y="31"/>
                </a:cxn>
                <a:cxn ang="0">
                  <a:pos x="520" y="37"/>
                </a:cxn>
                <a:cxn ang="0">
                  <a:pos x="538" y="44"/>
                </a:cxn>
                <a:cxn ang="0">
                  <a:pos x="556" y="51"/>
                </a:cxn>
                <a:cxn ang="0">
                  <a:pos x="574" y="59"/>
                </a:cxn>
                <a:cxn ang="0">
                  <a:pos x="591" y="67"/>
                </a:cxn>
                <a:cxn ang="0">
                  <a:pos x="608" y="76"/>
                </a:cxn>
                <a:cxn ang="0">
                  <a:pos x="625" y="86"/>
                </a:cxn>
                <a:cxn ang="0">
                  <a:pos x="641" y="96"/>
                </a:cxn>
                <a:cxn ang="0">
                  <a:pos x="673" y="118"/>
                </a:cxn>
                <a:cxn ang="0">
                  <a:pos x="704" y="141"/>
                </a:cxn>
                <a:cxn ang="0">
                  <a:pos x="733" y="167"/>
                </a:cxn>
                <a:cxn ang="0">
                  <a:pos x="761" y="194"/>
                </a:cxn>
                <a:cxn ang="0">
                  <a:pos x="787" y="223"/>
                </a:cxn>
                <a:cxn ang="0">
                  <a:pos x="811" y="254"/>
                </a:cxn>
                <a:cxn ang="0">
                  <a:pos x="833" y="287"/>
                </a:cxn>
              </a:cxnLst>
              <a:pathLst>
                <a:path w="1224" h="559">
                  <a:moveTo>
                    <a:pt x="0" y="159"/>
                  </a:moveTo>
                  <a:lnTo>
                    <a:pt x="26" y="140"/>
                  </a:lnTo>
                  <a:lnTo>
                    <a:pt x="53" y="122"/>
                  </a:lnTo>
                  <a:lnTo>
                    <a:pt x="79" y="106"/>
                  </a:lnTo>
                  <a:lnTo>
                    <a:pt x="107" y="90"/>
                  </a:lnTo>
                  <a:lnTo>
                    <a:pt x="134" y="76"/>
                  </a:lnTo>
                  <a:lnTo>
                    <a:pt x="162" y="63"/>
                  </a:lnTo>
                  <a:lnTo>
                    <a:pt x="190" y="51"/>
                  </a:lnTo>
                  <a:lnTo>
                    <a:pt x="219" y="41"/>
                  </a:lnTo>
                  <a:lnTo>
                    <a:pt x="248" y="31"/>
                  </a:lnTo>
                  <a:lnTo>
                    <a:pt x="276" y="23"/>
                  </a:lnTo>
                  <a:lnTo>
                    <a:pt x="306" y="16"/>
                  </a:lnTo>
                  <a:lnTo>
                    <a:pt x="335" y="10"/>
                  </a:lnTo>
                  <a:lnTo>
                    <a:pt x="365" y="6"/>
                  </a:lnTo>
                  <a:lnTo>
                    <a:pt x="394" y="3"/>
                  </a:lnTo>
                  <a:lnTo>
                    <a:pt x="424" y="1"/>
                  </a:lnTo>
                  <a:lnTo>
                    <a:pt x="454" y="0"/>
                  </a:lnTo>
                  <a:lnTo>
                    <a:pt x="483" y="1"/>
                  </a:lnTo>
                  <a:lnTo>
                    <a:pt x="512" y="2"/>
                  </a:lnTo>
                  <a:lnTo>
                    <a:pt x="541" y="6"/>
                  </a:lnTo>
                  <a:lnTo>
                    <a:pt x="570" y="10"/>
                  </a:lnTo>
                  <a:lnTo>
                    <a:pt x="598" y="15"/>
                  </a:lnTo>
                  <a:lnTo>
                    <a:pt x="627" y="22"/>
                  </a:lnTo>
                  <a:lnTo>
                    <a:pt x="655" y="30"/>
                  </a:lnTo>
                  <a:lnTo>
                    <a:pt x="682" y="38"/>
                  </a:lnTo>
                  <a:lnTo>
                    <a:pt x="710" y="48"/>
                  </a:lnTo>
                  <a:lnTo>
                    <a:pt x="737" y="60"/>
                  </a:lnTo>
                  <a:lnTo>
                    <a:pt x="764" y="72"/>
                  </a:lnTo>
                  <a:lnTo>
                    <a:pt x="791" y="85"/>
                  </a:lnTo>
                  <a:lnTo>
                    <a:pt x="817" y="100"/>
                  </a:lnTo>
                  <a:lnTo>
                    <a:pt x="843" y="115"/>
                  </a:lnTo>
                  <a:lnTo>
                    <a:pt x="868" y="131"/>
                  </a:lnTo>
                  <a:lnTo>
                    <a:pt x="893" y="149"/>
                  </a:lnTo>
                  <a:lnTo>
                    <a:pt x="918" y="168"/>
                  </a:lnTo>
                  <a:lnTo>
                    <a:pt x="942" y="187"/>
                  </a:lnTo>
                  <a:lnTo>
                    <a:pt x="989" y="229"/>
                  </a:lnTo>
                  <a:lnTo>
                    <a:pt x="1034" y="275"/>
                  </a:lnTo>
                  <a:lnTo>
                    <a:pt x="1077" y="325"/>
                  </a:lnTo>
                  <a:lnTo>
                    <a:pt x="1118" y="378"/>
                  </a:lnTo>
                  <a:lnTo>
                    <a:pt x="1156" y="435"/>
                  </a:lnTo>
                  <a:lnTo>
                    <a:pt x="1191" y="495"/>
                  </a:lnTo>
                  <a:lnTo>
                    <a:pt x="1224" y="55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3" name="Freeform 40"/>
            <p:cNvSpPr/>
            <p:nvPr/>
          </p:nvSpPr>
          <p:spPr>
            <a:xfrm>
              <a:off x="2615" y="2256"/>
              <a:ext cx="67" cy="46"/>
            </a:xfrm>
            <a:custGeom>
              <a:avLst/>
              <a:gdLst/>
              <a:ahLst/>
              <a:cxnLst>
                <a:cxn ang="0">
                  <a:pos x="38" y="0"/>
                </a:cxn>
                <a:cxn ang="0">
                  <a:pos x="0" y="46"/>
                </a:cxn>
                <a:cxn ang="0">
                  <a:pos x="67" y="27"/>
                </a:cxn>
                <a:cxn ang="0">
                  <a:pos x="36" y="24"/>
                </a:cxn>
                <a:cxn ang="0">
                  <a:pos x="38" y="0"/>
                </a:cxn>
              </a:cxnLst>
              <a:pathLst>
                <a:path w="98" h="89">
                  <a:moveTo>
                    <a:pt x="56" y="0"/>
                  </a:moveTo>
                  <a:lnTo>
                    <a:pt x="0" y="89"/>
                  </a:lnTo>
                  <a:lnTo>
                    <a:pt x="98" y="52"/>
                  </a:lnTo>
                  <a:lnTo>
                    <a:pt x="53" y="46"/>
                  </a:lnTo>
                  <a:lnTo>
                    <a:pt x="56"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04" name="Freeform 41"/>
            <p:cNvSpPr/>
            <p:nvPr/>
          </p:nvSpPr>
          <p:spPr>
            <a:xfrm>
              <a:off x="2695" y="2621"/>
              <a:ext cx="810" cy="295"/>
            </a:xfrm>
            <a:custGeom>
              <a:avLst/>
              <a:gdLst/>
              <a:ahLst/>
              <a:cxnLst>
                <a:cxn ang="0">
                  <a:pos x="810" y="0"/>
                </a:cxn>
                <a:cxn ang="0">
                  <a:pos x="788" y="34"/>
                </a:cxn>
                <a:cxn ang="0">
                  <a:pos x="765" y="65"/>
                </a:cxn>
                <a:cxn ang="0">
                  <a:pos x="740" y="95"/>
                </a:cxn>
                <a:cxn ang="0">
                  <a:pos x="712" y="123"/>
                </a:cxn>
                <a:cxn ang="0">
                  <a:pos x="684" y="150"/>
                </a:cxn>
                <a:cxn ang="0">
                  <a:pos x="654" y="174"/>
                </a:cxn>
                <a:cxn ang="0">
                  <a:pos x="639" y="185"/>
                </a:cxn>
                <a:cxn ang="0">
                  <a:pos x="623" y="196"/>
                </a:cxn>
                <a:cxn ang="0">
                  <a:pos x="607" y="207"/>
                </a:cxn>
                <a:cxn ang="0">
                  <a:pos x="590" y="216"/>
                </a:cxn>
                <a:cxn ang="0">
                  <a:pos x="574" y="226"/>
                </a:cxn>
                <a:cxn ang="0">
                  <a:pos x="557" y="234"/>
                </a:cxn>
                <a:cxn ang="0">
                  <a:pos x="539" y="242"/>
                </a:cxn>
                <a:cxn ang="0">
                  <a:pos x="521" y="250"/>
                </a:cxn>
                <a:cxn ang="0">
                  <a:pos x="504" y="257"/>
                </a:cxn>
                <a:cxn ang="0">
                  <a:pos x="486" y="263"/>
                </a:cxn>
                <a:cxn ang="0">
                  <a:pos x="468" y="270"/>
                </a:cxn>
                <a:cxn ang="0">
                  <a:pos x="449" y="275"/>
                </a:cxn>
                <a:cxn ang="0">
                  <a:pos x="431" y="279"/>
                </a:cxn>
                <a:cxn ang="0">
                  <a:pos x="412" y="284"/>
                </a:cxn>
                <a:cxn ang="0">
                  <a:pos x="393" y="287"/>
                </a:cxn>
                <a:cxn ang="0">
                  <a:pos x="373" y="290"/>
                </a:cxn>
                <a:cxn ang="0">
                  <a:pos x="354" y="292"/>
                </a:cxn>
                <a:cxn ang="0">
                  <a:pos x="335" y="294"/>
                </a:cxn>
                <a:cxn ang="0">
                  <a:pos x="316" y="294"/>
                </a:cxn>
                <a:cxn ang="0">
                  <a:pos x="296" y="295"/>
                </a:cxn>
                <a:cxn ang="0">
                  <a:pos x="277" y="294"/>
                </a:cxn>
                <a:cxn ang="0">
                  <a:pos x="257" y="294"/>
                </a:cxn>
                <a:cxn ang="0">
                  <a:pos x="237" y="292"/>
                </a:cxn>
                <a:cxn ang="0">
                  <a:pos x="218" y="290"/>
                </a:cxn>
                <a:cxn ang="0">
                  <a:pos x="199" y="287"/>
                </a:cxn>
                <a:cxn ang="0">
                  <a:pos x="180" y="284"/>
                </a:cxn>
                <a:cxn ang="0">
                  <a:pos x="161" y="279"/>
                </a:cxn>
                <a:cxn ang="0">
                  <a:pos x="143" y="275"/>
                </a:cxn>
                <a:cxn ang="0">
                  <a:pos x="124" y="270"/>
                </a:cxn>
                <a:cxn ang="0">
                  <a:pos x="105" y="263"/>
                </a:cxn>
                <a:cxn ang="0">
                  <a:pos x="88" y="257"/>
                </a:cxn>
                <a:cxn ang="0">
                  <a:pos x="70" y="250"/>
                </a:cxn>
                <a:cxn ang="0">
                  <a:pos x="52" y="242"/>
                </a:cxn>
                <a:cxn ang="0">
                  <a:pos x="34" y="234"/>
                </a:cxn>
                <a:cxn ang="0">
                  <a:pos x="17" y="225"/>
                </a:cxn>
                <a:cxn ang="0">
                  <a:pos x="0" y="215"/>
                </a:cxn>
              </a:cxnLst>
              <a:pathLst>
                <a:path w="1221" h="570">
                  <a:moveTo>
                    <a:pt x="1221" y="0"/>
                  </a:moveTo>
                  <a:lnTo>
                    <a:pt x="1188" y="65"/>
                  </a:lnTo>
                  <a:lnTo>
                    <a:pt x="1153" y="126"/>
                  </a:lnTo>
                  <a:lnTo>
                    <a:pt x="1115" y="184"/>
                  </a:lnTo>
                  <a:lnTo>
                    <a:pt x="1074" y="238"/>
                  </a:lnTo>
                  <a:lnTo>
                    <a:pt x="1031" y="289"/>
                  </a:lnTo>
                  <a:lnTo>
                    <a:pt x="986" y="336"/>
                  </a:lnTo>
                  <a:lnTo>
                    <a:pt x="963" y="358"/>
                  </a:lnTo>
                  <a:lnTo>
                    <a:pt x="939" y="379"/>
                  </a:lnTo>
                  <a:lnTo>
                    <a:pt x="915" y="399"/>
                  </a:lnTo>
                  <a:lnTo>
                    <a:pt x="890" y="418"/>
                  </a:lnTo>
                  <a:lnTo>
                    <a:pt x="865" y="436"/>
                  </a:lnTo>
                  <a:lnTo>
                    <a:pt x="839" y="453"/>
                  </a:lnTo>
                  <a:lnTo>
                    <a:pt x="813" y="468"/>
                  </a:lnTo>
                  <a:lnTo>
                    <a:pt x="786" y="483"/>
                  </a:lnTo>
                  <a:lnTo>
                    <a:pt x="760" y="497"/>
                  </a:lnTo>
                  <a:lnTo>
                    <a:pt x="732" y="509"/>
                  </a:lnTo>
                  <a:lnTo>
                    <a:pt x="705" y="521"/>
                  </a:lnTo>
                  <a:lnTo>
                    <a:pt x="677" y="531"/>
                  </a:lnTo>
                  <a:lnTo>
                    <a:pt x="649" y="540"/>
                  </a:lnTo>
                  <a:lnTo>
                    <a:pt x="621" y="548"/>
                  </a:lnTo>
                  <a:lnTo>
                    <a:pt x="592" y="555"/>
                  </a:lnTo>
                  <a:lnTo>
                    <a:pt x="563" y="560"/>
                  </a:lnTo>
                  <a:lnTo>
                    <a:pt x="534" y="564"/>
                  </a:lnTo>
                  <a:lnTo>
                    <a:pt x="505" y="568"/>
                  </a:lnTo>
                  <a:lnTo>
                    <a:pt x="476" y="569"/>
                  </a:lnTo>
                  <a:lnTo>
                    <a:pt x="446" y="570"/>
                  </a:lnTo>
                  <a:lnTo>
                    <a:pt x="417" y="569"/>
                  </a:lnTo>
                  <a:lnTo>
                    <a:pt x="387" y="568"/>
                  </a:lnTo>
                  <a:lnTo>
                    <a:pt x="358" y="564"/>
                  </a:lnTo>
                  <a:lnTo>
                    <a:pt x="329" y="560"/>
                  </a:lnTo>
                  <a:lnTo>
                    <a:pt x="300" y="555"/>
                  </a:lnTo>
                  <a:lnTo>
                    <a:pt x="272" y="548"/>
                  </a:lnTo>
                  <a:lnTo>
                    <a:pt x="243" y="540"/>
                  </a:lnTo>
                  <a:lnTo>
                    <a:pt x="215" y="531"/>
                  </a:lnTo>
                  <a:lnTo>
                    <a:pt x="187" y="521"/>
                  </a:lnTo>
                  <a:lnTo>
                    <a:pt x="159" y="509"/>
                  </a:lnTo>
                  <a:lnTo>
                    <a:pt x="132" y="497"/>
                  </a:lnTo>
                  <a:lnTo>
                    <a:pt x="105" y="483"/>
                  </a:lnTo>
                  <a:lnTo>
                    <a:pt x="78" y="468"/>
                  </a:lnTo>
                  <a:lnTo>
                    <a:pt x="52" y="452"/>
                  </a:lnTo>
                  <a:lnTo>
                    <a:pt x="26" y="434"/>
                  </a:lnTo>
                  <a:lnTo>
                    <a:pt x="0" y="416"/>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5" name="Freeform 42"/>
            <p:cNvSpPr/>
            <p:nvPr/>
          </p:nvSpPr>
          <p:spPr>
            <a:xfrm>
              <a:off x="2631" y="2798"/>
              <a:ext cx="65" cy="46"/>
            </a:xfrm>
            <a:custGeom>
              <a:avLst/>
              <a:gdLst/>
              <a:ahLst/>
              <a:cxnLst>
                <a:cxn ang="0">
                  <a:pos x="65" y="19"/>
                </a:cxn>
                <a:cxn ang="0">
                  <a:pos x="0" y="0"/>
                </a:cxn>
                <a:cxn ang="0">
                  <a:pos x="37" y="46"/>
                </a:cxn>
                <a:cxn ang="0">
                  <a:pos x="35" y="22"/>
                </a:cxn>
                <a:cxn ang="0">
                  <a:pos x="65" y="19"/>
                </a:cxn>
              </a:cxnLst>
              <a:pathLst>
                <a:path w="98" h="88">
                  <a:moveTo>
                    <a:pt x="98" y="36"/>
                  </a:moveTo>
                  <a:lnTo>
                    <a:pt x="0" y="0"/>
                  </a:lnTo>
                  <a:lnTo>
                    <a:pt x="56" y="88"/>
                  </a:lnTo>
                  <a:lnTo>
                    <a:pt x="53" y="43"/>
                  </a:lnTo>
                  <a:lnTo>
                    <a:pt x="98" y="36"/>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06" name="Freeform 43"/>
            <p:cNvSpPr/>
            <p:nvPr/>
          </p:nvSpPr>
          <p:spPr>
            <a:xfrm>
              <a:off x="2385" y="1952"/>
              <a:ext cx="1120" cy="520"/>
            </a:xfrm>
            <a:custGeom>
              <a:avLst/>
              <a:gdLst/>
              <a:ahLst/>
              <a:cxnLst>
                <a:cxn ang="0">
                  <a:pos x="8" y="491"/>
                </a:cxn>
                <a:cxn ang="0">
                  <a:pos x="27" y="435"/>
                </a:cxn>
                <a:cxn ang="0">
                  <a:pos x="48" y="382"/>
                </a:cxn>
                <a:cxn ang="0">
                  <a:pos x="73" y="332"/>
                </a:cxn>
                <a:cxn ang="0">
                  <a:pos x="100" y="284"/>
                </a:cxn>
                <a:cxn ang="0">
                  <a:pos x="130" y="240"/>
                </a:cxn>
                <a:cxn ang="0">
                  <a:pos x="163" y="199"/>
                </a:cxn>
                <a:cxn ang="0">
                  <a:pos x="198" y="161"/>
                </a:cxn>
                <a:cxn ang="0">
                  <a:pos x="234" y="127"/>
                </a:cxn>
                <a:cxn ang="0">
                  <a:pos x="273" y="97"/>
                </a:cxn>
                <a:cxn ang="0">
                  <a:pos x="314" y="70"/>
                </a:cxn>
                <a:cxn ang="0">
                  <a:pos x="356" y="47"/>
                </a:cxn>
                <a:cxn ang="0">
                  <a:pos x="400" y="29"/>
                </a:cxn>
                <a:cxn ang="0">
                  <a:pos x="445" y="15"/>
                </a:cxn>
                <a:cxn ang="0">
                  <a:pos x="491" y="6"/>
                </a:cxn>
                <a:cxn ang="0">
                  <a:pos x="538" y="1"/>
                </a:cxn>
                <a:cxn ang="0">
                  <a:pos x="585" y="1"/>
                </a:cxn>
                <a:cxn ang="0">
                  <a:pos x="632" y="5"/>
                </a:cxn>
                <a:cxn ang="0">
                  <a:pos x="676" y="14"/>
                </a:cxn>
                <a:cxn ang="0">
                  <a:pos x="721" y="28"/>
                </a:cxn>
                <a:cxn ang="0">
                  <a:pos x="764" y="46"/>
                </a:cxn>
                <a:cxn ang="0">
                  <a:pos x="807" y="68"/>
                </a:cxn>
                <a:cxn ang="0">
                  <a:pos x="847" y="94"/>
                </a:cxn>
                <a:cxn ang="0">
                  <a:pos x="885" y="124"/>
                </a:cxn>
                <a:cxn ang="0">
                  <a:pos x="922" y="158"/>
                </a:cxn>
                <a:cxn ang="0">
                  <a:pos x="956" y="195"/>
                </a:cxn>
                <a:cxn ang="0">
                  <a:pos x="989" y="235"/>
                </a:cxn>
                <a:cxn ang="0">
                  <a:pos x="1019" y="279"/>
                </a:cxn>
                <a:cxn ang="0">
                  <a:pos x="1046" y="325"/>
                </a:cxn>
                <a:cxn ang="0">
                  <a:pos x="1071" y="375"/>
                </a:cxn>
                <a:cxn ang="0">
                  <a:pos x="1093" y="428"/>
                </a:cxn>
                <a:cxn ang="0">
                  <a:pos x="1112" y="483"/>
                </a:cxn>
              </a:cxnLst>
              <a:pathLst>
                <a:path w="1644" h="1013">
                  <a:moveTo>
                    <a:pt x="0" y="1013"/>
                  </a:moveTo>
                  <a:lnTo>
                    <a:pt x="12" y="957"/>
                  </a:lnTo>
                  <a:lnTo>
                    <a:pt x="25" y="902"/>
                  </a:lnTo>
                  <a:lnTo>
                    <a:pt x="39" y="848"/>
                  </a:lnTo>
                  <a:lnTo>
                    <a:pt x="54" y="796"/>
                  </a:lnTo>
                  <a:lnTo>
                    <a:pt x="71" y="744"/>
                  </a:lnTo>
                  <a:lnTo>
                    <a:pt x="88" y="695"/>
                  </a:lnTo>
                  <a:lnTo>
                    <a:pt x="107" y="646"/>
                  </a:lnTo>
                  <a:lnTo>
                    <a:pt x="127" y="599"/>
                  </a:lnTo>
                  <a:lnTo>
                    <a:pt x="147" y="554"/>
                  </a:lnTo>
                  <a:lnTo>
                    <a:pt x="169" y="510"/>
                  </a:lnTo>
                  <a:lnTo>
                    <a:pt x="191" y="467"/>
                  </a:lnTo>
                  <a:lnTo>
                    <a:pt x="215" y="426"/>
                  </a:lnTo>
                  <a:lnTo>
                    <a:pt x="239" y="387"/>
                  </a:lnTo>
                  <a:lnTo>
                    <a:pt x="264" y="349"/>
                  </a:lnTo>
                  <a:lnTo>
                    <a:pt x="290" y="313"/>
                  </a:lnTo>
                  <a:lnTo>
                    <a:pt x="317" y="279"/>
                  </a:lnTo>
                  <a:lnTo>
                    <a:pt x="344" y="247"/>
                  </a:lnTo>
                  <a:lnTo>
                    <a:pt x="372" y="216"/>
                  </a:lnTo>
                  <a:lnTo>
                    <a:pt x="401" y="188"/>
                  </a:lnTo>
                  <a:lnTo>
                    <a:pt x="431" y="161"/>
                  </a:lnTo>
                  <a:lnTo>
                    <a:pt x="461" y="136"/>
                  </a:lnTo>
                  <a:lnTo>
                    <a:pt x="492" y="113"/>
                  </a:lnTo>
                  <a:lnTo>
                    <a:pt x="523" y="92"/>
                  </a:lnTo>
                  <a:lnTo>
                    <a:pt x="555" y="73"/>
                  </a:lnTo>
                  <a:lnTo>
                    <a:pt x="587" y="56"/>
                  </a:lnTo>
                  <a:lnTo>
                    <a:pt x="620" y="42"/>
                  </a:lnTo>
                  <a:lnTo>
                    <a:pt x="653" y="29"/>
                  </a:lnTo>
                  <a:lnTo>
                    <a:pt x="686" y="19"/>
                  </a:lnTo>
                  <a:lnTo>
                    <a:pt x="720" y="11"/>
                  </a:lnTo>
                  <a:lnTo>
                    <a:pt x="755" y="5"/>
                  </a:lnTo>
                  <a:lnTo>
                    <a:pt x="789" y="1"/>
                  </a:lnTo>
                  <a:lnTo>
                    <a:pt x="824" y="0"/>
                  </a:lnTo>
                  <a:lnTo>
                    <a:pt x="859" y="1"/>
                  </a:lnTo>
                  <a:lnTo>
                    <a:pt x="893" y="5"/>
                  </a:lnTo>
                  <a:lnTo>
                    <a:pt x="927" y="10"/>
                  </a:lnTo>
                  <a:lnTo>
                    <a:pt x="960" y="18"/>
                  </a:lnTo>
                  <a:lnTo>
                    <a:pt x="993" y="28"/>
                  </a:lnTo>
                  <a:lnTo>
                    <a:pt x="1026" y="41"/>
                  </a:lnTo>
                  <a:lnTo>
                    <a:pt x="1059" y="55"/>
                  </a:lnTo>
                  <a:lnTo>
                    <a:pt x="1091" y="72"/>
                  </a:lnTo>
                  <a:lnTo>
                    <a:pt x="1122" y="90"/>
                  </a:lnTo>
                  <a:lnTo>
                    <a:pt x="1153" y="111"/>
                  </a:lnTo>
                  <a:lnTo>
                    <a:pt x="1184" y="133"/>
                  </a:lnTo>
                  <a:lnTo>
                    <a:pt x="1213" y="158"/>
                  </a:lnTo>
                  <a:lnTo>
                    <a:pt x="1243" y="184"/>
                  </a:lnTo>
                  <a:lnTo>
                    <a:pt x="1271" y="212"/>
                  </a:lnTo>
                  <a:lnTo>
                    <a:pt x="1299" y="242"/>
                  </a:lnTo>
                  <a:lnTo>
                    <a:pt x="1327" y="274"/>
                  </a:lnTo>
                  <a:lnTo>
                    <a:pt x="1353" y="308"/>
                  </a:lnTo>
                  <a:lnTo>
                    <a:pt x="1379" y="343"/>
                  </a:lnTo>
                  <a:lnTo>
                    <a:pt x="1404" y="380"/>
                  </a:lnTo>
                  <a:lnTo>
                    <a:pt x="1428" y="418"/>
                  </a:lnTo>
                  <a:lnTo>
                    <a:pt x="1452" y="458"/>
                  </a:lnTo>
                  <a:lnTo>
                    <a:pt x="1474" y="500"/>
                  </a:lnTo>
                  <a:lnTo>
                    <a:pt x="1496" y="543"/>
                  </a:lnTo>
                  <a:lnTo>
                    <a:pt x="1516" y="588"/>
                  </a:lnTo>
                  <a:lnTo>
                    <a:pt x="1536" y="634"/>
                  </a:lnTo>
                  <a:lnTo>
                    <a:pt x="1555" y="682"/>
                  </a:lnTo>
                  <a:lnTo>
                    <a:pt x="1572" y="731"/>
                  </a:lnTo>
                  <a:lnTo>
                    <a:pt x="1589" y="781"/>
                  </a:lnTo>
                  <a:lnTo>
                    <a:pt x="1604" y="833"/>
                  </a:lnTo>
                  <a:lnTo>
                    <a:pt x="1619" y="886"/>
                  </a:lnTo>
                  <a:lnTo>
                    <a:pt x="1632" y="940"/>
                  </a:lnTo>
                  <a:lnTo>
                    <a:pt x="1644" y="995"/>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7" name="Freeform 44"/>
            <p:cNvSpPr/>
            <p:nvPr/>
          </p:nvSpPr>
          <p:spPr>
            <a:xfrm>
              <a:off x="2398" y="2621"/>
              <a:ext cx="109" cy="295"/>
            </a:xfrm>
            <a:custGeom>
              <a:avLst/>
              <a:gdLst/>
              <a:ahLst/>
              <a:cxnLst>
                <a:cxn ang="0">
                  <a:pos x="109" y="295"/>
                </a:cxn>
                <a:cxn ang="0">
                  <a:pos x="88" y="262"/>
                </a:cxn>
                <a:cxn ang="0">
                  <a:pos x="69" y="229"/>
                </a:cxn>
                <a:cxn ang="0">
                  <a:pos x="52" y="193"/>
                </a:cxn>
                <a:cxn ang="0">
                  <a:pos x="37" y="156"/>
                </a:cxn>
                <a:cxn ang="0">
                  <a:pos x="24" y="119"/>
                </a:cxn>
                <a:cxn ang="0">
                  <a:pos x="14" y="80"/>
                </a:cxn>
                <a:cxn ang="0">
                  <a:pos x="6" y="41"/>
                </a:cxn>
                <a:cxn ang="0">
                  <a:pos x="0" y="0"/>
                </a:cxn>
              </a:cxnLst>
              <a:pathLst>
                <a:path w="149" h="626">
                  <a:moveTo>
                    <a:pt x="149" y="626"/>
                  </a:moveTo>
                  <a:lnTo>
                    <a:pt x="120" y="557"/>
                  </a:lnTo>
                  <a:lnTo>
                    <a:pt x="94" y="485"/>
                  </a:lnTo>
                  <a:lnTo>
                    <a:pt x="71" y="410"/>
                  </a:lnTo>
                  <a:lnTo>
                    <a:pt x="51" y="332"/>
                  </a:lnTo>
                  <a:lnTo>
                    <a:pt x="33" y="252"/>
                  </a:lnTo>
                  <a:lnTo>
                    <a:pt x="19" y="170"/>
                  </a:lnTo>
                  <a:lnTo>
                    <a:pt x="8" y="86"/>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8" name="Freeform 45"/>
            <p:cNvSpPr/>
            <p:nvPr/>
          </p:nvSpPr>
          <p:spPr>
            <a:xfrm>
              <a:off x="2147" y="2617"/>
              <a:ext cx="185" cy="413"/>
            </a:xfrm>
            <a:custGeom>
              <a:avLst/>
              <a:gdLst/>
              <a:ahLst/>
              <a:cxnLst>
                <a:cxn ang="0">
                  <a:pos x="0" y="413"/>
                </a:cxn>
                <a:cxn ang="0">
                  <a:pos x="7" y="377"/>
                </a:cxn>
                <a:cxn ang="0">
                  <a:pos x="16" y="342"/>
                </a:cxn>
                <a:cxn ang="0">
                  <a:pos x="25" y="308"/>
                </a:cxn>
                <a:cxn ang="0">
                  <a:pos x="35" y="276"/>
                </a:cxn>
                <a:cxn ang="0">
                  <a:pos x="44" y="245"/>
                </a:cxn>
                <a:cxn ang="0">
                  <a:pos x="55" y="215"/>
                </a:cxn>
                <a:cxn ang="0">
                  <a:pos x="66" y="186"/>
                </a:cxn>
                <a:cxn ang="0">
                  <a:pos x="78" y="160"/>
                </a:cxn>
                <a:cxn ang="0">
                  <a:pos x="90" y="134"/>
                </a:cxn>
                <a:cxn ang="0">
                  <a:pos x="102" y="110"/>
                </a:cxn>
                <a:cxn ang="0">
                  <a:pos x="115" y="87"/>
                </a:cxn>
                <a:cxn ang="0">
                  <a:pos x="128" y="67"/>
                </a:cxn>
                <a:cxn ang="0">
                  <a:pos x="141" y="47"/>
                </a:cxn>
                <a:cxn ang="0">
                  <a:pos x="156" y="30"/>
                </a:cxn>
                <a:cxn ang="0">
                  <a:pos x="170" y="14"/>
                </a:cxn>
                <a:cxn ang="0">
                  <a:pos x="185" y="0"/>
                </a:cxn>
              </a:cxnLst>
              <a:pathLst>
                <a:path w="272" h="804">
                  <a:moveTo>
                    <a:pt x="0" y="804"/>
                  </a:moveTo>
                  <a:lnTo>
                    <a:pt x="11" y="734"/>
                  </a:lnTo>
                  <a:lnTo>
                    <a:pt x="24" y="666"/>
                  </a:lnTo>
                  <a:lnTo>
                    <a:pt x="37" y="600"/>
                  </a:lnTo>
                  <a:lnTo>
                    <a:pt x="51" y="537"/>
                  </a:lnTo>
                  <a:lnTo>
                    <a:pt x="65" y="477"/>
                  </a:lnTo>
                  <a:lnTo>
                    <a:pt x="81" y="419"/>
                  </a:lnTo>
                  <a:lnTo>
                    <a:pt x="97" y="363"/>
                  </a:lnTo>
                  <a:lnTo>
                    <a:pt x="114" y="311"/>
                  </a:lnTo>
                  <a:lnTo>
                    <a:pt x="132" y="261"/>
                  </a:lnTo>
                  <a:lnTo>
                    <a:pt x="150" y="214"/>
                  </a:lnTo>
                  <a:lnTo>
                    <a:pt x="169" y="170"/>
                  </a:lnTo>
                  <a:lnTo>
                    <a:pt x="188" y="130"/>
                  </a:lnTo>
                  <a:lnTo>
                    <a:pt x="208" y="92"/>
                  </a:lnTo>
                  <a:lnTo>
                    <a:pt x="229" y="58"/>
                  </a:lnTo>
                  <a:lnTo>
                    <a:pt x="250" y="27"/>
                  </a:lnTo>
                  <a:lnTo>
                    <a:pt x="272"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09" name="Freeform 46"/>
            <p:cNvSpPr/>
            <p:nvPr/>
          </p:nvSpPr>
          <p:spPr>
            <a:xfrm>
              <a:off x="2142" y="1680"/>
              <a:ext cx="48" cy="449"/>
            </a:xfrm>
            <a:custGeom>
              <a:avLst/>
              <a:gdLst/>
              <a:ahLst/>
              <a:cxnLst>
                <a:cxn ang="0">
                  <a:pos x="48" y="449"/>
                </a:cxn>
                <a:cxn ang="0">
                  <a:pos x="37" y="398"/>
                </a:cxn>
                <a:cxn ang="0">
                  <a:pos x="27" y="344"/>
                </a:cxn>
                <a:cxn ang="0">
                  <a:pos x="19" y="289"/>
                </a:cxn>
                <a:cxn ang="0">
                  <a:pos x="12" y="233"/>
                </a:cxn>
                <a:cxn ang="0">
                  <a:pos x="7" y="176"/>
                </a:cxn>
                <a:cxn ang="0">
                  <a:pos x="3" y="118"/>
                </a:cxn>
                <a:cxn ang="0">
                  <a:pos x="1" y="59"/>
                </a:cxn>
                <a:cxn ang="0">
                  <a:pos x="0" y="0"/>
                </a:cxn>
              </a:cxnLst>
              <a:pathLst>
                <a:path w="70" h="874">
                  <a:moveTo>
                    <a:pt x="70" y="874"/>
                  </a:moveTo>
                  <a:lnTo>
                    <a:pt x="54" y="774"/>
                  </a:lnTo>
                  <a:lnTo>
                    <a:pt x="40" y="670"/>
                  </a:lnTo>
                  <a:lnTo>
                    <a:pt x="28" y="563"/>
                  </a:lnTo>
                  <a:lnTo>
                    <a:pt x="18" y="454"/>
                  </a:lnTo>
                  <a:lnTo>
                    <a:pt x="10" y="343"/>
                  </a:lnTo>
                  <a:lnTo>
                    <a:pt x="5" y="230"/>
                  </a:lnTo>
                  <a:lnTo>
                    <a:pt x="1" y="115"/>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10" name="Freeform 47"/>
            <p:cNvSpPr/>
            <p:nvPr/>
          </p:nvSpPr>
          <p:spPr>
            <a:xfrm>
              <a:off x="2163" y="2110"/>
              <a:ext cx="45" cy="54"/>
            </a:xfrm>
            <a:custGeom>
              <a:avLst/>
              <a:gdLst/>
              <a:ahLst/>
              <a:cxnLst>
                <a:cxn ang="0">
                  <a:pos x="0" y="6"/>
                </a:cxn>
                <a:cxn ang="0">
                  <a:pos x="35" y="54"/>
                </a:cxn>
                <a:cxn ang="0">
                  <a:pos x="45" y="0"/>
                </a:cxn>
                <a:cxn ang="0">
                  <a:pos x="27" y="19"/>
                </a:cxn>
                <a:cxn ang="0">
                  <a:pos x="0" y="6"/>
                </a:cxn>
              </a:cxnLst>
              <a:pathLst>
                <a:path w="66" h="103">
                  <a:moveTo>
                    <a:pt x="0" y="12"/>
                  </a:moveTo>
                  <a:lnTo>
                    <a:pt x="51" y="103"/>
                  </a:lnTo>
                  <a:lnTo>
                    <a:pt x="66" y="0"/>
                  </a:lnTo>
                  <a:lnTo>
                    <a:pt x="39" y="36"/>
                  </a:lnTo>
                  <a:lnTo>
                    <a:pt x="0" y="12"/>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11" name="Freeform 48"/>
            <p:cNvSpPr/>
            <p:nvPr/>
          </p:nvSpPr>
          <p:spPr>
            <a:xfrm>
              <a:off x="1394" y="2569"/>
              <a:ext cx="878" cy="317"/>
            </a:xfrm>
            <a:custGeom>
              <a:avLst/>
              <a:gdLst/>
              <a:ahLst/>
              <a:cxnLst>
                <a:cxn ang="0">
                  <a:pos x="0" y="317"/>
                </a:cxn>
                <a:cxn ang="0">
                  <a:pos x="52" y="282"/>
                </a:cxn>
                <a:cxn ang="0">
                  <a:pos x="104" y="247"/>
                </a:cxn>
                <a:cxn ang="0">
                  <a:pos x="157" y="215"/>
                </a:cxn>
                <a:cxn ang="0">
                  <a:pos x="211" y="186"/>
                </a:cxn>
                <a:cxn ang="0">
                  <a:pos x="264" y="159"/>
                </a:cxn>
                <a:cxn ang="0">
                  <a:pos x="318" y="133"/>
                </a:cxn>
                <a:cxn ang="0">
                  <a:pos x="373" y="110"/>
                </a:cxn>
                <a:cxn ang="0">
                  <a:pos x="428" y="89"/>
                </a:cxn>
                <a:cxn ang="0">
                  <a:pos x="482" y="70"/>
                </a:cxn>
                <a:cxn ang="0">
                  <a:pos x="538" y="54"/>
                </a:cxn>
                <a:cxn ang="0">
                  <a:pos x="594" y="40"/>
                </a:cxn>
                <a:cxn ang="0">
                  <a:pos x="650" y="28"/>
                </a:cxn>
                <a:cxn ang="0">
                  <a:pos x="707" y="18"/>
                </a:cxn>
                <a:cxn ang="0">
                  <a:pos x="763" y="9"/>
                </a:cxn>
                <a:cxn ang="0">
                  <a:pos x="821" y="4"/>
                </a:cxn>
                <a:cxn ang="0">
                  <a:pos x="878" y="0"/>
                </a:cxn>
              </a:cxnLst>
              <a:pathLst>
                <a:path w="659" h="181">
                  <a:moveTo>
                    <a:pt x="0" y="181"/>
                  </a:moveTo>
                  <a:lnTo>
                    <a:pt x="39" y="161"/>
                  </a:lnTo>
                  <a:lnTo>
                    <a:pt x="78" y="141"/>
                  </a:lnTo>
                  <a:lnTo>
                    <a:pt x="118" y="123"/>
                  </a:lnTo>
                  <a:lnTo>
                    <a:pt x="158" y="106"/>
                  </a:lnTo>
                  <a:lnTo>
                    <a:pt x="198" y="91"/>
                  </a:lnTo>
                  <a:lnTo>
                    <a:pt x="239" y="76"/>
                  </a:lnTo>
                  <a:lnTo>
                    <a:pt x="280" y="63"/>
                  </a:lnTo>
                  <a:lnTo>
                    <a:pt x="321" y="51"/>
                  </a:lnTo>
                  <a:lnTo>
                    <a:pt x="362" y="40"/>
                  </a:lnTo>
                  <a:lnTo>
                    <a:pt x="404" y="31"/>
                  </a:lnTo>
                  <a:lnTo>
                    <a:pt x="446" y="23"/>
                  </a:lnTo>
                  <a:lnTo>
                    <a:pt x="488" y="16"/>
                  </a:lnTo>
                  <a:lnTo>
                    <a:pt x="531" y="10"/>
                  </a:lnTo>
                  <a:lnTo>
                    <a:pt x="573" y="5"/>
                  </a:lnTo>
                  <a:lnTo>
                    <a:pt x="616" y="2"/>
                  </a:lnTo>
                  <a:lnTo>
                    <a:pt x="659"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12" name="Freeform 49"/>
            <p:cNvSpPr/>
            <p:nvPr/>
          </p:nvSpPr>
          <p:spPr>
            <a:xfrm>
              <a:off x="1648" y="2526"/>
              <a:ext cx="69" cy="34"/>
            </a:xfrm>
            <a:custGeom>
              <a:avLst/>
              <a:gdLst/>
              <a:ahLst/>
              <a:cxnLst>
                <a:cxn ang="0">
                  <a:pos x="0" y="34"/>
                </a:cxn>
                <a:cxn ang="0">
                  <a:pos x="69" y="17"/>
                </a:cxn>
                <a:cxn ang="0">
                  <a:pos x="0" y="0"/>
                </a:cxn>
                <a:cxn ang="0">
                  <a:pos x="22" y="17"/>
                </a:cxn>
                <a:cxn ang="0">
                  <a:pos x="0" y="34"/>
                </a:cxn>
              </a:cxnLst>
              <a:pathLst>
                <a:path w="99" h="67">
                  <a:moveTo>
                    <a:pt x="0" y="67"/>
                  </a:moveTo>
                  <a:lnTo>
                    <a:pt x="99" y="33"/>
                  </a:lnTo>
                  <a:lnTo>
                    <a:pt x="0" y="0"/>
                  </a:lnTo>
                  <a:lnTo>
                    <a:pt x="31" y="33"/>
                  </a:lnTo>
                  <a:lnTo>
                    <a:pt x="0" y="67"/>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13" name="Freeform 50"/>
            <p:cNvSpPr/>
            <p:nvPr/>
          </p:nvSpPr>
          <p:spPr>
            <a:xfrm>
              <a:off x="1685" y="2357"/>
              <a:ext cx="70" cy="41"/>
            </a:xfrm>
            <a:custGeom>
              <a:avLst/>
              <a:gdLst/>
              <a:ahLst/>
              <a:cxnLst>
                <a:cxn ang="0">
                  <a:pos x="0" y="28"/>
                </a:cxn>
                <a:cxn ang="0">
                  <a:pos x="70" y="41"/>
                </a:cxn>
                <a:cxn ang="0">
                  <a:pos x="25" y="0"/>
                </a:cxn>
                <a:cxn ang="0">
                  <a:pos x="31" y="22"/>
                </a:cxn>
                <a:cxn ang="0">
                  <a:pos x="0" y="28"/>
                </a:cxn>
              </a:cxnLst>
              <a:pathLst>
                <a:path w="102" h="81">
                  <a:moveTo>
                    <a:pt x="0" y="56"/>
                  </a:moveTo>
                  <a:lnTo>
                    <a:pt x="102" y="81"/>
                  </a:lnTo>
                  <a:lnTo>
                    <a:pt x="36" y="0"/>
                  </a:lnTo>
                  <a:lnTo>
                    <a:pt x="45" y="44"/>
                  </a:lnTo>
                  <a:lnTo>
                    <a:pt x="0" y="56"/>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14" name="Freeform 51"/>
            <p:cNvSpPr/>
            <p:nvPr/>
          </p:nvSpPr>
          <p:spPr>
            <a:xfrm>
              <a:off x="1896" y="2583"/>
              <a:ext cx="379" cy="279"/>
            </a:xfrm>
            <a:custGeom>
              <a:avLst/>
              <a:gdLst/>
              <a:ahLst/>
              <a:cxnLst>
                <a:cxn ang="0">
                  <a:pos x="0" y="279"/>
                </a:cxn>
                <a:cxn ang="0">
                  <a:pos x="20" y="256"/>
                </a:cxn>
                <a:cxn ang="0">
                  <a:pos x="40" y="234"/>
                </a:cxn>
                <a:cxn ang="0">
                  <a:pos x="61" y="212"/>
                </a:cxn>
                <a:cxn ang="0">
                  <a:pos x="82" y="192"/>
                </a:cxn>
                <a:cxn ang="0">
                  <a:pos x="104" y="171"/>
                </a:cxn>
                <a:cxn ang="0">
                  <a:pos x="127" y="153"/>
                </a:cxn>
                <a:cxn ang="0">
                  <a:pos x="150" y="134"/>
                </a:cxn>
                <a:cxn ang="0">
                  <a:pos x="174" y="116"/>
                </a:cxn>
                <a:cxn ang="0">
                  <a:pos x="198" y="98"/>
                </a:cxn>
                <a:cxn ang="0">
                  <a:pos x="223" y="82"/>
                </a:cxn>
                <a:cxn ang="0">
                  <a:pos x="248" y="67"/>
                </a:cxn>
                <a:cxn ang="0">
                  <a:pos x="273" y="52"/>
                </a:cxn>
                <a:cxn ang="0">
                  <a:pos x="299" y="37"/>
                </a:cxn>
                <a:cxn ang="0">
                  <a:pos x="325" y="24"/>
                </a:cxn>
                <a:cxn ang="0">
                  <a:pos x="352" y="12"/>
                </a:cxn>
                <a:cxn ang="0">
                  <a:pos x="379" y="0"/>
                </a:cxn>
              </a:cxnLst>
              <a:pathLst>
                <a:path w="557" h="545">
                  <a:moveTo>
                    <a:pt x="0" y="545"/>
                  </a:moveTo>
                  <a:lnTo>
                    <a:pt x="29" y="500"/>
                  </a:lnTo>
                  <a:lnTo>
                    <a:pt x="59" y="457"/>
                  </a:lnTo>
                  <a:lnTo>
                    <a:pt x="90" y="415"/>
                  </a:lnTo>
                  <a:lnTo>
                    <a:pt x="121" y="375"/>
                  </a:lnTo>
                  <a:lnTo>
                    <a:pt x="153" y="335"/>
                  </a:lnTo>
                  <a:lnTo>
                    <a:pt x="187" y="298"/>
                  </a:lnTo>
                  <a:lnTo>
                    <a:pt x="221" y="261"/>
                  </a:lnTo>
                  <a:lnTo>
                    <a:pt x="255" y="226"/>
                  </a:lnTo>
                  <a:lnTo>
                    <a:pt x="291" y="192"/>
                  </a:lnTo>
                  <a:lnTo>
                    <a:pt x="327" y="160"/>
                  </a:lnTo>
                  <a:lnTo>
                    <a:pt x="364" y="130"/>
                  </a:lnTo>
                  <a:lnTo>
                    <a:pt x="401" y="101"/>
                  </a:lnTo>
                  <a:lnTo>
                    <a:pt x="439" y="73"/>
                  </a:lnTo>
                  <a:lnTo>
                    <a:pt x="478" y="47"/>
                  </a:lnTo>
                  <a:lnTo>
                    <a:pt x="517" y="23"/>
                  </a:lnTo>
                  <a:lnTo>
                    <a:pt x="557"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15" name="Freeform 52"/>
            <p:cNvSpPr/>
            <p:nvPr/>
          </p:nvSpPr>
          <p:spPr>
            <a:xfrm>
              <a:off x="2544" y="1952"/>
              <a:ext cx="965" cy="520"/>
            </a:xfrm>
            <a:custGeom>
              <a:avLst/>
              <a:gdLst/>
              <a:ahLst/>
              <a:cxnLst>
                <a:cxn ang="0">
                  <a:pos x="0" y="205"/>
                </a:cxn>
                <a:cxn ang="0">
                  <a:pos x="21" y="181"/>
                </a:cxn>
                <a:cxn ang="0">
                  <a:pos x="42" y="159"/>
                </a:cxn>
                <a:cxn ang="0">
                  <a:pos x="65" y="137"/>
                </a:cxn>
                <a:cxn ang="0">
                  <a:pos x="88" y="118"/>
                </a:cxn>
                <a:cxn ang="0">
                  <a:pos x="112" y="99"/>
                </a:cxn>
                <a:cxn ang="0">
                  <a:pos x="136" y="83"/>
                </a:cxn>
                <a:cxn ang="0">
                  <a:pos x="161" y="67"/>
                </a:cxn>
                <a:cxn ang="0">
                  <a:pos x="187" y="53"/>
                </a:cxn>
                <a:cxn ang="0">
                  <a:pos x="212" y="41"/>
                </a:cxn>
                <a:cxn ang="0">
                  <a:pos x="239" y="30"/>
                </a:cxn>
                <a:cxn ang="0">
                  <a:pos x="266" y="21"/>
                </a:cxn>
                <a:cxn ang="0">
                  <a:pos x="293" y="14"/>
                </a:cxn>
                <a:cxn ang="0">
                  <a:pos x="320" y="8"/>
                </a:cxn>
                <a:cxn ang="0">
                  <a:pos x="348" y="4"/>
                </a:cxn>
                <a:cxn ang="0">
                  <a:pos x="376" y="1"/>
                </a:cxn>
                <a:cxn ang="0">
                  <a:pos x="404" y="0"/>
                </a:cxn>
                <a:cxn ang="0">
                  <a:pos x="428" y="1"/>
                </a:cxn>
                <a:cxn ang="0">
                  <a:pos x="451" y="3"/>
                </a:cxn>
                <a:cxn ang="0">
                  <a:pos x="474" y="5"/>
                </a:cxn>
                <a:cxn ang="0">
                  <a:pos x="497" y="9"/>
                </a:cxn>
                <a:cxn ang="0">
                  <a:pos x="519" y="15"/>
                </a:cxn>
                <a:cxn ang="0">
                  <a:pos x="542" y="21"/>
                </a:cxn>
                <a:cxn ang="0">
                  <a:pos x="565" y="29"/>
                </a:cxn>
                <a:cxn ang="0">
                  <a:pos x="587" y="38"/>
                </a:cxn>
                <a:cxn ang="0">
                  <a:pos x="608" y="47"/>
                </a:cxn>
                <a:cxn ang="0">
                  <a:pos x="629" y="58"/>
                </a:cxn>
                <a:cxn ang="0">
                  <a:pos x="650" y="70"/>
                </a:cxn>
                <a:cxn ang="0">
                  <a:pos x="670" y="83"/>
                </a:cxn>
                <a:cxn ang="0">
                  <a:pos x="691" y="96"/>
                </a:cxn>
                <a:cxn ang="0">
                  <a:pos x="710" y="111"/>
                </a:cxn>
                <a:cxn ang="0">
                  <a:pos x="729" y="126"/>
                </a:cxn>
                <a:cxn ang="0">
                  <a:pos x="748" y="143"/>
                </a:cxn>
                <a:cxn ang="0">
                  <a:pos x="766" y="161"/>
                </a:cxn>
                <a:cxn ang="0">
                  <a:pos x="784" y="179"/>
                </a:cxn>
                <a:cxn ang="0">
                  <a:pos x="801" y="199"/>
                </a:cxn>
                <a:cxn ang="0">
                  <a:pos x="817" y="218"/>
                </a:cxn>
                <a:cxn ang="0">
                  <a:pos x="834" y="239"/>
                </a:cxn>
                <a:cxn ang="0">
                  <a:pos x="849" y="261"/>
                </a:cxn>
                <a:cxn ang="0">
                  <a:pos x="864" y="284"/>
                </a:cxn>
                <a:cxn ang="0">
                  <a:pos x="877" y="307"/>
                </a:cxn>
                <a:cxn ang="0">
                  <a:pos x="891" y="331"/>
                </a:cxn>
                <a:cxn ang="0">
                  <a:pos x="904" y="356"/>
                </a:cxn>
                <a:cxn ang="0">
                  <a:pos x="916" y="382"/>
                </a:cxn>
                <a:cxn ang="0">
                  <a:pos x="927" y="408"/>
                </a:cxn>
                <a:cxn ang="0">
                  <a:pos x="938" y="435"/>
                </a:cxn>
                <a:cxn ang="0">
                  <a:pos x="948" y="463"/>
                </a:cxn>
                <a:cxn ang="0">
                  <a:pos x="957" y="491"/>
                </a:cxn>
                <a:cxn ang="0">
                  <a:pos x="965" y="520"/>
                </a:cxn>
              </a:cxnLst>
              <a:pathLst>
                <a:path w="1410" h="995">
                  <a:moveTo>
                    <a:pt x="0" y="393"/>
                  </a:moveTo>
                  <a:lnTo>
                    <a:pt x="31" y="347"/>
                  </a:lnTo>
                  <a:lnTo>
                    <a:pt x="62" y="304"/>
                  </a:lnTo>
                  <a:lnTo>
                    <a:pt x="95" y="263"/>
                  </a:lnTo>
                  <a:lnTo>
                    <a:pt x="129" y="225"/>
                  </a:lnTo>
                  <a:lnTo>
                    <a:pt x="163" y="190"/>
                  </a:lnTo>
                  <a:lnTo>
                    <a:pt x="199" y="158"/>
                  </a:lnTo>
                  <a:lnTo>
                    <a:pt x="235" y="128"/>
                  </a:lnTo>
                  <a:lnTo>
                    <a:pt x="273" y="102"/>
                  </a:lnTo>
                  <a:lnTo>
                    <a:pt x="310" y="78"/>
                  </a:lnTo>
                  <a:lnTo>
                    <a:pt x="349" y="58"/>
                  </a:lnTo>
                  <a:lnTo>
                    <a:pt x="388" y="40"/>
                  </a:lnTo>
                  <a:lnTo>
                    <a:pt x="428" y="26"/>
                  </a:lnTo>
                  <a:lnTo>
                    <a:pt x="468" y="15"/>
                  </a:lnTo>
                  <a:lnTo>
                    <a:pt x="508" y="7"/>
                  </a:lnTo>
                  <a:lnTo>
                    <a:pt x="549" y="2"/>
                  </a:lnTo>
                  <a:lnTo>
                    <a:pt x="590" y="0"/>
                  </a:lnTo>
                  <a:lnTo>
                    <a:pt x="625" y="1"/>
                  </a:lnTo>
                  <a:lnTo>
                    <a:pt x="659" y="5"/>
                  </a:lnTo>
                  <a:lnTo>
                    <a:pt x="693" y="10"/>
                  </a:lnTo>
                  <a:lnTo>
                    <a:pt x="726" y="18"/>
                  </a:lnTo>
                  <a:lnTo>
                    <a:pt x="759" y="28"/>
                  </a:lnTo>
                  <a:lnTo>
                    <a:pt x="792" y="41"/>
                  </a:lnTo>
                  <a:lnTo>
                    <a:pt x="825" y="55"/>
                  </a:lnTo>
                  <a:lnTo>
                    <a:pt x="857" y="72"/>
                  </a:lnTo>
                  <a:lnTo>
                    <a:pt x="888" y="90"/>
                  </a:lnTo>
                  <a:lnTo>
                    <a:pt x="919" y="111"/>
                  </a:lnTo>
                  <a:lnTo>
                    <a:pt x="950" y="133"/>
                  </a:lnTo>
                  <a:lnTo>
                    <a:pt x="979" y="158"/>
                  </a:lnTo>
                  <a:lnTo>
                    <a:pt x="1009" y="184"/>
                  </a:lnTo>
                  <a:lnTo>
                    <a:pt x="1037" y="212"/>
                  </a:lnTo>
                  <a:lnTo>
                    <a:pt x="1065" y="242"/>
                  </a:lnTo>
                  <a:lnTo>
                    <a:pt x="1093" y="274"/>
                  </a:lnTo>
                  <a:lnTo>
                    <a:pt x="1119" y="308"/>
                  </a:lnTo>
                  <a:lnTo>
                    <a:pt x="1145" y="343"/>
                  </a:lnTo>
                  <a:lnTo>
                    <a:pt x="1170" y="380"/>
                  </a:lnTo>
                  <a:lnTo>
                    <a:pt x="1194" y="418"/>
                  </a:lnTo>
                  <a:lnTo>
                    <a:pt x="1218" y="458"/>
                  </a:lnTo>
                  <a:lnTo>
                    <a:pt x="1240" y="500"/>
                  </a:lnTo>
                  <a:lnTo>
                    <a:pt x="1262" y="543"/>
                  </a:lnTo>
                  <a:lnTo>
                    <a:pt x="1282" y="588"/>
                  </a:lnTo>
                  <a:lnTo>
                    <a:pt x="1302" y="634"/>
                  </a:lnTo>
                  <a:lnTo>
                    <a:pt x="1321" y="682"/>
                  </a:lnTo>
                  <a:lnTo>
                    <a:pt x="1338" y="731"/>
                  </a:lnTo>
                  <a:lnTo>
                    <a:pt x="1355" y="781"/>
                  </a:lnTo>
                  <a:lnTo>
                    <a:pt x="1370" y="833"/>
                  </a:lnTo>
                  <a:lnTo>
                    <a:pt x="1385" y="886"/>
                  </a:lnTo>
                  <a:lnTo>
                    <a:pt x="1398" y="940"/>
                  </a:lnTo>
                  <a:lnTo>
                    <a:pt x="1410" y="995"/>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16" name="Freeform 53"/>
            <p:cNvSpPr/>
            <p:nvPr/>
          </p:nvSpPr>
          <p:spPr>
            <a:xfrm>
              <a:off x="2504" y="2156"/>
              <a:ext cx="54" cy="54"/>
            </a:xfrm>
            <a:custGeom>
              <a:avLst/>
              <a:gdLst/>
              <a:ahLst/>
              <a:cxnLst>
                <a:cxn ang="0">
                  <a:pos x="14" y="0"/>
                </a:cxn>
                <a:cxn ang="0">
                  <a:pos x="0" y="54"/>
                </a:cxn>
                <a:cxn ang="0">
                  <a:pos x="54" y="18"/>
                </a:cxn>
                <a:cxn ang="0">
                  <a:pos x="24" y="23"/>
                </a:cxn>
                <a:cxn ang="0">
                  <a:pos x="14" y="0"/>
                </a:cxn>
              </a:cxnLst>
              <a:pathLst>
                <a:path w="79" h="102">
                  <a:moveTo>
                    <a:pt x="21" y="0"/>
                  </a:moveTo>
                  <a:lnTo>
                    <a:pt x="0" y="102"/>
                  </a:lnTo>
                  <a:lnTo>
                    <a:pt x="79" y="34"/>
                  </a:lnTo>
                  <a:lnTo>
                    <a:pt x="35" y="44"/>
                  </a:lnTo>
                  <a:lnTo>
                    <a:pt x="21"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17" name="Freeform 54"/>
            <p:cNvSpPr/>
            <p:nvPr/>
          </p:nvSpPr>
          <p:spPr>
            <a:xfrm>
              <a:off x="2746" y="2526"/>
              <a:ext cx="67" cy="34"/>
            </a:xfrm>
            <a:custGeom>
              <a:avLst/>
              <a:gdLst/>
              <a:ahLst/>
              <a:cxnLst>
                <a:cxn ang="0">
                  <a:pos x="67" y="0"/>
                </a:cxn>
                <a:cxn ang="0">
                  <a:pos x="0" y="17"/>
                </a:cxn>
                <a:cxn ang="0">
                  <a:pos x="67" y="34"/>
                </a:cxn>
                <a:cxn ang="0">
                  <a:pos x="46" y="17"/>
                </a:cxn>
                <a:cxn ang="0">
                  <a:pos x="67" y="0"/>
                </a:cxn>
              </a:cxnLst>
              <a:pathLst>
                <a:path w="99" h="67">
                  <a:moveTo>
                    <a:pt x="99" y="0"/>
                  </a:moveTo>
                  <a:lnTo>
                    <a:pt x="0" y="34"/>
                  </a:lnTo>
                  <a:lnTo>
                    <a:pt x="99" y="67"/>
                  </a:lnTo>
                  <a:lnTo>
                    <a:pt x="68" y="34"/>
                  </a:lnTo>
                  <a:lnTo>
                    <a:pt x="99" y="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18" name="Freeform 55"/>
            <p:cNvSpPr/>
            <p:nvPr/>
          </p:nvSpPr>
          <p:spPr>
            <a:xfrm>
              <a:off x="1880" y="2180"/>
              <a:ext cx="60" cy="50"/>
            </a:xfrm>
            <a:custGeom>
              <a:avLst/>
              <a:gdLst/>
              <a:ahLst/>
              <a:cxnLst>
                <a:cxn ang="0">
                  <a:pos x="0" y="22"/>
                </a:cxn>
                <a:cxn ang="0">
                  <a:pos x="60" y="50"/>
                </a:cxn>
                <a:cxn ang="0">
                  <a:pos x="34" y="0"/>
                </a:cxn>
                <a:cxn ang="0">
                  <a:pos x="31" y="23"/>
                </a:cxn>
                <a:cxn ang="0">
                  <a:pos x="0" y="22"/>
                </a:cxn>
              </a:cxnLst>
              <a:pathLst>
                <a:path w="89" h="97">
                  <a:moveTo>
                    <a:pt x="0" y="43"/>
                  </a:moveTo>
                  <a:lnTo>
                    <a:pt x="89" y="97"/>
                  </a:lnTo>
                  <a:lnTo>
                    <a:pt x="51" y="0"/>
                  </a:lnTo>
                  <a:lnTo>
                    <a:pt x="46" y="45"/>
                  </a:lnTo>
                  <a:lnTo>
                    <a:pt x="0" y="43"/>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19" name="Freeform 56"/>
            <p:cNvSpPr/>
            <p:nvPr/>
          </p:nvSpPr>
          <p:spPr>
            <a:xfrm>
              <a:off x="1686" y="2680"/>
              <a:ext cx="72" cy="36"/>
            </a:xfrm>
            <a:custGeom>
              <a:avLst/>
              <a:gdLst/>
              <a:ahLst/>
              <a:cxnLst>
                <a:cxn ang="0">
                  <a:pos x="17" y="36"/>
                </a:cxn>
                <a:cxn ang="0">
                  <a:pos x="72" y="0"/>
                </a:cxn>
                <a:cxn ang="0">
                  <a:pos x="0" y="4"/>
                </a:cxn>
                <a:cxn ang="0">
                  <a:pos x="28" y="14"/>
                </a:cxn>
                <a:cxn ang="0">
                  <a:pos x="17" y="36"/>
                </a:cxn>
              </a:cxnLst>
              <a:pathLst>
                <a:path w="104" h="69">
                  <a:moveTo>
                    <a:pt x="25" y="69"/>
                  </a:moveTo>
                  <a:lnTo>
                    <a:pt x="104" y="0"/>
                  </a:lnTo>
                  <a:lnTo>
                    <a:pt x="0" y="7"/>
                  </a:lnTo>
                  <a:lnTo>
                    <a:pt x="41" y="26"/>
                  </a:lnTo>
                  <a:lnTo>
                    <a:pt x="25" y="69"/>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20" name="Freeform 57"/>
            <p:cNvSpPr/>
            <p:nvPr/>
          </p:nvSpPr>
          <p:spPr>
            <a:xfrm>
              <a:off x="1712" y="2872"/>
              <a:ext cx="178" cy="419"/>
            </a:xfrm>
            <a:custGeom>
              <a:avLst/>
              <a:gdLst/>
              <a:ahLst/>
              <a:cxnLst>
                <a:cxn ang="0">
                  <a:pos x="0" y="419"/>
                </a:cxn>
                <a:cxn ang="0">
                  <a:pos x="6" y="390"/>
                </a:cxn>
                <a:cxn ang="0">
                  <a:pos x="14" y="361"/>
                </a:cxn>
                <a:cxn ang="0">
                  <a:pos x="21" y="333"/>
                </a:cxn>
                <a:cxn ang="0">
                  <a:pos x="29" y="305"/>
                </a:cxn>
                <a:cxn ang="0">
                  <a:pos x="48" y="250"/>
                </a:cxn>
                <a:cxn ang="0">
                  <a:pos x="69" y="197"/>
                </a:cxn>
                <a:cxn ang="0">
                  <a:pos x="93" y="145"/>
                </a:cxn>
                <a:cxn ang="0">
                  <a:pos x="119" y="94"/>
                </a:cxn>
                <a:cxn ang="0">
                  <a:pos x="148" y="46"/>
                </a:cxn>
                <a:cxn ang="0">
                  <a:pos x="162" y="23"/>
                </a:cxn>
                <a:cxn ang="0">
                  <a:pos x="178" y="0"/>
                </a:cxn>
              </a:cxnLst>
              <a:pathLst>
                <a:path w="263" h="816">
                  <a:moveTo>
                    <a:pt x="0" y="816"/>
                  </a:moveTo>
                  <a:lnTo>
                    <a:pt x="9" y="760"/>
                  </a:lnTo>
                  <a:lnTo>
                    <a:pt x="20" y="704"/>
                  </a:lnTo>
                  <a:lnTo>
                    <a:pt x="31" y="649"/>
                  </a:lnTo>
                  <a:lnTo>
                    <a:pt x="43" y="594"/>
                  </a:lnTo>
                  <a:lnTo>
                    <a:pt x="71" y="487"/>
                  </a:lnTo>
                  <a:lnTo>
                    <a:pt x="102" y="383"/>
                  </a:lnTo>
                  <a:lnTo>
                    <a:pt x="137" y="282"/>
                  </a:lnTo>
                  <a:lnTo>
                    <a:pt x="176" y="184"/>
                  </a:lnTo>
                  <a:lnTo>
                    <a:pt x="218" y="90"/>
                  </a:lnTo>
                  <a:lnTo>
                    <a:pt x="240" y="45"/>
                  </a:lnTo>
                  <a:lnTo>
                    <a:pt x="263"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21" name="Freeform 58"/>
            <p:cNvSpPr/>
            <p:nvPr/>
          </p:nvSpPr>
          <p:spPr>
            <a:xfrm>
              <a:off x="1861" y="2842"/>
              <a:ext cx="52" cy="53"/>
            </a:xfrm>
            <a:custGeom>
              <a:avLst/>
              <a:gdLst/>
              <a:ahLst/>
              <a:cxnLst>
                <a:cxn ang="0">
                  <a:pos x="39" y="53"/>
                </a:cxn>
                <a:cxn ang="0">
                  <a:pos x="52" y="0"/>
                </a:cxn>
                <a:cxn ang="0">
                  <a:pos x="0" y="36"/>
                </a:cxn>
                <a:cxn ang="0">
                  <a:pos x="30" y="30"/>
                </a:cxn>
                <a:cxn ang="0">
                  <a:pos x="39" y="53"/>
                </a:cxn>
              </a:cxnLst>
              <a:pathLst>
                <a:path w="77" h="103">
                  <a:moveTo>
                    <a:pt x="58" y="103"/>
                  </a:moveTo>
                  <a:lnTo>
                    <a:pt x="77" y="0"/>
                  </a:lnTo>
                  <a:lnTo>
                    <a:pt x="0" y="70"/>
                  </a:lnTo>
                  <a:lnTo>
                    <a:pt x="44" y="59"/>
                  </a:lnTo>
                  <a:lnTo>
                    <a:pt x="58" y="103"/>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22" name="Freeform 59"/>
            <p:cNvSpPr/>
            <p:nvPr/>
          </p:nvSpPr>
          <p:spPr>
            <a:xfrm>
              <a:off x="2104" y="3033"/>
              <a:ext cx="37" cy="402"/>
            </a:xfrm>
            <a:custGeom>
              <a:avLst/>
              <a:gdLst/>
              <a:ahLst/>
              <a:cxnLst>
                <a:cxn ang="0">
                  <a:pos x="0" y="402"/>
                </a:cxn>
                <a:cxn ang="0">
                  <a:pos x="1" y="350"/>
                </a:cxn>
                <a:cxn ang="0">
                  <a:pos x="3" y="297"/>
                </a:cxn>
                <a:cxn ang="0">
                  <a:pos x="5" y="245"/>
                </a:cxn>
                <a:cxn ang="0">
                  <a:pos x="9" y="195"/>
                </a:cxn>
                <a:cxn ang="0">
                  <a:pos x="15" y="144"/>
                </a:cxn>
                <a:cxn ang="0">
                  <a:pos x="21" y="95"/>
                </a:cxn>
                <a:cxn ang="0">
                  <a:pos x="28" y="47"/>
                </a:cxn>
                <a:cxn ang="0">
                  <a:pos x="37" y="0"/>
                </a:cxn>
              </a:cxnLst>
              <a:pathLst>
                <a:path w="55" h="783">
                  <a:moveTo>
                    <a:pt x="0" y="783"/>
                  </a:moveTo>
                  <a:lnTo>
                    <a:pt x="1" y="681"/>
                  </a:lnTo>
                  <a:lnTo>
                    <a:pt x="4" y="579"/>
                  </a:lnTo>
                  <a:lnTo>
                    <a:pt x="8" y="478"/>
                  </a:lnTo>
                  <a:lnTo>
                    <a:pt x="14" y="379"/>
                  </a:lnTo>
                  <a:lnTo>
                    <a:pt x="22" y="281"/>
                  </a:lnTo>
                  <a:lnTo>
                    <a:pt x="31" y="186"/>
                  </a:lnTo>
                  <a:lnTo>
                    <a:pt x="42" y="92"/>
                  </a:lnTo>
                  <a:lnTo>
                    <a:pt x="55"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23" name="Freeform 60"/>
            <p:cNvSpPr/>
            <p:nvPr/>
          </p:nvSpPr>
          <p:spPr>
            <a:xfrm>
              <a:off x="2149" y="2921"/>
              <a:ext cx="45" cy="53"/>
            </a:xfrm>
            <a:custGeom>
              <a:avLst/>
              <a:gdLst/>
              <a:ahLst/>
              <a:cxnLst>
                <a:cxn ang="0">
                  <a:pos x="45" y="53"/>
                </a:cxn>
                <a:cxn ang="0">
                  <a:pos x="33" y="0"/>
                </a:cxn>
                <a:cxn ang="0">
                  <a:pos x="0" y="47"/>
                </a:cxn>
                <a:cxn ang="0">
                  <a:pos x="26" y="34"/>
                </a:cxn>
                <a:cxn ang="0">
                  <a:pos x="45" y="53"/>
                </a:cxn>
              </a:cxnLst>
              <a:pathLst>
                <a:path w="67" h="103">
                  <a:moveTo>
                    <a:pt x="67" y="103"/>
                  </a:moveTo>
                  <a:lnTo>
                    <a:pt x="49" y="0"/>
                  </a:lnTo>
                  <a:lnTo>
                    <a:pt x="0" y="92"/>
                  </a:lnTo>
                  <a:lnTo>
                    <a:pt x="38" y="67"/>
                  </a:lnTo>
                  <a:lnTo>
                    <a:pt x="67" y="103"/>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24" name="Freeform 61"/>
            <p:cNvSpPr/>
            <p:nvPr/>
          </p:nvSpPr>
          <p:spPr>
            <a:xfrm>
              <a:off x="2518" y="2621"/>
              <a:ext cx="1004" cy="551"/>
            </a:xfrm>
            <a:custGeom>
              <a:avLst/>
              <a:gdLst/>
              <a:ahLst/>
              <a:cxnLst>
                <a:cxn ang="0">
                  <a:pos x="1004" y="0"/>
                </a:cxn>
                <a:cxn ang="0">
                  <a:pos x="996" y="31"/>
                </a:cxn>
                <a:cxn ang="0">
                  <a:pos x="987" y="60"/>
                </a:cxn>
                <a:cxn ang="0">
                  <a:pos x="978" y="90"/>
                </a:cxn>
                <a:cxn ang="0">
                  <a:pos x="967" y="118"/>
                </a:cxn>
                <a:cxn ang="0">
                  <a:pos x="956" y="146"/>
                </a:cxn>
                <a:cxn ang="0">
                  <a:pos x="943" y="173"/>
                </a:cxn>
                <a:cxn ang="0">
                  <a:pos x="931" y="199"/>
                </a:cxn>
                <a:cxn ang="0">
                  <a:pos x="917" y="225"/>
                </a:cxn>
                <a:cxn ang="0">
                  <a:pos x="903" y="250"/>
                </a:cxn>
                <a:cxn ang="0">
                  <a:pos x="888" y="273"/>
                </a:cxn>
                <a:cxn ang="0">
                  <a:pos x="873" y="296"/>
                </a:cxn>
                <a:cxn ang="0">
                  <a:pos x="856" y="319"/>
                </a:cxn>
                <a:cxn ang="0">
                  <a:pos x="839" y="340"/>
                </a:cxn>
                <a:cxn ang="0">
                  <a:pos x="822" y="360"/>
                </a:cxn>
                <a:cxn ang="0">
                  <a:pos x="804" y="380"/>
                </a:cxn>
                <a:cxn ang="0">
                  <a:pos x="785" y="399"/>
                </a:cxn>
                <a:cxn ang="0">
                  <a:pos x="767" y="416"/>
                </a:cxn>
                <a:cxn ang="0">
                  <a:pos x="747" y="433"/>
                </a:cxn>
                <a:cxn ang="0">
                  <a:pos x="727" y="449"/>
                </a:cxn>
                <a:cxn ang="0">
                  <a:pos x="706" y="463"/>
                </a:cxn>
                <a:cxn ang="0">
                  <a:pos x="685" y="477"/>
                </a:cxn>
                <a:cxn ang="0">
                  <a:pos x="664" y="489"/>
                </a:cxn>
                <a:cxn ang="0">
                  <a:pos x="642" y="501"/>
                </a:cxn>
                <a:cxn ang="0">
                  <a:pos x="620" y="511"/>
                </a:cxn>
                <a:cxn ang="0">
                  <a:pos x="598" y="520"/>
                </a:cxn>
                <a:cxn ang="0">
                  <a:pos x="575" y="528"/>
                </a:cxn>
                <a:cxn ang="0">
                  <a:pos x="552" y="535"/>
                </a:cxn>
                <a:cxn ang="0">
                  <a:pos x="529" y="541"/>
                </a:cxn>
                <a:cxn ang="0">
                  <a:pos x="505" y="545"/>
                </a:cxn>
                <a:cxn ang="0">
                  <a:pos x="481" y="548"/>
                </a:cxn>
                <a:cxn ang="0">
                  <a:pos x="457" y="550"/>
                </a:cxn>
                <a:cxn ang="0">
                  <a:pos x="432" y="551"/>
                </a:cxn>
                <a:cxn ang="0">
                  <a:pos x="402" y="550"/>
                </a:cxn>
                <a:cxn ang="0">
                  <a:pos x="372" y="547"/>
                </a:cxn>
                <a:cxn ang="0">
                  <a:pos x="342" y="542"/>
                </a:cxn>
                <a:cxn ang="0">
                  <a:pos x="312" y="535"/>
                </a:cxn>
                <a:cxn ang="0">
                  <a:pos x="282" y="526"/>
                </a:cxn>
                <a:cxn ang="0">
                  <a:pos x="254" y="515"/>
                </a:cxn>
                <a:cxn ang="0">
                  <a:pos x="225" y="502"/>
                </a:cxn>
                <a:cxn ang="0">
                  <a:pos x="197" y="488"/>
                </a:cxn>
                <a:cxn ang="0">
                  <a:pos x="170" y="472"/>
                </a:cxn>
                <a:cxn ang="0">
                  <a:pos x="143" y="453"/>
                </a:cxn>
                <a:cxn ang="0">
                  <a:pos x="118" y="433"/>
                </a:cxn>
                <a:cxn ang="0">
                  <a:pos x="92" y="412"/>
                </a:cxn>
                <a:cxn ang="0">
                  <a:pos x="68" y="388"/>
                </a:cxn>
                <a:cxn ang="0">
                  <a:pos x="44" y="364"/>
                </a:cxn>
                <a:cxn ang="0">
                  <a:pos x="22" y="337"/>
                </a:cxn>
                <a:cxn ang="0">
                  <a:pos x="0" y="309"/>
                </a:cxn>
              </a:cxnLst>
              <a:pathLst>
                <a:path w="1493" h="1026">
                  <a:moveTo>
                    <a:pt x="1493" y="0"/>
                  </a:moveTo>
                  <a:lnTo>
                    <a:pt x="1481" y="57"/>
                  </a:lnTo>
                  <a:lnTo>
                    <a:pt x="1468" y="112"/>
                  </a:lnTo>
                  <a:lnTo>
                    <a:pt x="1454" y="167"/>
                  </a:lnTo>
                  <a:lnTo>
                    <a:pt x="1438" y="220"/>
                  </a:lnTo>
                  <a:lnTo>
                    <a:pt x="1421" y="272"/>
                  </a:lnTo>
                  <a:lnTo>
                    <a:pt x="1403" y="322"/>
                  </a:lnTo>
                  <a:lnTo>
                    <a:pt x="1384" y="371"/>
                  </a:lnTo>
                  <a:lnTo>
                    <a:pt x="1364" y="419"/>
                  </a:lnTo>
                  <a:lnTo>
                    <a:pt x="1343" y="465"/>
                  </a:lnTo>
                  <a:lnTo>
                    <a:pt x="1321" y="509"/>
                  </a:lnTo>
                  <a:lnTo>
                    <a:pt x="1298" y="552"/>
                  </a:lnTo>
                  <a:lnTo>
                    <a:pt x="1273" y="594"/>
                  </a:lnTo>
                  <a:lnTo>
                    <a:pt x="1248" y="633"/>
                  </a:lnTo>
                  <a:lnTo>
                    <a:pt x="1222" y="671"/>
                  </a:lnTo>
                  <a:lnTo>
                    <a:pt x="1196" y="708"/>
                  </a:lnTo>
                  <a:lnTo>
                    <a:pt x="1168" y="743"/>
                  </a:lnTo>
                  <a:lnTo>
                    <a:pt x="1140" y="775"/>
                  </a:lnTo>
                  <a:lnTo>
                    <a:pt x="1111" y="806"/>
                  </a:lnTo>
                  <a:lnTo>
                    <a:pt x="1081" y="836"/>
                  </a:lnTo>
                  <a:lnTo>
                    <a:pt x="1050" y="863"/>
                  </a:lnTo>
                  <a:lnTo>
                    <a:pt x="1019" y="888"/>
                  </a:lnTo>
                  <a:lnTo>
                    <a:pt x="987" y="911"/>
                  </a:lnTo>
                  <a:lnTo>
                    <a:pt x="955" y="933"/>
                  </a:lnTo>
                  <a:lnTo>
                    <a:pt x="922" y="952"/>
                  </a:lnTo>
                  <a:lnTo>
                    <a:pt x="889" y="969"/>
                  </a:lnTo>
                  <a:lnTo>
                    <a:pt x="855" y="984"/>
                  </a:lnTo>
                  <a:lnTo>
                    <a:pt x="821" y="997"/>
                  </a:lnTo>
                  <a:lnTo>
                    <a:pt x="786" y="1007"/>
                  </a:lnTo>
                  <a:lnTo>
                    <a:pt x="751" y="1015"/>
                  </a:lnTo>
                  <a:lnTo>
                    <a:pt x="715" y="1021"/>
                  </a:lnTo>
                  <a:lnTo>
                    <a:pt x="679" y="1025"/>
                  </a:lnTo>
                  <a:lnTo>
                    <a:pt x="643" y="1026"/>
                  </a:lnTo>
                  <a:lnTo>
                    <a:pt x="598" y="1024"/>
                  </a:lnTo>
                  <a:lnTo>
                    <a:pt x="553" y="1018"/>
                  </a:lnTo>
                  <a:lnTo>
                    <a:pt x="508" y="1009"/>
                  </a:lnTo>
                  <a:lnTo>
                    <a:pt x="464" y="996"/>
                  </a:lnTo>
                  <a:lnTo>
                    <a:pt x="420" y="979"/>
                  </a:lnTo>
                  <a:lnTo>
                    <a:pt x="377" y="959"/>
                  </a:lnTo>
                  <a:lnTo>
                    <a:pt x="335" y="935"/>
                  </a:lnTo>
                  <a:lnTo>
                    <a:pt x="293" y="908"/>
                  </a:lnTo>
                  <a:lnTo>
                    <a:pt x="253" y="878"/>
                  </a:lnTo>
                  <a:lnTo>
                    <a:pt x="213" y="844"/>
                  </a:lnTo>
                  <a:lnTo>
                    <a:pt x="175" y="807"/>
                  </a:lnTo>
                  <a:lnTo>
                    <a:pt x="137" y="767"/>
                  </a:lnTo>
                  <a:lnTo>
                    <a:pt x="101" y="723"/>
                  </a:lnTo>
                  <a:lnTo>
                    <a:pt x="66" y="677"/>
                  </a:lnTo>
                  <a:lnTo>
                    <a:pt x="32" y="627"/>
                  </a:lnTo>
                  <a:lnTo>
                    <a:pt x="0" y="575"/>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1325" name="Freeform 62"/>
            <p:cNvSpPr/>
            <p:nvPr/>
          </p:nvSpPr>
          <p:spPr>
            <a:xfrm>
              <a:off x="2485" y="2886"/>
              <a:ext cx="54" cy="55"/>
            </a:xfrm>
            <a:custGeom>
              <a:avLst/>
              <a:gdLst/>
              <a:ahLst/>
              <a:cxnLst>
                <a:cxn ang="0">
                  <a:pos x="54" y="37"/>
                </a:cxn>
                <a:cxn ang="0">
                  <a:pos x="0" y="0"/>
                </a:cxn>
                <a:cxn ang="0">
                  <a:pos x="14" y="55"/>
                </a:cxn>
                <a:cxn ang="0">
                  <a:pos x="23" y="32"/>
                </a:cxn>
                <a:cxn ang="0">
                  <a:pos x="54" y="37"/>
                </a:cxn>
              </a:cxnLst>
              <a:pathLst>
                <a:path w="78" h="103">
                  <a:moveTo>
                    <a:pt x="78" y="70"/>
                  </a:moveTo>
                  <a:lnTo>
                    <a:pt x="0" y="0"/>
                  </a:lnTo>
                  <a:lnTo>
                    <a:pt x="20" y="103"/>
                  </a:lnTo>
                  <a:lnTo>
                    <a:pt x="33" y="59"/>
                  </a:lnTo>
                  <a:lnTo>
                    <a:pt x="78" y="70"/>
                  </a:lnTo>
                  <a:close/>
                </a:path>
              </a:pathLst>
            </a:custGeom>
            <a:solidFill>
              <a:srgbClr val="0000FF"/>
            </a:solidFill>
            <a:ln w="28575" cap="flat" cmpd="sng">
              <a:solidFill>
                <a:srgbClr val="0000FF"/>
              </a:solidFill>
              <a:prstDash val="solid"/>
              <a:round/>
              <a:headEnd type="none" w="med" len="med"/>
              <a:tailEnd type="none" w="med" len="med"/>
            </a:ln>
          </p:spPr>
          <p:txBody>
            <a:bodyPr/>
            <a:p>
              <a:endParaRPr lang="zh-CN" altLang="en-US"/>
            </a:p>
          </p:txBody>
        </p:sp>
        <p:sp>
          <p:nvSpPr>
            <p:cNvPr id="11326" name="Line 63"/>
            <p:cNvSpPr/>
            <p:nvPr/>
          </p:nvSpPr>
          <p:spPr>
            <a:xfrm>
              <a:off x="1248" y="2546"/>
              <a:ext cx="3276" cy="0"/>
            </a:xfrm>
            <a:prstGeom prst="line">
              <a:avLst/>
            </a:prstGeom>
            <a:ln w="28575" cap="flat" cmpd="sng">
              <a:solidFill>
                <a:srgbClr val="0000FF"/>
              </a:solidFill>
              <a:prstDash val="solid"/>
              <a:round/>
              <a:headEnd type="none" w="med" len="med"/>
              <a:tailEnd type="none" w="med" len="med"/>
            </a:ln>
          </p:spPr>
        </p:sp>
        <p:sp>
          <p:nvSpPr>
            <p:cNvPr id="11327" name="Oval 64"/>
            <p:cNvSpPr/>
            <p:nvPr/>
          </p:nvSpPr>
          <p:spPr>
            <a:xfrm>
              <a:off x="2256" y="2448"/>
              <a:ext cx="192" cy="192"/>
            </a:xfrm>
            <a:prstGeom prst="ellipse">
              <a:avLst/>
            </a:prstGeom>
            <a:gradFill rotWithShape="0">
              <a:gsLst>
                <a:gs pos="0">
                  <a:srgbClr val="FFFFFF"/>
                </a:gs>
                <a:gs pos="100000">
                  <a:srgbClr val="000066"/>
                </a:gs>
              </a:gsLst>
              <a:path path="shape">
                <a:fillToRect l="50000" t="50000" r="50000" b="50000"/>
              </a:path>
              <a:tileRect/>
            </a:gradFill>
            <a:ln w="12700"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sp>
          <p:nvSpPr>
            <p:cNvPr id="11328" name="Oval 65"/>
            <p:cNvSpPr/>
            <p:nvPr/>
          </p:nvSpPr>
          <p:spPr>
            <a:xfrm>
              <a:off x="3408" y="2448"/>
              <a:ext cx="192" cy="192"/>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grpSp>
      <p:sp>
        <p:nvSpPr>
          <p:cNvPr id="9282" name="Rectangle 66"/>
          <p:cNvSpPr>
            <a:spLocks noChangeArrowheads="1"/>
          </p:cNvSpPr>
          <p:nvPr/>
        </p:nvSpPr>
        <p:spPr bwMode="auto">
          <a:xfrm>
            <a:off x="2362200" y="1676400"/>
            <a:ext cx="5486400" cy="427038"/>
          </a:xfrm>
          <a:prstGeom prst="rect">
            <a:avLst/>
          </a:prstGeom>
          <a:noFill/>
          <a:ln w="9525">
            <a:noFill/>
            <a:miter lim="800000"/>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一对等量异号点电荷的电场线</a:t>
            </a:r>
            <a:endParaRPr kumimoji="1" lang="zh-CN" altLang="en-US" sz="2800" b="0"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330" name="Rectangle 67"/>
          <p:cNvSpPr/>
          <p:nvPr/>
        </p:nvSpPr>
        <p:spPr>
          <a:xfrm>
            <a:off x="1600200" y="1447800"/>
            <a:ext cx="6172200" cy="41148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11331" name="Rectangle 59"/>
          <p:cNvSpPr/>
          <p:nvPr/>
        </p:nvSpPr>
        <p:spPr>
          <a:xfrm>
            <a:off x="1116013" y="115888"/>
            <a:ext cx="1968500" cy="584200"/>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电场线</a:t>
            </a:r>
            <a:endParaRPr lang="zh-CN" altLang="en-US" sz="3200" b="1" dirty="0">
              <a:solidFill>
                <a:srgbClr val="333399"/>
              </a:solidFill>
              <a:latin typeface="宋体" panose="02010600030101010101" pitchFamily="2" charset="-122"/>
              <a:ea typeface="宋体" panose="02010600030101010101" pitchFamily="2" charset="-122"/>
            </a:endParaRPr>
          </a:p>
        </p:txBody>
      </p:sp>
    </p:spTree>
  </p:cSld>
  <p:clrMapOvr>
    <a:masterClrMapping/>
  </p:clrMapOvr>
  <p:transition spd="med">
    <p:pull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p:nvPr/>
        </p:nvSpPr>
        <p:spPr>
          <a:xfrm>
            <a:off x="1600200" y="1447800"/>
            <a:ext cx="6172200" cy="41148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11267" name="Rectangle 3"/>
          <p:cNvSpPr>
            <a:spLocks noChangeArrowheads="1"/>
          </p:cNvSpPr>
          <p:nvPr/>
        </p:nvSpPr>
        <p:spPr bwMode="auto">
          <a:xfrm>
            <a:off x="2286000" y="1614488"/>
            <a:ext cx="447040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一对等量正点电荷的电场线</a:t>
            </a:r>
            <a:endPar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grpSp>
        <p:nvGrpSpPr>
          <p:cNvPr id="13315" name="Group 4"/>
          <p:cNvGrpSpPr/>
          <p:nvPr/>
        </p:nvGrpSpPr>
        <p:grpSpPr>
          <a:xfrm>
            <a:off x="2133600" y="2209800"/>
            <a:ext cx="4953000" cy="3048000"/>
            <a:chOff x="1344" y="1392"/>
            <a:chExt cx="3120" cy="1920"/>
          </a:xfrm>
        </p:grpSpPr>
        <p:sp>
          <p:nvSpPr>
            <p:cNvPr id="13316" name="Freeform 5"/>
            <p:cNvSpPr/>
            <p:nvPr/>
          </p:nvSpPr>
          <p:spPr>
            <a:xfrm>
              <a:off x="2549" y="1488"/>
              <a:ext cx="229" cy="828"/>
            </a:xfrm>
            <a:custGeom>
              <a:avLst/>
              <a:gdLst/>
              <a:ahLst/>
              <a:cxnLst>
                <a:cxn ang="0">
                  <a:pos x="187" y="0"/>
                </a:cxn>
                <a:cxn ang="0">
                  <a:pos x="197" y="33"/>
                </a:cxn>
                <a:cxn ang="0">
                  <a:pos x="205" y="66"/>
                </a:cxn>
                <a:cxn ang="0">
                  <a:pos x="212" y="100"/>
                </a:cxn>
                <a:cxn ang="0">
                  <a:pos x="218" y="135"/>
                </a:cxn>
                <a:cxn ang="0">
                  <a:pos x="223" y="170"/>
                </a:cxn>
                <a:cxn ang="0">
                  <a:pos x="227" y="206"/>
                </a:cxn>
                <a:cxn ang="0">
                  <a:pos x="228" y="243"/>
                </a:cxn>
                <a:cxn ang="0">
                  <a:pos x="229" y="280"/>
                </a:cxn>
                <a:cxn ang="0">
                  <a:pos x="228" y="326"/>
                </a:cxn>
                <a:cxn ang="0">
                  <a:pos x="225" y="372"/>
                </a:cxn>
                <a:cxn ang="0">
                  <a:pos x="220" y="417"/>
                </a:cxn>
                <a:cxn ang="0">
                  <a:pos x="212" y="461"/>
                </a:cxn>
                <a:cxn ang="0">
                  <a:pos x="204" y="503"/>
                </a:cxn>
                <a:cxn ang="0">
                  <a:pos x="192" y="543"/>
                </a:cxn>
                <a:cxn ang="0">
                  <a:pos x="180" y="582"/>
                </a:cxn>
                <a:cxn ang="0">
                  <a:pos x="166" y="620"/>
                </a:cxn>
                <a:cxn ang="0">
                  <a:pos x="150" y="654"/>
                </a:cxn>
                <a:cxn ang="0">
                  <a:pos x="132" y="688"/>
                </a:cxn>
                <a:cxn ang="0">
                  <a:pos x="114" y="718"/>
                </a:cxn>
                <a:cxn ang="0">
                  <a:pos x="104" y="732"/>
                </a:cxn>
                <a:cxn ang="0">
                  <a:pos x="94" y="745"/>
                </a:cxn>
                <a:cxn ang="0">
                  <a:pos x="83" y="759"/>
                </a:cxn>
                <a:cxn ang="0">
                  <a:pos x="72" y="771"/>
                </a:cxn>
                <a:cxn ang="0">
                  <a:pos x="61" y="782"/>
                </a:cxn>
                <a:cxn ang="0">
                  <a:pos x="49" y="793"/>
                </a:cxn>
                <a:cxn ang="0">
                  <a:pos x="37" y="803"/>
                </a:cxn>
                <a:cxn ang="0">
                  <a:pos x="25" y="812"/>
                </a:cxn>
                <a:cxn ang="0">
                  <a:pos x="12" y="821"/>
                </a:cxn>
                <a:cxn ang="0">
                  <a:pos x="0" y="828"/>
                </a:cxn>
              </a:cxnLst>
              <a:pathLst>
                <a:path w="369" h="1244">
                  <a:moveTo>
                    <a:pt x="302" y="0"/>
                  </a:moveTo>
                  <a:lnTo>
                    <a:pt x="317" y="49"/>
                  </a:lnTo>
                  <a:lnTo>
                    <a:pt x="331" y="99"/>
                  </a:lnTo>
                  <a:lnTo>
                    <a:pt x="342" y="150"/>
                  </a:lnTo>
                  <a:lnTo>
                    <a:pt x="352" y="203"/>
                  </a:lnTo>
                  <a:lnTo>
                    <a:pt x="359" y="256"/>
                  </a:lnTo>
                  <a:lnTo>
                    <a:pt x="365" y="310"/>
                  </a:lnTo>
                  <a:lnTo>
                    <a:pt x="368" y="365"/>
                  </a:lnTo>
                  <a:lnTo>
                    <a:pt x="369" y="420"/>
                  </a:lnTo>
                  <a:lnTo>
                    <a:pt x="367" y="490"/>
                  </a:lnTo>
                  <a:lnTo>
                    <a:pt x="362" y="559"/>
                  </a:lnTo>
                  <a:lnTo>
                    <a:pt x="354" y="626"/>
                  </a:lnTo>
                  <a:lnTo>
                    <a:pt x="342" y="692"/>
                  </a:lnTo>
                  <a:lnTo>
                    <a:pt x="328" y="755"/>
                  </a:lnTo>
                  <a:lnTo>
                    <a:pt x="310" y="816"/>
                  </a:lnTo>
                  <a:lnTo>
                    <a:pt x="290" y="875"/>
                  </a:lnTo>
                  <a:lnTo>
                    <a:pt x="267" y="931"/>
                  </a:lnTo>
                  <a:lnTo>
                    <a:pt x="241" y="983"/>
                  </a:lnTo>
                  <a:lnTo>
                    <a:pt x="213" y="1033"/>
                  </a:lnTo>
                  <a:lnTo>
                    <a:pt x="183" y="1078"/>
                  </a:lnTo>
                  <a:lnTo>
                    <a:pt x="167" y="1100"/>
                  </a:lnTo>
                  <a:lnTo>
                    <a:pt x="151" y="1120"/>
                  </a:lnTo>
                  <a:lnTo>
                    <a:pt x="133" y="1140"/>
                  </a:lnTo>
                  <a:lnTo>
                    <a:pt x="116" y="1158"/>
                  </a:lnTo>
                  <a:lnTo>
                    <a:pt x="98" y="1175"/>
                  </a:lnTo>
                  <a:lnTo>
                    <a:pt x="79" y="1191"/>
                  </a:lnTo>
                  <a:lnTo>
                    <a:pt x="60" y="1206"/>
                  </a:lnTo>
                  <a:lnTo>
                    <a:pt x="40" y="1220"/>
                  </a:lnTo>
                  <a:lnTo>
                    <a:pt x="20" y="1233"/>
                  </a:lnTo>
                  <a:lnTo>
                    <a:pt x="0" y="1244"/>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17" name="Freeform 6"/>
            <p:cNvSpPr/>
            <p:nvPr/>
          </p:nvSpPr>
          <p:spPr>
            <a:xfrm>
              <a:off x="2734" y="1488"/>
              <a:ext cx="41" cy="70"/>
            </a:xfrm>
            <a:custGeom>
              <a:avLst/>
              <a:gdLst/>
              <a:ahLst/>
              <a:cxnLst>
                <a:cxn ang="0">
                  <a:pos x="41" y="55"/>
                </a:cxn>
                <a:cxn ang="0">
                  <a:pos x="0" y="0"/>
                </a:cxn>
                <a:cxn ang="0">
                  <a:pos x="2" y="70"/>
                </a:cxn>
                <a:cxn ang="0">
                  <a:pos x="15" y="43"/>
                </a:cxn>
                <a:cxn ang="0">
                  <a:pos x="41" y="55"/>
                </a:cxn>
              </a:cxnLst>
              <a:pathLst>
                <a:path w="66" h="104">
                  <a:moveTo>
                    <a:pt x="66" y="81"/>
                  </a:moveTo>
                  <a:lnTo>
                    <a:pt x="0" y="0"/>
                  </a:lnTo>
                  <a:lnTo>
                    <a:pt x="3" y="104"/>
                  </a:lnTo>
                  <a:lnTo>
                    <a:pt x="24" y="64"/>
                  </a:lnTo>
                  <a:lnTo>
                    <a:pt x="66" y="81"/>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18" name="Freeform 7"/>
            <p:cNvSpPr/>
            <p:nvPr/>
          </p:nvSpPr>
          <p:spPr>
            <a:xfrm>
              <a:off x="3012" y="2389"/>
              <a:ext cx="248" cy="795"/>
            </a:xfrm>
            <a:custGeom>
              <a:avLst/>
              <a:gdLst/>
              <a:ahLst/>
              <a:cxnLst>
                <a:cxn ang="0">
                  <a:pos x="22" y="795"/>
                </a:cxn>
                <a:cxn ang="0">
                  <a:pos x="17" y="768"/>
                </a:cxn>
                <a:cxn ang="0">
                  <a:pos x="12" y="742"/>
                </a:cxn>
                <a:cxn ang="0">
                  <a:pos x="8" y="715"/>
                </a:cxn>
                <a:cxn ang="0">
                  <a:pos x="5" y="687"/>
                </a:cxn>
                <a:cxn ang="0">
                  <a:pos x="3" y="660"/>
                </a:cxn>
                <a:cxn ang="0">
                  <a:pos x="1" y="632"/>
                </a:cxn>
                <a:cxn ang="0">
                  <a:pos x="1" y="604"/>
                </a:cxn>
                <a:cxn ang="0">
                  <a:pos x="0" y="576"/>
                </a:cxn>
                <a:cxn ang="0">
                  <a:pos x="1" y="550"/>
                </a:cxn>
                <a:cxn ang="0">
                  <a:pos x="1" y="525"/>
                </a:cxn>
                <a:cxn ang="0">
                  <a:pos x="5" y="474"/>
                </a:cxn>
                <a:cxn ang="0">
                  <a:pos x="11" y="424"/>
                </a:cxn>
                <a:cxn ang="0">
                  <a:pos x="18" y="377"/>
                </a:cxn>
                <a:cxn ang="0">
                  <a:pos x="28" y="330"/>
                </a:cxn>
                <a:cxn ang="0">
                  <a:pos x="40" y="287"/>
                </a:cxn>
                <a:cxn ang="0">
                  <a:pos x="54" y="245"/>
                </a:cxn>
                <a:cxn ang="0">
                  <a:pos x="70" y="205"/>
                </a:cxn>
                <a:cxn ang="0">
                  <a:pos x="78" y="187"/>
                </a:cxn>
                <a:cxn ang="0">
                  <a:pos x="87" y="168"/>
                </a:cxn>
                <a:cxn ang="0">
                  <a:pos x="96" y="151"/>
                </a:cxn>
                <a:cxn ang="0">
                  <a:pos x="106" y="134"/>
                </a:cxn>
                <a:cxn ang="0">
                  <a:pos x="116" y="118"/>
                </a:cxn>
                <a:cxn ang="0">
                  <a:pos x="126" y="103"/>
                </a:cxn>
                <a:cxn ang="0">
                  <a:pos x="137" y="89"/>
                </a:cxn>
                <a:cxn ang="0">
                  <a:pos x="148" y="75"/>
                </a:cxn>
                <a:cxn ang="0">
                  <a:pos x="159" y="63"/>
                </a:cxn>
                <a:cxn ang="0">
                  <a:pos x="171" y="50"/>
                </a:cxn>
                <a:cxn ang="0">
                  <a:pos x="184" y="40"/>
                </a:cxn>
                <a:cxn ang="0">
                  <a:pos x="196" y="30"/>
                </a:cxn>
                <a:cxn ang="0">
                  <a:pos x="208" y="21"/>
                </a:cxn>
                <a:cxn ang="0">
                  <a:pos x="221" y="13"/>
                </a:cxn>
                <a:cxn ang="0">
                  <a:pos x="234" y="6"/>
                </a:cxn>
                <a:cxn ang="0">
                  <a:pos x="248" y="0"/>
                </a:cxn>
              </a:cxnLst>
              <a:pathLst>
                <a:path w="420" h="1167">
                  <a:moveTo>
                    <a:pt x="37" y="1167"/>
                  </a:moveTo>
                  <a:lnTo>
                    <a:pt x="28" y="1128"/>
                  </a:lnTo>
                  <a:lnTo>
                    <a:pt x="21" y="1089"/>
                  </a:lnTo>
                  <a:lnTo>
                    <a:pt x="14" y="1049"/>
                  </a:lnTo>
                  <a:lnTo>
                    <a:pt x="9" y="1009"/>
                  </a:lnTo>
                  <a:lnTo>
                    <a:pt x="5" y="969"/>
                  </a:lnTo>
                  <a:lnTo>
                    <a:pt x="2" y="928"/>
                  </a:lnTo>
                  <a:lnTo>
                    <a:pt x="1" y="887"/>
                  </a:lnTo>
                  <a:lnTo>
                    <a:pt x="0" y="846"/>
                  </a:lnTo>
                  <a:lnTo>
                    <a:pt x="1" y="808"/>
                  </a:lnTo>
                  <a:lnTo>
                    <a:pt x="2" y="770"/>
                  </a:lnTo>
                  <a:lnTo>
                    <a:pt x="8" y="696"/>
                  </a:lnTo>
                  <a:lnTo>
                    <a:pt x="18" y="623"/>
                  </a:lnTo>
                  <a:lnTo>
                    <a:pt x="31" y="553"/>
                  </a:lnTo>
                  <a:lnTo>
                    <a:pt x="48" y="485"/>
                  </a:lnTo>
                  <a:lnTo>
                    <a:pt x="68" y="421"/>
                  </a:lnTo>
                  <a:lnTo>
                    <a:pt x="92" y="359"/>
                  </a:lnTo>
                  <a:lnTo>
                    <a:pt x="118" y="301"/>
                  </a:lnTo>
                  <a:lnTo>
                    <a:pt x="132" y="274"/>
                  </a:lnTo>
                  <a:lnTo>
                    <a:pt x="147" y="247"/>
                  </a:lnTo>
                  <a:lnTo>
                    <a:pt x="163" y="221"/>
                  </a:lnTo>
                  <a:lnTo>
                    <a:pt x="179" y="197"/>
                  </a:lnTo>
                  <a:lnTo>
                    <a:pt x="196" y="173"/>
                  </a:lnTo>
                  <a:lnTo>
                    <a:pt x="214" y="151"/>
                  </a:lnTo>
                  <a:lnTo>
                    <a:pt x="232" y="130"/>
                  </a:lnTo>
                  <a:lnTo>
                    <a:pt x="251" y="110"/>
                  </a:lnTo>
                  <a:lnTo>
                    <a:pt x="270" y="92"/>
                  </a:lnTo>
                  <a:lnTo>
                    <a:pt x="290" y="74"/>
                  </a:lnTo>
                  <a:lnTo>
                    <a:pt x="311" y="58"/>
                  </a:lnTo>
                  <a:lnTo>
                    <a:pt x="332" y="44"/>
                  </a:lnTo>
                  <a:lnTo>
                    <a:pt x="353" y="31"/>
                  </a:lnTo>
                  <a:lnTo>
                    <a:pt x="375" y="19"/>
                  </a:lnTo>
                  <a:lnTo>
                    <a:pt x="397" y="9"/>
                  </a:lnTo>
                  <a:lnTo>
                    <a:pt x="420"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19" name="Freeform 8"/>
            <p:cNvSpPr/>
            <p:nvPr/>
          </p:nvSpPr>
          <p:spPr>
            <a:xfrm>
              <a:off x="3012" y="3127"/>
              <a:ext cx="38" cy="71"/>
            </a:xfrm>
            <a:custGeom>
              <a:avLst/>
              <a:gdLst/>
              <a:ahLst/>
              <a:cxnLst>
                <a:cxn ang="0">
                  <a:pos x="0" y="12"/>
                </a:cxn>
                <a:cxn ang="0">
                  <a:pos x="34" y="71"/>
                </a:cxn>
                <a:cxn ang="0">
                  <a:pos x="38" y="0"/>
                </a:cxn>
                <a:cxn ang="0">
                  <a:pos x="24" y="26"/>
                </a:cxn>
                <a:cxn ang="0">
                  <a:pos x="0" y="12"/>
                </a:cxn>
              </a:cxnLst>
              <a:pathLst>
                <a:path w="65" h="104">
                  <a:moveTo>
                    <a:pt x="0" y="17"/>
                  </a:moveTo>
                  <a:lnTo>
                    <a:pt x="59" y="104"/>
                  </a:lnTo>
                  <a:lnTo>
                    <a:pt x="65" y="0"/>
                  </a:lnTo>
                  <a:lnTo>
                    <a:pt x="41" y="38"/>
                  </a:lnTo>
                  <a:lnTo>
                    <a:pt x="0" y="17"/>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20" name="Freeform 9"/>
            <p:cNvSpPr/>
            <p:nvPr/>
          </p:nvSpPr>
          <p:spPr>
            <a:xfrm>
              <a:off x="2549" y="2386"/>
              <a:ext cx="263" cy="792"/>
            </a:xfrm>
            <a:custGeom>
              <a:avLst/>
              <a:gdLst/>
              <a:ahLst/>
              <a:cxnLst>
                <a:cxn ang="0">
                  <a:pos x="0" y="0"/>
                </a:cxn>
                <a:cxn ang="0">
                  <a:pos x="13" y="1"/>
                </a:cxn>
                <a:cxn ang="0">
                  <a:pos x="27" y="3"/>
                </a:cxn>
                <a:cxn ang="0">
                  <a:pos x="40" y="6"/>
                </a:cxn>
                <a:cxn ang="0">
                  <a:pos x="53" y="12"/>
                </a:cxn>
                <a:cxn ang="0">
                  <a:pos x="66" y="17"/>
                </a:cxn>
                <a:cxn ang="0">
                  <a:pos x="78" y="25"/>
                </a:cxn>
                <a:cxn ang="0">
                  <a:pos x="91" y="34"/>
                </a:cxn>
                <a:cxn ang="0">
                  <a:pos x="103" y="44"/>
                </a:cxn>
                <a:cxn ang="0">
                  <a:pos x="114" y="55"/>
                </a:cxn>
                <a:cxn ang="0">
                  <a:pos x="126" y="67"/>
                </a:cxn>
                <a:cxn ang="0">
                  <a:pos x="136" y="81"/>
                </a:cxn>
                <a:cxn ang="0">
                  <a:pos x="147" y="96"/>
                </a:cxn>
                <a:cxn ang="0">
                  <a:pos x="157" y="111"/>
                </a:cxn>
                <a:cxn ang="0">
                  <a:pos x="167" y="128"/>
                </a:cxn>
                <a:cxn ang="0">
                  <a:pos x="177" y="146"/>
                </a:cxn>
                <a:cxn ang="0">
                  <a:pos x="186" y="164"/>
                </a:cxn>
                <a:cxn ang="0">
                  <a:pos x="195" y="183"/>
                </a:cxn>
                <a:cxn ang="0">
                  <a:pos x="203" y="204"/>
                </a:cxn>
                <a:cxn ang="0">
                  <a:pos x="211" y="225"/>
                </a:cxn>
                <a:cxn ang="0">
                  <a:pos x="218" y="247"/>
                </a:cxn>
                <a:cxn ang="0">
                  <a:pos x="225" y="270"/>
                </a:cxn>
                <a:cxn ang="0">
                  <a:pos x="231" y="293"/>
                </a:cxn>
                <a:cxn ang="0">
                  <a:pos x="237" y="318"/>
                </a:cxn>
                <a:cxn ang="0">
                  <a:pos x="243" y="342"/>
                </a:cxn>
                <a:cxn ang="0">
                  <a:pos x="247" y="367"/>
                </a:cxn>
                <a:cxn ang="0">
                  <a:pos x="251" y="393"/>
                </a:cxn>
                <a:cxn ang="0">
                  <a:pos x="255" y="420"/>
                </a:cxn>
                <a:cxn ang="0">
                  <a:pos x="258" y="447"/>
                </a:cxn>
                <a:cxn ang="0">
                  <a:pos x="260" y="474"/>
                </a:cxn>
                <a:cxn ang="0">
                  <a:pos x="262" y="503"/>
                </a:cxn>
                <a:cxn ang="0">
                  <a:pos x="263" y="531"/>
                </a:cxn>
                <a:cxn ang="0">
                  <a:pos x="263" y="560"/>
                </a:cxn>
                <a:cxn ang="0">
                  <a:pos x="263" y="590"/>
                </a:cxn>
                <a:cxn ang="0">
                  <a:pos x="262" y="620"/>
                </a:cxn>
                <a:cxn ang="0">
                  <a:pos x="260" y="649"/>
                </a:cxn>
                <a:cxn ang="0">
                  <a:pos x="257" y="679"/>
                </a:cxn>
                <a:cxn ang="0">
                  <a:pos x="254" y="708"/>
                </a:cxn>
                <a:cxn ang="0">
                  <a:pos x="250" y="736"/>
                </a:cxn>
                <a:cxn ang="0">
                  <a:pos x="245" y="765"/>
                </a:cxn>
                <a:cxn ang="0">
                  <a:pos x="239" y="792"/>
                </a:cxn>
              </a:cxnLst>
              <a:pathLst>
                <a:path w="528" h="1222">
                  <a:moveTo>
                    <a:pt x="0" y="0"/>
                  </a:moveTo>
                  <a:lnTo>
                    <a:pt x="27" y="1"/>
                  </a:lnTo>
                  <a:lnTo>
                    <a:pt x="54" y="4"/>
                  </a:lnTo>
                  <a:lnTo>
                    <a:pt x="81" y="10"/>
                  </a:lnTo>
                  <a:lnTo>
                    <a:pt x="107" y="18"/>
                  </a:lnTo>
                  <a:lnTo>
                    <a:pt x="132" y="27"/>
                  </a:lnTo>
                  <a:lnTo>
                    <a:pt x="157" y="39"/>
                  </a:lnTo>
                  <a:lnTo>
                    <a:pt x="182" y="52"/>
                  </a:lnTo>
                  <a:lnTo>
                    <a:pt x="206" y="68"/>
                  </a:lnTo>
                  <a:lnTo>
                    <a:pt x="229" y="85"/>
                  </a:lnTo>
                  <a:lnTo>
                    <a:pt x="252" y="104"/>
                  </a:lnTo>
                  <a:lnTo>
                    <a:pt x="274" y="125"/>
                  </a:lnTo>
                  <a:lnTo>
                    <a:pt x="295" y="148"/>
                  </a:lnTo>
                  <a:lnTo>
                    <a:pt x="316" y="172"/>
                  </a:lnTo>
                  <a:lnTo>
                    <a:pt x="336" y="197"/>
                  </a:lnTo>
                  <a:lnTo>
                    <a:pt x="355" y="225"/>
                  </a:lnTo>
                  <a:lnTo>
                    <a:pt x="374" y="253"/>
                  </a:lnTo>
                  <a:lnTo>
                    <a:pt x="391" y="283"/>
                  </a:lnTo>
                  <a:lnTo>
                    <a:pt x="408" y="315"/>
                  </a:lnTo>
                  <a:lnTo>
                    <a:pt x="423" y="347"/>
                  </a:lnTo>
                  <a:lnTo>
                    <a:pt x="438" y="381"/>
                  </a:lnTo>
                  <a:lnTo>
                    <a:pt x="452" y="416"/>
                  </a:lnTo>
                  <a:lnTo>
                    <a:pt x="464" y="452"/>
                  </a:lnTo>
                  <a:lnTo>
                    <a:pt x="476" y="490"/>
                  </a:lnTo>
                  <a:lnTo>
                    <a:pt x="487" y="528"/>
                  </a:lnTo>
                  <a:lnTo>
                    <a:pt x="496" y="567"/>
                  </a:lnTo>
                  <a:lnTo>
                    <a:pt x="504" y="607"/>
                  </a:lnTo>
                  <a:lnTo>
                    <a:pt x="511" y="648"/>
                  </a:lnTo>
                  <a:lnTo>
                    <a:pt x="517" y="690"/>
                  </a:lnTo>
                  <a:lnTo>
                    <a:pt x="522" y="732"/>
                  </a:lnTo>
                  <a:lnTo>
                    <a:pt x="525" y="776"/>
                  </a:lnTo>
                  <a:lnTo>
                    <a:pt x="527" y="820"/>
                  </a:lnTo>
                  <a:lnTo>
                    <a:pt x="528" y="864"/>
                  </a:lnTo>
                  <a:lnTo>
                    <a:pt x="527" y="910"/>
                  </a:lnTo>
                  <a:lnTo>
                    <a:pt x="525" y="956"/>
                  </a:lnTo>
                  <a:lnTo>
                    <a:pt x="521" y="1002"/>
                  </a:lnTo>
                  <a:lnTo>
                    <a:pt x="516" y="1047"/>
                  </a:lnTo>
                  <a:lnTo>
                    <a:pt x="509" y="1092"/>
                  </a:lnTo>
                  <a:lnTo>
                    <a:pt x="501" y="1136"/>
                  </a:lnTo>
                  <a:lnTo>
                    <a:pt x="491" y="1180"/>
                  </a:lnTo>
                  <a:lnTo>
                    <a:pt x="480" y="1222"/>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21" name="Freeform 10"/>
            <p:cNvSpPr/>
            <p:nvPr/>
          </p:nvSpPr>
          <p:spPr>
            <a:xfrm>
              <a:off x="2777" y="3152"/>
              <a:ext cx="32" cy="68"/>
            </a:xfrm>
            <a:custGeom>
              <a:avLst/>
              <a:gdLst/>
              <a:ahLst/>
              <a:cxnLst>
                <a:cxn ang="0">
                  <a:pos x="0" y="0"/>
                </a:cxn>
                <a:cxn ang="0">
                  <a:pos x="2" y="68"/>
                </a:cxn>
                <a:cxn ang="0">
                  <a:pos x="32" y="13"/>
                </a:cxn>
                <a:cxn ang="0">
                  <a:pos x="12" y="26"/>
                </a:cxn>
                <a:cxn ang="0">
                  <a:pos x="0" y="0"/>
                </a:cxn>
              </a:cxnLst>
              <a:pathLst>
                <a:path w="64" h="105">
                  <a:moveTo>
                    <a:pt x="0" y="0"/>
                  </a:moveTo>
                  <a:lnTo>
                    <a:pt x="3" y="105"/>
                  </a:lnTo>
                  <a:lnTo>
                    <a:pt x="64" y="20"/>
                  </a:lnTo>
                  <a:lnTo>
                    <a:pt x="23" y="40"/>
                  </a:lnTo>
                  <a:lnTo>
                    <a:pt x="0"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22" name="Freeform 11"/>
            <p:cNvSpPr/>
            <p:nvPr/>
          </p:nvSpPr>
          <p:spPr>
            <a:xfrm>
              <a:off x="3074" y="1515"/>
              <a:ext cx="211" cy="810"/>
            </a:xfrm>
            <a:custGeom>
              <a:avLst/>
              <a:gdLst/>
              <a:ahLst/>
              <a:cxnLst>
                <a:cxn ang="0">
                  <a:pos x="211" y="810"/>
                </a:cxn>
                <a:cxn ang="0">
                  <a:pos x="199" y="802"/>
                </a:cxn>
                <a:cxn ang="0">
                  <a:pos x="188" y="794"/>
                </a:cxn>
                <a:cxn ang="0">
                  <a:pos x="177" y="785"/>
                </a:cxn>
                <a:cxn ang="0">
                  <a:pos x="165" y="776"/>
                </a:cxn>
                <a:cxn ang="0">
                  <a:pos x="155" y="765"/>
                </a:cxn>
                <a:cxn ang="0">
                  <a:pos x="145" y="755"/>
                </a:cxn>
                <a:cxn ang="0">
                  <a:pos x="135" y="743"/>
                </a:cxn>
                <a:cxn ang="0">
                  <a:pos x="125" y="731"/>
                </a:cxn>
                <a:cxn ang="0">
                  <a:pos x="106" y="704"/>
                </a:cxn>
                <a:cxn ang="0">
                  <a:pos x="89" y="675"/>
                </a:cxn>
                <a:cxn ang="0">
                  <a:pos x="73" y="645"/>
                </a:cxn>
                <a:cxn ang="0">
                  <a:pos x="58" y="612"/>
                </a:cxn>
                <a:cxn ang="0">
                  <a:pos x="45" y="577"/>
                </a:cxn>
                <a:cxn ang="0">
                  <a:pos x="34" y="541"/>
                </a:cxn>
                <a:cxn ang="0">
                  <a:pos x="24" y="503"/>
                </a:cxn>
                <a:cxn ang="0">
                  <a:pos x="15" y="463"/>
                </a:cxn>
                <a:cxn ang="0">
                  <a:pos x="9" y="423"/>
                </a:cxn>
                <a:cxn ang="0">
                  <a:pos x="4" y="382"/>
                </a:cxn>
                <a:cxn ang="0">
                  <a:pos x="1" y="340"/>
                </a:cxn>
                <a:cxn ang="0">
                  <a:pos x="0" y="296"/>
                </a:cxn>
                <a:cxn ang="0">
                  <a:pos x="1" y="257"/>
                </a:cxn>
                <a:cxn ang="0">
                  <a:pos x="4" y="218"/>
                </a:cxn>
                <a:cxn ang="0">
                  <a:pos x="7" y="179"/>
                </a:cxn>
                <a:cxn ang="0">
                  <a:pos x="13" y="141"/>
                </a:cxn>
                <a:cxn ang="0">
                  <a:pos x="20" y="104"/>
                </a:cxn>
                <a:cxn ang="0">
                  <a:pos x="29" y="69"/>
                </a:cxn>
                <a:cxn ang="0">
                  <a:pos x="39" y="34"/>
                </a:cxn>
                <a:cxn ang="0">
                  <a:pos x="50" y="0"/>
                </a:cxn>
              </a:cxnLst>
              <a:pathLst>
                <a:path w="357" h="1288">
                  <a:moveTo>
                    <a:pt x="357" y="1288"/>
                  </a:moveTo>
                  <a:lnTo>
                    <a:pt x="337" y="1276"/>
                  </a:lnTo>
                  <a:lnTo>
                    <a:pt x="318" y="1263"/>
                  </a:lnTo>
                  <a:lnTo>
                    <a:pt x="299" y="1249"/>
                  </a:lnTo>
                  <a:lnTo>
                    <a:pt x="280" y="1234"/>
                  </a:lnTo>
                  <a:lnTo>
                    <a:pt x="262" y="1217"/>
                  </a:lnTo>
                  <a:lnTo>
                    <a:pt x="245" y="1200"/>
                  </a:lnTo>
                  <a:lnTo>
                    <a:pt x="228" y="1181"/>
                  </a:lnTo>
                  <a:lnTo>
                    <a:pt x="211" y="1162"/>
                  </a:lnTo>
                  <a:lnTo>
                    <a:pt x="179" y="1120"/>
                  </a:lnTo>
                  <a:lnTo>
                    <a:pt x="150" y="1074"/>
                  </a:lnTo>
                  <a:lnTo>
                    <a:pt x="123" y="1025"/>
                  </a:lnTo>
                  <a:lnTo>
                    <a:pt x="98" y="973"/>
                  </a:lnTo>
                  <a:lnTo>
                    <a:pt x="76" y="918"/>
                  </a:lnTo>
                  <a:lnTo>
                    <a:pt x="57" y="860"/>
                  </a:lnTo>
                  <a:lnTo>
                    <a:pt x="40" y="800"/>
                  </a:lnTo>
                  <a:lnTo>
                    <a:pt x="26" y="737"/>
                  </a:lnTo>
                  <a:lnTo>
                    <a:pt x="15" y="673"/>
                  </a:lnTo>
                  <a:lnTo>
                    <a:pt x="7" y="607"/>
                  </a:lnTo>
                  <a:lnTo>
                    <a:pt x="2" y="540"/>
                  </a:lnTo>
                  <a:lnTo>
                    <a:pt x="0" y="471"/>
                  </a:lnTo>
                  <a:lnTo>
                    <a:pt x="1" y="408"/>
                  </a:lnTo>
                  <a:lnTo>
                    <a:pt x="6" y="346"/>
                  </a:lnTo>
                  <a:lnTo>
                    <a:pt x="12" y="285"/>
                  </a:lnTo>
                  <a:lnTo>
                    <a:pt x="22" y="225"/>
                  </a:lnTo>
                  <a:lnTo>
                    <a:pt x="34" y="166"/>
                  </a:lnTo>
                  <a:lnTo>
                    <a:pt x="49" y="109"/>
                  </a:lnTo>
                  <a:lnTo>
                    <a:pt x="66" y="54"/>
                  </a:lnTo>
                  <a:lnTo>
                    <a:pt x="85"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23" name="Freeform 12"/>
            <p:cNvSpPr/>
            <p:nvPr/>
          </p:nvSpPr>
          <p:spPr>
            <a:xfrm>
              <a:off x="3099" y="1476"/>
              <a:ext cx="41" cy="66"/>
            </a:xfrm>
            <a:custGeom>
              <a:avLst/>
              <a:gdLst/>
              <a:ahLst/>
              <a:cxnLst>
                <a:cxn ang="0">
                  <a:pos x="36" y="66"/>
                </a:cxn>
                <a:cxn ang="0">
                  <a:pos x="41" y="0"/>
                </a:cxn>
                <a:cxn ang="0">
                  <a:pos x="0" y="50"/>
                </a:cxn>
                <a:cxn ang="0">
                  <a:pos x="25" y="39"/>
                </a:cxn>
                <a:cxn ang="0">
                  <a:pos x="36" y="66"/>
                </a:cxn>
              </a:cxnLst>
              <a:pathLst>
                <a:path w="70" h="104">
                  <a:moveTo>
                    <a:pt x="62" y="104"/>
                  </a:moveTo>
                  <a:lnTo>
                    <a:pt x="70" y="0"/>
                  </a:lnTo>
                  <a:lnTo>
                    <a:pt x="0" y="78"/>
                  </a:lnTo>
                  <a:lnTo>
                    <a:pt x="43" y="62"/>
                  </a:lnTo>
                  <a:lnTo>
                    <a:pt x="62" y="104"/>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24" name="Freeform 13"/>
            <p:cNvSpPr/>
            <p:nvPr/>
          </p:nvSpPr>
          <p:spPr>
            <a:xfrm>
              <a:off x="3239" y="1423"/>
              <a:ext cx="245" cy="870"/>
            </a:xfrm>
            <a:custGeom>
              <a:avLst/>
              <a:gdLst/>
              <a:ahLst/>
              <a:cxnLst>
                <a:cxn ang="0">
                  <a:pos x="63" y="870"/>
                </a:cxn>
                <a:cxn ang="0">
                  <a:pos x="52" y="846"/>
                </a:cxn>
                <a:cxn ang="0">
                  <a:pos x="41" y="822"/>
                </a:cxn>
                <a:cxn ang="0">
                  <a:pos x="32" y="797"/>
                </a:cxn>
                <a:cxn ang="0">
                  <a:pos x="24" y="772"/>
                </a:cxn>
                <a:cxn ang="0">
                  <a:pos x="17" y="746"/>
                </a:cxn>
                <a:cxn ang="0">
                  <a:pos x="12" y="720"/>
                </a:cxn>
                <a:cxn ang="0">
                  <a:pos x="7" y="694"/>
                </a:cxn>
                <a:cxn ang="0">
                  <a:pos x="4" y="667"/>
                </a:cxn>
                <a:cxn ang="0">
                  <a:pos x="1" y="640"/>
                </a:cxn>
                <a:cxn ang="0">
                  <a:pos x="0" y="613"/>
                </a:cxn>
                <a:cxn ang="0">
                  <a:pos x="0" y="585"/>
                </a:cxn>
                <a:cxn ang="0">
                  <a:pos x="1" y="557"/>
                </a:cxn>
                <a:cxn ang="0">
                  <a:pos x="4" y="529"/>
                </a:cxn>
                <a:cxn ang="0">
                  <a:pos x="7" y="501"/>
                </a:cxn>
                <a:cxn ang="0">
                  <a:pos x="11" y="473"/>
                </a:cxn>
                <a:cxn ang="0">
                  <a:pos x="17" y="444"/>
                </a:cxn>
                <a:cxn ang="0">
                  <a:pos x="23" y="416"/>
                </a:cxn>
                <a:cxn ang="0">
                  <a:pos x="30" y="387"/>
                </a:cxn>
                <a:cxn ang="0">
                  <a:pos x="39" y="358"/>
                </a:cxn>
                <a:cxn ang="0">
                  <a:pos x="49" y="330"/>
                </a:cxn>
                <a:cxn ang="0">
                  <a:pos x="60" y="302"/>
                </a:cxn>
                <a:cxn ang="0">
                  <a:pos x="72" y="273"/>
                </a:cxn>
                <a:cxn ang="0">
                  <a:pos x="84" y="245"/>
                </a:cxn>
                <a:cxn ang="0">
                  <a:pos x="98" y="217"/>
                </a:cxn>
                <a:cxn ang="0">
                  <a:pos x="113" y="189"/>
                </a:cxn>
                <a:cxn ang="0">
                  <a:pos x="129" y="161"/>
                </a:cxn>
                <a:cxn ang="0">
                  <a:pos x="146" y="133"/>
                </a:cxn>
                <a:cxn ang="0">
                  <a:pos x="163" y="106"/>
                </a:cxn>
                <a:cxn ang="0">
                  <a:pos x="182" y="79"/>
                </a:cxn>
                <a:cxn ang="0">
                  <a:pos x="202" y="52"/>
                </a:cxn>
                <a:cxn ang="0">
                  <a:pos x="223" y="26"/>
                </a:cxn>
                <a:cxn ang="0">
                  <a:pos x="245" y="0"/>
                </a:cxn>
              </a:cxnLst>
              <a:pathLst>
                <a:path w="414" h="1384">
                  <a:moveTo>
                    <a:pt x="107" y="1384"/>
                  </a:moveTo>
                  <a:lnTo>
                    <a:pt x="88" y="1346"/>
                  </a:lnTo>
                  <a:lnTo>
                    <a:pt x="70" y="1308"/>
                  </a:lnTo>
                  <a:lnTo>
                    <a:pt x="54" y="1268"/>
                  </a:lnTo>
                  <a:lnTo>
                    <a:pt x="41" y="1228"/>
                  </a:lnTo>
                  <a:lnTo>
                    <a:pt x="29" y="1187"/>
                  </a:lnTo>
                  <a:lnTo>
                    <a:pt x="20" y="1146"/>
                  </a:lnTo>
                  <a:lnTo>
                    <a:pt x="12" y="1104"/>
                  </a:lnTo>
                  <a:lnTo>
                    <a:pt x="6" y="1061"/>
                  </a:lnTo>
                  <a:lnTo>
                    <a:pt x="2" y="1018"/>
                  </a:lnTo>
                  <a:lnTo>
                    <a:pt x="0" y="975"/>
                  </a:lnTo>
                  <a:lnTo>
                    <a:pt x="0" y="931"/>
                  </a:lnTo>
                  <a:lnTo>
                    <a:pt x="2" y="886"/>
                  </a:lnTo>
                  <a:lnTo>
                    <a:pt x="6" y="842"/>
                  </a:lnTo>
                  <a:lnTo>
                    <a:pt x="11" y="797"/>
                  </a:lnTo>
                  <a:lnTo>
                    <a:pt x="18" y="752"/>
                  </a:lnTo>
                  <a:lnTo>
                    <a:pt x="28" y="707"/>
                  </a:lnTo>
                  <a:lnTo>
                    <a:pt x="39" y="661"/>
                  </a:lnTo>
                  <a:lnTo>
                    <a:pt x="51" y="616"/>
                  </a:lnTo>
                  <a:lnTo>
                    <a:pt x="66" y="570"/>
                  </a:lnTo>
                  <a:lnTo>
                    <a:pt x="82" y="525"/>
                  </a:lnTo>
                  <a:lnTo>
                    <a:pt x="101" y="480"/>
                  </a:lnTo>
                  <a:lnTo>
                    <a:pt x="121" y="435"/>
                  </a:lnTo>
                  <a:lnTo>
                    <a:pt x="142" y="389"/>
                  </a:lnTo>
                  <a:lnTo>
                    <a:pt x="166" y="345"/>
                  </a:lnTo>
                  <a:lnTo>
                    <a:pt x="191" y="300"/>
                  </a:lnTo>
                  <a:lnTo>
                    <a:pt x="218" y="256"/>
                  </a:lnTo>
                  <a:lnTo>
                    <a:pt x="246" y="212"/>
                  </a:lnTo>
                  <a:lnTo>
                    <a:pt x="276" y="169"/>
                  </a:lnTo>
                  <a:lnTo>
                    <a:pt x="308" y="126"/>
                  </a:lnTo>
                  <a:lnTo>
                    <a:pt x="342" y="83"/>
                  </a:lnTo>
                  <a:lnTo>
                    <a:pt x="377" y="41"/>
                  </a:lnTo>
                  <a:lnTo>
                    <a:pt x="414"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25" name="Freeform 14"/>
            <p:cNvSpPr/>
            <p:nvPr/>
          </p:nvSpPr>
          <p:spPr>
            <a:xfrm>
              <a:off x="3458" y="1392"/>
              <a:ext cx="54" cy="60"/>
            </a:xfrm>
            <a:custGeom>
              <a:avLst/>
              <a:gdLst/>
              <a:ahLst/>
              <a:cxnLst>
                <a:cxn ang="0">
                  <a:pos x="28" y="60"/>
                </a:cxn>
                <a:cxn ang="0">
                  <a:pos x="54" y="0"/>
                </a:cxn>
                <a:cxn ang="0">
                  <a:pos x="0" y="31"/>
                </a:cxn>
                <a:cxn ang="0">
                  <a:pos x="26" y="31"/>
                </a:cxn>
                <a:cxn ang="0">
                  <a:pos x="28" y="60"/>
                </a:cxn>
              </a:cxnLst>
              <a:pathLst>
                <a:path w="92" h="95">
                  <a:moveTo>
                    <a:pt x="48" y="95"/>
                  </a:moveTo>
                  <a:lnTo>
                    <a:pt x="92" y="0"/>
                  </a:lnTo>
                  <a:lnTo>
                    <a:pt x="0" y="49"/>
                  </a:lnTo>
                  <a:lnTo>
                    <a:pt x="45" y="49"/>
                  </a:lnTo>
                  <a:lnTo>
                    <a:pt x="48" y="95"/>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26" name="Freeform 15"/>
            <p:cNvSpPr/>
            <p:nvPr/>
          </p:nvSpPr>
          <p:spPr>
            <a:xfrm>
              <a:off x="2332" y="2419"/>
              <a:ext cx="245" cy="869"/>
            </a:xfrm>
            <a:custGeom>
              <a:avLst/>
              <a:gdLst/>
              <a:ahLst/>
              <a:cxnLst>
                <a:cxn ang="0">
                  <a:pos x="182" y="0"/>
                </a:cxn>
                <a:cxn ang="0">
                  <a:pos x="194" y="24"/>
                </a:cxn>
                <a:cxn ang="0">
                  <a:pos x="204" y="48"/>
                </a:cxn>
                <a:cxn ang="0">
                  <a:pos x="213" y="72"/>
                </a:cxn>
                <a:cxn ang="0">
                  <a:pos x="221" y="98"/>
                </a:cxn>
                <a:cxn ang="0">
                  <a:pos x="228" y="123"/>
                </a:cxn>
                <a:cxn ang="0">
                  <a:pos x="234" y="150"/>
                </a:cxn>
                <a:cxn ang="0">
                  <a:pos x="238" y="176"/>
                </a:cxn>
                <a:cxn ang="0">
                  <a:pos x="241" y="202"/>
                </a:cxn>
                <a:cxn ang="0">
                  <a:pos x="244" y="229"/>
                </a:cxn>
                <a:cxn ang="0">
                  <a:pos x="245" y="257"/>
                </a:cxn>
                <a:cxn ang="0">
                  <a:pos x="245" y="285"/>
                </a:cxn>
                <a:cxn ang="0">
                  <a:pos x="244" y="312"/>
                </a:cxn>
                <a:cxn ang="0">
                  <a:pos x="242" y="340"/>
                </a:cxn>
                <a:cxn ang="0">
                  <a:pos x="238" y="368"/>
                </a:cxn>
                <a:cxn ang="0">
                  <a:pos x="234" y="396"/>
                </a:cxn>
                <a:cxn ang="0">
                  <a:pos x="229" y="425"/>
                </a:cxn>
                <a:cxn ang="0">
                  <a:pos x="223" y="454"/>
                </a:cxn>
                <a:cxn ang="0">
                  <a:pos x="215" y="482"/>
                </a:cxn>
                <a:cxn ang="0">
                  <a:pos x="206" y="511"/>
                </a:cxn>
                <a:cxn ang="0">
                  <a:pos x="196" y="539"/>
                </a:cxn>
                <a:cxn ang="0">
                  <a:pos x="185" y="567"/>
                </a:cxn>
                <a:cxn ang="0">
                  <a:pos x="174" y="596"/>
                </a:cxn>
                <a:cxn ang="0">
                  <a:pos x="161" y="625"/>
                </a:cxn>
                <a:cxn ang="0">
                  <a:pos x="147" y="652"/>
                </a:cxn>
                <a:cxn ang="0">
                  <a:pos x="132" y="680"/>
                </a:cxn>
                <a:cxn ang="0">
                  <a:pos x="116" y="708"/>
                </a:cxn>
                <a:cxn ang="0">
                  <a:pos x="99" y="736"/>
                </a:cxn>
                <a:cxn ang="0">
                  <a:pos x="82" y="763"/>
                </a:cxn>
                <a:cxn ang="0">
                  <a:pos x="63" y="790"/>
                </a:cxn>
                <a:cxn ang="0">
                  <a:pos x="43" y="817"/>
                </a:cxn>
                <a:cxn ang="0">
                  <a:pos x="22" y="843"/>
                </a:cxn>
                <a:cxn ang="0">
                  <a:pos x="0" y="869"/>
                </a:cxn>
              </a:cxnLst>
              <a:pathLst>
                <a:path w="414" h="1383">
                  <a:moveTo>
                    <a:pt x="308" y="0"/>
                  </a:moveTo>
                  <a:lnTo>
                    <a:pt x="327" y="38"/>
                  </a:lnTo>
                  <a:lnTo>
                    <a:pt x="345" y="76"/>
                  </a:lnTo>
                  <a:lnTo>
                    <a:pt x="360" y="115"/>
                  </a:lnTo>
                  <a:lnTo>
                    <a:pt x="374" y="156"/>
                  </a:lnTo>
                  <a:lnTo>
                    <a:pt x="385" y="196"/>
                  </a:lnTo>
                  <a:lnTo>
                    <a:pt x="395" y="238"/>
                  </a:lnTo>
                  <a:lnTo>
                    <a:pt x="403" y="280"/>
                  </a:lnTo>
                  <a:lnTo>
                    <a:pt x="408" y="322"/>
                  </a:lnTo>
                  <a:lnTo>
                    <a:pt x="412" y="365"/>
                  </a:lnTo>
                  <a:lnTo>
                    <a:pt x="414" y="409"/>
                  </a:lnTo>
                  <a:lnTo>
                    <a:pt x="414" y="453"/>
                  </a:lnTo>
                  <a:lnTo>
                    <a:pt x="412" y="497"/>
                  </a:lnTo>
                  <a:lnTo>
                    <a:pt x="409" y="541"/>
                  </a:lnTo>
                  <a:lnTo>
                    <a:pt x="403" y="586"/>
                  </a:lnTo>
                  <a:lnTo>
                    <a:pt x="396" y="631"/>
                  </a:lnTo>
                  <a:lnTo>
                    <a:pt x="387" y="677"/>
                  </a:lnTo>
                  <a:lnTo>
                    <a:pt x="376" y="722"/>
                  </a:lnTo>
                  <a:lnTo>
                    <a:pt x="363" y="767"/>
                  </a:lnTo>
                  <a:lnTo>
                    <a:pt x="348" y="813"/>
                  </a:lnTo>
                  <a:lnTo>
                    <a:pt x="332" y="858"/>
                  </a:lnTo>
                  <a:lnTo>
                    <a:pt x="313" y="903"/>
                  </a:lnTo>
                  <a:lnTo>
                    <a:pt x="294" y="949"/>
                  </a:lnTo>
                  <a:lnTo>
                    <a:pt x="272" y="994"/>
                  </a:lnTo>
                  <a:lnTo>
                    <a:pt x="248" y="1038"/>
                  </a:lnTo>
                  <a:lnTo>
                    <a:pt x="223" y="1083"/>
                  </a:lnTo>
                  <a:lnTo>
                    <a:pt x="196" y="1127"/>
                  </a:lnTo>
                  <a:lnTo>
                    <a:pt x="168" y="1171"/>
                  </a:lnTo>
                  <a:lnTo>
                    <a:pt x="138" y="1214"/>
                  </a:lnTo>
                  <a:lnTo>
                    <a:pt x="106" y="1257"/>
                  </a:lnTo>
                  <a:lnTo>
                    <a:pt x="72" y="1300"/>
                  </a:lnTo>
                  <a:lnTo>
                    <a:pt x="37" y="1342"/>
                  </a:lnTo>
                  <a:lnTo>
                    <a:pt x="0" y="1383"/>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27" name="Freeform 16"/>
            <p:cNvSpPr/>
            <p:nvPr/>
          </p:nvSpPr>
          <p:spPr>
            <a:xfrm>
              <a:off x="2332" y="3220"/>
              <a:ext cx="54" cy="60"/>
            </a:xfrm>
            <a:custGeom>
              <a:avLst/>
              <a:gdLst/>
              <a:ahLst/>
              <a:cxnLst>
                <a:cxn ang="0">
                  <a:pos x="26" y="0"/>
                </a:cxn>
                <a:cxn ang="0">
                  <a:pos x="0" y="60"/>
                </a:cxn>
                <a:cxn ang="0">
                  <a:pos x="54" y="29"/>
                </a:cxn>
                <a:cxn ang="0">
                  <a:pos x="28" y="29"/>
                </a:cxn>
                <a:cxn ang="0">
                  <a:pos x="26" y="0"/>
                </a:cxn>
              </a:cxnLst>
              <a:pathLst>
                <a:path w="92" h="95">
                  <a:moveTo>
                    <a:pt x="44" y="0"/>
                  </a:moveTo>
                  <a:lnTo>
                    <a:pt x="0" y="95"/>
                  </a:lnTo>
                  <a:lnTo>
                    <a:pt x="92" y="46"/>
                  </a:lnTo>
                  <a:lnTo>
                    <a:pt x="47" y="46"/>
                  </a:lnTo>
                  <a:lnTo>
                    <a:pt x="44"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28" name="Freeform 17"/>
            <p:cNvSpPr/>
            <p:nvPr/>
          </p:nvSpPr>
          <p:spPr>
            <a:xfrm>
              <a:off x="3239" y="2411"/>
              <a:ext cx="244" cy="869"/>
            </a:xfrm>
            <a:custGeom>
              <a:avLst/>
              <a:gdLst/>
              <a:ahLst/>
              <a:cxnLst>
                <a:cxn ang="0">
                  <a:pos x="244" y="869"/>
                </a:cxn>
                <a:cxn ang="0">
                  <a:pos x="222" y="843"/>
                </a:cxn>
                <a:cxn ang="0">
                  <a:pos x="202" y="817"/>
                </a:cxn>
                <a:cxn ang="0">
                  <a:pos x="182" y="790"/>
                </a:cxn>
                <a:cxn ang="0">
                  <a:pos x="163" y="763"/>
                </a:cxn>
                <a:cxn ang="0">
                  <a:pos x="145" y="736"/>
                </a:cxn>
                <a:cxn ang="0">
                  <a:pos x="128" y="708"/>
                </a:cxn>
                <a:cxn ang="0">
                  <a:pos x="113" y="680"/>
                </a:cxn>
                <a:cxn ang="0">
                  <a:pos x="98" y="653"/>
                </a:cxn>
                <a:cxn ang="0">
                  <a:pos x="84" y="624"/>
                </a:cxn>
                <a:cxn ang="0">
                  <a:pos x="71" y="596"/>
                </a:cxn>
                <a:cxn ang="0">
                  <a:pos x="60" y="568"/>
                </a:cxn>
                <a:cxn ang="0">
                  <a:pos x="48" y="539"/>
                </a:cxn>
                <a:cxn ang="0">
                  <a:pos x="39" y="511"/>
                </a:cxn>
                <a:cxn ang="0">
                  <a:pos x="30" y="482"/>
                </a:cxn>
                <a:cxn ang="0">
                  <a:pos x="23" y="453"/>
                </a:cxn>
                <a:cxn ang="0">
                  <a:pos x="17" y="425"/>
                </a:cxn>
                <a:cxn ang="0">
                  <a:pos x="11" y="397"/>
                </a:cxn>
                <a:cxn ang="0">
                  <a:pos x="6" y="368"/>
                </a:cxn>
                <a:cxn ang="0">
                  <a:pos x="4" y="340"/>
                </a:cxn>
                <a:cxn ang="0">
                  <a:pos x="1" y="313"/>
                </a:cxn>
                <a:cxn ang="0">
                  <a:pos x="0" y="284"/>
                </a:cxn>
                <a:cxn ang="0">
                  <a:pos x="0" y="257"/>
                </a:cxn>
                <a:cxn ang="0">
                  <a:pos x="1" y="230"/>
                </a:cxn>
                <a:cxn ang="0">
                  <a:pos x="4" y="202"/>
                </a:cxn>
                <a:cxn ang="0">
                  <a:pos x="7" y="175"/>
                </a:cxn>
                <a:cxn ang="0">
                  <a:pos x="12" y="150"/>
                </a:cxn>
                <a:cxn ang="0">
                  <a:pos x="17" y="123"/>
                </a:cxn>
                <a:cxn ang="0">
                  <a:pos x="24" y="97"/>
                </a:cxn>
                <a:cxn ang="0">
                  <a:pos x="32" y="72"/>
                </a:cxn>
                <a:cxn ang="0">
                  <a:pos x="41" y="48"/>
                </a:cxn>
                <a:cxn ang="0">
                  <a:pos x="52" y="24"/>
                </a:cxn>
                <a:cxn ang="0">
                  <a:pos x="63" y="0"/>
                </a:cxn>
              </a:cxnLst>
              <a:pathLst>
                <a:path w="414" h="1382">
                  <a:moveTo>
                    <a:pt x="414" y="1382"/>
                  </a:moveTo>
                  <a:lnTo>
                    <a:pt x="377" y="1341"/>
                  </a:lnTo>
                  <a:lnTo>
                    <a:pt x="342" y="1299"/>
                  </a:lnTo>
                  <a:lnTo>
                    <a:pt x="308" y="1256"/>
                  </a:lnTo>
                  <a:lnTo>
                    <a:pt x="276" y="1213"/>
                  </a:lnTo>
                  <a:lnTo>
                    <a:pt x="246" y="1170"/>
                  </a:lnTo>
                  <a:lnTo>
                    <a:pt x="218" y="1126"/>
                  </a:lnTo>
                  <a:lnTo>
                    <a:pt x="191" y="1082"/>
                  </a:lnTo>
                  <a:lnTo>
                    <a:pt x="166" y="1038"/>
                  </a:lnTo>
                  <a:lnTo>
                    <a:pt x="142" y="993"/>
                  </a:lnTo>
                  <a:lnTo>
                    <a:pt x="121" y="948"/>
                  </a:lnTo>
                  <a:lnTo>
                    <a:pt x="101" y="903"/>
                  </a:lnTo>
                  <a:lnTo>
                    <a:pt x="82" y="857"/>
                  </a:lnTo>
                  <a:lnTo>
                    <a:pt x="66" y="812"/>
                  </a:lnTo>
                  <a:lnTo>
                    <a:pt x="51" y="767"/>
                  </a:lnTo>
                  <a:lnTo>
                    <a:pt x="39" y="721"/>
                  </a:lnTo>
                  <a:lnTo>
                    <a:pt x="28" y="676"/>
                  </a:lnTo>
                  <a:lnTo>
                    <a:pt x="18" y="631"/>
                  </a:lnTo>
                  <a:lnTo>
                    <a:pt x="11" y="586"/>
                  </a:lnTo>
                  <a:lnTo>
                    <a:pt x="6" y="541"/>
                  </a:lnTo>
                  <a:lnTo>
                    <a:pt x="2" y="497"/>
                  </a:lnTo>
                  <a:lnTo>
                    <a:pt x="0" y="452"/>
                  </a:lnTo>
                  <a:lnTo>
                    <a:pt x="0" y="408"/>
                  </a:lnTo>
                  <a:lnTo>
                    <a:pt x="2" y="365"/>
                  </a:lnTo>
                  <a:lnTo>
                    <a:pt x="6" y="322"/>
                  </a:lnTo>
                  <a:lnTo>
                    <a:pt x="12" y="279"/>
                  </a:lnTo>
                  <a:lnTo>
                    <a:pt x="20" y="238"/>
                  </a:lnTo>
                  <a:lnTo>
                    <a:pt x="29" y="196"/>
                  </a:lnTo>
                  <a:lnTo>
                    <a:pt x="41" y="155"/>
                  </a:lnTo>
                  <a:lnTo>
                    <a:pt x="54" y="115"/>
                  </a:lnTo>
                  <a:lnTo>
                    <a:pt x="70" y="76"/>
                  </a:lnTo>
                  <a:lnTo>
                    <a:pt x="88" y="38"/>
                  </a:lnTo>
                  <a:lnTo>
                    <a:pt x="107"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29" name="Freeform 18"/>
            <p:cNvSpPr/>
            <p:nvPr/>
          </p:nvSpPr>
          <p:spPr>
            <a:xfrm>
              <a:off x="3457" y="3253"/>
              <a:ext cx="54" cy="59"/>
            </a:xfrm>
            <a:custGeom>
              <a:avLst/>
              <a:gdLst/>
              <a:ahLst/>
              <a:cxnLst>
                <a:cxn ang="0">
                  <a:pos x="0" y="29"/>
                </a:cxn>
                <a:cxn ang="0">
                  <a:pos x="54" y="59"/>
                </a:cxn>
                <a:cxn ang="0">
                  <a:pos x="28" y="0"/>
                </a:cxn>
                <a:cxn ang="0">
                  <a:pos x="27" y="28"/>
                </a:cxn>
                <a:cxn ang="0">
                  <a:pos x="0" y="29"/>
                </a:cxn>
              </a:cxnLst>
              <a:pathLst>
                <a:path w="93" h="94">
                  <a:moveTo>
                    <a:pt x="0" y="46"/>
                  </a:moveTo>
                  <a:lnTo>
                    <a:pt x="93" y="94"/>
                  </a:lnTo>
                  <a:lnTo>
                    <a:pt x="48" y="0"/>
                  </a:lnTo>
                  <a:lnTo>
                    <a:pt x="46" y="45"/>
                  </a:lnTo>
                  <a:lnTo>
                    <a:pt x="0" y="46"/>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30" name="Freeform 19"/>
            <p:cNvSpPr/>
            <p:nvPr/>
          </p:nvSpPr>
          <p:spPr>
            <a:xfrm>
              <a:off x="2326" y="1424"/>
              <a:ext cx="244" cy="869"/>
            </a:xfrm>
            <a:custGeom>
              <a:avLst/>
              <a:gdLst/>
              <a:ahLst/>
              <a:cxnLst>
                <a:cxn ang="0">
                  <a:pos x="0" y="0"/>
                </a:cxn>
                <a:cxn ang="0">
                  <a:pos x="22" y="26"/>
                </a:cxn>
                <a:cxn ang="0">
                  <a:pos x="42" y="52"/>
                </a:cxn>
                <a:cxn ang="0">
                  <a:pos x="62" y="79"/>
                </a:cxn>
                <a:cxn ang="0">
                  <a:pos x="81" y="106"/>
                </a:cxn>
                <a:cxn ang="0">
                  <a:pos x="99" y="133"/>
                </a:cxn>
                <a:cxn ang="0">
                  <a:pos x="116" y="161"/>
                </a:cxn>
                <a:cxn ang="0">
                  <a:pos x="131" y="189"/>
                </a:cxn>
                <a:cxn ang="0">
                  <a:pos x="146" y="217"/>
                </a:cxn>
                <a:cxn ang="0">
                  <a:pos x="160" y="244"/>
                </a:cxn>
                <a:cxn ang="0">
                  <a:pos x="173" y="273"/>
                </a:cxn>
                <a:cxn ang="0">
                  <a:pos x="184" y="301"/>
                </a:cxn>
                <a:cxn ang="0">
                  <a:pos x="196" y="330"/>
                </a:cxn>
                <a:cxn ang="0">
                  <a:pos x="205" y="358"/>
                </a:cxn>
                <a:cxn ang="0">
                  <a:pos x="214" y="386"/>
                </a:cxn>
                <a:cxn ang="0">
                  <a:pos x="222" y="415"/>
                </a:cxn>
                <a:cxn ang="0">
                  <a:pos x="228" y="444"/>
                </a:cxn>
                <a:cxn ang="0">
                  <a:pos x="233" y="472"/>
                </a:cxn>
                <a:cxn ang="0">
                  <a:pos x="238" y="500"/>
                </a:cxn>
                <a:cxn ang="0">
                  <a:pos x="241" y="528"/>
                </a:cxn>
                <a:cxn ang="0">
                  <a:pos x="243" y="557"/>
                </a:cxn>
                <a:cxn ang="0">
                  <a:pos x="244" y="584"/>
                </a:cxn>
                <a:cxn ang="0">
                  <a:pos x="244" y="612"/>
                </a:cxn>
                <a:cxn ang="0">
                  <a:pos x="243" y="639"/>
                </a:cxn>
                <a:cxn ang="0">
                  <a:pos x="240" y="666"/>
                </a:cxn>
                <a:cxn ang="0">
                  <a:pos x="238" y="693"/>
                </a:cxn>
                <a:cxn ang="0">
                  <a:pos x="233" y="719"/>
                </a:cxn>
                <a:cxn ang="0">
                  <a:pos x="227" y="745"/>
                </a:cxn>
                <a:cxn ang="0">
                  <a:pos x="220" y="771"/>
                </a:cxn>
                <a:cxn ang="0">
                  <a:pos x="212" y="796"/>
                </a:cxn>
                <a:cxn ang="0">
                  <a:pos x="203" y="821"/>
                </a:cxn>
                <a:cxn ang="0">
                  <a:pos x="193" y="845"/>
                </a:cxn>
                <a:cxn ang="0">
                  <a:pos x="182" y="869"/>
                </a:cxn>
              </a:cxnLst>
              <a:pathLst>
                <a:path w="414" h="1383">
                  <a:moveTo>
                    <a:pt x="0" y="0"/>
                  </a:moveTo>
                  <a:lnTo>
                    <a:pt x="37" y="41"/>
                  </a:lnTo>
                  <a:lnTo>
                    <a:pt x="72" y="83"/>
                  </a:lnTo>
                  <a:lnTo>
                    <a:pt x="106" y="126"/>
                  </a:lnTo>
                  <a:lnTo>
                    <a:pt x="138" y="169"/>
                  </a:lnTo>
                  <a:lnTo>
                    <a:pt x="168" y="212"/>
                  </a:lnTo>
                  <a:lnTo>
                    <a:pt x="196" y="256"/>
                  </a:lnTo>
                  <a:lnTo>
                    <a:pt x="223" y="300"/>
                  </a:lnTo>
                  <a:lnTo>
                    <a:pt x="248" y="345"/>
                  </a:lnTo>
                  <a:lnTo>
                    <a:pt x="272" y="389"/>
                  </a:lnTo>
                  <a:lnTo>
                    <a:pt x="294" y="434"/>
                  </a:lnTo>
                  <a:lnTo>
                    <a:pt x="313" y="479"/>
                  </a:lnTo>
                  <a:lnTo>
                    <a:pt x="332" y="525"/>
                  </a:lnTo>
                  <a:lnTo>
                    <a:pt x="348" y="570"/>
                  </a:lnTo>
                  <a:lnTo>
                    <a:pt x="363" y="615"/>
                  </a:lnTo>
                  <a:lnTo>
                    <a:pt x="376" y="661"/>
                  </a:lnTo>
                  <a:lnTo>
                    <a:pt x="387" y="706"/>
                  </a:lnTo>
                  <a:lnTo>
                    <a:pt x="396" y="751"/>
                  </a:lnTo>
                  <a:lnTo>
                    <a:pt x="403" y="796"/>
                  </a:lnTo>
                  <a:lnTo>
                    <a:pt x="409" y="841"/>
                  </a:lnTo>
                  <a:lnTo>
                    <a:pt x="412" y="886"/>
                  </a:lnTo>
                  <a:lnTo>
                    <a:pt x="414" y="930"/>
                  </a:lnTo>
                  <a:lnTo>
                    <a:pt x="414" y="974"/>
                  </a:lnTo>
                  <a:lnTo>
                    <a:pt x="412" y="1017"/>
                  </a:lnTo>
                  <a:lnTo>
                    <a:pt x="408" y="1060"/>
                  </a:lnTo>
                  <a:lnTo>
                    <a:pt x="403" y="1103"/>
                  </a:lnTo>
                  <a:lnTo>
                    <a:pt x="395" y="1145"/>
                  </a:lnTo>
                  <a:lnTo>
                    <a:pt x="385" y="1186"/>
                  </a:lnTo>
                  <a:lnTo>
                    <a:pt x="374" y="1227"/>
                  </a:lnTo>
                  <a:lnTo>
                    <a:pt x="360" y="1267"/>
                  </a:lnTo>
                  <a:lnTo>
                    <a:pt x="345" y="1307"/>
                  </a:lnTo>
                  <a:lnTo>
                    <a:pt x="327" y="1345"/>
                  </a:lnTo>
                  <a:lnTo>
                    <a:pt x="308" y="1383"/>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31" name="Freeform 20"/>
            <p:cNvSpPr/>
            <p:nvPr/>
          </p:nvSpPr>
          <p:spPr>
            <a:xfrm>
              <a:off x="2298" y="1392"/>
              <a:ext cx="55" cy="59"/>
            </a:xfrm>
            <a:custGeom>
              <a:avLst/>
              <a:gdLst/>
              <a:ahLst/>
              <a:cxnLst>
                <a:cxn ang="0">
                  <a:pos x="55" y="30"/>
                </a:cxn>
                <a:cxn ang="0">
                  <a:pos x="0" y="0"/>
                </a:cxn>
                <a:cxn ang="0">
                  <a:pos x="27" y="59"/>
                </a:cxn>
                <a:cxn ang="0">
                  <a:pos x="28" y="31"/>
                </a:cxn>
                <a:cxn ang="0">
                  <a:pos x="55" y="30"/>
                </a:cxn>
              </a:cxnLst>
              <a:pathLst>
                <a:path w="93" h="94">
                  <a:moveTo>
                    <a:pt x="93" y="48"/>
                  </a:moveTo>
                  <a:lnTo>
                    <a:pt x="0" y="0"/>
                  </a:lnTo>
                  <a:lnTo>
                    <a:pt x="45" y="94"/>
                  </a:lnTo>
                  <a:lnTo>
                    <a:pt x="47" y="49"/>
                  </a:lnTo>
                  <a:lnTo>
                    <a:pt x="93" y="48"/>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32" name="Freeform 21"/>
            <p:cNvSpPr/>
            <p:nvPr/>
          </p:nvSpPr>
          <p:spPr>
            <a:xfrm>
              <a:off x="3314" y="2431"/>
              <a:ext cx="605" cy="678"/>
            </a:xfrm>
            <a:custGeom>
              <a:avLst/>
              <a:gdLst/>
              <a:ahLst/>
              <a:cxnLst>
                <a:cxn ang="0">
                  <a:pos x="605" y="678"/>
                </a:cxn>
                <a:cxn ang="0">
                  <a:pos x="571" y="662"/>
                </a:cxn>
                <a:cxn ang="0">
                  <a:pos x="537" y="646"/>
                </a:cxn>
                <a:cxn ang="0">
                  <a:pos x="504" y="630"/>
                </a:cxn>
                <a:cxn ang="0">
                  <a:pos x="472" y="612"/>
                </a:cxn>
                <a:cxn ang="0">
                  <a:pos x="441" y="594"/>
                </a:cxn>
                <a:cxn ang="0">
                  <a:pos x="410" y="575"/>
                </a:cxn>
                <a:cxn ang="0">
                  <a:pos x="381" y="556"/>
                </a:cxn>
                <a:cxn ang="0">
                  <a:pos x="352" y="536"/>
                </a:cxn>
                <a:cxn ang="0">
                  <a:pos x="324" y="516"/>
                </a:cxn>
                <a:cxn ang="0">
                  <a:pos x="297" y="495"/>
                </a:cxn>
                <a:cxn ang="0">
                  <a:pos x="272" y="475"/>
                </a:cxn>
                <a:cxn ang="0">
                  <a:pos x="246" y="453"/>
                </a:cxn>
                <a:cxn ang="0">
                  <a:pos x="223" y="432"/>
                </a:cxn>
                <a:cxn ang="0">
                  <a:pos x="200" y="410"/>
                </a:cxn>
                <a:cxn ang="0">
                  <a:pos x="178" y="387"/>
                </a:cxn>
                <a:cxn ang="0">
                  <a:pos x="157" y="365"/>
                </a:cxn>
                <a:cxn ang="0">
                  <a:pos x="138" y="342"/>
                </a:cxn>
                <a:cxn ang="0">
                  <a:pos x="119" y="320"/>
                </a:cxn>
                <a:cxn ang="0">
                  <a:pos x="102" y="297"/>
                </a:cxn>
                <a:cxn ang="0">
                  <a:pos x="86" y="273"/>
                </a:cxn>
                <a:cxn ang="0">
                  <a:pos x="71" y="251"/>
                </a:cxn>
                <a:cxn ang="0">
                  <a:pos x="58" y="227"/>
                </a:cxn>
                <a:cxn ang="0">
                  <a:pos x="46" y="204"/>
                </a:cxn>
                <a:cxn ang="0">
                  <a:pos x="35" y="181"/>
                </a:cxn>
                <a:cxn ang="0">
                  <a:pos x="26" y="158"/>
                </a:cxn>
                <a:cxn ang="0">
                  <a:pos x="18" y="135"/>
                </a:cxn>
                <a:cxn ang="0">
                  <a:pos x="11" y="112"/>
                </a:cxn>
                <a:cxn ang="0">
                  <a:pos x="6" y="89"/>
                </a:cxn>
                <a:cxn ang="0">
                  <a:pos x="3" y="66"/>
                </a:cxn>
                <a:cxn ang="0">
                  <a:pos x="1" y="44"/>
                </a:cxn>
                <a:cxn ang="0">
                  <a:pos x="0" y="22"/>
                </a:cxn>
                <a:cxn ang="0">
                  <a:pos x="1" y="0"/>
                </a:cxn>
              </a:cxnLst>
              <a:pathLst>
                <a:path w="1025" h="1077">
                  <a:moveTo>
                    <a:pt x="1025" y="1077"/>
                  </a:moveTo>
                  <a:lnTo>
                    <a:pt x="967" y="1052"/>
                  </a:lnTo>
                  <a:lnTo>
                    <a:pt x="910" y="1026"/>
                  </a:lnTo>
                  <a:lnTo>
                    <a:pt x="854" y="1000"/>
                  </a:lnTo>
                  <a:lnTo>
                    <a:pt x="800" y="972"/>
                  </a:lnTo>
                  <a:lnTo>
                    <a:pt x="747" y="943"/>
                  </a:lnTo>
                  <a:lnTo>
                    <a:pt x="695" y="913"/>
                  </a:lnTo>
                  <a:lnTo>
                    <a:pt x="645" y="883"/>
                  </a:lnTo>
                  <a:lnTo>
                    <a:pt x="596" y="852"/>
                  </a:lnTo>
                  <a:lnTo>
                    <a:pt x="549" y="820"/>
                  </a:lnTo>
                  <a:lnTo>
                    <a:pt x="504" y="787"/>
                  </a:lnTo>
                  <a:lnTo>
                    <a:pt x="460" y="754"/>
                  </a:lnTo>
                  <a:lnTo>
                    <a:pt x="417" y="720"/>
                  </a:lnTo>
                  <a:lnTo>
                    <a:pt x="377" y="686"/>
                  </a:lnTo>
                  <a:lnTo>
                    <a:pt x="338" y="651"/>
                  </a:lnTo>
                  <a:lnTo>
                    <a:pt x="301" y="615"/>
                  </a:lnTo>
                  <a:lnTo>
                    <a:pt x="266" y="580"/>
                  </a:lnTo>
                  <a:lnTo>
                    <a:pt x="233" y="544"/>
                  </a:lnTo>
                  <a:lnTo>
                    <a:pt x="202" y="508"/>
                  </a:lnTo>
                  <a:lnTo>
                    <a:pt x="173" y="471"/>
                  </a:lnTo>
                  <a:lnTo>
                    <a:pt x="146" y="434"/>
                  </a:lnTo>
                  <a:lnTo>
                    <a:pt x="121" y="398"/>
                  </a:lnTo>
                  <a:lnTo>
                    <a:pt x="98" y="361"/>
                  </a:lnTo>
                  <a:lnTo>
                    <a:pt x="78" y="324"/>
                  </a:lnTo>
                  <a:lnTo>
                    <a:pt x="60" y="287"/>
                  </a:lnTo>
                  <a:lnTo>
                    <a:pt x="44" y="251"/>
                  </a:lnTo>
                  <a:lnTo>
                    <a:pt x="30" y="214"/>
                  </a:lnTo>
                  <a:lnTo>
                    <a:pt x="19" y="178"/>
                  </a:lnTo>
                  <a:lnTo>
                    <a:pt x="11" y="141"/>
                  </a:lnTo>
                  <a:lnTo>
                    <a:pt x="5" y="105"/>
                  </a:lnTo>
                  <a:lnTo>
                    <a:pt x="1" y="70"/>
                  </a:lnTo>
                  <a:lnTo>
                    <a:pt x="0" y="35"/>
                  </a:lnTo>
                  <a:lnTo>
                    <a:pt x="2"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33" name="Freeform 22"/>
            <p:cNvSpPr/>
            <p:nvPr/>
          </p:nvSpPr>
          <p:spPr>
            <a:xfrm>
              <a:off x="3895" y="3083"/>
              <a:ext cx="62" cy="42"/>
            </a:xfrm>
            <a:custGeom>
              <a:avLst/>
              <a:gdLst/>
              <a:ahLst/>
              <a:cxnLst>
                <a:cxn ang="0">
                  <a:pos x="0" y="39"/>
                </a:cxn>
                <a:cxn ang="0">
                  <a:pos x="62" y="42"/>
                </a:cxn>
                <a:cxn ang="0">
                  <a:pos x="15" y="0"/>
                </a:cxn>
                <a:cxn ang="0">
                  <a:pos x="25" y="26"/>
                </a:cxn>
                <a:cxn ang="0">
                  <a:pos x="0" y="39"/>
                </a:cxn>
              </a:cxnLst>
              <a:pathLst>
                <a:path w="105" h="67">
                  <a:moveTo>
                    <a:pt x="0" y="62"/>
                  </a:moveTo>
                  <a:lnTo>
                    <a:pt x="105" y="67"/>
                  </a:lnTo>
                  <a:lnTo>
                    <a:pt x="25" y="0"/>
                  </a:lnTo>
                  <a:lnTo>
                    <a:pt x="42" y="42"/>
                  </a:lnTo>
                  <a:lnTo>
                    <a:pt x="0" y="62"/>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34" name="Freeform 23"/>
            <p:cNvSpPr/>
            <p:nvPr/>
          </p:nvSpPr>
          <p:spPr>
            <a:xfrm>
              <a:off x="1864" y="1613"/>
              <a:ext cx="615" cy="678"/>
            </a:xfrm>
            <a:custGeom>
              <a:avLst/>
              <a:gdLst/>
              <a:ahLst/>
              <a:cxnLst>
                <a:cxn ang="0">
                  <a:pos x="0" y="0"/>
                </a:cxn>
                <a:cxn ang="0">
                  <a:pos x="35" y="16"/>
                </a:cxn>
                <a:cxn ang="0">
                  <a:pos x="69" y="32"/>
                </a:cxn>
                <a:cxn ang="0">
                  <a:pos x="103" y="48"/>
                </a:cxn>
                <a:cxn ang="0">
                  <a:pos x="135" y="66"/>
                </a:cxn>
                <a:cxn ang="0">
                  <a:pos x="167" y="84"/>
                </a:cxn>
                <a:cxn ang="0">
                  <a:pos x="198" y="103"/>
                </a:cxn>
                <a:cxn ang="0">
                  <a:pos x="228" y="122"/>
                </a:cxn>
                <a:cxn ang="0">
                  <a:pos x="257" y="142"/>
                </a:cxn>
                <a:cxn ang="0">
                  <a:pos x="285" y="162"/>
                </a:cxn>
                <a:cxn ang="0">
                  <a:pos x="313" y="182"/>
                </a:cxn>
                <a:cxn ang="0">
                  <a:pos x="339" y="203"/>
                </a:cxn>
                <a:cxn ang="0">
                  <a:pos x="364" y="225"/>
                </a:cxn>
                <a:cxn ang="0">
                  <a:pos x="388" y="247"/>
                </a:cxn>
                <a:cxn ang="0">
                  <a:pos x="412" y="268"/>
                </a:cxn>
                <a:cxn ang="0">
                  <a:pos x="434" y="291"/>
                </a:cxn>
                <a:cxn ang="0">
                  <a:pos x="455" y="313"/>
                </a:cxn>
                <a:cxn ang="0">
                  <a:pos x="475" y="335"/>
                </a:cxn>
                <a:cxn ang="0">
                  <a:pos x="493" y="358"/>
                </a:cxn>
                <a:cxn ang="0">
                  <a:pos x="511" y="381"/>
                </a:cxn>
                <a:cxn ang="0">
                  <a:pos x="527" y="404"/>
                </a:cxn>
                <a:cxn ang="0">
                  <a:pos x="542" y="428"/>
                </a:cxn>
                <a:cxn ang="0">
                  <a:pos x="556" y="450"/>
                </a:cxn>
                <a:cxn ang="0">
                  <a:pos x="568" y="474"/>
                </a:cxn>
                <a:cxn ang="0">
                  <a:pos x="579" y="497"/>
                </a:cxn>
                <a:cxn ang="0">
                  <a:pos x="589" y="520"/>
                </a:cxn>
                <a:cxn ang="0">
                  <a:pos x="596" y="543"/>
                </a:cxn>
                <a:cxn ang="0">
                  <a:pos x="604" y="566"/>
                </a:cxn>
                <a:cxn ang="0">
                  <a:pos x="608" y="589"/>
                </a:cxn>
                <a:cxn ang="0">
                  <a:pos x="612" y="611"/>
                </a:cxn>
                <a:cxn ang="0">
                  <a:pos x="614" y="634"/>
                </a:cxn>
                <a:cxn ang="0">
                  <a:pos x="615" y="656"/>
                </a:cxn>
                <a:cxn ang="0">
                  <a:pos x="614" y="678"/>
                </a:cxn>
              </a:cxnLst>
              <a:pathLst>
                <a:path w="1026" h="1078">
                  <a:moveTo>
                    <a:pt x="0" y="0"/>
                  </a:moveTo>
                  <a:lnTo>
                    <a:pt x="58" y="25"/>
                  </a:lnTo>
                  <a:lnTo>
                    <a:pt x="115" y="51"/>
                  </a:lnTo>
                  <a:lnTo>
                    <a:pt x="171" y="77"/>
                  </a:lnTo>
                  <a:lnTo>
                    <a:pt x="225" y="105"/>
                  </a:lnTo>
                  <a:lnTo>
                    <a:pt x="278" y="134"/>
                  </a:lnTo>
                  <a:lnTo>
                    <a:pt x="330" y="164"/>
                  </a:lnTo>
                  <a:lnTo>
                    <a:pt x="380" y="194"/>
                  </a:lnTo>
                  <a:lnTo>
                    <a:pt x="429" y="225"/>
                  </a:lnTo>
                  <a:lnTo>
                    <a:pt x="476" y="257"/>
                  </a:lnTo>
                  <a:lnTo>
                    <a:pt x="522" y="290"/>
                  </a:lnTo>
                  <a:lnTo>
                    <a:pt x="566" y="323"/>
                  </a:lnTo>
                  <a:lnTo>
                    <a:pt x="608" y="357"/>
                  </a:lnTo>
                  <a:lnTo>
                    <a:pt x="648" y="392"/>
                  </a:lnTo>
                  <a:lnTo>
                    <a:pt x="687" y="426"/>
                  </a:lnTo>
                  <a:lnTo>
                    <a:pt x="724" y="462"/>
                  </a:lnTo>
                  <a:lnTo>
                    <a:pt x="759" y="497"/>
                  </a:lnTo>
                  <a:lnTo>
                    <a:pt x="792" y="533"/>
                  </a:lnTo>
                  <a:lnTo>
                    <a:pt x="823" y="570"/>
                  </a:lnTo>
                  <a:lnTo>
                    <a:pt x="853" y="606"/>
                  </a:lnTo>
                  <a:lnTo>
                    <a:pt x="880" y="643"/>
                  </a:lnTo>
                  <a:lnTo>
                    <a:pt x="905" y="680"/>
                  </a:lnTo>
                  <a:lnTo>
                    <a:pt x="927" y="716"/>
                  </a:lnTo>
                  <a:lnTo>
                    <a:pt x="948" y="753"/>
                  </a:lnTo>
                  <a:lnTo>
                    <a:pt x="966" y="790"/>
                  </a:lnTo>
                  <a:lnTo>
                    <a:pt x="982" y="827"/>
                  </a:lnTo>
                  <a:lnTo>
                    <a:pt x="995" y="864"/>
                  </a:lnTo>
                  <a:lnTo>
                    <a:pt x="1007" y="900"/>
                  </a:lnTo>
                  <a:lnTo>
                    <a:pt x="1015" y="936"/>
                  </a:lnTo>
                  <a:lnTo>
                    <a:pt x="1021" y="972"/>
                  </a:lnTo>
                  <a:lnTo>
                    <a:pt x="1025" y="1008"/>
                  </a:lnTo>
                  <a:lnTo>
                    <a:pt x="1026" y="1043"/>
                  </a:lnTo>
                  <a:lnTo>
                    <a:pt x="1024" y="1078"/>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35" name="Freeform 24"/>
            <p:cNvSpPr/>
            <p:nvPr/>
          </p:nvSpPr>
          <p:spPr>
            <a:xfrm>
              <a:off x="1826" y="1596"/>
              <a:ext cx="63" cy="42"/>
            </a:xfrm>
            <a:custGeom>
              <a:avLst/>
              <a:gdLst/>
              <a:ahLst/>
              <a:cxnLst>
                <a:cxn ang="0">
                  <a:pos x="63" y="3"/>
                </a:cxn>
                <a:cxn ang="0">
                  <a:pos x="0" y="0"/>
                </a:cxn>
                <a:cxn ang="0">
                  <a:pos x="48" y="42"/>
                </a:cxn>
                <a:cxn ang="0">
                  <a:pos x="38" y="16"/>
                </a:cxn>
                <a:cxn ang="0">
                  <a:pos x="63" y="3"/>
                </a:cxn>
              </a:cxnLst>
              <a:pathLst>
                <a:path w="105" h="67">
                  <a:moveTo>
                    <a:pt x="105" y="5"/>
                  </a:moveTo>
                  <a:lnTo>
                    <a:pt x="0" y="0"/>
                  </a:lnTo>
                  <a:lnTo>
                    <a:pt x="80" y="67"/>
                  </a:lnTo>
                  <a:lnTo>
                    <a:pt x="63" y="25"/>
                  </a:lnTo>
                  <a:lnTo>
                    <a:pt x="105" y="5"/>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36" name="Freeform 25"/>
            <p:cNvSpPr/>
            <p:nvPr/>
          </p:nvSpPr>
          <p:spPr>
            <a:xfrm>
              <a:off x="1871" y="2430"/>
              <a:ext cx="607" cy="678"/>
            </a:xfrm>
            <a:custGeom>
              <a:avLst/>
              <a:gdLst/>
              <a:ahLst/>
              <a:cxnLst>
                <a:cxn ang="0">
                  <a:pos x="606" y="0"/>
                </a:cxn>
                <a:cxn ang="0">
                  <a:pos x="607" y="22"/>
                </a:cxn>
                <a:cxn ang="0">
                  <a:pos x="606" y="44"/>
                </a:cxn>
                <a:cxn ang="0">
                  <a:pos x="604" y="66"/>
                </a:cxn>
                <a:cxn ang="0">
                  <a:pos x="600" y="89"/>
                </a:cxn>
                <a:cxn ang="0">
                  <a:pos x="595" y="112"/>
                </a:cxn>
                <a:cxn ang="0">
                  <a:pos x="589" y="135"/>
                </a:cxn>
                <a:cxn ang="0">
                  <a:pos x="581" y="158"/>
                </a:cxn>
                <a:cxn ang="0">
                  <a:pos x="572" y="181"/>
                </a:cxn>
                <a:cxn ang="0">
                  <a:pos x="561" y="204"/>
                </a:cxn>
                <a:cxn ang="0">
                  <a:pos x="548" y="227"/>
                </a:cxn>
                <a:cxn ang="0">
                  <a:pos x="535" y="251"/>
                </a:cxn>
                <a:cxn ang="0">
                  <a:pos x="520" y="273"/>
                </a:cxn>
                <a:cxn ang="0">
                  <a:pos x="504" y="297"/>
                </a:cxn>
                <a:cxn ang="0">
                  <a:pos x="487" y="320"/>
                </a:cxn>
                <a:cxn ang="0">
                  <a:pos x="469" y="342"/>
                </a:cxn>
                <a:cxn ang="0">
                  <a:pos x="449" y="365"/>
                </a:cxn>
                <a:cxn ang="0">
                  <a:pos x="428" y="387"/>
                </a:cxn>
                <a:cxn ang="0">
                  <a:pos x="406" y="410"/>
                </a:cxn>
                <a:cxn ang="0">
                  <a:pos x="383" y="432"/>
                </a:cxn>
                <a:cxn ang="0">
                  <a:pos x="359" y="453"/>
                </a:cxn>
                <a:cxn ang="0">
                  <a:pos x="334" y="475"/>
                </a:cxn>
                <a:cxn ang="0">
                  <a:pos x="308" y="495"/>
                </a:cxn>
                <a:cxn ang="0">
                  <a:pos x="282" y="516"/>
                </a:cxn>
                <a:cxn ang="0">
                  <a:pos x="253" y="536"/>
                </a:cxn>
                <a:cxn ang="0">
                  <a:pos x="225" y="556"/>
                </a:cxn>
                <a:cxn ang="0">
                  <a:pos x="195" y="575"/>
                </a:cxn>
                <a:cxn ang="0">
                  <a:pos x="164" y="594"/>
                </a:cxn>
                <a:cxn ang="0">
                  <a:pos x="133" y="612"/>
                </a:cxn>
                <a:cxn ang="0">
                  <a:pos x="101" y="630"/>
                </a:cxn>
                <a:cxn ang="0">
                  <a:pos x="68" y="646"/>
                </a:cxn>
                <a:cxn ang="0">
                  <a:pos x="34" y="662"/>
                </a:cxn>
                <a:cxn ang="0">
                  <a:pos x="0" y="678"/>
                </a:cxn>
              </a:cxnLst>
              <a:pathLst>
                <a:path w="1026" h="1077">
                  <a:moveTo>
                    <a:pt x="1024" y="0"/>
                  </a:moveTo>
                  <a:lnTo>
                    <a:pt x="1026" y="35"/>
                  </a:lnTo>
                  <a:lnTo>
                    <a:pt x="1025" y="70"/>
                  </a:lnTo>
                  <a:lnTo>
                    <a:pt x="1021" y="105"/>
                  </a:lnTo>
                  <a:lnTo>
                    <a:pt x="1015" y="141"/>
                  </a:lnTo>
                  <a:lnTo>
                    <a:pt x="1006" y="178"/>
                  </a:lnTo>
                  <a:lnTo>
                    <a:pt x="995" y="214"/>
                  </a:lnTo>
                  <a:lnTo>
                    <a:pt x="982" y="251"/>
                  </a:lnTo>
                  <a:lnTo>
                    <a:pt x="966" y="287"/>
                  </a:lnTo>
                  <a:lnTo>
                    <a:pt x="948" y="324"/>
                  </a:lnTo>
                  <a:lnTo>
                    <a:pt x="927" y="361"/>
                  </a:lnTo>
                  <a:lnTo>
                    <a:pt x="904" y="398"/>
                  </a:lnTo>
                  <a:lnTo>
                    <a:pt x="879" y="434"/>
                  </a:lnTo>
                  <a:lnTo>
                    <a:pt x="852" y="471"/>
                  </a:lnTo>
                  <a:lnTo>
                    <a:pt x="823" y="508"/>
                  </a:lnTo>
                  <a:lnTo>
                    <a:pt x="792" y="544"/>
                  </a:lnTo>
                  <a:lnTo>
                    <a:pt x="759" y="580"/>
                  </a:lnTo>
                  <a:lnTo>
                    <a:pt x="724" y="615"/>
                  </a:lnTo>
                  <a:lnTo>
                    <a:pt x="687" y="651"/>
                  </a:lnTo>
                  <a:lnTo>
                    <a:pt x="648" y="686"/>
                  </a:lnTo>
                  <a:lnTo>
                    <a:pt x="607" y="720"/>
                  </a:lnTo>
                  <a:lnTo>
                    <a:pt x="565" y="754"/>
                  </a:lnTo>
                  <a:lnTo>
                    <a:pt x="521" y="787"/>
                  </a:lnTo>
                  <a:lnTo>
                    <a:pt x="476" y="820"/>
                  </a:lnTo>
                  <a:lnTo>
                    <a:pt x="428" y="852"/>
                  </a:lnTo>
                  <a:lnTo>
                    <a:pt x="380" y="883"/>
                  </a:lnTo>
                  <a:lnTo>
                    <a:pt x="329" y="913"/>
                  </a:lnTo>
                  <a:lnTo>
                    <a:pt x="278" y="943"/>
                  </a:lnTo>
                  <a:lnTo>
                    <a:pt x="225" y="972"/>
                  </a:lnTo>
                  <a:lnTo>
                    <a:pt x="170" y="1000"/>
                  </a:lnTo>
                  <a:lnTo>
                    <a:pt x="115" y="1026"/>
                  </a:lnTo>
                  <a:lnTo>
                    <a:pt x="58" y="1052"/>
                  </a:lnTo>
                  <a:lnTo>
                    <a:pt x="0" y="1077"/>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37" name="Freeform 26"/>
            <p:cNvSpPr/>
            <p:nvPr/>
          </p:nvSpPr>
          <p:spPr>
            <a:xfrm>
              <a:off x="1834" y="3081"/>
              <a:ext cx="62" cy="43"/>
            </a:xfrm>
            <a:custGeom>
              <a:avLst/>
              <a:gdLst/>
              <a:ahLst/>
              <a:cxnLst>
                <a:cxn ang="0">
                  <a:pos x="47" y="0"/>
                </a:cxn>
                <a:cxn ang="0">
                  <a:pos x="0" y="43"/>
                </a:cxn>
                <a:cxn ang="0">
                  <a:pos x="62" y="39"/>
                </a:cxn>
                <a:cxn ang="0">
                  <a:pos x="38" y="27"/>
                </a:cxn>
                <a:cxn ang="0">
                  <a:pos x="47" y="0"/>
                </a:cxn>
              </a:cxnLst>
              <a:pathLst>
                <a:path w="104" h="68">
                  <a:moveTo>
                    <a:pt x="79" y="0"/>
                  </a:moveTo>
                  <a:lnTo>
                    <a:pt x="0" y="68"/>
                  </a:lnTo>
                  <a:lnTo>
                    <a:pt x="104" y="62"/>
                  </a:lnTo>
                  <a:lnTo>
                    <a:pt x="63" y="43"/>
                  </a:lnTo>
                  <a:lnTo>
                    <a:pt x="79"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38" name="Freeform 27"/>
            <p:cNvSpPr/>
            <p:nvPr/>
          </p:nvSpPr>
          <p:spPr>
            <a:xfrm>
              <a:off x="3329" y="1613"/>
              <a:ext cx="606" cy="678"/>
            </a:xfrm>
            <a:custGeom>
              <a:avLst/>
              <a:gdLst/>
              <a:ahLst/>
              <a:cxnLst>
                <a:cxn ang="0">
                  <a:pos x="1" y="678"/>
                </a:cxn>
                <a:cxn ang="0">
                  <a:pos x="0" y="656"/>
                </a:cxn>
                <a:cxn ang="0">
                  <a:pos x="1" y="634"/>
                </a:cxn>
                <a:cxn ang="0">
                  <a:pos x="3" y="611"/>
                </a:cxn>
                <a:cxn ang="0">
                  <a:pos x="7" y="589"/>
                </a:cxn>
                <a:cxn ang="0">
                  <a:pos x="11" y="566"/>
                </a:cxn>
                <a:cxn ang="0">
                  <a:pos x="18" y="543"/>
                </a:cxn>
                <a:cxn ang="0">
                  <a:pos x="26" y="520"/>
                </a:cxn>
                <a:cxn ang="0">
                  <a:pos x="35" y="497"/>
                </a:cxn>
                <a:cxn ang="0">
                  <a:pos x="46" y="474"/>
                </a:cxn>
                <a:cxn ang="0">
                  <a:pos x="58" y="450"/>
                </a:cxn>
                <a:cxn ang="0">
                  <a:pos x="72" y="428"/>
                </a:cxn>
                <a:cxn ang="0">
                  <a:pos x="86" y="404"/>
                </a:cxn>
                <a:cxn ang="0">
                  <a:pos x="102" y="381"/>
                </a:cxn>
                <a:cxn ang="0">
                  <a:pos x="119" y="358"/>
                </a:cxn>
                <a:cxn ang="0">
                  <a:pos x="138" y="335"/>
                </a:cxn>
                <a:cxn ang="0">
                  <a:pos x="157" y="313"/>
                </a:cxn>
                <a:cxn ang="0">
                  <a:pos x="178" y="291"/>
                </a:cxn>
                <a:cxn ang="0">
                  <a:pos x="200" y="268"/>
                </a:cxn>
                <a:cxn ang="0">
                  <a:pos x="223" y="247"/>
                </a:cxn>
                <a:cxn ang="0">
                  <a:pos x="247" y="225"/>
                </a:cxn>
                <a:cxn ang="0">
                  <a:pos x="272" y="203"/>
                </a:cxn>
                <a:cxn ang="0">
                  <a:pos x="298" y="182"/>
                </a:cxn>
                <a:cxn ang="0">
                  <a:pos x="325" y="162"/>
                </a:cxn>
                <a:cxn ang="0">
                  <a:pos x="353" y="142"/>
                </a:cxn>
                <a:cxn ang="0">
                  <a:pos x="381" y="122"/>
                </a:cxn>
                <a:cxn ang="0">
                  <a:pos x="411" y="103"/>
                </a:cxn>
                <a:cxn ang="0">
                  <a:pos x="442" y="84"/>
                </a:cxn>
                <a:cxn ang="0">
                  <a:pos x="473" y="66"/>
                </a:cxn>
                <a:cxn ang="0">
                  <a:pos x="505" y="48"/>
                </a:cxn>
                <a:cxn ang="0">
                  <a:pos x="538" y="32"/>
                </a:cxn>
                <a:cxn ang="0">
                  <a:pos x="572" y="16"/>
                </a:cxn>
                <a:cxn ang="0">
                  <a:pos x="606" y="0"/>
                </a:cxn>
              </a:cxnLst>
              <a:pathLst>
                <a:path w="1025" h="1078">
                  <a:moveTo>
                    <a:pt x="2" y="1078"/>
                  </a:moveTo>
                  <a:lnTo>
                    <a:pt x="0" y="1043"/>
                  </a:lnTo>
                  <a:lnTo>
                    <a:pt x="1" y="1008"/>
                  </a:lnTo>
                  <a:lnTo>
                    <a:pt x="5" y="972"/>
                  </a:lnTo>
                  <a:lnTo>
                    <a:pt x="11" y="936"/>
                  </a:lnTo>
                  <a:lnTo>
                    <a:pt x="19" y="900"/>
                  </a:lnTo>
                  <a:lnTo>
                    <a:pt x="30" y="864"/>
                  </a:lnTo>
                  <a:lnTo>
                    <a:pt x="44" y="827"/>
                  </a:lnTo>
                  <a:lnTo>
                    <a:pt x="60" y="790"/>
                  </a:lnTo>
                  <a:lnTo>
                    <a:pt x="78" y="753"/>
                  </a:lnTo>
                  <a:lnTo>
                    <a:pt x="98" y="716"/>
                  </a:lnTo>
                  <a:lnTo>
                    <a:pt x="121" y="680"/>
                  </a:lnTo>
                  <a:lnTo>
                    <a:pt x="146" y="643"/>
                  </a:lnTo>
                  <a:lnTo>
                    <a:pt x="173" y="606"/>
                  </a:lnTo>
                  <a:lnTo>
                    <a:pt x="202" y="570"/>
                  </a:lnTo>
                  <a:lnTo>
                    <a:pt x="233" y="533"/>
                  </a:lnTo>
                  <a:lnTo>
                    <a:pt x="266" y="497"/>
                  </a:lnTo>
                  <a:lnTo>
                    <a:pt x="301" y="462"/>
                  </a:lnTo>
                  <a:lnTo>
                    <a:pt x="338" y="426"/>
                  </a:lnTo>
                  <a:lnTo>
                    <a:pt x="377" y="392"/>
                  </a:lnTo>
                  <a:lnTo>
                    <a:pt x="418" y="357"/>
                  </a:lnTo>
                  <a:lnTo>
                    <a:pt x="460" y="323"/>
                  </a:lnTo>
                  <a:lnTo>
                    <a:pt x="504" y="290"/>
                  </a:lnTo>
                  <a:lnTo>
                    <a:pt x="550" y="257"/>
                  </a:lnTo>
                  <a:lnTo>
                    <a:pt x="597" y="225"/>
                  </a:lnTo>
                  <a:lnTo>
                    <a:pt x="645" y="194"/>
                  </a:lnTo>
                  <a:lnTo>
                    <a:pt x="696" y="164"/>
                  </a:lnTo>
                  <a:lnTo>
                    <a:pt x="747" y="134"/>
                  </a:lnTo>
                  <a:lnTo>
                    <a:pt x="800" y="105"/>
                  </a:lnTo>
                  <a:lnTo>
                    <a:pt x="855" y="77"/>
                  </a:lnTo>
                  <a:lnTo>
                    <a:pt x="910" y="51"/>
                  </a:lnTo>
                  <a:lnTo>
                    <a:pt x="967" y="25"/>
                  </a:lnTo>
                  <a:lnTo>
                    <a:pt x="1025"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39" name="Freeform 28"/>
            <p:cNvSpPr/>
            <p:nvPr/>
          </p:nvSpPr>
          <p:spPr>
            <a:xfrm>
              <a:off x="3911" y="1597"/>
              <a:ext cx="62" cy="43"/>
            </a:xfrm>
            <a:custGeom>
              <a:avLst/>
              <a:gdLst/>
              <a:ahLst/>
              <a:cxnLst>
                <a:cxn ang="0">
                  <a:pos x="15" y="43"/>
                </a:cxn>
                <a:cxn ang="0">
                  <a:pos x="62" y="0"/>
                </a:cxn>
                <a:cxn ang="0">
                  <a:pos x="0" y="4"/>
                </a:cxn>
                <a:cxn ang="0">
                  <a:pos x="24" y="16"/>
                </a:cxn>
                <a:cxn ang="0">
                  <a:pos x="15" y="43"/>
                </a:cxn>
              </a:cxnLst>
              <a:pathLst>
                <a:path w="104" h="68">
                  <a:moveTo>
                    <a:pt x="25" y="68"/>
                  </a:moveTo>
                  <a:lnTo>
                    <a:pt x="104" y="0"/>
                  </a:lnTo>
                  <a:lnTo>
                    <a:pt x="0" y="6"/>
                  </a:lnTo>
                  <a:lnTo>
                    <a:pt x="41" y="25"/>
                  </a:lnTo>
                  <a:lnTo>
                    <a:pt x="25" y="68"/>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40" name="Freeform 29"/>
            <p:cNvSpPr/>
            <p:nvPr/>
          </p:nvSpPr>
          <p:spPr>
            <a:xfrm>
              <a:off x="3358" y="1860"/>
              <a:ext cx="979" cy="462"/>
            </a:xfrm>
            <a:custGeom>
              <a:avLst/>
              <a:gdLst/>
              <a:ahLst/>
              <a:cxnLst>
                <a:cxn ang="0">
                  <a:pos x="0" y="462"/>
                </a:cxn>
                <a:cxn ang="0">
                  <a:pos x="18" y="437"/>
                </a:cxn>
                <a:cxn ang="0">
                  <a:pos x="37" y="412"/>
                </a:cxn>
                <a:cxn ang="0">
                  <a:pos x="57" y="387"/>
                </a:cxn>
                <a:cxn ang="0">
                  <a:pos x="77" y="364"/>
                </a:cxn>
                <a:cxn ang="0">
                  <a:pos x="99" y="341"/>
                </a:cxn>
                <a:cxn ang="0">
                  <a:pos x="122" y="318"/>
                </a:cxn>
                <a:cxn ang="0">
                  <a:pos x="147" y="296"/>
                </a:cxn>
                <a:cxn ang="0">
                  <a:pos x="171" y="276"/>
                </a:cxn>
                <a:cxn ang="0">
                  <a:pos x="197" y="255"/>
                </a:cxn>
                <a:cxn ang="0">
                  <a:pos x="224" y="235"/>
                </a:cxn>
                <a:cxn ang="0">
                  <a:pos x="252" y="216"/>
                </a:cxn>
                <a:cxn ang="0">
                  <a:pos x="280" y="198"/>
                </a:cxn>
                <a:cxn ang="0">
                  <a:pos x="309" y="181"/>
                </a:cxn>
                <a:cxn ang="0">
                  <a:pos x="339" y="164"/>
                </a:cxn>
                <a:cxn ang="0">
                  <a:pos x="370" y="148"/>
                </a:cxn>
                <a:cxn ang="0">
                  <a:pos x="401" y="132"/>
                </a:cxn>
                <a:cxn ang="0">
                  <a:pos x="434" y="118"/>
                </a:cxn>
                <a:cxn ang="0">
                  <a:pos x="466" y="104"/>
                </a:cxn>
                <a:cxn ang="0">
                  <a:pos x="500" y="91"/>
                </a:cxn>
                <a:cxn ang="0">
                  <a:pos x="534" y="79"/>
                </a:cxn>
                <a:cxn ang="0">
                  <a:pos x="568" y="67"/>
                </a:cxn>
                <a:cxn ang="0">
                  <a:pos x="603" y="57"/>
                </a:cxn>
                <a:cxn ang="0">
                  <a:pos x="639" y="47"/>
                </a:cxn>
                <a:cxn ang="0">
                  <a:pos x="675" y="38"/>
                </a:cxn>
                <a:cxn ang="0">
                  <a:pos x="712" y="30"/>
                </a:cxn>
                <a:cxn ang="0">
                  <a:pos x="749" y="23"/>
                </a:cxn>
                <a:cxn ang="0">
                  <a:pos x="786" y="17"/>
                </a:cxn>
                <a:cxn ang="0">
                  <a:pos x="824" y="12"/>
                </a:cxn>
                <a:cxn ang="0">
                  <a:pos x="863" y="8"/>
                </a:cxn>
                <a:cxn ang="0">
                  <a:pos x="901" y="4"/>
                </a:cxn>
                <a:cxn ang="0">
                  <a:pos x="940" y="1"/>
                </a:cxn>
                <a:cxn ang="0">
                  <a:pos x="979" y="0"/>
                </a:cxn>
              </a:cxnLst>
              <a:pathLst>
                <a:path w="1657" h="675">
                  <a:moveTo>
                    <a:pt x="0" y="675"/>
                  </a:moveTo>
                  <a:lnTo>
                    <a:pt x="30" y="638"/>
                  </a:lnTo>
                  <a:lnTo>
                    <a:pt x="62" y="602"/>
                  </a:lnTo>
                  <a:lnTo>
                    <a:pt x="96" y="566"/>
                  </a:lnTo>
                  <a:lnTo>
                    <a:pt x="131" y="532"/>
                  </a:lnTo>
                  <a:lnTo>
                    <a:pt x="168" y="498"/>
                  </a:lnTo>
                  <a:lnTo>
                    <a:pt x="207" y="465"/>
                  </a:lnTo>
                  <a:lnTo>
                    <a:pt x="248" y="433"/>
                  </a:lnTo>
                  <a:lnTo>
                    <a:pt x="290" y="403"/>
                  </a:lnTo>
                  <a:lnTo>
                    <a:pt x="334" y="373"/>
                  </a:lnTo>
                  <a:lnTo>
                    <a:pt x="379" y="344"/>
                  </a:lnTo>
                  <a:lnTo>
                    <a:pt x="426" y="316"/>
                  </a:lnTo>
                  <a:lnTo>
                    <a:pt x="474" y="289"/>
                  </a:lnTo>
                  <a:lnTo>
                    <a:pt x="523" y="264"/>
                  </a:lnTo>
                  <a:lnTo>
                    <a:pt x="574" y="239"/>
                  </a:lnTo>
                  <a:lnTo>
                    <a:pt x="626" y="216"/>
                  </a:lnTo>
                  <a:lnTo>
                    <a:pt x="679" y="193"/>
                  </a:lnTo>
                  <a:lnTo>
                    <a:pt x="734" y="172"/>
                  </a:lnTo>
                  <a:lnTo>
                    <a:pt x="789" y="152"/>
                  </a:lnTo>
                  <a:lnTo>
                    <a:pt x="846" y="133"/>
                  </a:lnTo>
                  <a:lnTo>
                    <a:pt x="903" y="115"/>
                  </a:lnTo>
                  <a:lnTo>
                    <a:pt x="962" y="98"/>
                  </a:lnTo>
                  <a:lnTo>
                    <a:pt x="1021" y="83"/>
                  </a:lnTo>
                  <a:lnTo>
                    <a:pt x="1082" y="69"/>
                  </a:lnTo>
                  <a:lnTo>
                    <a:pt x="1143" y="56"/>
                  </a:lnTo>
                  <a:lnTo>
                    <a:pt x="1205" y="44"/>
                  </a:lnTo>
                  <a:lnTo>
                    <a:pt x="1268" y="34"/>
                  </a:lnTo>
                  <a:lnTo>
                    <a:pt x="1331" y="25"/>
                  </a:lnTo>
                  <a:lnTo>
                    <a:pt x="1395" y="17"/>
                  </a:lnTo>
                  <a:lnTo>
                    <a:pt x="1460" y="11"/>
                  </a:lnTo>
                  <a:lnTo>
                    <a:pt x="1525" y="6"/>
                  </a:lnTo>
                  <a:lnTo>
                    <a:pt x="1591" y="2"/>
                  </a:lnTo>
                  <a:lnTo>
                    <a:pt x="1657"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41" name="Freeform 30"/>
            <p:cNvSpPr/>
            <p:nvPr/>
          </p:nvSpPr>
          <p:spPr>
            <a:xfrm>
              <a:off x="4319" y="1839"/>
              <a:ext cx="59" cy="45"/>
            </a:xfrm>
            <a:custGeom>
              <a:avLst/>
              <a:gdLst/>
              <a:ahLst/>
              <a:cxnLst>
                <a:cxn ang="0">
                  <a:pos x="1" y="45"/>
                </a:cxn>
                <a:cxn ang="0">
                  <a:pos x="59" y="21"/>
                </a:cxn>
                <a:cxn ang="0">
                  <a:pos x="0" y="0"/>
                </a:cxn>
                <a:cxn ang="0">
                  <a:pos x="18" y="22"/>
                </a:cxn>
                <a:cxn ang="0">
                  <a:pos x="1" y="45"/>
                </a:cxn>
              </a:cxnLst>
              <a:pathLst>
                <a:path w="99" h="67">
                  <a:moveTo>
                    <a:pt x="1" y="67"/>
                  </a:moveTo>
                  <a:lnTo>
                    <a:pt x="99" y="32"/>
                  </a:lnTo>
                  <a:lnTo>
                    <a:pt x="0" y="0"/>
                  </a:lnTo>
                  <a:lnTo>
                    <a:pt x="31" y="33"/>
                  </a:lnTo>
                  <a:lnTo>
                    <a:pt x="1" y="67"/>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42" name="Freeform 31"/>
            <p:cNvSpPr/>
            <p:nvPr/>
          </p:nvSpPr>
          <p:spPr>
            <a:xfrm>
              <a:off x="3358" y="2412"/>
              <a:ext cx="982" cy="424"/>
            </a:xfrm>
            <a:custGeom>
              <a:avLst/>
              <a:gdLst/>
              <a:ahLst/>
              <a:cxnLst>
                <a:cxn ang="0">
                  <a:pos x="982" y="424"/>
                </a:cxn>
                <a:cxn ang="0">
                  <a:pos x="982" y="424"/>
                </a:cxn>
                <a:cxn ang="0">
                  <a:pos x="981" y="424"/>
                </a:cxn>
                <a:cxn ang="0">
                  <a:pos x="980" y="424"/>
                </a:cxn>
                <a:cxn ang="0">
                  <a:pos x="941" y="423"/>
                </a:cxn>
                <a:cxn ang="0">
                  <a:pos x="902" y="420"/>
                </a:cxn>
                <a:cxn ang="0">
                  <a:pos x="864" y="417"/>
                </a:cxn>
                <a:cxn ang="0">
                  <a:pos x="825" y="413"/>
                </a:cxn>
                <a:cxn ang="0">
                  <a:pos x="788" y="408"/>
                </a:cxn>
                <a:cxn ang="0">
                  <a:pos x="750" y="403"/>
                </a:cxn>
                <a:cxn ang="0">
                  <a:pos x="713" y="396"/>
                </a:cxn>
                <a:cxn ang="0">
                  <a:pos x="677" y="389"/>
                </a:cxn>
                <a:cxn ang="0">
                  <a:pos x="640" y="381"/>
                </a:cxn>
                <a:cxn ang="0">
                  <a:pos x="604" y="372"/>
                </a:cxn>
                <a:cxn ang="0">
                  <a:pos x="570" y="362"/>
                </a:cxn>
                <a:cxn ang="0">
                  <a:pos x="535" y="352"/>
                </a:cxn>
                <a:cxn ang="0">
                  <a:pos x="500" y="340"/>
                </a:cxn>
                <a:cxn ang="0">
                  <a:pos x="467" y="328"/>
                </a:cxn>
                <a:cxn ang="0">
                  <a:pos x="434" y="316"/>
                </a:cxn>
                <a:cxn ang="0">
                  <a:pos x="402" y="303"/>
                </a:cxn>
                <a:cxn ang="0">
                  <a:pos x="370" y="289"/>
                </a:cxn>
                <a:cxn ang="0">
                  <a:pos x="340" y="274"/>
                </a:cxn>
                <a:cxn ang="0">
                  <a:pos x="310" y="259"/>
                </a:cxn>
                <a:cxn ang="0">
                  <a:pos x="281" y="242"/>
                </a:cxn>
                <a:cxn ang="0">
                  <a:pos x="252" y="225"/>
                </a:cxn>
                <a:cxn ang="0">
                  <a:pos x="225" y="208"/>
                </a:cxn>
                <a:cxn ang="0">
                  <a:pos x="198" y="190"/>
                </a:cxn>
                <a:cxn ang="0">
                  <a:pos x="172" y="171"/>
                </a:cxn>
                <a:cxn ang="0">
                  <a:pos x="147" y="152"/>
                </a:cxn>
                <a:cxn ang="0">
                  <a:pos x="123" y="131"/>
                </a:cxn>
                <a:cxn ang="0">
                  <a:pos x="100" y="111"/>
                </a:cxn>
                <a:cxn ang="0">
                  <a:pos x="78" y="90"/>
                </a:cxn>
                <a:cxn ang="0">
                  <a:pos x="57" y="69"/>
                </a:cxn>
                <a:cxn ang="0">
                  <a:pos x="37" y="46"/>
                </a:cxn>
                <a:cxn ang="0">
                  <a:pos x="18" y="23"/>
                </a:cxn>
                <a:cxn ang="0">
                  <a:pos x="0" y="0"/>
                </a:cxn>
              </a:cxnLst>
              <a:pathLst>
                <a:path w="1662" h="674">
                  <a:moveTo>
                    <a:pt x="1662" y="674"/>
                  </a:moveTo>
                  <a:lnTo>
                    <a:pt x="1662" y="674"/>
                  </a:lnTo>
                  <a:lnTo>
                    <a:pt x="1661" y="674"/>
                  </a:lnTo>
                  <a:lnTo>
                    <a:pt x="1659" y="674"/>
                  </a:lnTo>
                  <a:lnTo>
                    <a:pt x="1593" y="672"/>
                  </a:lnTo>
                  <a:lnTo>
                    <a:pt x="1527" y="668"/>
                  </a:lnTo>
                  <a:lnTo>
                    <a:pt x="1462" y="663"/>
                  </a:lnTo>
                  <a:lnTo>
                    <a:pt x="1397" y="657"/>
                  </a:lnTo>
                  <a:lnTo>
                    <a:pt x="1333" y="649"/>
                  </a:lnTo>
                  <a:lnTo>
                    <a:pt x="1270" y="640"/>
                  </a:lnTo>
                  <a:lnTo>
                    <a:pt x="1207" y="630"/>
                  </a:lnTo>
                  <a:lnTo>
                    <a:pt x="1145" y="618"/>
                  </a:lnTo>
                  <a:lnTo>
                    <a:pt x="1084" y="605"/>
                  </a:lnTo>
                  <a:lnTo>
                    <a:pt x="1023" y="591"/>
                  </a:lnTo>
                  <a:lnTo>
                    <a:pt x="964" y="576"/>
                  </a:lnTo>
                  <a:lnTo>
                    <a:pt x="905" y="559"/>
                  </a:lnTo>
                  <a:lnTo>
                    <a:pt x="847" y="541"/>
                  </a:lnTo>
                  <a:lnTo>
                    <a:pt x="791" y="522"/>
                  </a:lnTo>
                  <a:lnTo>
                    <a:pt x="735" y="502"/>
                  </a:lnTo>
                  <a:lnTo>
                    <a:pt x="681" y="481"/>
                  </a:lnTo>
                  <a:lnTo>
                    <a:pt x="627" y="459"/>
                  </a:lnTo>
                  <a:lnTo>
                    <a:pt x="575" y="435"/>
                  </a:lnTo>
                  <a:lnTo>
                    <a:pt x="524" y="411"/>
                  </a:lnTo>
                  <a:lnTo>
                    <a:pt x="475" y="385"/>
                  </a:lnTo>
                  <a:lnTo>
                    <a:pt x="427" y="358"/>
                  </a:lnTo>
                  <a:lnTo>
                    <a:pt x="380" y="330"/>
                  </a:lnTo>
                  <a:lnTo>
                    <a:pt x="335" y="302"/>
                  </a:lnTo>
                  <a:lnTo>
                    <a:pt x="291" y="272"/>
                  </a:lnTo>
                  <a:lnTo>
                    <a:pt x="249" y="241"/>
                  </a:lnTo>
                  <a:lnTo>
                    <a:pt x="208" y="209"/>
                  </a:lnTo>
                  <a:lnTo>
                    <a:pt x="169" y="177"/>
                  </a:lnTo>
                  <a:lnTo>
                    <a:pt x="132" y="143"/>
                  </a:lnTo>
                  <a:lnTo>
                    <a:pt x="96" y="109"/>
                  </a:lnTo>
                  <a:lnTo>
                    <a:pt x="62" y="73"/>
                  </a:lnTo>
                  <a:lnTo>
                    <a:pt x="30" y="37"/>
                  </a:lnTo>
                  <a:lnTo>
                    <a:pt x="0"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43" name="Freeform 32"/>
            <p:cNvSpPr/>
            <p:nvPr/>
          </p:nvSpPr>
          <p:spPr>
            <a:xfrm>
              <a:off x="4320" y="2816"/>
              <a:ext cx="58" cy="42"/>
            </a:xfrm>
            <a:custGeom>
              <a:avLst/>
              <a:gdLst/>
              <a:ahLst/>
              <a:cxnLst>
                <a:cxn ang="0">
                  <a:pos x="0" y="42"/>
                </a:cxn>
                <a:cxn ang="0">
                  <a:pos x="58" y="21"/>
                </a:cxn>
                <a:cxn ang="0">
                  <a:pos x="1" y="0"/>
                </a:cxn>
                <a:cxn ang="0">
                  <a:pos x="18" y="21"/>
                </a:cxn>
                <a:cxn ang="0">
                  <a:pos x="0" y="42"/>
                </a:cxn>
              </a:cxnLst>
              <a:pathLst>
                <a:path w="99" h="67">
                  <a:moveTo>
                    <a:pt x="0" y="67"/>
                  </a:moveTo>
                  <a:lnTo>
                    <a:pt x="99" y="34"/>
                  </a:lnTo>
                  <a:lnTo>
                    <a:pt x="1" y="0"/>
                  </a:lnTo>
                  <a:lnTo>
                    <a:pt x="31" y="33"/>
                  </a:lnTo>
                  <a:lnTo>
                    <a:pt x="0" y="67"/>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44" name="Freeform 33"/>
            <p:cNvSpPr/>
            <p:nvPr/>
          </p:nvSpPr>
          <p:spPr>
            <a:xfrm>
              <a:off x="1495" y="1888"/>
              <a:ext cx="955" cy="403"/>
            </a:xfrm>
            <a:custGeom>
              <a:avLst/>
              <a:gdLst/>
              <a:ahLst/>
              <a:cxnLst>
                <a:cxn ang="0">
                  <a:pos x="0" y="1"/>
                </a:cxn>
                <a:cxn ang="0">
                  <a:pos x="0" y="1"/>
                </a:cxn>
                <a:cxn ang="0">
                  <a:pos x="1" y="0"/>
                </a:cxn>
                <a:cxn ang="0">
                  <a:pos x="39" y="1"/>
                </a:cxn>
                <a:cxn ang="0">
                  <a:pos x="77" y="4"/>
                </a:cxn>
                <a:cxn ang="0">
                  <a:pos x="114" y="7"/>
                </a:cxn>
                <a:cxn ang="0">
                  <a:pos x="152" y="10"/>
                </a:cxn>
                <a:cxn ang="0">
                  <a:pos x="188" y="15"/>
                </a:cxn>
                <a:cxn ang="0">
                  <a:pos x="225" y="20"/>
                </a:cxn>
                <a:cxn ang="0">
                  <a:pos x="261" y="26"/>
                </a:cxn>
                <a:cxn ang="0">
                  <a:pos x="296" y="33"/>
                </a:cxn>
                <a:cxn ang="0">
                  <a:pos x="332" y="41"/>
                </a:cxn>
                <a:cxn ang="0">
                  <a:pos x="367" y="50"/>
                </a:cxn>
                <a:cxn ang="0">
                  <a:pos x="401" y="59"/>
                </a:cxn>
                <a:cxn ang="0">
                  <a:pos x="434" y="69"/>
                </a:cxn>
                <a:cxn ang="0">
                  <a:pos x="468" y="79"/>
                </a:cxn>
                <a:cxn ang="0">
                  <a:pos x="500" y="91"/>
                </a:cxn>
                <a:cxn ang="0">
                  <a:pos x="532" y="103"/>
                </a:cxn>
                <a:cxn ang="0">
                  <a:pos x="564" y="115"/>
                </a:cxn>
                <a:cxn ang="0">
                  <a:pos x="594" y="129"/>
                </a:cxn>
                <a:cxn ang="0">
                  <a:pos x="624" y="143"/>
                </a:cxn>
                <a:cxn ang="0">
                  <a:pos x="653" y="158"/>
                </a:cxn>
                <a:cxn ang="0">
                  <a:pos x="681" y="173"/>
                </a:cxn>
                <a:cxn ang="0">
                  <a:pos x="710" y="189"/>
                </a:cxn>
                <a:cxn ang="0">
                  <a:pos x="736" y="205"/>
                </a:cxn>
                <a:cxn ang="0">
                  <a:pos x="763" y="223"/>
                </a:cxn>
                <a:cxn ang="0">
                  <a:pos x="788" y="241"/>
                </a:cxn>
                <a:cxn ang="0">
                  <a:pos x="812" y="259"/>
                </a:cxn>
                <a:cxn ang="0">
                  <a:pos x="835" y="278"/>
                </a:cxn>
                <a:cxn ang="0">
                  <a:pos x="858" y="297"/>
                </a:cxn>
                <a:cxn ang="0">
                  <a:pos x="879" y="318"/>
                </a:cxn>
                <a:cxn ang="0">
                  <a:pos x="900" y="338"/>
                </a:cxn>
                <a:cxn ang="0">
                  <a:pos x="919" y="359"/>
                </a:cxn>
                <a:cxn ang="0">
                  <a:pos x="938" y="381"/>
                </a:cxn>
                <a:cxn ang="0">
                  <a:pos x="955" y="403"/>
                </a:cxn>
              </a:cxnLst>
              <a:pathLst>
                <a:path w="1662" h="675">
                  <a:moveTo>
                    <a:pt x="0" y="1"/>
                  </a:moveTo>
                  <a:lnTo>
                    <a:pt x="0" y="1"/>
                  </a:lnTo>
                  <a:lnTo>
                    <a:pt x="2" y="0"/>
                  </a:lnTo>
                  <a:lnTo>
                    <a:pt x="68" y="2"/>
                  </a:lnTo>
                  <a:lnTo>
                    <a:pt x="134" y="6"/>
                  </a:lnTo>
                  <a:lnTo>
                    <a:pt x="199" y="11"/>
                  </a:lnTo>
                  <a:lnTo>
                    <a:pt x="264" y="17"/>
                  </a:lnTo>
                  <a:lnTo>
                    <a:pt x="328" y="25"/>
                  </a:lnTo>
                  <a:lnTo>
                    <a:pt x="391" y="34"/>
                  </a:lnTo>
                  <a:lnTo>
                    <a:pt x="454" y="44"/>
                  </a:lnTo>
                  <a:lnTo>
                    <a:pt x="516" y="56"/>
                  </a:lnTo>
                  <a:lnTo>
                    <a:pt x="577" y="69"/>
                  </a:lnTo>
                  <a:lnTo>
                    <a:pt x="638" y="83"/>
                  </a:lnTo>
                  <a:lnTo>
                    <a:pt x="697" y="98"/>
                  </a:lnTo>
                  <a:lnTo>
                    <a:pt x="756" y="115"/>
                  </a:lnTo>
                  <a:lnTo>
                    <a:pt x="814" y="133"/>
                  </a:lnTo>
                  <a:lnTo>
                    <a:pt x="870" y="152"/>
                  </a:lnTo>
                  <a:lnTo>
                    <a:pt x="926" y="172"/>
                  </a:lnTo>
                  <a:lnTo>
                    <a:pt x="981" y="193"/>
                  </a:lnTo>
                  <a:lnTo>
                    <a:pt x="1034" y="216"/>
                  </a:lnTo>
                  <a:lnTo>
                    <a:pt x="1086" y="239"/>
                  </a:lnTo>
                  <a:lnTo>
                    <a:pt x="1137" y="264"/>
                  </a:lnTo>
                  <a:lnTo>
                    <a:pt x="1186" y="289"/>
                  </a:lnTo>
                  <a:lnTo>
                    <a:pt x="1235" y="316"/>
                  </a:lnTo>
                  <a:lnTo>
                    <a:pt x="1281" y="344"/>
                  </a:lnTo>
                  <a:lnTo>
                    <a:pt x="1327" y="373"/>
                  </a:lnTo>
                  <a:lnTo>
                    <a:pt x="1371" y="403"/>
                  </a:lnTo>
                  <a:lnTo>
                    <a:pt x="1413" y="433"/>
                  </a:lnTo>
                  <a:lnTo>
                    <a:pt x="1454" y="465"/>
                  </a:lnTo>
                  <a:lnTo>
                    <a:pt x="1493" y="498"/>
                  </a:lnTo>
                  <a:lnTo>
                    <a:pt x="1530" y="532"/>
                  </a:lnTo>
                  <a:lnTo>
                    <a:pt x="1566" y="566"/>
                  </a:lnTo>
                  <a:lnTo>
                    <a:pt x="1600" y="602"/>
                  </a:lnTo>
                  <a:lnTo>
                    <a:pt x="1632" y="638"/>
                  </a:lnTo>
                  <a:lnTo>
                    <a:pt x="1662" y="675"/>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45" name="Freeform 34"/>
            <p:cNvSpPr/>
            <p:nvPr/>
          </p:nvSpPr>
          <p:spPr>
            <a:xfrm>
              <a:off x="1458" y="1868"/>
              <a:ext cx="56" cy="40"/>
            </a:xfrm>
            <a:custGeom>
              <a:avLst/>
              <a:gdLst/>
              <a:ahLst/>
              <a:cxnLst>
                <a:cxn ang="0">
                  <a:pos x="56" y="0"/>
                </a:cxn>
                <a:cxn ang="0">
                  <a:pos x="0" y="20"/>
                </a:cxn>
                <a:cxn ang="0">
                  <a:pos x="55" y="40"/>
                </a:cxn>
                <a:cxn ang="0">
                  <a:pos x="38" y="20"/>
                </a:cxn>
                <a:cxn ang="0">
                  <a:pos x="56" y="0"/>
                </a:cxn>
              </a:cxnLst>
              <a:pathLst>
                <a:path w="99" h="67">
                  <a:moveTo>
                    <a:pt x="99" y="0"/>
                  </a:moveTo>
                  <a:lnTo>
                    <a:pt x="0" y="33"/>
                  </a:lnTo>
                  <a:lnTo>
                    <a:pt x="98" y="67"/>
                  </a:lnTo>
                  <a:lnTo>
                    <a:pt x="68" y="34"/>
                  </a:lnTo>
                  <a:lnTo>
                    <a:pt x="99"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46" name="Freeform 35"/>
            <p:cNvSpPr/>
            <p:nvPr/>
          </p:nvSpPr>
          <p:spPr>
            <a:xfrm>
              <a:off x="1477" y="2419"/>
              <a:ext cx="981" cy="424"/>
            </a:xfrm>
            <a:custGeom>
              <a:avLst/>
              <a:gdLst/>
              <a:ahLst/>
              <a:cxnLst>
                <a:cxn ang="0">
                  <a:pos x="981" y="0"/>
                </a:cxn>
                <a:cxn ang="0">
                  <a:pos x="963" y="23"/>
                </a:cxn>
                <a:cxn ang="0">
                  <a:pos x="944" y="46"/>
                </a:cxn>
                <a:cxn ang="0">
                  <a:pos x="924" y="69"/>
                </a:cxn>
                <a:cxn ang="0">
                  <a:pos x="903" y="90"/>
                </a:cxn>
                <a:cxn ang="0">
                  <a:pos x="881" y="111"/>
                </a:cxn>
                <a:cxn ang="0">
                  <a:pos x="858" y="131"/>
                </a:cxn>
                <a:cxn ang="0">
                  <a:pos x="834" y="152"/>
                </a:cxn>
                <a:cxn ang="0">
                  <a:pos x="809" y="171"/>
                </a:cxn>
                <a:cxn ang="0">
                  <a:pos x="783" y="190"/>
                </a:cxn>
                <a:cxn ang="0">
                  <a:pos x="756" y="208"/>
                </a:cxn>
                <a:cxn ang="0">
                  <a:pos x="729" y="225"/>
                </a:cxn>
                <a:cxn ang="0">
                  <a:pos x="700" y="242"/>
                </a:cxn>
                <a:cxn ang="0">
                  <a:pos x="671" y="259"/>
                </a:cxn>
                <a:cxn ang="0">
                  <a:pos x="641" y="274"/>
                </a:cxn>
                <a:cxn ang="0">
                  <a:pos x="610" y="289"/>
                </a:cxn>
                <a:cxn ang="0">
                  <a:pos x="579" y="303"/>
                </a:cxn>
                <a:cxn ang="0">
                  <a:pos x="546" y="316"/>
                </a:cxn>
                <a:cxn ang="0">
                  <a:pos x="514" y="328"/>
                </a:cxn>
                <a:cxn ang="0">
                  <a:pos x="480" y="340"/>
                </a:cxn>
                <a:cxn ang="0">
                  <a:pos x="446" y="352"/>
                </a:cxn>
                <a:cxn ang="0">
                  <a:pos x="411" y="362"/>
                </a:cxn>
                <a:cxn ang="0">
                  <a:pos x="376" y="372"/>
                </a:cxn>
                <a:cxn ang="0">
                  <a:pos x="340" y="381"/>
                </a:cxn>
                <a:cxn ang="0">
                  <a:pos x="304" y="389"/>
                </a:cxn>
                <a:cxn ang="0">
                  <a:pos x="267" y="396"/>
                </a:cxn>
                <a:cxn ang="0">
                  <a:pos x="230" y="403"/>
                </a:cxn>
                <a:cxn ang="0">
                  <a:pos x="193" y="408"/>
                </a:cxn>
                <a:cxn ang="0">
                  <a:pos x="155" y="413"/>
                </a:cxn>
                <a:cxn ang="0">
                  <a:pos x="117" y="417"/>
                </a:cxn>
                <a:cxn ang="0">
                  <a:pos x="78" y="420"/>
                </a:cxn>
                <a:cxn ang="0">
                  <a:pos x="39" y="423"/>
                </a:cxn>
                <a:cxn ang="0">
                  <a:pos x="0" y="424"/>
                </a:cxn>
              </a:cxnLst>
              <a:pathLst>
                <a:path w="1658" h="674">
                  <a:moveTo>
                    <a:pt x="1658" y="0"/>
                  </a:moveTo>
                  <a:lnTo>
                    <a:pt x="1628" y="37"/>
                  </a:lnTo>
                  <a:lnTo>
                    <a:pt x="1596" y="73"/>
                  </a:lnTo>
                  <a:lnTo>
                    <a:pt x="1562" y="109"/>
                  </a:lnTo>
                  <a:lnTo>
                    <a:pt x="1527" y="143"/>
                  </a:lnTo>
                  <a:lnTo>
                    <a:pt x="1489" y="177"/>
                  </a:lnTo>
                  <a:lnTo>
                    <a:pt x="1450" y="209"/>
                  </a:lnTo>
                  <a:lnTo>
                    <a:pt x="1410" y="241"/>
                  </a:lnTo>
                  <a:lnTo>
                    <a:pt x="1367" y="272"/>
                  </a:lnTo>
                  <a:lnTo>
                    <a:pt x="1324" y="302"/>
                  </a:lnTo>
                  <a:lnTo>
                    <a:pt x="1278" y="330"/>
                  </a:lnTo>
                  <a:lnTo>
                    <a:pt x="1232" y="358"/>
                  </a:lnTo>
                  <a:lnTo>
                    <a:pt x="1183" y="385"/>
                  </a:lnTo>
                  <a:lnTo>
                    <a:pt x="1134" y="411"/>
                  </a:lnTo>
                  <a:lnTo>
                    <a:pt x="1083" y="435"/>
                  </a:lnTo>
                  <a:lnTo>
                    <a:pt x="1031" y="459"/>
                  </a:lnTo>
                  <a:lnTo>
                    <a:pt x="978" y="481"/>
                  </a:lnTo>
                  <a:lnTo>
                    <a:pt x="923" y="502"/>
                  </a:lnTo>
                  <a:lnTo>
                    <a:pt x="868" y="522"/>
                  </a:lnTo>
                  <a:lnTo>
                    <a:pt x="811" y="541"/>
                  </a:lnTo>
                  <a:lnTo>
                    <a:pt x="754" y="559"/>
                  </a:lnTo>
                  <a:lnTo>
                    <a:pt x="695" y="576"/>
                  </a:lnTo>
                  <a:lnTo>
                    <a:pt x="636" y="591"/>
                  </a:lnTo>
                  <a:lnTo>
                    <a:pt x="575" y="605"/>
                  </a:lnTo>
                  <a:lnTo>
                    <a:pt x="514" y="618"/>
                  </a:lnTo>
                  <a:lnTo>
                    <a:pt x="452" y="630"/>
                  </a:lnTo>
                  <a:lnTo>
                    <a:pt x="389" y="640"/>
                  </a:lnTo>
                  <a:lnTo>
                    <a:pt x="326" y="649"/>
                  </a:lnTo>
                  <a:lnTo>
                    <a:pt x="262" y="657"/>
                  </a:lnTo>
                  <a:lnTo>
                    <a:pt x="197" y="663"/>
                  </a:lnTo>
                  <a:lnTo>
                    <a:pt x="132" y="668"/>
                  </a:lnTo>
                  <a:lnTo>
                    <a:pt x="66" y="672"/>
                  </a:lnTo>
                  <a:lnTo>
                    <a:pt x="0" y="674"/>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47" name="Freeform 36"/>
            <p:cNvSpPr/>
            <p:nvPr/>
          </p:nvSpPr>
          <p:spPr>
            <a:xfrm>
              <a:off x="1437" y="2821"/>
              <a:ext cx="58" cy="43"/>
            </a:xfrm>
            <a:custGeom>
              <a:avLst/>
              <a:gdLst/>
              <a:ahLst/>
              <a:cxnLst>
                <a:cxn ang="0">
                  <a:pos x="57" y="0"/>
                </a:cxn>
                <a:cxn ang="0">
                  <a:pos x="0" y="22"/>
                </a:cxn>
                <a:cxn ang="0">
                  <a:pos x="58" y="43"/>
                </a:cxn>
                <a:cxn ang="0">
                  <a:pos x="40" y="22"/>
                </a:cxn>
                <a:cxn ang="0">
                  <a:pos x="57" y="0"/>
                </a:cxn>
              </a:cxnLst>
              <a:pathLst>
                <a:path w="99" h="67">
                  <a:moveTo>
                    <a:pt x="98" y="0"/>
                  </a:moveTo>
                  <a:lnTo>
                    <a:pt x="0" y="35"/>
                  </a:lnTo>
                  <a:lnTo>
                    <a:pt x="99" y="67"/>
                  </a:lnTo>
                  <a:lnTo>
                    <a:pt x="68" y="34"/>
                  </a:lnTo>
                  <a:lnTo>
                    <a:pt x="98"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48" name="Freeform 37"/>
            <p:cNvSpPr/>
            <p:nvPr/>
          </p:nvSpPr>
          <p:spPr>
            <a:xfrm>
              <a:off x="3390" y="2386"/>
              <a:ext cx="1030" cy="208"/>
            </a:xfrm>
            <a:custGeom>
              <a:avLst/>
              <a:gdLst/>
              <a:ahLst/>
              <a:cxnLst>
                <a:cxn ang="0">
                  <a:pos x="1030" y="208"/>
                </a:cxn>
                <a:cxn ang="0">
                  <a:pos x="954" y="208"/>
                </a:cxn>
                <a:cxn ang="0">
                  <a:pos x="879" y="206"/>
                </a:cxn>
                <a:cxn ang="0">
                  <a:pos x="804" y="202"/>
                </a:cxn>
                <a:cxn ang="0">
                  <a:pos x="731" y="197"/>
                </a:cxn>
                <a:cxn ang="0">
                  <a:pos x="660" y="190"/>
                </a:cxn>
                <a:cxn ang="0">
                  <a:pos x="589" y="181"/>
                </a:cxn>
                <a:cxn ang="0">
                  <a:pos x="521" y="170"/>
                </a:cxn>
                <a:cxn ang="0">
                  <a:pos x="454" y="158"/>
                </a:cxn>
                <a:cxn ang="0">
                  <a:pos x="389" y="143"/>
                </a:cxn>
                <a:cxn ang="0">
                  <a:pos x="327" y="127"/>
                </a:cxn>
                <a:cxn ang="0">
                  <a:pos x="266" y="110"/>
                </a:cxn>
                <a:cxn ang="0">
                  <a:pos x="236" y="101"/>
                </a:cxn>
                <a:cxn ang="0">
                  <a:pos x="208" y="91"/>
                </a:cxn>
                <a:cxn ang="0">
                  <a:pos x="179" y="81"/>
                </a:cxn>
                <a:cxn ang="0">
                  <a:pos x="151" y="71"/>
                </a:cxn>
                <a:cxn ang="0">
                  <a:pos x="125" y="60"/>
                </a:cxn>
                <a:cxn ang="0">
                  <a:pos x="98" y="49"/>
                </a:cxn>
                <a:cxn ang="0">
                  <a:pos x="73" y="37"/>
                </a:cxn>
                <a:cxn ang="0">
                  <a:pos x="48" y="25"/>
                </a:cxn>
                <a:cxn ang="0">
                  <a:pos x="24" y="13"/>
                </a:cxn>
                <a:cxn ang="0">
                  <a:pos x="0" y="0"/>
                </a:cxn>
              </a:cxnLst>
              <a:pathLst>
                <a:path w="1741" h="330">
                  <a:moveTo>
                    <a:pt x="1741" y="330"/>
                  </a:moveTo>
                  <a:lnTo>
                    <a:pt x="1612" y="330"/>
                  </a:lnTo>
                  <a:lnTo>
                    <a:pt x="1485" y="327"/>
                  </a:lnTo>
                  <a:lnTo>
                    <a:pt x="1359" y="321"/>
                  </a:lnTo>
                  <a:lnTo>
                    <a:pt x="1236" y="313"/>
                  </a:lnTo>
                  <a:lnTo>
                    <a:pt x="1115" y="301"/>
                  </a:lnTo>
                  <a:lnTo>
                    <a:pt x="996" y="287"/>
                  </a:lnTo>
                  <a:lnTo>
                    <a:pt x="880" y="270"/>
                  </a:lnTo>
                  <a:lnTo>
                    <a:pt x="767" y="250"/>
                  </a:lnTo>
                  <a:lnTo>
                    <a:pt x="658" y="227"/>
                  </a:lnTo>
                  <a:lnTo>
                    <a:pt x="552" y="202"/>
                  </a:lnTo>
                  <a:lnTo>
                    <a:pt x="449" y="175"/>
                  </a:lnTo>
                  <a:lnTo>
                    <a:pt x="399" y="160"/>
                  </a:lnTo>
                  <a:lnTo>
                    <a:pt x="351" y="145"/>
                  </a:lnTo>
                  <a:lnTo>
                    <a:pt x="303" y="129"/>
                  </a:lnTo>
                  <a:lnTo>
                    <a:pt x="256" y="112"/>
                  </a:lnTo>
                  <a:lnTo>
                    <a:pt x="211" y="95"/>
                  </a:lnTo>
                  <a:lnTo>
                    <a:pt x="166" y="77"/>
                  </a:lnTo>
                  <a:lnTo>
                    <a:pt x="123" y="59"/>
                  </a:lnTo>
                  <a:lnTo>
                    <a:pt x="81" y="40"/>
                  </a:lnTo>
                  <a:lnTo>
                    <a:pt x="40" y="20"/>
                  </a:lnTo>
                  <a:lnTo>
                    <a:pt x="0"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49" name="Freeform 38"/>
            <p:cNvSpPr/>
            <p:nvPr/>
          </p:nvSpPr>
          <p:spPr>
            <a:xfrm>
              <a:off x="4401" y="2573"/>
              <a:ext cx="59" cy="42"/>
            </a:xfrm>
            <a:custGeom>
              <a:avLst/>
              <a:gdLst/>
              <a:ahLst/>
              <a:cxnLst>
                <a:cxn ang="0">
                  <a:pos x="1" y="42"/>
                </a:cxn>
                <a:cxn ang="0">
                  <a:pos x="59" y="20"/>
                </a:cxn>
                <a:cxn ang="0">
                  <a:pos x="0" y="0"/>
                </a:cxn>
                <a:cxn ang="0">
                  <a:pos x="18" y="21"/>
                </a:cxn>
                <a:cxn ang="0">
                  <a:pos x="1" y="42"/>
                </a:cxn>
              </a:cxnLst>
              <a:pathLst>
                <a:path w="99" h="67">
                  <a:moveTo>
                    <a:pt x="1" y="67"/>
                  </a:moveTo>
                  <a:lnTo>
                    <a:pt x="99" y="32"/>
                  </a:lnTo>
                  <a:lnTo>
                    <a:pt x="0" y="0"/>
                  </a:lnTo>
                  <a:lnTo>
                    <a:pt x="31" y="33"/>
                  </a:lnTo>
                  <a:lnTo>
                    <a:pt x="1" y="67"/>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50" name="Freeform 39"/>
            <p:cNvSpPr/>
            <p:nvPr/>
          </p:nvSpPr>
          <p:spPr>
            <a:xfrm>
              <a:off x="1412" y="2100"/>
              <a:ext cx="1030" cy="208"/>
            </a:xfrm>
            <a:custGeom>
              <a:avLst/>
              <a:gdLst/>
              <a:ahLst/>
              <a:cxnLst>
                <a:cxn ang="0">
                  <a:pos x="0" y="0"/>
                </a:cxn>
                <a:cxn ang="0">
                  <a:pos x="76" y="0"/>
                </a:cxn>
                <a:cxn ang="0">
                  <a:pos x="151" y="2"/>
                </a:cxn>
                <a:cxn ang="0">
                  <a:pos x="226" y="6"/>
                </a:cxn>
                <a:cxn ang="0">
                  <a:pos x="299" y="11"/>
                </a:cxn>
                <a:cxn ang="0">
                  <a:pos x="371" y="18"/>
                </a:cxn>
                <a:cxn ang="0">
                  <a:pos x="440" y="28"/>
                </a:cxn>
                <a:cxn ang="0">
                  <a:pos x="509" y="38"/>
                </a:cxn>
                <a:cxn ang="0">
                  <a:pos x="576" y="50"/>
                </a:cxn>
                <a:cxn ang="0">
                  <a:pos x="640" y="65"/>
                </a:cxn>
                <a:cxn ang="0">
                  <a:pos x="704" y="80"/>
                </a:cxn>
                <a:cxn ang="0">
                  <a:pos x="764" y="98"/>
                </a:cxn>
                <a:cxn ang="0">
                  <a:pos x="793" y="107"/>
                </a:cxn>
                <a:cxn ang="0">
                  <a:pos x="822" y="117"/>
                </a:cxn>
                <a:cxn ang="0">
                  <a:pos x="851" y="127"/>
                </a:cxn>
                <a:cxn ang="0">
                  <a:pos x="878" y="137"/>
                </a:cxn>
                <a:cxn ang="0">
                  <a:pos x="905" y="148"/>
                </a:cxn>
                <a:cxn ang="0">
                  <a:pos x="932" y="160"/>
                </a:cxn>
                <a:cxn ang="0">
                  <a:pos x="957" y="171"/>
                </a:cxn>
                <a:cxn ang="0">
                  <a:pos x="982" y="183"/>
                </a:cxn>
                <a:cxn ang="0">
                  <a:pos x="1006" y="195"/>
                </a:cxn>
                <a:cxn ang="0">
                  <a:pos x="1030" y="208"/>
                </a:cxn>
              </a:cxnLst>
              <a:pathLst>
                <a:path w="1742" h="331">
                  <a:moveTo>
                    <a:pt x="0" y="0"/>
                  </a:moveTo>
                  <a:lnTo>
                    <a:pt x="129" y="0"/>
                  </a:lnTo>
                  <a:lnTo>
                    <a:pt x="256" y="3"/>
                  </a:lnTo>
                  <a:lnTo>
                    <a:pt x="382" y="9"/>
                  </a:lnTo>
                  <a:lnTo>
                    <a:pt x="505" y="18"/>
                  </a:lnTo>
                  <a:lnTo>
                    <a:pt x="627" y="29"/>
                  </a:lnTo>
                  <a:lnTo>
                    <a:pt x="745" y="44"/>
                  </a:lnTo>
                  <a:lnTo>
                    <a:pt x="861" y="61"/>
                  </a:lnTo>
                  <a:lnTo>
                    <a:pt x="974" y="80"/>
                  </a:lnTo>
                  <a:lnTo>
                    <a:pt x="1083" y="103"/>
                  </a:lnTo>
                  <a:lnTo>
                    <a:pt x="1190" y="128"/>
                  </a:lnTo>
                  <a:lnTo>
                    <a:pt x="1292" y="156"/>
                  </a:lnTo>
                  <a:lnTo>
                    <a:pt x="1342" y="170"/>
                  </a:lnTo>
                  <a:lnTo>
                    <a:pt x="1391" y="186"/>
                  </a:lnTo>
                  <a:lnTo>
                    <a:pt x="1439" y="202"/>
                  </a:lnTo>
                  <a:lnTo>
                    <a:pt x="1485" y="218"/>
                  </a:lnTo>
                  <a:lnTo>
                    <a:pt x="1531" y="236"/>
                  </a:lnTo>
                  <a:lnTo>
                    <a:pt x="1576" y="254"/>
                  </a:lnTo>
                  <a:lnTo>
                    <a:pt x="1619" y="272"/>
                  </a:lnTo>
                  <a:lnTo>
                    <a:pt x="1661" y="291"/>
                  </a:lnTo>
                  <a:lnTo>
                    <a:pt x="1702" y="311"/>
                  </a:lnTo>
                  <a:lnTo>
                    <a:pt x="1742" y="331"/>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51" name="Freeform 40"/>
            <p:cNvSpPr/>
            <p:nvPr/>
          </p:nvSpPr>
          <p:spPr>
            <a:xfrm>
              <a:off x="1372" y="2079"/>
              <a:ext cx="59" cy="42"/>
            </a:xfrm>
            <a:custGeom>
              <a:avLst/>
              <a:gdLst/>
              <a:ahLst/>
              <a:cxnLst>
                <a:cxn ang="0">
                  <a:pos x="58" y="0"/>
                </a:cxn>
                <a:cxn ang="0">
                  <a:pos x="0" y="22"/>
                </a:cxn>
                <a:cxn ang="0">
                  <a:pos x="59" y="42"/>
                </a:cxn>
                <a:cxn ang="0">
                  <a:pos x="41" y="21"/>
                </a:cxn>
                <a:cxn ang="0">
                  <a:pos x="58" y="0"/>
                </a:cxn>
              </a:cxnLst>
              <a:pathLst>
                <a:path w="99" h="67">
                  <a:moveTo>
                    <a:pt x="98" y="0"/>
                  </a:moveTo>
                  <a:lnTo>
                    <a:pt x="0" y="35"/>
                  </a:lnTo>
                  <a:lnTo>
                    <a:pt x="99" y="67"/>
                  </a:lnTo>
                  <a:lnTo>
                    <a:pt x="68" y="34"/>
                  </a:lnTo>
                  <a:lnTo>
                    <a:pt x="98"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52" name="Freeform 41"/>
            <p:cNvSpPr/>
            <p:nvPr/>
          </p:nvSpPr>
          <p:spPr>
            <a:xfrm>
              <a:off x="3390" y="2104"/>
              <a:ext cx="1030" cy="209"/>
            </a:xfrm>
            <a:custGeom>
              <a:avLst/>
              <a:gdLst/>
              <a:ahLst/>
              <a:cxnLst>
                <a:cxn ang="0">
                  <a:pos x="0" y="209"/>
                </a:cxn>
                <a:cxn ang="0">
                  <a:pos x="24" y="196"/>
                </a:cxn>
                <a:cxn ang="0">
                  <a:pos x="48" y="184"/>
                </a:cxn>
                <a:cxn ang="0">
                  <a:pos x="73" y="172"/>
                </a:cxn>
                <a:cxn ang="0">
                  <a:pos x="99" y="160"/>
                </a:cxn>
                <a:cxn ang="0">
                  <a:pos x="125" y="149"/>
                </a:cxn>
                <a:cxn ang="0">
                  <a:pos x="152" y="138"/>
                </a:cxn>
                <a:cxn ang="0">
                  <a:pos x="179" y="128"/>
                </a:cxn>
                <a:cxn ang="0">
                  <a:pos x="208" y="117"/>
                </a:cxn>
                <a:cxn ang="0">
                  <a:pos x="237" y="107"/>
                </a:cxn>
                <a:cxn ang="0">
                  <a:pos x="266" y="99"/>
                </a:cxn>
                <a:cxn ang="0">
                  <a:pos x="326" y="81"/>
                </a:cxn>
                <a:cxn ang="0">
                  <a:pos x="390" y="65"/>
                </a:cxn>
                <a:cxn ang="0">
                  <a:pos x="454" y="51"/>
                </a:cxn>
                <a:cxn ang="0">
                  <a:pos x="521" y="39"/>
                </a:cxn>
                <a:cxn ang="0">
                  <a:pos x="590" y="28"/>
                </a:cxn>
                <a:cxn ang="0">
                  <a:pos x="660" y="18"/>
                </a:cxn>
                <a:cxn ang="0">
                  <a:pos x="731" y="11"/>
                </a:cxn>
                <a:cxn ang="0">
                  <a:pos x="804" y="6"/>
                </a:cxn>
                <a:cxn ang="0">
                  <a:pos x="879" y="2"/>
                </a:cxn>
                <a:cxn ang="0">
                  <a:pos x="954" y="0"/>
                </a:cxn>
                <a:cxn ang="0">
                  <a:pos x="1030" y="0"/>
                </a:cxn>
              </a:cxnLst>
              <a:pathLst>
                <a:path w="1742" h="331">
                  <a:moveTo>
                    <a:pt x="0" y="331"/>
                  </a:moveTo>
                  <a:lnTo>
                    <a:pt x="40" y="311"/>
                  </a:lnTo>
                  <a:lnTo>
                    <a:pt x="81" y="291"/>
                  </a:lnTo>
                  <a:lnTo>
                    <a:pt x="123" y="272"/>
                  </a:lnTo>
                  <a:lnTo>
                    <a:pt x="167" y="254"/>
                  </a:lnTo>
                  <a:lnTo>
                    <a:pt x="211" y="236"/>
                  </a:lnTo>
                  <a:lnTo>
                    <a:pt x="257" y="218"/>
                  </a:lnTo>
                  <a:lnTo>
                    <a:pt x="303" y="202"/>
                  </a:lnTo>
                  <a:lnTo>
                    <a:pt x="351" y="186"/>
                  </a:lnTo>
                  <a:lnTo>
                    <a:pt x="400" y="170"/>
                  </a:lnTo>
                  <a:lnTo>
                    <a:pt x="450" y="156"/>
                  </a:lnTo>
                  <a:lnTo>
                    <a:pt x="552" y="128"/>
                  </a:lnTo>
                  <a:lnTo>
                    <a:pt x="659" y="103"/>
                  </a:lnTo>
                  <a:lnTo>
                    <a:pt x="768" y="80"/>
                  </a:lnTo>
                  <a:lnTo>
                    <a:pt x="881" y="61"/>
                  </a:lnTo>
                  <a:lnTo>
                    <a:pt x="997" y="44"/>
                  </a:lnTo>
                  <a:lnTo>
                    <a:pt x="1116" y="29"/>
                  </a:lnTo>
                  <a:lnTo>
                    <a:pt x="1237" y="18"/>
                  </a:lnTo>
                  <a:lnTo>
                    <a:pt x="1360" y="9"/>
                  </a:lnTo>
                  <a:lnTo>
                    <a:pt x="1486" y="3"/>
                  </a:lnTo>
                  <a:lnTo>
                    <a:pt x="1613" y="0"/>
                  </a:lnTo>
                  <a:lnTo>
                    <a:pt x="1742" y="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53" name="Freeform 42"/>
            <p:cNvSpPr/>
            <p:nvPr/>
          </p:nvSpPr>
          <p:spPr>
            <a:xfrm>
              <a:off x="4401" y="2085"/>
              <a:ext cx="59" cy="42"/>
            </a:xfrm>
            <a:custGeom>
              <a:avLst/>
              <a:gdLst/>
              <a:ahLst/>
              <a:cxnLst>
                <a:cxn ang="0">
                  <a:pos x="0" y="42"/>
                </a:cxn>
                <a:cxn ang="0">
                  <a:pos x="59" y="21"/>
                </a:cxn>
                <a:cxn ang="0">
                  <a:pos x="1" y="0"/>
                </a:cxn>
                <a:cxn ang="0">
                  <a:pos x="18" y="21"/>
                </a:cxn>
                <a:cxn ang="0">
                  <a:pos x="0" y="42"/>
                </a:cxn>
              </a:cxnLst>
              <a:pathLst>
                <a:path w="99" h="67">
                  <a:moveTo>
                    <a:pt x="0" y="67"/>
                  </a:moveTo>
                  <a:lnTo>
                    <a:pt x="99" y="34"/>
                  </a:lnTo>
                  <a:lnTo>
                    <a:pt x="1" y="0"/>
                  </a:lnTo>
                  <a:lnTo>
                    <a:pt x="31" y="33"/>
                  </a:lnTo>
                  <a:lnTo>
                    <a:pt x="0" y="67"/>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54" name="Freeform 43"/>
            <p:cNvSpPr/>
            <p:nvPr/>
          </p:nvSpPr>
          <p:spPr>
            <a:xfrm>
              <a:off x="1402" y="2381"/>
              <a:ext cx="1020" cy="211"/>
            </a:xfrm>
            <a:custGeom>
              <a:avLst/>
              <a:gdLst/>
              <a:ahLst/>
              <a:cxnLst>
                <a:cxn ang="0">
                  <a:pos x="1020" y="0"/>
                </a:cxn>
                <a:cxn ang="0">
                  <a:pos x="997" y="13"/>
                </a:cxn>
                <a:cxn ang="0">
                  <a:pos x="973" y="26"/>
                </a:cxn>
                <a:cxn ang="0">
                  <a:pos x="948" y="38"/>
                </a:cxn>
                <a:cxn ang="0">
                  <a:pos x="922" y="49"/>
                </a:cxn>
                <a:cxn ang="0">
                  <a:pos x="897" y="61"/>
                </a:cxn>
                <a:cxn ang="0">
                  <a:pos x="870" y="72"/>
                </a:cxn>
                <a:cxn ang="0">
                  <a:pos x="842" y="82"/>
                </a:cxn>
                <a:cxn ang="0">
                  <a:pos x="814" y="93"/>
                </a:cxn>
                <a:cxn ang="0">
                  <a:pos x="785" y="102"/>
                </a:cxn>
                <a:cxn ang="0">
                  <a:pos x="756" y="112"/>
                </a:cxn>
                <a:cxn ang="0">
                  <a:pos x="696" y="129"/>
                </a:cxn>
                <a:cxn ang="0">
                  <a:pos x="634" y="145"/>
                </a:cxn>
                <a:cxn ang="0">
                  <a:pos x="570" y="160"/>
                </a:cxn>
                <a:cxn ang="0">
                  <a:pos x="504" y="173"/>
                </a:cxn>
                <a:cxn ang="0">
                  <a:pos x="436" y="184"/>
                </a:cxn>
                <a:cxn ang="0">
                  <a:pos x="367" y="192"/>
                </a:cxn>
                <a:cxn ang="0">
                  <a:pos x="296" y="200"/>
                </a:cxn>
                <a:cxn ang="0">
                  <a:pos x="224" y="205"/>
                </a:cxn>
                <a:cxn ang="0">
                  <a:pos x="150" y="209"/>
                </a:cxn>
                <a:cxn ang="0">
                  <a:pos x="75" y="211"/>
                </a:cxn>
                <a:cxn ang="0">
                  <a:pos x="0" y="211"/>
                </a:cxn>
              </a:cxnLst>
              <a:pathLst>
                <a:path w="1743" h="330">
                  <a:moveTo>
                    <a:pt x="1743" y="0"/>
                  </a:moveTo>
                  <a:lnTo>
                    <a:pt x="1703" y="20"/>
                  </a:lnTo>
                  <a:lnTo>
                    <a:pt x="1662" y="40"/>
                  </a:lnTo>
                  <a:lnTo>
                    <a:pt x="1620" y="59"/>
                  </a:lnTo>
                  <a:lnTo>
                    <a:pt x="1576" y="77"/>
                  </a:lnTo>
                  <a:lnTo>
                    <a:pt x="1532" y="95"/>
                  </a:lnTo>
                  <a:lnTo>
                    <a:pt x="1486" y="112"/>
                  </a:lnTo>
                  <a:lnTo>
                    <a:pt x="1439" y="129"/>
                  </a:lnTo>
                  <a:lnTo>
                    <a:pt x="1391" y="145"/>
                  </a:lnTo>
                  <a:lnTo>
                    <a:pt x="1342" y="160"/>
                  </a:lnTo>
                  <a:lnTo>
                    <a:pt x="1292" y="175"/>
                  </a:lnTo>
                  <a:lnTo>
                    <a:pt x="1190" y="202"/>
                  </a:lnTo>
                  <a:lnTo>
                    <a:pt x="1084" y="227"/>
                  </a:lnTo>
                  <a:lnTo>
                    <a:pt x="974" y="250"/>
                  </a:lnTo>
                  <a:lnTo>
                    <a:pt x="861" y="270"/>
                  </a:lnTo>
                  <a:lnTo>
                    <a:pt x="745" y="287"/>
                  </a:lnTo>
                  <a:lnTo>
                    <a:pt x="627" y="301"/>
                  </a:lnTo>
                  <a:lnTo>
                    <a:pt x="505" y="313"/>
                  </a:lnTo>
                  <a:lnTo>
                    <a:pt x="382" y="321"/>
                  </a:lnTo>
                  <a:lnTo>
                    <a:pt x="256" y="327"/>
                  </a:lnTo>
                  <a:lnTo>
                    <a:pt x="129" y="330"/>
                  </a:lnTo>
                  <a:lnTo>
                    <a:pt x="0" y="330"/>
                  </a:lnTo>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13355" name="Freeform 44"/>
            <p:cNvSpPr/>
            <p:nvPr/>
          </p:nvSpPr>
          <p:spPr>
            <a:xfrm>
              <a:off x="1362" y="2571"/>
              <a:ext cx="58" cy="43"/>
            </a:xfrm>
            <a:custGeom>
              <a:avLst/>
              <a:gdLst/>
              <a:ahLst/>
              <a:cxnLst>
                <a:cxn ang="0">
                  <a:pos x="58" y="0"/>
                </a:cxn>
                <a:cxn ang="0">
                  <a:pos x="0" y="21"/>
                </a:cxn>
                <a:cxn ang="0">
                  <a:pos x="57" y="43"/>
                </a:cxn>
                <a:cxn ang="0">
                  <a:pos x="40" y="22"/>
                </a:cxn>
                <a:cxn ang="0">
                  <a:pos x="58" y="0"/>
                </a:cxn>
              </a:cxnLst>
              <a:pathLst>
                <a:path w="99" h="67">
                  <a:moveTo>
                    <a:pt x="99" y="0"/>
                  </a:moveTo>
                  <a:lnTo>
                    <a:pt x="0" y="33"/>
                  </a:lnTo>
                  <a:lnTo>
                    <a:pt x="98" y="67"/>
                  </a:lnTo>
                  <a:lnTo>
                    <a:pt x="68" y="34"/>
                  </a:lnTo>
                  <a:lnTo>
                    <a:pt x="99"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56" name="Line 45"/>
            <p:cNvSpPr/>
            <p:nvPr/>
          </p:nvSpPr>
          <p:spPr>
            <a:xfrm>
              <a:off x="3408" y="2352"/>
              <a:ext cx="1038" cy="1"/>
            </a:xfrm>
            <a:prstGeom prst="line">
              <a:avLst/>
            </a:prstGeom>
            <a:ln w="28575" cap="flat" cmpd="sng">
              <a:solidFill>
                <a:srgbClr val="FF0000"/>
              </a:solidFill>
              <a:prstDash val="solid"/>
              <a:round/>
              <a:headEnd type="none" w="med" len="med"/>
              <a:tailEnd type="none" w="med" len="med"/>
            </a:ln>
          </p:spPr>
        </p:sp>
        <p:sp>
          <p:nvSpPr>
            <p:cNvPr id="13357" name="Freeform 46"/>
            <p:cNvSpPr/>
            <p:nvPr/>
          </p:nvSpPr>
          <p:spPr>
            <a:xfrm>
              <a:off x="4406" y="2322"/>
              <a:ext cx="58" cy="42"/>
            </a:xfrm>
            <a:custGeom>
              <a:avLst/>
              <a:gdLst/>
              <a:ahLst/>
              <a:cxnLst>
                <a:cxn ang="0">
                  <a:pos x="0" y="42"/>
                </a:cxn>
                <a:cxn ang="0">
                  <a:pos x="58" y="21"/>
                </a:cxn>
                <a:cxn ang="0">
                  <a:pos x="0" y="0"/>
                </a:cxn>
                <a:cxn ang="0">
                  <a:pos x="18" y="21"/>
                </a:cxn>
                <a:cxn ang="0">
                  <a:pos x="0" y="42"/>
                </a:cxn>
              </a:cxnLst>
              <a:pathLst>
                <a:path w="99" h="67">
                  <a:moveTo>
                    <a:pt x="0" y="67"/>
                  </a:moveTo>
                  <a:lnTo>
                    <a:pt x="99" y="33"/>
                  </a:lnTo>
                  <a:lnTo>
                    <a:pt x="0" y="0"/>
                  </a:lnTo>
                  <a:lnTo>
                    <a:pt x="31" y="33"/>
                  </a:lnTo>
                  <a:lnTo>
                    <a:pt x="0" y="67"/>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58" name="Line 47"/>
            <p:cNvSpPr/>
            <p:nvPr/>
          </p:nvSpPr>
          <p:spPr>
            <a:xfrm flipH="1">
              <a:off x="1385" y="2337"/>
              <a:ext cx="1037" cy="0"/>
            </a:xfrm>
            <a:prstGeom prst="line">
              <a:avLst/>
            </a:prstGeom>
            <a:ln w="28575" cap="flat" cmpd="sng">
              <a:solidFill>
                <a:srgbClr val="FF0000"/>
              </a:solidFill>
              <a:prstDash val="solid"/>
              <a:round/>
              <a:headEnd type="none" w="med" len="med"/>
              <a:tailEnd type="none" w="med" len="med"/>
            </a:ln>
          </p:spPr>
        </p:sp>
        <p:sp>
          <p:nvSpPr>
            <p:cNvPr id="13359" name="Freeform 48"/>
            <p:cNvSpPr/>
            <p:nvPr/>
          </p:nvSpPr>
          <p:spPr>
            <a:xfrm>
              <a:off x="1344" y="2323"/>
              <a:ext cx="62" cy="33"/>
            </a:xfrm>
            <a:custGeom>
              <a:avLst/>
              <a:gdLst/>
              <a:ahLst/>
              <a:cxnLst>
                <a:cxn ang="0">
                  <a:pos x="62" y="0"/>
                </a:cxn>
                <a:cxn ang="0">
                  <a:pos x="0" y="17"/>
                </a:cxn>
                <a:cxn ang="0">
                  <a:pos x="62" y="33"/>
                </a:cxn>
                <a:cxn ang="0">
                  <a:pos x="43" y="17"/>
                </a:cxn>
                <a:cxn ang="0">
                  <a:pos x="62" y="0"/>
                </a:cxn>
              </a:cxnLst>
              <a:pathLst>
                <a:path w="99" h="67">
                  <a:moveTo>
                    <a:pt x="99" y="0"/>
                  </a:moveTo>
                  <a:lnTo>
                    <a:pt x="0" y="34"/>
                  </a:lnTo>
                  <a:lnTo>
                    <a:pt x="99" y="67"/>
                  </a:lnTo>
                  <a:lnTo>
                    <a:pt x="68" y="34"/>
                  </a:lnTo>
                  <a:lnTo>
                    <a:pt x="99" y="0"/>
                  </a:lnTo>
                  <a:close/>
                </a:path>
              </a:pathLst>
            </a:custGeom>
            <a:solidFill>
              <a:srgbClr val="009900"/>
            </a:solidFill>
            <a:ln w="28575" cap="flat" cmpd="sng">
              <a:solidFill>
                <a:srgbClr val="FF0000"/>
              </a:solidFill>
              <a:prstDash val="solid"/>
              <a:round/>
              <a:headEnd type="none" w="med" len="med"/>
              <a:tailEnd type="none" w="med" len="med"/>
            </a:ln>
          </p:spPr>
          <p:txBody>
            <a:bodyPr/>
            <a:p>
              <a:endParaRPr lang="zh-CN" altLang="en-US"/>
            </a:p>
          </p:txBody>
        </p:sp>
        <p:sp>
          <p:nvSpPr>
            <p:cNvPr id="13360" name="Oval 49"/>
            <p:cNvSpPr/>
            <p:nvPr/>
          </p:nvSpPr>
          <p:spPr>
            <a:xfrm>
              <a:off x="3216" y="2256"/>
              <a:ext cx="192" cy="192"/>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sp>
          <p:nvSpPr>
            <p:cNvPr id="13361" name="Oval 50"/>
            <p:cNvSpPr/>
            <p:nvPr/>
          </p:nvSpPr>
          <p:spPr>
            <a:xfrm>
              <a:off x="2400" y="2256"/>
              <a:ext cx="192" cy="192"/>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grpSp>
      <p:sp>
        <p:nvSpPr>
          <p:cNvPr id="13362" name="Rectangle 59"/>
          <p:cNvSpPr/>
          <p:nvPr/>
        </p:nvSpPr>
        <p:spPr>
          <a:xfrm>
            <a:off x="1116013" y="115888"/>
            <a:ext cx="1968500" cy="584200"/>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电场线</a:t>
            </a:r>
            <a:endParaRPr lang="zh-CN" altLang="en-US" sz="3200" b="1" dirty="0">
              <a:solidFill>
                <a:srgbClr val="333399"/>
              </a:solidFill>
              <a:latin typeface="宋体" panose="02010600030101010101" pitchFamily="2" charset="-122"/>
              <a:ea typeface="宋体" panose="02010600030101010101" pitchFamily="2" charset="-122"/>
            </a:endParaRPr>
          </a:p>
        </p:txBody>
      </p:sp>
    </p:spTree>
  </p:cSld>
  <p:clrMapOvr>
    <a:masterClrMapping/>
  </p:clrMapOvr>
  <p:transition spd="med">
    <p:pull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361" name="Group 3"/>
          <p:cNvGrpSpPr/>
          <p:nvPr/>
        </p:nvGrpSpPr>
        <p:grpSpPr>
          <a:xfrm>
            <a:off x="1600200" y="1447800"/>
            <a:ext cx="6172200" cy="4114800"/>
            <a:chOff x="1008" y="912"/>
            <a:chExt cx="3888" cy="2592"/>
          </a:xfrm>
        </p:grpSpPr>
        <p:sp>
          <p:nvSpPr>
            <p:cNvPr id="15362" name="Rectangle 4"/>
            <p:cNvSpPr/>
            <p:nvPr/>
          </p:nvSpPr>
          <p:spPr>
            <a:xfrm>
              <a:off x="1008" y="912"/>
              <a:ext cx="3888" cy="2592"/>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13317" name="Rectangle 5"/>
            <p:cNvSpPr>
              <a:spLocks noChangeArrowheads="1"/>
            </p:cNvSpPr>
            <p:nvPr/>
          </p:nvSpPr>
          <p:spPr bwMode="auto">
            <a:xfrm>
              <a:off x="1344" y="1008"/>
              <a:ext cx="32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一对不等量异号点电荷的电场线</a:t>
              </a:r>
              <a:endPar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15364" name="Freeform 6"/>
            <p:cNvSpPr/>
            <p:nvPr/>
          </p:nvSpPr>
          <p:spPr>
            <a:xfrm>
              <a:off x="1355" y="2108"/>
              <a:ext cx="933" cy="247"/>
            </a:xfrm>
            <a:custGeom>
              <a:avLst/>
              <a:gdLst/>
              <a:ahLst/>
              <a:cxnLst>
                <a:cxn ang="0">
                  <a:pos x="933" y="247"/>
                </a:cxn>
                <a:cxn ang="0">
                  <a:pos x="895" y="247"/>
                </a:cxn>
                <a:cxn ang="0">
                  <a:pos x="859" y="246"/>
                </a:cxn>
                <a:cxn ang="0">
                  <a:pos x="822" y="244"/>
                </a:cxn>
                <a:cxn ang="0">
                  <a:pos x="785" y="243"/>
                </a:cxn>
                <a:cxn ang="0">
                  <a:pos x="749" y="240"/>
                </a:cxn>
                <a:cxn ang="0">
                  <a:pos x="713" y="237"/>
                </a:cxn>
                <a:cxn ang="0">
                  <a:pos x="643" y="229"/>
                </a:cxn>
                <a:cxn ang="0">
                  <a:pos x="574" y="220"/>
                </a:cxn>
                <a:cxn ang="0">
                  <a:pos x="508" y="208"/>
                </a:cxn>
                <a:cxn ang="0">
                  <a:pos x="443" y="195"/>
                </a:cxn>
                <a:cxn ang="0">
                  <a:pos x="381" y="180"/>
                </a:cxn>
                <a:cxn ang="0">
                  <a:pos x="321" y="163"/>
                </a:cxn>
                <a:cxn ang="0">
                  <a:pos x="265" y="144"/>
                </a:cxn>
                <a:cxn ang="0">
                  <a:pos x="238" y="134"/>
                </a:cxn>
                <a:cxn ang="0">
                  <a:pos x="212" y="124"/>
                </a:cxn>
                <a:cxn ang="0">
                  <a:pos x="186" y="113"/>
                </a:cxn>
                <a:cxn ang="0">
                  <a:pos x="162" y="102"/>
                </a:cxn>
                <a:cxn ang="0">
                  <a:pos x="138" y="91"/>
                </a:cxn>
                <a:cxn ang="0">
                  <a:pos x="116" y="79"/>
                </a:cxn>
                <a:cxn ang="0">
                  <a:pos x="94" y="66"/>
                </a:cxn>
                <a:cxn ang="0">
                  <a:pos x="73" y="54"/>
                </a:cxn>
                <a:cxn ang="0">
                  <a:pos x="54" y="41"/>
                </a:cxn>
                <a:cxn ang="0">
                  <a:pos x="34" y="27"/>
                </a:cxn>
                <a:cxn ang="0">
                  <a:pos x="17" y="14"/>
                </a:cxn>
                <a:cxn ang="0">
                  <a:pos x="0" y="0"/>
                </a:cxn>
              </a:cxnLst>
              <a:pathLst>
                <a:path w="1167" h="461">
                  <a:moveTo>
                    <a:pt x="1167" y="461"/>
                  </a:moveTo>
                  <a:lnTo>
                    <a:pt x="1120" y="461"/>
                  </a:lnTo>
                  <a:lnTo>
                    <a:pt x="1074" y="459"/>
                  </a:lnTo>
                  <a:lnTo>
                    <a:pt x="1028" y="456"/>
                  </a:lnTo>
                  <a:lnTo>
                    <a:pt x="982" y="453"/>
                  </a:lnTo>
                  <a:lnTo>
                    <a:pt x="937" y="448"/>
                  </a:lnTo>
                  <a:lnTo>
                    <a:pt x="892" y="442"/>
                  </a:lnTo>
                  <a:lnTo>
                    <a:pt x="804" y="428"/>
                  </a:lnTo>
                  <a:lnTo>
                    <a:pt x="718" y="411"/>
                  </a:lnTo>
                  <a:lnTo>
                    <a:pt x="635" y="389"/>
                  </a:lnTo>
                  <a:lnTo>
                    <a:pt x="554" y="364"/>
                  </a:lnTo>
                  <a:lnTo>
                    <a:pt x="477" y="336"/>
                  </a:lnTo>
                  <a:lnTo>
                    <a:pt x="402" y="304"/>
                  </a:lnTo>
                  <a:lnTo>
                    <a:pt x="332" y="269"/>
                  </a:lnTo>
                  <a:lnTo>
                    <a:pt x="298" y="250"/>
                  </a:lnTo>
                  <a:lnTo>
                    <a:pt x="265" y="231"/>
                  </a:lnTo>
                  <a:lnTo>
                    <a:pt x="233" y="211"/>
                  </a:lnTo>
                  <a:lnTo>
                    <a:pt x="203" y="190"/>
                  </a:lnTo>
                  <a:lnTo>
                    <a:pt x="173" y="169"/>
                  </a:lnTo>
                  <a:lnTo>
                    <a:pt x="145" y="147"/>
                  </a:lnTo>
                  <a:lnTo>
                    <a:pt x="117" y="124"/>
                  </a:lnTo>
                  <a:lnTo>
                    <a:pt x="91" y="100"/>
                  </a:lnTo>
                  <a:lnTo>
                    <a:pt x="67" y="76"/>
                  </a:lnTo>
                  <a:lnTo>
                    <a:pt x="43" y="51"/>
                  </a:lnTo>
                  <a:lnTo>
                    <a:pt x="21" y="26"/>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65" name="Freeform 7"/>
            <p:cNvSpPr/>
            <p:nvPr/>
          </p:nvSpPr>
          <p:spPr>
            <a:xfrm>
              <a:off x="1326" y="2079"/>
              <a:ext cx="68" cy="53"/>
            </a:xfrm>
            <a:custGeom>
              <a:avLst/>
              <a:gdLst/>
              <a:ahLst/>
              <a:cxnLst>
                <a:cxn ang="0">
                  <a:pos x="68" y="32"/>
                </a:cxn>
                <a:cxn ang="0">
                  <a:pos x="0" y="0"/>
                </a:cxn>
                <a:cxn ang="0">
                  <a:pos x="24" y="53"/>
                </a:cxn>
                <a:cxn ang="0">
                  <a:pos x="31" y="29"/>
                </a:cxn>
                <a:cxn ang="0">
                  <a:pos x="68" y="32"/>
                </a:cxn>
              </a:cxnLst>
              <a:pathLst>
                <a:path w="85" h="100">
                  <a:moveTo>
                    <a:pt x="85" y="61"/>
                  </a:moveTo>
                  <a:lnTo>
                    <a:pt x="0" y="0"/>
                  </a:lnTo>
                  <a:lnTo>
                    <a:pt x="30" y="100"/>
                  </a:lnTo>
                  <a:lnTo>
                    <a:pt x="39" y="55"/>
                  </a:lnTo>
                  <a:lnTo>
                    <a:pt x="85" y="61"/>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66" name="Freeform 8"/>
            <p:cNvSpPr/>
            <p:nvPr/>
          </p:nvSpPr>
          <p:spPr>
            <a:xfrm>
              <a:off x="1503" y="1706"/>
              <a:ext cx="785" cy="649"/>
            </a:xfrm>
            <a:custGeom>
              <a:avLst/>
              <a:gdLst/>
              <a:ahLst/>
              <a:cxnLst>
                <a:cxn ang="0">
                  <a:pos x="785" y="649"/>
                </a:cxn>
                <a:cxn ang="0">
                  <a:pos x="752" y="648"/>
                </a:cxn>
                <a:cxn ang="0">
                  <a:pos x="720" y="646"/>
                </a:cxn>
                <a:cxn ang="0">
                  <a:pos x="688" y="642"/>
                </a:cxn>
                <a:cxn ang="0">
                  <a:pos x="656" y="637"/>
                </a:cxn>
                <a:cxn ang="0">
                  <a:pos x="625" y="630"/>
                </a:cxn>
                <a:cxn ang="0">
                  <a:pos x="594" y="623"/>
                </a:cxn>
                <a:cxn ang="0">
                  <a:pos x="564" y="613"/>
                </a:cxn>
                <a:cxn ang="0">
                  <a:pos x="533" y="602"/>
                </a:cxn>
                <a:cxn ang="0">
                  <a:pos x="504" y="590"/>
                </a:cxn>
                <a:cxn ang="0">
                  <a:pos x="474" y="577"/>
                </a:cxn>
                <a:cxn ang="0">
                  <a:pos x="446" y="562"/>
                </a:cxn>
                <a:cxn ang="0">
                  <a:pos x="418" y="546"/>
                </a:cxn>
                <a:cxn ang="0">
                  <a:pos x="390" y="529"/>
                </a:cxn>
                <a:cxn ang="0">
                  <a:pos x="363" y="511"/>
                </a:cxn>
                <a:cxn ang="0">
                  <a:pos x="336" y="492"/>
                </a:cxn>
                <a:cxn ang="0">
                  <a:pos x="310" y="471"/>
                </a:cxn>
                <a:cxn ang="0">
                  <a:pos x="284" y="449"/>
                </a:cxn>
                <a:cxn ang="0">
                  <a:pos x="260" y="426"/>
                </a:cxn>
                <a:cxn ang="0">
                  <a:pos x="236" y="402"/>
                </a:cxn>
                <a:cxn ang="0">
                  <a:pos x="212" y="377"/>
                </a:cxn>
                <a:cxn ang="0">
                  <a:pos x="190" y="351"/>
                </a:cxn>
                <a:cxn ang="0">
                  <a:pos x="168" y="323"/>
                </a:cxn>
                <a:cxn ang="0">
                  <a:pos x="148" y="295"/>
                </a:cxn>
                <a:cxn ang="0">
                  <a:pos x="128" y="266"/>
                </a:cxn>
                <a:cxn ang="0">
                  <a:pos x="108" y="236"/>
                </a:cxn>
                <a:cxn ang="0">
                  <a:pos x="90" y="205"/>
                </a:cxn>
                <a:cxn ang="0">
                  <a:pos x="73" y="173"/>
                </a:cxn>
                <a:cxn ang="0">
                  <a:pos x="56" y="140"/>
                </a:cxn>
                <a:cxn ang="0">
                  <a:pos x="41" y="106"/>
                </a:cxn>
                <a:cxn ang="0">
                  <a:pos x="26" y="72"/>
                </a:cxn>
                <a:cxn ang="0">
                  <a:pos x="13" y="36"/>
                </a:cxn>
                <a:cxn ang="0">
                  <a:pos x="0" y="0"/>
                </a:cxn>
              </a:cxnLst>
              <a:pathLst>
                <a:path w="983" h="1214">
                  <a:moveTo>
                    <a:pt x="983" y="1214"/>
                  </a:moveTo>
                  <a:lnTo>
                    <a:pt x="942" y="1213"/>
                  </a:lnTo>
                  <a:lnTo>
                    <a:pt x="902" y="1208"/>
                  </a:lnTo>
                  <a:lnTo>
                    <a:pt x="862" y="1201"/>
                  </a:lnTo>
                  <a:lnTo>
                    <a:pt x="822" y="1192"/>
                  </a:lnTo>
                  <a:lnTo>
                    <a:pt x="783" y="1179"/>
                  </a:lnTo>
                  <a:lnTo>
                    <a:pt x="744" y="1165"/>
                  </a:lnTo>
                  <a:lnTo>
                    <a:pt x="706" y="1147"/>
                  </a:lnTo>
                  <a:lnTo>
                    <a:pt x="668" y="1127"/>
                  </a:lnTo>
                  <a:lnTo>
                    <a:pt x="631" y="1104"/>
                  </a:lnTo>
                  <a:lnTo>
                    <a:pt x="594" y="1079"/>
                  </a:lnTo>
                  <a:lnTo>
                    <a:pt x="558" y="1052"/>
                  </a:lnTo>
                  <a:lnTo>
                    <a:pt x="523" y="1022"/>
                  </a:lnTo>
                  <a:lnTo>
                    <a:pt x="488" y="990"/>
                  </a:lnTo>
                  <a:lnTo>
                    <a:pt x="454" y="956"/>
                  </a:lnTo>
                  <a:lnTo>
                    <a:pt x="421" y="920"/>
                  </a:lnTo>
                  <a:lnTo>
                    <a:pt x="388" y="881"/>
                  </a:lnTo>
                  <a:lnTo>
                    <a:pt x="356" y="840"/>
                  </a:lnTo>
                  <a:lnTo>
                    <a:pt x="325" y="797"/>
                  </a:lnTo>
                  <a:lnTo>
                    <a:pt x="295" y="752"/>
                  </a:lnTo>
                  <a:lnTo>
                    <a:pt x="266" y="705"/>
                  </a:lnTo>
                  <a:lnTo>
                    <a:pt x="238" y="656"/>
                  </a:lnTo>
                  <a:lnTo>
                    <a:pt x="211" y="605"/>
                  </a:lnTo>
                  <a:lnTo>
                    <a:pt x="185" y="552"/>
                  </a:lnTo>
                  <a:lnTo>
                    <a:pt x="160" y="498"/>
                  </a:lnTo>
                  <a:lnTo>
                    <a:pt x="135" y="441"/>
                  </a:lnTo>
                  <a:lnTo>
                    <a:pt x="113" y="383"/>
                  </a:lnTo>
                  <a:lnTo>
                    <a:pt x="91" y="323"/>
                  </a:lnTo>
                  <a:lnTo>
                    <a:pt x="70" y="262"/>
                  </a:lnTo>
                  <a:lnTo>
                    <a:pt x="51" y="199"/>
                  </a:lnTo>
                  <a:lnTo>
                    <a:pt x="32" y="134"/>
                  </a:lnTo>
                  <a:lnTo>
                    <a:pt x="16" y="68"/>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67" name="Freeform 9"/>
            <p:cNvSpPr/>
            <p:nvPr/>
          </p:nvSpPr>
          <p:spPr>
            <a:xfrm>
              <a:off x="1483" y="1671"/>
              <a:ext cx="54" cy="56"/>
            </a:xfrm>
            <a:custGeom>
              <a:avLst/>
              <a:gdLst/>
              <a:ahLst/>
              <a:cxnLst>
                <a:cxn ang="0">
                  <a:pos x="54" y="48"/>
                </a:cxn>
                <a:cxn ang="0">
                  <a:pos x="10" y="0"/>
                </a:cxn>
                <a:cxn ang="0">
                  <a:pos x="0" y="56"/>
                </a:cxn>
                <a:cxn ang="0">
                  <a:pos x="21" y="36"/>
                </a:cxn>
                <a:cxn ang="0">
                  <a:pos x="54" y="48"/>
                </a:cxn>
              </a:cxnLst>
              <a:pathLst>
                <a:path w="66" h="104">
                  <a:moveTo>
                    <a:pt x="66" y="90"/>
                  </a:moveTo>
                  <a:lnTo>
                    <a:pt x="12" y="0"/>
                  </a:lnTo>
                  <a:lnTo>
                    <a:pt x="0" y="104"/>
                  </a:lnTo>
                  <a:lnTo>
                    <a:pt x="26" y="67"/>
                  </a:lnTo>
                  <a:lnTo>
                    <a:pt x="66" y="90"/>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68" name="Freeform 10"/>
            <p:cNvSpPr/>
            <p:nvPr/>
          </p:nvSpPr>
          <p:spPr>
            <a:xfrm>
              <a:off x="1800" y="2355"/>
              <a:ext cx="449" cy="711"/>
            </a:xfrm>
            <a:custGeom>
              <a:avLst/>
              <a:gdLst/>
              <a:ahLst/>
              <a:cxnLst>
                <a:cxn ang="0">
                  <a:pos x="0" y="711"/>
                </a:cxn>
                <a:cxn ang="0">
                  <a:pos x="5" y="673"/>
                </a:cxn>
                <a:cxn ang="0">
                  <a:pos x="10" y="635"/>
                </a:cxn>
                <a:cxn ang="0">
                  <a:pos x="18" y="597"/>
                </a:cxn>
                <a:cxn ang="0">
                  <a:pos x="25" y="561"/>
                </a:cxn>
                <a:cxn ang="0">
                  <a:pos x="33" y="526"/>
                </a:cxn>
                <a:cxn ang="0">
                  <a:pos x="41" y="491"/>
                </a:cxn>
                <a:cxn ang="0">
                  <a:pos x="50" y="458"/>
                </a:cxn>
                <a:cxn ang="0">
                  <a:pos x="61" y="425"/>
                </a:cxn>
                <a:cxn ang="0">
                  <a:pos x="71" y="393"/>
                </a:cxn>
                <a:cxn ang="0">
                  <a:pos x="82" y="362"/>
                </a:cxn>
                <a:cxn ang="0">
                  <a:pos x="94" y="332"/>
                </a:cxn>
                <a:cxn ang="0">
                  <a:pos x="107" y="303"/>
                </a:cxn>
                <a:cxn ang="0">
                  <a:pos x="120" y="276"/>
                </a:cxn>
                <a:cxn ang="0">
                  <a:pos x="133" y="250"/>
                </a:cxn>
                <a:cxn ang="0">
                  <a:pos x="148" y="224"/>
                </a:cxn>
                <a:cxn ang="0">
                  <a:pos x="162" y="200"/>
                </a:cxn>
                <a:cxn ang="0">
                  <a:pos x="177" y="177"/>
                </a:cxn>
                <a:cxn ang="0">
                  <a:pos x="193" y="155"/>
                </a:cxn>
                <a:cxn ang="0">
                  <a:pos x="209" y="135"/>
                </a:cxn>
                <a:cxn ang="0">
                  <a:pos x="225" y="116"/>
                </a:cxn>
                <a:cxn ang="0">
                  <a:pos x="242" y="98"/>
                </a:cxn>
                <a:cxn ang="0">
                  <a:pos x="260" y="81"/>
                </a:cxn>
                <a:cxn ang="0">
                  <a:pos x="277" y="66"/>
                </a:cxn>
                <a:cxn ang="0">
                  <a:pos x="295" y="53"/>
                </a:cxn>
                <a:cxn ang="0">
                  <a:pos x="313" y="41"/>
                </a:cxn>
                <a:cxn ang="0">
                  <a:pos x="332" y="30"/>
                </a:cxn>
                <a:cxn ang="0">
                  <a:pos x="351" y="21"/>
                </a:cxn>
                <a:cxn ang="0">
                  <a:pos x="370" y="13"/>
                </a:cxn>
                <a:cxn ang="0">
                  <a:pos x="389" y="7"/>
                </a:cxn>
                <a:cxn ang="0">
                  <a:pos x="409" y="3"/>
                </a:cxn>
                <a:cxn ang="0">
                  <a:pos x="429" y="1"/>
                </a:cxn>
                <a:cxn ang="0">
                  <a:pos x="449" y="0"/>
                </a:cxn>
              </a:cxnLst>
              <a:pathLst>
                <a:path w="562" h="1333">
                  <a:moveTo>
                    <a:pt x="0" y="1333"/>
                  </a:moveTo>
                  <a:lnTo>
                    <a:pt x="6" y="1261"/>
                  </a:lnTo>
                  <a:lnTo>
                    <a:pt x="13" y="1190"/>
                  </a:lnTo>
                  <a:lnTo>
                    <a:pt x="22" y="1120"/>
                  </a:lnTo>
                  <a:lnTo>
                    <a:pt x="31" y="1052"/>
                  </a:lnTo>
                  <a:lnTo>
                    <a:pt x="41" y="986"/>
                  </a:lnTo>
                  <a:lnTo>
                    <a:pt x="51" y="921"/>
                  </a:lnTo>
                  <a:lnTo>
                    <a:pt x="63" y="858"/>
                  </a:lnTo>
                  <a:lnTo>
                    <a:pt x="76" y="797"/>
                  </a:lnTo>
                  <a:lnTo>
                    <a:pt x="89" y="737"/>
                  </a:lnTo>
                  <a:lnTo>
                    <a:pt x="103" y="679"/>
                  </a:lnTo>
                  <a:lnTo>
                    <a:pt x="118" y="623"/>
                  </a:lnTo>
                  <a:lnTo>
                    <a:pt x="134" y="569"/>
                  </a:lnTo>
                  <a:lnTo>
                    <a:pt x="150" y="518"/>
                  </a:lnTo>
                  <a:lnTo>
                    <a:pt x="167" y="468"/>
                  </a:lnTo>
                  <a:lnTo>
                    <a:pt x="185" y="420"/>
                  </a:lnTo>
                  <a:lnTo>
                    <a:pt x="203" y="375"/>
                  </a:lnTo>
                  <a:lnTo>
                    <a:pt x="222" y="332"/>
                  </a:lnTo>
                  <a:lnTo>
                    <a:pt x="241" y="291"/>
                  </a:lnTo>
                  <a:lnTo>
                    <a:pt x="261" y="253"/>
                  </a:lnTo>
                  <a:lnTo>
                    <a:pt x="282" y="217"/>
                  </a:lnTo>
                  <a:lnTo>
                    <a:pt x="303" y="183"/>
                  </a:lnTo>
                  <a:lnTo>
                    <a:pt x="325" y="152"/>
                  </a:lnTo>
                  <a:lnTo>
                    <a:pt x="347" y="124"/>
                  </a:lnTo>
                  <a:lnTo>
                    <a:pt x="369" y="99"/>
                  </a:lnTo>
                  <a:lnTo>
                    <a:pt x="392" y="76"/>
                  </a:lnTo>
                  <a:lnTo>
                    <a:pt x="416" y="56"/>
                  </a:lnTo>
                  <a:lnTo>
                    <a:pt x="439" y="39"/>
                  </a:lnTo>
                  <a:lnTo>
                    <a:pt x="463" y="25"/>
                  </a:lnTo>
                  <a:lnTo>
                    <a:pt x="487" y="14"/>
                  </a:lnTo>
                  <a:lnTo>
                    <a:pt x="512" y="6"/>
                  </a:lnTo>
                  <a:lnTo>
                    <a:pt x="537" y="2"/>
                  </a:lnTo>
                  <a:lnTo>
                    <a:pt x="562"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69" name="Freeform 11"/>
            <p:cNvSpPr/>
            <p:nvPr/>
          </p:nvSpPr>
          <p:spPr>
            <a:xfrm>
              <a:off x="1775" y="3049"/>
              <a:ext cx="54" cy="53"/>
            </a:xfrm>
            <a:custGeom>
              <a:avLst/>
              <a:gdLst/>
              <a:ahLst/>
              <a:cxnLst>
                <a:cxn ang="0">
                  <a:pos x="0" y="0"/>
                </a:cxn>
                <a:cxn ang="0">
                  <a:pos x="22" y="53"/>
                </a:cxn>
                <a:cxn ang="0">
                  <a:pos x="54" y="3"/>
                </a:cxn>
                <a:cxn ang="0">
                  <a:pos x="26" y="17"/>
                </a:cxn>
                <a:cxn ang="0">
                  <a:pos x="0" y="0"/>
                </a:cxn>
              </a:cxnLst>
              <a:pathLst>
                <a:path w="67" h="101">
                  <a:moveTo>
                    <a:pt x="0" y="0"/>
                  </a:moveTo>
                  <a:lnTo>
                    <a:pt x="27" y="101"/>
                  </a:lnTo>
                  <a:lnTo>
                    <a:pt x="67" y="5"/>
                  </a:lnTo>
                  <a:lnTo>
                    <a:pt x="32" y="33"/>
                  </a:lnTo>
                  <a:lnTo>
                    <a:pt x="0" y="0"/>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70" name="Freeform 12"/>
            <p:cNvSpPr/>
            <p:nvPr/>
          </p:nvSpPr>
          <p:spPr>
            <a:xfrm>
              <a:off x="2187" y="1471"/>
              <a:ext cx="299" cy="877"/>
            </a:xfrm>
            <a:custGeom>
              <a:avLst/>
              <a:gdLst/>
              <a:ahLst/>
              <a:cxnLst>
                <a:cxn ang="0">
                  <a:pos x="98" y="877"/>
                </a:cxn>
                <a:cxn ang="0">
                  <a:pos x="81" y="862"/>
                </a:cxn>
                <a:cxn ang="0">
                  <a:pos x="66" y="844"/>
                </a:cxn>
                <a:cxn ang="0">
                  <a:pos x="53" y="827"/>
                </a:cxn>
                <a:cxn ang="0">
                  <a:pos x="41" y="808"/>
                </a:cxn>
                <a:cxn ang="0">
                  <a:pos x="30" y="788"/>
                </a:cxn>
                <a:cxn ang="0">
                  <a:pos x="22" y="766"/>
                </a:cxn>
                <a:cxn ang="0">
                  <a:pos x="14" y="744"/>
                </a:cxn>
                <a:cxn ang="0">
                  <a:pos x="8" y="721"/>
                </a:cxn>
                <a:cxn ang="0">
                  <a:pos x="4" y="698"/>
                </a:cxn>
                <a:cxn ang="0">
                  <a:pos x="2" y="673"/>
                </a:cxn>
                <a:cxn ang="0">
                  <a:pos x="0" y="648"/>
                </a:cxn>
                <a:cxn ang="0">
                  <a:pos x="0" y="622"/>
                </a:cxn>
                <a:cxn ang="0">
                  <a:pos x="2" y="595"/>
                </a:cxn>
                <a:cxn ang="0">
                  <a:pos x="5" y="567"/>
                </a:cxn>
                <a:cxn ang="0">
                  <a:pos x="10" y="539"/>
                </a:cxn>
                <a:cxn ang="0">
                  <a:pos x="15" y="510"/>
                </a:cxn>
                <a:cxn ang="0">
                  <a:pos x="23" y="480"/>
                </a:cxn>
                <a:cxn ang="0">
                  <a:pos x="32" y="451"/>
                </a:cxn>
                <a:cxn ang="0">
                  <a:pos x="42" y="421"/>
                </a:cxn>
                <a:cxn ang="0">
                  <a:pos x="54" y="390"/>
                </a:cxn>
                <a:cxn ang="0">
                  <a:pos x="66" y="358"/>
                </a:cxn>
                <a:cxn ang="0">
                  <a:pos x="81" y="327"/>
                </a:cxn>
                <a:cxn ang="0">
                  <a:pos x="97" y="295"/>
                </a:cxn>
                <a:cxn ang="0">
                  <a:pos x="114" y="262"/>
                </a:cxn>
                <a:cxn ang="0">
                  <a:pos x="133" y="230"/>
                </a:cxn>
                <a:cxn ang="0">
                  <a:pos x="153" y="198"/>
                </a:cxn>
                <a:cxn ang="0">
                  <a:pos x="173" y="165"/>
                </a:cxn>
                <a:cxn ang="0">
                  <a:pos x="196" y="132"/>
                </a:cxn>
                <a:cxn ang="0">
                  <a:pos x="220" y="99"/>
                </a:cxn>
                <a:cxn ang="0">
                  <a:pos x="245" y="66"/>
                </a:cxn>
                <a:cxn ang="0">
                  <a:pos x="271" y="33"/>
                </a:cxn>
                <a:cxn ang="0">
                  <a:pos x="299" y="0"/>
                </a:cxn>
              </a:cxnLst>
              <a:pathLst>
                <a:path w="374" h="1641">
                  <a:moveTo>
                    <a:pt x="122" y="1641"/>
                  </a:moveTo>
                  <a:lnTo>
                    <a:pt x="101" y="1612"/>
                  </a:lnTo>
                  <a:lnTo>
                    <a:pt x="82" y="1580"/>
                  </a:lnTo>
                  <a:lnTo>
                    <a:pt x="66" y="1547"/>
                  </a:lnTo>
                  <a:lnTo>
                    <a:pt x="51" y="1511"/>
                  </a:lnTo>
                  <a:lnTo>
                    <a:pt x="38" y="1474"/>
                  </a:lnTo>
                  <a:lnTo>
                    <a:pt x="27" y="1434"/>
                  </a:lnTo>
                  <a:lnTo>
                    <a:pt x="18" y="1393"/>
                  </a:lnTo>
                  <a:lnTo>
                    <a:pt x="10" y="1350"/>
                  </a:lnTo>
                  <a:lnTo>
                    <a:pt x="5" y="1306"/>
                  </a:lnTo>
                  <a:lnTo>
                    <a:pt x="2" y="1260"/>
                  </a:lnTo>
                  <a:lnTo>
                    <a:pt x="0" y="1212"/>
                  </a:lnTo>
                  <a:lnTo>
                    <a:pt x="0" y="1163"/>
                  </a:lnTo>
                  <a:lnTo>
                    <a:pt x="2" y="1113"/>
                  </a:lnTo>
                  <a:lnTo>
                    <a:pt x="6" y="1061"/>
                  </a:lnTo>
                  <a:lnTo>
                    <a:pt x="12" y="1008"/>
                  </a:lnTo>
                  <a:lnTo>
                    <a:pt x="19" y="954"/>
                  </a:lnTo>
                  <a:lnTo>
                    <a:pt x="29" y="899"/>
                  </a:lnTo>
                  <a:lnTo>
                    <a:pt x="40" y="843"/>
                  </a:lnTo>
                  <a:lnTo>
                    <a:pt x="52" y="787"/>
                  </a:lnTo>
                  <a:lnTo>
                    <a:pt x="67" y="729"/>
                  </a:lnTo>
                  <a:lnTo>
                    <a:pt x="83" y="670"/>
                  </a:lnTo>
                  <a:lnTo>
                    <a:pt x="101" y="611"/>
                  </a:lnTo>
                  <a:lnTo>
                    <a:pt x="121" y="552"/>
                  </a:lnTo>
                  <a:lnTo>
                    <a:pt x="143" y="491"/>
                  </a:lnTo>
                  <a:lnTo>
                    <a:pt x="166" y="431"/>
                  </a:lnTo>
                  <a:lnTo>
                    <a:pt x="191" y="370"/>
                  </a:lnTo>
                  <a:lnTo>
                    <a:pt x="217" y="308"/>
                  </a:lnTo>
                  <a:lnTo>
                    <a:pt x="245" y="247"/>
                  </a:lnTo>
                  <a:lnTo>
                    <a:pt x="275" y="185"/>
                  </a:lnTo>
                  <a:lnTo>
                    <a:pt x="306" y="123"/>
                  </a:lnTo>
                  <a:lnTo>
                    <a:pt x="339" y="62"/>
                  </a:lnTo>
                  <a:lnTo>
                    <a:pt x="374"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71" name="Freeform 13"/>
            <p:cNvSpPr/>
            <p:nvPr/>
          </p:nvSpPr>
          <p:spPr>
            <a:xfrm>
              <a:off x="2451" y="1440"/>
              <a:ext cx="64" cy="55"/>
            </a:xfrm>
            <a:custGeom>
              <a:avLst/>
              <a:gdLst/>
              <a:ahLst/>
              <a:cxnLst>
                <a:cxn ang="0">
                  <a:pos x="47" y="55"/>
                </a:cxn>
                <a:cxn ang="0">
                  <a:pos x="64" y="0"/>
                </a:cxn>
                <a:cxn ang="0">
                  <a:pos x="0" y="37"/>
                </a:cxn>
                <a:cxn ang="0">
                  <a:pos x="36" y="31"/>
                </a:cxn>
                <a:cxn ang="0">
                  <a:pos x="47" y="55"/>
                </a:cxn>
              </a:cxnLst>
              <a:pathLst>
                <a:path w="79" h="102">
                  <a:moveTo>
                    <a:pt x="58" y="102"/>
                  </a:moveTo>
                  <a:lnTo>
                    <a:pt x="79" y="0"/>
                  </a:lnTo>
                  <a:lnTo>
                    <a:pt x="0" y="68"/>
                  </a:lnTo>
                  <a:lnTo>
                    <a:pt x="44" y="58"/>
                  </a:lnTo>
                  <a:lnTo>
                    <a:pt x="58" y="102"/>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72" name="Freeform 14"/>
            <p:cNvSpPr/>
            <p:nvPr/>
          </p:nvSpPr>
          <p:spPr>
            <a:xfrm>
              <a:off x="2278" y="1578"/>
              <a:ext cx="739" cy="836"/>
            </a:xfrm>
            <a:custGeom>
              <a:avLst/>
              <a:gdLst/>
              <a:ahLst/>
              <a:cxnLst>
                <a:cxn ang="0">
                  <a:pos x="6" y="836"/>
                </a:cxn>
                <a:cxn ang="0">
                  <a:pos x="2" y="806"/>
                </a:cxn>
                <a:cxn ang="0">
                  <a:pos x="0" y="776"/>
                </a:cxn>
                <a:cxn ang="0">
                  <a:pos x="0" y="746"/>
                </a:cxn>
                <a:cxn ang="0">
                  <a:pos x="2" y="715"/>
                </a:cxn>
                <a:cxn ang="0">
                  <a:pos x="6" y="685"/>
                </a:cxn>
                <a:cxn ang="0">
                  <a:pos x="11" y="656"/>
                </a:cxn>
                <a:cxn ang="0">
                  <a:pos x="18" y="626"/>
                </a:cxn>
                <a:cxn ang="0">
                  <a:pos x="28" y="597"/>
                </a:cxn>
                <a:cxn ang="0">
                  <a:pos x="38" y="567"/>
                </a:cxn>
                <a:cxn ang="0">
                  <a:pos x="51" y="538"/>
                </a:cxn>
                <a:cxn ang="0">
                  <a:pos x="66" y="510"/>
                </a:cxn>
                <a:cxn ang="0">
                  <a:pos x="82" y="481"/>
                </a:cxn>
                <a:cxn ang="0">
                  <a:pos x="101" y="453"/>
                </a:cxn>
                <a:cxn ang="0">
                  <a:pos x="120" y="425"/>
                </a:cxn>
                <a:cxn ang="0">
                  <a:pos x="141" y="397"/>
                </a:cxn>
                <a:cxn ang="0">
                  <a:pos x="164" y="370"/>
                </a:cxn>
                <a:cxn ang="0">
                  <a:pos x="189" y="343"/>
                </a:cxn>
                <a:cxn ang="0">
                  <a:pos x="215" y="317"/>
                </a:cxn>
                <a:cxn ang="0">
                  <a:pos x="243" y="290"/>
                </a:cxn>
                <a:cxn ang="0">
                  <a:pos x="272" y="265"/>
                </a:cxn>
                <a:cxn ang="0">
                  <a:pos x="303" y="240"/>
                </a:cxn>
                <a:cxn ang="0">
                  <a:pos x="336" y="215"/>
                </a:cxn>
                <a:cxn ang="0">
                  <a:pos x="370" y="191"/>
                </a:cxn>
                <a:cxn ang="0">
                  <a:pos x="405" y="167"/>
                </a:cxn>
                <a:cxn ang="0">
                  <a:pos x="442" y="144"/>
                </a:cxn>
                <a:cxn ang="0">
                  <a:pos x="480" y="122"/>
                </a:cxn>
                <a:cxn ang="0">
                  <a:pos x="520" y="100"/>
                </a:cxn>
                <a:cxn ang="0">
                  <a:pos x="561" y="78"/>
                </a:cxn>
                <a:cxn ang="0">
                  <a:pos x="603" y="58"/>
                </a:cxn>
                <a:cxn ang="0">
                  <a:pos x="647" y="38"/>
                </a:cxn>
                <a:cxn ang="0">
                  <a:pos x="693" y="19"/>
                </a:cxn>
                <a:cxn ang="0">
                  <a:pos x="739" y="0"/>
                </a:cxn>
              </a:cxnLst>
              <a:pathLst>
                <a:path w="926" h="1566">
                  <a:moveTo>
                    <a:pt x="7" y="1566"/>
                  </a:moveTo>
                  <a:lnTo>
                    <a:pt x="2" y="1509"/>
                  </a:lnTo>
                  <a:lnTo>
                    <a:pt x="0" y="1453"/>
                  </a:lnTo>
                  <a:lnTo>
                    <a:pt x="0" y="1397"/>
                  </a:lnTo>
                  <a:lnTo>
                    <a:pt x="2" y="1340"/>
                  </a:lnTo>
                  <a:lnTo>
                    <a:pt x="7" y="1284"/>
                  </a:lnTo>
                  <a:lnTo>
                    <a:pt x="14" y="1228"/>
                  </a:lnTo>
                  <a:lnTo>
                    <a:pt x="23" y="1173"/>
                  </a:lnTo>
                  <a:lnTo>
                    <a:pt x="35" y="1118"/>
                  </a:lnTo>
                  <a:lnTo>
                    <a:pt x="48" y="1063"/>
                  </a:lnTo>
                  <a:lnTo>
                    <a:pt x="64" y="1008"/>
                  </a:lnTo>
                  <a:lnTo>
                    <a:pt x="83" y="955"/>
                  </a:lnTo>
                  <a:lnTo>
                    <a:pt x="103" y="901"/>
                  </a:lnTo>
                  <a:lnTo>
                    <a:pt x="126" y="848"/>
                  </a:lnTo>
                  <a:lnTo>
                    <a:pt x="150" y="796"/>
                  </a:lnTo>
                  <a:lnTo>
                    <a:pt x="177" y="744"/>
                  </a:lnTo>
                  <a:lnTo>
                    <a:pt x="206" y="693"/>
                  </a:lnTo>
                  <a:lnTo>
                    <a:pt x="237" y="643"/>
                  </a:lnTo>
                  <a:lnTo>
                    <a:pt x="270" y="593"/>
                  </a:lnTo>
                  <a:lnTo>
                    <a:pt x="304" y="544"/>
                  </a:lnTo>
                  <a:lnTo>
                    <a:pt x="341" y="496"/>
                  </a:lnTo>
                  <a:lnTo>
                    <a:pt x="380" y="449"/>
                  </a:lnTo>
                  <a:lnTo>
                    <a:pt x="421" y="403"/>
                  </a:lnTo>
                  <a:lnTo>
                    <a:pt x="463" y="358"/>
                  </a:lnTo>
                  <a:lnTo>
                    <a:pt x="508" y="313"/>
                  </a:lnTo>
                  <a:lnTo>
                    <a:pt x="554" y="270"/>
                  </a:lnTo>
                  <a:lnTo>
                    <a:pt x="602" y="228"/>
                  </a:lnTo>
                  <a:lnTo>
                    <a:pt x="651" y="187"/>
                  </a:lnTo>
                  <a:lnTo>
                    <a:pt x="703" y="147"/>
                  </a:lnTo>
                  <a:lnTo>
                    <a:pt x="756" y="108"/>
                  </a:lnTo>
                  <a:lnTo>
                    <a:pt x="811" y="71"/>
                  </a:lnTo>
                  <a:lnTo>
                    <a:pt x="868" y="35"/>
                  </a:lnTo>
                  <a:lnTo>
                    <a:pt x="926"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73" name="Freeform 15"/>
            <p:cNvSpPr/>
            <p:nvPr/>
          </p:nvSpPr>
          <p:spPr>
            <a:xfrm>
              <a:off x="2983" y="1560"/>
              <a:ext cx="82" cy="42"/>
            </a:xfrm>
            <a:custGeom>
              <a:avLst/>
              <a:gdLst/>
              <a:ahLst/>
              <a:cxnLst>
                <a:cxn ang="0">
                  <a:pos x="26" y="42"/>
                </a:cxn>
                <a:cxn ang="0">
                  <a:pos x="82" y="0"/>
                </a:cxn>
                <a:cxn ang="0">
                  <a:pos x="0" y="10"/>
                </a:cxn>
                <a:cxn ang="0">
                  <a:pos x="34" y="18"/>
                </a:cxn>
                <a:cxn ang="0">
                  <a:pos x="26" y="42"/>
                </a:cxn>
              </a:cxnLst>
              <a:pathLst>
                <a:path w="103" h="78">
                  <a:moveTo>
                    <a:pt x="33" y="78"/>
                  </a:moveTo>
                  <a:lnTo>
                    <a:pt x="103" y="0"/>
                  </a:lnTo>
                  <a:lnTo>
                    <a:pt x="0" y="19"/>
                  </a:lnTo>
                  <a:lnTo>
                    <a:pt x="43" y="33"/>
                  </a:lnTo>
                  <a:lnTo>
                    <a:pt x="33" y="78"/>
                  </a:lnTo>
                  <a:close/>
                </a:path>
              </a:pathLst>
            </a:custGeom>
            <a:solidFill>
              <a:srgbClr val="9900CC"/>
            </a:solidFill>
            <a:ln w="28575" cap="flat" cmpd="sng">
              <a:solidFill>
                <a:srgbClr val="0000FF"/>
              </a:solidFill>
              <a:prstDash val="solid"/>
              <a:round/>
              <a:headEnd type="none" w="med" len="med"/>
              <a:tailEnd type="none" w="med" len="med"/>
            </a:ln>
          </p:spPr>
          <p:txBody>
            <a:bodyPr/>
            <a:p>
              <a:endParaRPr lang="zh-CN" altLang="en-US"/>
            </a:p>
          </p:txBody>
        </p:sp>
        <p:sp>
          <p:nvSpPr>
            <p:cNvPr id="15374" name="Freeform 16"/>
            <p:cNvSpPr/>
            <p:nvPr/>
          </p:nvSpPr>
          <p:spPr>
            <a:xfrm>
              <a:off x="3050" y="1453"/>
              <a:ext cx="1211" cy="141"/>
            </a:xfrm>
            <a:custGeom>
              <a:avLst/>
              <a:gdLst/>
              <a:ahLst/>
              <a:cxnLst>
                <a:cxn ang="0">
                  <a:pos x="0" y="108"/>
                </a:cxn>
                <a:cxn ang="0">
                  <a:pos x="14" y="105"/>
                </a:cxn>
                <a:cxn ang="0">
                  <a:pos x="28" y="101"/>
                </a:cxn>
                <a:cxn ang="0">
                  <a:pos x="79" y="88"/>
                </a:cxn>
                <a:cxn ang="0">
                  <a:pos x="131" y="75"/>
                </a:cxn>
                <a:cxn ang="0">
                  <a:pos x="181" y="64"/>
                </a:cxn>
                <a:cxn ang="0">
                  <a:pos x="233" y="53"/>
                </a:cxn>
                <a:cxn ang="0">
                  <a:pos x="283" y="43"/>
                </a:cxn>
                <a:cxn ang="0">
                  <a:pos x="333" y="35"/>
                </a:cxn>
                <a:cxn ang="0">
                  <a:pos x="382" y="27"/>
                </a:cxn>
                <a:cxn ang="0">
                  <a:pos x="430" y="20"/>
                </a:cxn>
                <a:cxn ang="0">
                  <a:pos x="478" y="14"/>
                </a:cxn>
                <a:cxn ang="0">
                  <a:pos x="525" y="10"/>
                </a:cxn>
                <a:cxn ang="0">
                  <a:pos x="572" y="6"/>
                </a:cxn>
                <a:cxn ang="0">
                  <a:pos x="616" y="3"/>
                </a:cxn>
                <a:cxn ang="0">
                  <a:pos x="661" y="1"/>
                </a:cxn>
                <a:cxn ang="0">
                  <a:pos x="704" y="0"/>
                </a:cxn>
                <a:cxn ang="0">
                  <a:pos x="746" y="0"/>
                </a:cxn>
                <a:cxn ang="0">
                  <a:pos x="787" y="1"/>
                </a:cxn>
                <a:cxn ang="0">
                  <a:pos x="827" y="3"/>
                </a:cxn>
                <a:cxn ang="0">
                  <a:pos x="864" y="6"/>
                </a:cxn>
                <a:cxn ang="0">
                  <a:pos x="901" y="9"/>
                </a:cxn>
                <a:cxn ang="0">
                  <a:pos x="936" y="14"/>
                </a:cxn>
                <a:cxn ang="0">
                  <a:pos x="970" y="20"/>
                </a:cxn>
                <a:cxn ang="0">
                  <a:pos x="1002" y="26"/>
                </a:cxn>
                <a:cxn ang="0">
                  <a:pos x="1031" y="34"/>
                </a:cxn>
                <a:cxn ang="0">
                  <a:pos x="1060" y="42"/>
                </a:cxn>
                <a:cxn ang="0">
                  <a:pos x="1086" y="51"/>
                </a:cxn>
                <a:cxn ang="0">
                  <a:pos x="1110" y="61"/>
                </a:cxn>
                <a:cxn ang="0">
                  <a:pos x="1133" y="72"/>
                </a:cxn>
                <a:cxn ang="0">
                  <a:pos x="1153" y="84"/>
                </a:cxn>
                <a:cxn ang="0">
                  <a:pos x="1171" y="97"/>
                </a:cxn>
                <a:cxn ang="0">
                  <a:pos x="1187" y="111"/>
                </a:cxn>
                <a:cxn ang="0">
                  <a:pos x="1200" y="126"/>
                </a:cxn>
                <a:cxn ang="0">
                  <a:pos x="1211" y="141"/>
                </a:cxn>
              </a:cxnLst>
              <a:pathLst>
                <a:path w="1515" h="264">
                  <a:moveTo>
                    <a:pt x="0" y="203"/>
                  </a:moveTo>
                  <a:lnTo>
                    <a:pt x="18" y="196"/>
                  </a:lnTo>
                  <a:lnTo>
                    <a:pt x="35" y="189"/>
                  </a:lnTo>
                  <a:lnTo>
                    <a:pt x="99" y="164"/>
                  </a:lnTo>
                  <a:lnTo>
                    <a:pt x="164" y="140"/>
                  </a:lnTo>
                  <a:lnTo>
                    <a:pt x="227" y="119"/>
                  </a:lnTo>
                  <a:lnTo>
                    <a:pt x="291" y="99"/>
                  </a:lnTo>
                  <a:lnTo>
                    <a:pt x="354" y="81"/>
                  </a:lnTo>
                  <a:lnTo>
                    <a:pt x="416" y="65"/>
                  </a:lnTo>
                  <a:lnTo>
                    <a:pt x="478" y="51"/>
                  </a:lnTo>
                  <a:lnTo>
                    <a:pt x="538" y="38"/>
                  </a:lnTo>
                  <a:lnTo>
                    <a:pt x="598" y="27"/>
                  </a:lnTo>
                  <a:lnTo>
                    <a:pt x="657" y="18"/>
                  </a:lnTo>
                  <a:lnTo>
                    <a:pt x="715" y="11"/>
                  </a:lnTo>
                  <a:lnTo>
                    <a:pt x="771" y="6"/>
                  </a:lnTo>
                  <a:lnTo>
                    <a:pt x="827" y="2"/>
                  </a:lnTo>
                  <a:lnTo>
                    <a:pt x="881" y="0"/>
                  </a:lnTo>
                  <a:lnTo>
                    <a:pt x="933" y="0"/>
                  </a:lnTo>
                  <a:lnTo>
                    <a:pt x="984" y="2"/>
                  </a:lnTo>
                  <a:lnTo>
                    <a:pt x="1034" y="5"/>
                  </a:lnTo>
                  <a:lnTo>
                    <a:pt x="1081" y="11"/>
                  </a:lnTo>
                  <a:lnTo>
                    <a:pt x="1127" y="17"/>
                  </a:lnTo>
                  <a:lnTo>
                    <a:pt x="1171" y="26"/>
                  </a:lnTo>
                  <a:lnTo>
                    <a:pt x="1213" y="37"/>
                  </a:lnTo>
                  <a:lnTo>
                    <a:pt x="1253" y="49"/>
                  </a:lnTo>
                  <a:lnTo>
                    <a:pt x="1290" y="63"/>
                  </a:lnTo>
                  <a:lnTo>
                    <a:pt x="1326" y="78"/>
                  </a:lnTo>
                  <a:lnTo>
                    <a:pt x="1359" y="95"/>
                  </a:lnTo>
                  <a:lnTo>
                    <a:pt x="1389" y="114"/>
                  </a:lnTo>
                  <a:lnTo>
                    <a:pt x="1417" y="135"/>
                  </a:lnTo>
                  <a:lnTo>
                    <a:pt x="1442" y="157"/>
                  </a:lnTo>
                  <a:lnTo>
                    <a:pt x="1465" y="182"/>
                  </a:lnTo>
                  <a:lnTo>
                    <a:pt x="1485" y="207"/>
                  </a:lnTo>
                  <a:lnTo>
                    <a:pt x="1501" y="235"/>
                  </a:lnTo>
                  <a:lnTo>
                    <a:pt x="1515" y="264"/>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75" name="Freeform 17"/>
            <p:cNvSpPr/>
            <p:nvPr/>
          </p:nvSpPr>
          <p:spPr>
            <a:xfrm>
              <a:off x="3501" y="1577"/>
              <a:ext cx="792" cy="786"/>
            </a:xfrm>
            <a:custGeom>
              <a:avLst/>
              <a:gdLst/>
              <a:ahLst/>
              <a:cxnLst>
                <a:cxn ang="0">
                  <a:pos x="749" y="0"/>
                </a:cxn>
                <a:cxn ang="0">
                  <a:pos x="763" y="25"/>
                </a:cxn>
                <a:cxn ang="0">
                  <a:pos x="774" y="49"/>
                </a:cxn>
                <a:cxn ang="0">
                  <a:pos x="783" y="75"/>
                </a:cxn>
                <a:cxn ang="0">
                  <a:pos x="789" y="100"/>
                </a:cxn>
                <a:cxn ang="0">
                  <a:pos x="791" y="127"/>
                </a:cxn>
                <a:cxn ang="0">
                  <a:pos x="792" y="153"/>
                </a:cxn>
                <a:cxn ang="0">
                  <a:pos x="790" y="179"/>
                </a:cxn>
                <a:cxn ang="0">
                  <a:pos x="784" y="206"/>
                </a:cxn>
                <a:cxn ang="0">
                  <a:pos x="777" y="233"/>
                </a:cxn>
                <a:cxn ang="0">
                  <a:pos x="767" y="260"/>
                </a:cxn>
                <a:cxn ang="0">
                  <a:pos x="754" y="287"/>
                </a:cxn>
                <a:cxn ang="0">
                  <a:pos x="740" y="314"/>
                </a:cxn>
                <a:cxn ang="0">
                  <a:pos x="722" y="341"/>
                </a:cxn>
                <a:cxn ang="0">
                  <a:pos x="702" y="368"/>
                </a:cxn>
                <a:cxn ang="0">
                  <a:pos x="681" y="395"/>
                </a:cxn>
                <a:cxn ang="0">
                  <a:pos x="657" y="421"/>
                </a:cxn>
                <a:cxn ang="0">
                  <a:pos x="630" y="448"/>
                </a:cxn>
                <a:cxn ang="0">
                  <a:pos x="602" y="474"/>
                </a:cxn>
                <a:cxn ang="0">
                  <a:pos x="571" y="499"/>
                </a:cxn>
                <a:cxn ang="0">
                  <a:pos x="538" y="525"/>
                </a:cxn>
                <a:cxn ang="0">
                  <a:pos x="503" y="550"/>
                </a:cxn>
                <a:cxn ang="0">
                  <a:pos x="466" y="574"/>
                </a:cxn>
                <a:cxn ang="0">
                  <a:pos x="428" y="599"/>
                </a:cxn>
                <a:cxn ang="0">
                  <a:pos x="387" y="622"/>
                </a:cxn>
                <a:cxn ang="0">
                  <a:pos x="345" y="645"/>
                </a:cxn>
                <a:cxn ang="0">
                  <a:pos x="301" y="668"/>
                </a:cxn>
                <a:cxn ang="0">
                  <a:pos x="255" y="689"/>
                </a:cxn>
                <a:cxn ang="0">
                  <a:pos x="207" y="710"/>
                </a:cxn>
                <a:cxn ang="0">
                  <a:pos x="158" y="731"/>
                </a:cxn>
                <a:cxn ang="0">
                  <a:pos x="106" y="750"/>
                </a:cxn>
                <a:cxn ang="0">
                  <a:pos x="54" y="768"/>
                </a:cxn>
                <a:cxn ang="0">
                  <a:pos x="0" y="786"/>
                </a:cxn>
              </a:cxnLst>
              <a:pathLst>
                <a:path w="982" h="1464">
                  <a:moveTo>
                    <a:pt x="929" y="0"/>
                  </a:moveTo>
                  <a:lnTo>
                    <a:pt x="946" y="46"/>
                  </a:lnTo>
                  <a:lnTo>
                    <a:pt x="960" y="92"/>
                  </a:lnTo>
                  <a:lnTo>
                    <a:pt x="971" y="139"/>
                  </a:lnTo>
                  <a:lnTo>
                    <a:pt x="978" y="187"/>
                  </a:lnTo>
                  <a:lnTo>
                    <a:pt x="981" y="236"/>
                  </a:lnTo>
                  <a:lnTo>
                    <a:pt x="982" y="285"/>
                  </a:lnTo>
                  <a:lnTo>
                    <a:pt x="979" y="334"/>
                  </a:lnTo>
                  <a:lnTo>
                    <a:pt x="972" y="384"/>
                  </a:lnTo>
                  <a:lnTo>
                    <a:pt x="963" y="434"/>
                  </a:lnTo>
                  <a:lnTo>
                    <a:pt x="951" y="484"/>
                  </a:lnTo>
                  <a:lnTo>
                    <a:pt x="935" y="534"/>
                  </a:lnTo>
                  <a:lnTo>
                    <a:pt x="917" y="585"/>
                  </a:lnTo>
                  <a:lnTo>
                    <a:pt x="895" y="635"/>
                  </a:lnTo>
                  <a:lnTo>
                    <a:pt x="871" y="685"/>
                  </a:lnTo>
                  <a:lnTo>
                    <a:pt x="844" y="735"/>
                  </a:lnTo>
                  <a:lnTo>
                    <a:pt x="814" y="785"/>
                  </a:lnTo>
                  <a:lnTo>
                    <a:pt x="781" y="834"/>
                  </a:lnTo>
                  <a:lnTo>
                    <a:pt x="746" y="882"/>
                  </a:lnTo>
                  <a:lnTo>
                    <a:pt x="708" y="930"/>
                  </a:lnTo>
                  <a:lnTo>
                    <a:pt x="667" y="978"/>
                  </a:lnTo>
                  <a:lnTo>
                    <a:pt x="624" y="1024"/>
                  </a:lnTo>
                  <a:lnTo>
                    <a:pt x="578" y="1070"/>
                  </a:lnTo>
                  <a:lnTo>
                    <a:pt x="531" y="1115"/>
                  </a:lnTo>
                  <a:lnTo>
                    <a:pt x="480" y="1159"/>
                  </a:lnTo>
                  <a:lnTo>
                    <a:pt x="428" y="1202"/>
                  </a:lnTo>
                  <a:lnTo>
                    <a:pt x="373" y="1244"/>
                  </a:lnTo>
                  <a:lnTo>
                    <a:pt x="316" y="1284"/>
                  </a:lnTo>
                  <a:lnTo>
                    <a:pt x="257" y="1323"/>
                  </a:lnTo>
                  <a:lnTo>
                    <a:pt x="196" y="1361"/>
                  </a:lnTo>
                  <a:lnTo>
                    <a:pt x="132" y="1397"/>
                  </a:lnTo>
                  <a:lnTo>
                    <a:pt x="67" y="1431"/>
                  </a:lnTo>
                  <a:lnTo>
                    <a:pt x="0" y="1464"/>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76" name="Freeform 18"/>
            <p:cNvSpPr/>
            <p:nvPr/>
          </p:nvSpPr>
          <p:spPr>
            <a:xfrm>
              <a:off x="2302" y="1689"/>
              <a:ext cx="1213" cy="651"/>
            </a:xfrm>
            <a:custGeom>
              <a:avLst/>
              <a:gdLst/>
              <a:ahLst/>
              <a:cxnLst>
                <a:cxn ang="0">
                  <a:pos x="0" y="651"/>
                </a:cxn>
                <a:cxn ang="0">
                  <a:pos x="10" y="617"/>
                </a:cxn>
                <a:cxn ang="0">
                  <a:pos x="22" y="583"/>
                </a:cxn>
                <a:cxn ang="0">
                  <a:pos x="37" y="551"/>
                </a:cxn>
                <a:cxn ang="0">
                  <a:pos x="54" y="518"/>
                </a:cxn>
                <a:cxn ang="0">
                  <a:pos x="74" y="487"/>
                </a:cxn>
                <a:cxn ang="0">
                  <a:pos x="94" y="456"/>
                </a:cxn>
                <a:cxn ang="0">
                  <a:pos x="118" y="426"/>
                </a:cxn>
                <a:cxn ang="0">
                  <a:pos x="143" y="396"/>
                </a:cxn>
                <a:cxn ang="0">
                  <a:pos x="170" y="367"/>
                </a:cxn>
                <a:cxn ang="0">
                  <a:pos x="200" y="340"/>
                </a:cxn>
                <a:cxn ang="0">
                  <a:pos x="231" y="313"/>
                </a:cxn>
                <a:cxn ang="0">
                  <a:pos x="264" y="287"/>
                </a:cxn>
                <a:cxn ang="0">
                  <a:pos x="299" y="262"/>
                </a:cxn>
                <a:cxn ang="0">
                  <a:pos x="335" y="238"/>
                </a:cxn>
                <a:cxn ang="0">
                  <a:pos x="373" y="215"/>
                </a:cxn>
                <a:cxn ang="0">
                  <a:pos x="413" y="192"/>
                </a:cxn>
                <a:cxn ang="0">
                  <a:pos x="454" y="171"/>
                </a:cxn>
                <a:cxn ang="0">
                  <a:pos x="497" y="151"/>
                </a:cxn>
                <a:cxn ang="0">
                  <a:pos x="541" y="132"/>
                </a:cxn>
                <a:cxn ang="0">
                  <a:pos x="585" y="114"/>
                </a:cxn>
                <a:cxn ang="0">
                  <a:pos x="632" y="98"/>
                </a:cxn>
                <a:cxn ang="0">
                  <a:pos x="680" y="82"/>
                </a:cxn>
                <a:cxn ang="0">
                  <a:pos x="728" y="68"/>
                </a:cxn>
                <a:cxn ang="0">
                  <a:pos x="779" y="55"/>
                </a:cxn>
                <a:cxn ang="0">
                  <a:pos x="829" y="43"/>
                </a:cxn>
                <a:cxn ang="0">
                  <a:pos x="881" y="33"/>
                </a:cxn>
                <a:cxn ang="0">
                  <a:pos x="935" y="24"/>
                </a:cxn>
                <a:cxn ang="0">
                  <a:pos x="988" y="17"/>
                </a:cxn>
                <a:cxn ang="0">
                  <a:pos x="1043" y="10"/>
                </a:cxn>
                <a:cxn ang="0">
                  <a:pos x="1098" y="5"/>
                </a:cxn>
                <a:cxn ang="0">
                  <a:pos x="1154" y="2"/>
                </a:cxn>
                <a:cxn ang="0">
                  <a:pos x="1211" y="0"/>
                </a:cxn>
                <a:cxn ang="0">
                  <a:pos x="1212" y="1"/>
                </a:cxn>
                <a:cxn ang="0">
                  <a:pos x="1213" y="1"/>
                </a:cxn>
              </a:cxnLst>
              <a:pathLst>
                <a:path w="1517" h="1219">
                  <a:moveTo>
                    <a:pt x="0" y="1219"/>
                  </a:moveTo>
                  <a:lnTo>
                    <a:pt x="13" y="1155"/>
                  </a:lnTo>
                  <a:lnTo>
                    <a:pt x="28" y="1092"/>
                  </a:lnTo>
                  <a:lnTo>
                    <a:pt x="46" y="1031"/>
                  </a:lnTo>
                  <a:lnTo>
                    <a:pt x="68" y="970"/>
                  </a:lnTo>
                  <a:lnTo>
                    <a:pt x="92" y="911"/>
                  </a:lnTo>
                  <a:lnTo>
                    <a:pt x="118" y="853"/>
                  </a:lnTo>
                  <a:lnTo>
                    <a:pt x="147" y="797"/>
                  </a:lnTo>
                  <a:lnTo>
                    <a:pt x="179" y="742"/>
                  </a:lnTo>
                  <a:lnTo>
                    <a:pt x="213" y="688"/>
                  </a:lnTo>
                  <a:lnTo>
                    <a:pt x="250" y="636"/>
                  </a:lnTo>
                  <a:lnTo>
                    <a:pt x="289" y="586"/>
                  </a:lnTo>
                  <a:lnTo>
                    <a:pt x="330" y="537"/>
                  </a:lnTo>
                  <a:lnTo>
                    <a:pt x="374" y="490"/>
                  </a:lnTo>
                  <a:lnTo>
                    <a:pt x="419" y="445"/>
                  </a:lnTo>
                  <a:lnTo>
                    <a:pt x="467" y="402"/>
                  </a:lnTo>
                  <a:lnTo>
                    <a:pt x="516" y="360"/>
                  </a:lnTo>
                  <a:lnTo>
                    <a:pt x="568" y="321"/>
                  </a:lnTo>
                  <a:lnTo>
                    <a:pt x="621" y="283"/>
                  </a:lnTo>
                  <a:lnTo>
                    <a:pt x="676" y="248"/>
                  </a:lnTo>
                  <a:lnTo>
                    <a:pt x="732" y="214"/>
                  </a:lnTo>
                  <a:lnTo>
                    <a:pt x="790" y="183"/>
                  </a:lnTo>
                  <a:lnTo>
                    <a:pt x="850" y="154"/>
                  </a:lnTo>
                  <a:lnTo>
                    <a:pt x="911" y="127"/>
                  </a:lnTo>
                  <a:lnTo>
                    <a:pt x="974" y="103"/>
                  </a:lnTo>
                  <a:lnTo>
                    <a:pt x="1037" y="81"/>
                  </a:lnTo>
                  <a:lnTo>
                    <a:pt x="1102" y="62"/>
                  </a:lnTo>
                  <a:lnTo>
                    <a:pt x="1169" y="45"/>
                  </a:lnTo>
                  <a:lnTo>
                    <a:pt x="1236" y="31"/>
                  </a:lnTo>
                  <a:lnTo>
                    <a:pt x="1304" y="19"/>
                  </a:lnTo>
                  <a:lnTo>
                    <a:pt x="1373" y="10"/>
                  </a:lnTo>
                  <a:lnTo>
                    <a:pt x="1443" y="4"/>
                  </a:lnTo>
                  <a:lnTo>
                    <a:pt x="1514" y="0"/>
                  </a:lnTo>
                  <a:lnTo>
                    <a:pt x="1516" y="1"/>
                  </a:lnTo>
                  <a:lnTo>
                    <a:pt x="1517" y="1"/>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77" name="Freeform 19"/>
            <p:cNvSpPr/>
            <p:nvPr/>
          </p:nvSpPr>
          <p:spPr>
            <a:xfrm>
              <a:off x="3490" y="1672"/>
              <a:ext cx="79" cy="35"/>
            </a:xfrm>
            <a:custGeom>
              <a:avLst/>
              <a:gdLst/>
              <a:ahLst/>
              <a:cxnLst>
                <a:cxn ang="0">
                  <a:pos x="1" y="35"/>
                </a:cxn>
                <a:cxn ang="0">
                  <a:pos x="79" y="17"/>
                </a:cxn>
                <a:cxn ang="0">
                  <a:pos x="0" y="0"/>
                </a:cxn>
                <a:cxn ang="0">
                  <a:pos x="25" y="17"/>
                </a:cxn>
                <a:cxn ang="0">
                  <a:pos x="1" y="35"/>
                </a:cxn>
              </a:cxnLst>
              <a:pathLst>
                <a:path w="99" h="67">
                  <a:moveTo>
                    <a:pt x="1" y="67"/>
                  </a:moveTo>
                  <a:lnTo>
                    <a:pt x="99" y="32"/>
                  </a:lnTo>
                  <a:lnTo>
                    <a:pt x="0" y="0"/>
                  </a:lnTo>
                  <a:lnTo>
                    <a:pt x="31" y="33"/>
                  </a:lnTo>
                  <a:lnTo>
                    <a:pt x="1"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78" name="Freeform 20"/>
            <p:cNvSpPr/>
            <p:nvPr/>
          </p:nvSpPr>
          <p:spPr>
            <a:xfrm>
              <a:off x="3572" y="1689"/>
              <a:ext cx="289" cy="179"/>
            </a:xfrm>
            <a:custGeom>
              <a:avLst/>
              <a:gdLst/>
              <a:ahLst/>
              <a:cxnLst>
                <a:cxn ang="0">
                  <a:pos x="0" y="1"/>
                </a:cxn>
                <a:cxn ang="0">
                  <a:pos x="11" y="0"/>
                </a:cxn>
                <a:cxn ang="0">
                  <a:pos x="22" y="0"/>
                </a:cxn>
                <a:cxn ang="0">
                  <a:pos x="45" y="1"/>
                </a:cxn>
                <a:cxn ang="0">
                  <a:pos x="67" y="3"/>
                </a:cxn>
                <a:cxn ang="0">
                  <a:pos x="89" y="8"/>
                </a:cxn>
                <a:cxn ang="0">
                  <a:pos x="110" y="13"/>
                </a:cxn>
                <a:cxn ang="0">
                  <a:pos x="131" y="20"/>
                </a:cxn>
                <a:cxn ang="0">
                  <a:pos x="151" y="29"/>
                </a:cxn>
                <a:cxn ang="0">
                  <a:pos x="170" y="39"/>
                </a:cxn>
                <a:cxn ang="0">
                  <a:pos x="189" y="50"/>
                </a:cxn>
                <a:cxn ang="0">
                  <a:pos x="206" y="62"/>
                </a:cxn>
                <a:cxn ang="0">
                  <a:pos x="222" y="76"/>
                </a:cxn>
                <a:cxn ang="0">
                  <a:pos x="237" y="90"/>
                </a:cxn>
                <a:cxn ang="0">
                  <a:pos x="250" y="107"/>
                </a:cxn>
                <a:cxn ang="0">
                  <a:pos x="262" y="123"/>
                </a:cxn>
                <a:cxn ang="0">
                  <a:pos x="272" y="141"/>
                </a:cxn>
                <a:cxn ang="0">
                  <a:pos x="282" y="159"/>
                </a:cxn>
                <a:cxn ang="0">
                  <a:pos x="289" y="179"/>
                </a:cxn>
              </a:cxnLst>
              <a:pathLst>
                <a:path w="348" h="309">
                  <a:moveTo>
                    <a:pt x="0" y="1"/>
                  </a:moveTo>
                  <a:lnTo>
                    <a:pt x="13" y="0"/>
                  </a:lnTo>
                  <a:lnTo>
                    <a:pt x="26" y="0"/>
                  </a:lnTo>
                  <a:lnTo>
                    <a:pt x="54" y="1"/>
                  </a:lnTo>
                  <a:lnTo>
                    <a:pt x="81" y="6"/>
                  </a:lnTo>
                  <a:lnTo>
                    <a:pt x="107" y="13"/>
                  </a:lnTo>
                  <a:lnTo>
                    <a:pt x="133" y="23"/>
                  </a:lnTo>
                  <a:lnTo>
                    <a:pt x="158" y="35"/>
                  </a:lnTo>
                  <a:lnTo>
                    <a:pt x="182" y="50"/>
                  </a:lnTo>
                  <a:lnTo>
                    <a:pt x="205" y="67"/>
                  </a:lnTo>
                  <a:lnTo>
                    <a:pt x="227" y="86"/>
                  </a:lnTo>
                  <a:lnTo>
                    <a:pt x="248" y="107"/>
                  </a:lnTo>
                  <a:lnTo>
                    <a:pt x="267" y="131"/>
                  </a:lnTo>
                  <a:lnTo>
                    <a:pt x="285" y="156"/>
                  </a:lnTo>
                  <a:lnTo>
                    <a:pt x="301" y="184"/>
                  </a:lnTo>
                  <a:lnTo>
                    <a:pt x="315" y="213"/>
                  </a:lnTo>
                  <a:lnTo>
                    <a:pt x="328" y="243"/>
                  </a:lnTo>
                  <a:lnTo>
                    <a:pt x="339" y="275"/>
                  </a:lnTo>
                  <a:lnTo>
                    <a:pt x="348" y="30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79" name="Freeform 21"/>
            <p:cNvSpPr/>
            <p:nvPr/>
          </p:nvSpPr>
          <p:spPr>
            <a:xfrm>
              <a:off x="3500" y="1868"/>
              <a:ext cx="362" cy="496"/>
            </a:xfrm>
            <a:custGeom>
              <a:avLst/>
              <a:gdLst/>
              <a:ahLst/>
              <a:cxnLst>
                <a:cxn ang="0">
                  <a:pos x="362" y="0"/>
                </a:cxn>
                <a:cxn ang="0">
                  <a:pos x="360" y="34"/>
                </a:cxn>
                <a:cxn ang="0">
                  <a:pos x="356" y="68"/>
                </a:cxn>
                <a:cxn ang="0">
                  <a:pos x="348" y="102"/>
                </a:cxn>
                <a:cxn ang="0">
                  <a:pos x="338" y="135"/>
                </a:cxn>
                <a:cxn ang="0">
                  <a:pos x="325" y="168"/>
                </a:cxn>
                <a:cxn ang="0">
                  <a:pos x="309" y="200"/>
                </a:cxn>
                <a:cxn ang="0">
                  <a:pos x="291" y="233"/>
                </a:cxn>
                <a:cxn ang="0">
                  <a:pos x="269" y="265"/>
                </a:cxn>
                <a:cxn ang="0">
                  <a:pos x="244" y="296"/>
                </a:cxn>
                <a:cxn ang="0">
                  <a:pos x="217" y="327"/>
                </a:cxn>
                <a:cxn ang="0">
                  <a:pos x="187" y="357"/>
                </a:cxn>
                <a:cxn ang="0">
                  <a:pos x="155" y="386"/>
                </a:cxn>
                <a:cxn ang="0">
                  <a:pos x="120" y="415"/>
                </a:cxn>
                <a:cxn ang="0">
                  <a:pos x="82" y="443"/>
                </a:cxn>
                <a:cxn ang="0">
                  <a:pos x="42" y="470"/>
                </a:cxn>
                <a:cxn ang="0">
                  <a:pos x="0" y="496"/>
                </a:cxn>
              </a:cxnLst>
              <a:pathLst>
                <a:path w="452" h="928">
                  <a:moveTo>
                    <a:pt x="452" y="0"/>
                  </a:moveTo>
                  <a:lnTo>
                    <a:pt x="450" y="64"/>
                  </a:lnTo>
                  <a:lnTo>
                    <a:pt x="445" y="127"/>
                  </a:lnTo>
                  <a:lnTo>
                    <a:pt x="435" y="190"/>
                  </a:lnTo>
                  <a:lnTo>
                    <a:pt x="422" y="253"/>
                  </a:lnTo>
                  <a:lnTo>
                    <a:pt x="406" y="314"/>
                  </a:lnTo>
                  <a:lnTo>
                    <a:pt x="386" y="375"/>
                  </a:lnTo>
                  <a:lnTo>
                    <a:pt x="363" y="436"/>
                  </a:lnTo>
                  <a:lnTo>
                    <a:pt x="336" y="495"/>
                  </a:lnTo>
                  <a:lnTo>
                    <a:pt x="305" y="554"/>
                  </a:lnTo>
                  <a:lnTo>
                    <a:pt x="271" y="611"/>
                  </a:lnTo>
                  <a:lnTo>
                    <a:pt x="234" y="667"/>
                  </a:lnTo>
                  <a:lnTo>
                    <a:pt x="194" y="722"/>
                  </a:lnTo>
                  <a:lnTo>
                    <a:pt x="150" y="776"/>
                  </a:lnTo>
                  <a:lnTo>
                    <a:pt x="103" y="828"/>
                  </a:lnTo>
                  <a:lnTo>
                    <a:pt x="53" y="879"/>
                  </a:lnTo>
                  <a:lnTo>
                    <a:pt x="0" y="92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0" name="Freeform 22"/>
            <p:cNvSpPr/>
            <p:nvPr/>
          </p:nvSpPr>
          <p:spPr>
            <a:xfrm>
              <a:off x="2282" y="1896"/>
              <a:ext cx="848" cy="428"/>
            </a:xfrm>
            <a:custGeom>
              <a:avLst/>
              <a:gdLst/>
              <a:ahLst/>
              <a:cxnLst>
                <a:cxn ang="0">
                  <a:pos x="0" y="428"/>
                </a:cxn>
                <a:cxn ang="0">
                  <a:pos x="20" y="405"/>
                </a:cxn>
                <a:cxn ang="0">
                  <a:pos x="40" y="382"/>
                </a:cxn>
                <a:cxn ang="0">
                  <a:pos x="61" y="360"/>
                </a:cxn>
                <a:cxn ang="0">
                  <a:pos x="83" y="338"/>
                </a:cxn>
                <a:cxn ang="0">
                  <a:pos x="105" y="317"/>
                </a:cxn>
                <a:cxn ang="0">
                  <a:pos x="127" y="297"/>
                </a:cxn>
                <a:cxn ang="0">
                  <a:pos x="150" y="277"/>
                </a:cxn>
                <a:cxn ang="0">
                  <a:pos x="174" y="258"/>
                </a:cxn>
                <a:cxn ang="0">
                  <a:pos x="198" y="239"/>
                </a:cxn>
                <a:cxn ang="0">
                  <a:pos x="222" y="221"/>
                </a:cxn>
                <a:cxn ang="0">
                  <a:pos x="248" y="204"/>
                </a:cxn>
                <a:cxn ang="0">
                  <a:pos x="272" y="187"/>
                </a:cxn>
                <a:cxn ang="0">
                  <a:pos x="299" y="171"/>
                </a:cxn>
                <a:cxn ang="0">
                  <a:pos x="324" y="156"/>
                </a:cxn>
                <a:cxn ang="0">
                  <a:pos x="351" y="141"/>
                </a:cxn>
                <a:cxn ang="0">
                  <a:pos x="378" y="127"/>
                </a:cxn>
                <a:cxn ang="0">
                  <a:pos x="405" y="114"/>
                </a:cxn>
                <a:cxn ang="0">
                  <a:pos x="433" y="101"/>
                </a:cxn>
                <a:cxn ang="0">
                  <a:pos x="461" y="89"/>
                </a:cxn>
                <a:cxn ang="0">
                  <a:pos x="489" y="78"/>
                </a:cxn>
                <a:cxn ang="0">
                  <a:pos x="517" y="67"/>
                </a:cxn>
                <a:cxn ang="0">
                  <a:pos x="546" y="58"/>
                </a:cxn>
                <a:cxn ang="0">
                  <a:pos x="576" y="49"/>
                </a:cxn>
                <a:cxn ang="0">
                  <a:pos x="605" y="40"/>
                </a:cxn>
                <a:cxn ang="0">
                  <a:pos x="635" y="33"/>
                </a:cxn>
                <a:cxn ang="0">
                  <a:pos x="664" y="26"/>
                </a:cxn>
                <a:cxn ang="0">
                  <a:pos x="695" y="19"/>
                </a:cxn>
                <a:cxn ang="0">
                  <a:pos x="725" y="14"/>
                </a:cxn>
                <a:cxn ang="0">
                  <a:pos x="755" y="10"/>
                </a:cxn>
                <a:cxn ang="0">
                  <a:pos x="787" y="5"/>
                </a:cxn>
                <a:cxn ang="0">
                  <a:pos x="817" y="2"/>
                </a:cxn>
                <a:cxn ang="0">
                  <a:pos x="848" y="0"/>
                </a:cxn>
              </a:cxnLst>
              <a:pathLst>
                <a:path w="1062" h="802">
                  <a:moveTo>
                    <a:pt x="0" y="802"/>
                  </a:moveTo>
                  <a:lnTo>
                    <a:pt x="25" y="758"/>
                  </a:lnTo>
                  <a:lnTo>
                    <a:pt x="50" y="716"/>
                  </a:lnTo>
                  <a:lnTo>
                    <a:pt x="77" y="674"/>
                  </a:lnTo>
                  <a:lnTo>
                    <a:pt x="104" y="633"/>
                  </a:lnTo>
                  <a:lnTo>
                    <a:pt x="131" y="594"/>
                  </a:lnTo>
                  <a:lnTo>
                    <a:pt x="159" y="556"/>
                  </a:lnTo>
                  <a:lnTo>
                    <a:pt x="188" y="519"/>
                  </a:lnTo>
                  <a:lnTo>
                    <a:pt x="218" y="483"/>
                  </a:lnTo>
                  <a:lnTo>
                    <a:pt x="248" y="448"/>
                  </a:lnTo>
                  <a:lnTo>
                    <a:pt x="278" y="414"/>
                  </a:lnTo>
                  <a:lnTo>
                    <a:pt x="310" y="382"/>
                  </a:lnTo>
                  <a:lnTo>
                    <a:pt x="341" y="351"/>
                  </a:lnTo>
                  <a:lnTo>
                    <a:pt x="374" y="321"/>
                  </a:lnTo>
                  <a:lnTo>
                    <a:pt x="406" y="292"/>
                  </a:lnTo>
                  <a:lnTo>
                    <a:pt x="440" y="265"/>
                  </a:lnTo>
                  <a:lnTo>
                    <a:pt x="473" y="238"/>
                  </a:lnTo>
                  <a:lnTo>
                    <a:pt x="507" y="213"/>
                  </a:lnTo>
                  <a:lnTo>
                    <a:pt x="542" y="190"/>
                  </a:lnTo>
                  <a:lnTo>
                    <a:pt x="577" y="167"/>
                  </a:lnTo>
                  <a:lnTo>
                    <a:pt x="612" y="146"/>
                  </a:lnTo>
                  <a:lnTo>
                    <a:pt x="648" y="126"/>
                  </a:lnTo>
                  <a:lnTo>
                    <a:pt x="684" y="108"/>
                  </a:lnTo>
                  <a:lnTo>
                    <a:pt x="721" y="91"/>
                  </a:lnTo>
                  <a:lnTo>
                    <a:pt x="758" y="75"/>
                  </a:lnTo>
                  <a:lnTo>
                    <a:pt x="795" y="61"/>
                  </a:lnTo>
                  <a:lnTo>
                    <a:pt x="832" y="48"/>
                  </a:lnTo>
                  <a:lnTo>
                    <a:pt x="870" y="36"/>
                  </a:lnTo>
                  <a:lnTo>
                    <a:pt x="908" y="26"/>
                  </a:lnTo>
                  <a:lnTo>
                    <a:pt x="946" y="18"/>
                  </a:lnTo>
                  <a:lnTo>
                    <a:pt x="985" y="10"/>
                  </a:lnTo>
                  <a:lnTo>
                    <a:pt x="1023" y="4"/>
                  </a:lnTo>
                  <a:lnTo>
                    <a:pt x="1062"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1" name="Freeform 23"/>
            <p:cNvSpPr/>
            <p:nvPr/>
          </p:nvSpPr>
          <p:spPr>
            <a:xfrm>
              <a:off x="3104" y="1879"/>
              <a:ext cx="80" cy="36"/>
            </a:xfrm>
            <a:custGeom>
              <a:avLst/>
              <a:gdLst/>
              <a:ahLst/>
              <a:cxnLst>
                <a:cxn ang="0">
                  <a:pos x="3" y="36"/>
                </a:cxn>
                <a:cxn ang="0">
                  <a:pos x="80" y="15"/>
                </a:cxn>
                <a:cxn ang="0">
                  <a:pos x="0" y="0"/>
                </a:cxn>
                <a:cxn ang="0">
                  <a:pos x="26" y="17"/>
                </a:cxn>
                <a:cxn ang="0">
                  <a:pos x="3" y="36"/>
                </a:cxn>
              </a:cxnLst>
              <a:pathLst>
                <a:path w="101" h="67">
                  <a:moveTo>
                    <a:pt x="4" y="67"/>
                  </a:moveTo>
                  <a:lnTo>
                    <a:pt x="101" y="27"/>
                  </a:lnTo>
                  <a:lnTo>
                    <a:pt x="0" y="0"/>
                  </a:lnTo>
                  <a:lnTo>
                    <a:pt x="33" y="31"/>
                  </a:lnTo>
                  <a:lnTo>
                    <a:pt x="4"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82" name="Freeform 24"/>
            <p:cNvSpPr/>
            <p:nvPr/>
          </p:nvSpPr>
          <p:spPr>
            <a:xfrm>
              <a:off x="3130" y="1893"/>
              <a:ext cx="260" cy="39"/>
            </a:xfrm>
            <a:custGeom>
              <a:avLst/>
              <a:gdLst/>
              <a:ahLst/>
              <a:cxnLst>
                <a:cxn ang="0">
                  <a:pos x="0" y="0"/>
                </a:cxn>
                <a:cxn ang="0">
                  <a:pos x="1" y="0"/>
                </a:cxn>
                <a:cxn ang="0">
                  <a:pos x="36" y="1"/>
                </a:cxn>
                <a:cxn ang="0">
                  <a:pos x="71" y="3"/>
                </a:cxn>
                <a:cxn ang="0">
                  <a:pos x="104" y="6"/>
                </a:cxn>
                <a:cxn ang="0">
                  <a:pos x="138" y="10"/>
                </a:cxn>
                <a:cxn ang="0">
                  <a:pos x="170" y="15"/>
                </a:cxn>
                <a:cxn ang="0">
                  <a:pos x="201" y="22"/>
                </a:cxn>
                <a:cxn ang="0">
                  <a:pos x="232" y="30"/>
                </a:cxn>
                <a:cxn ang="0">
                  <a:pos x="260" y="39"/>
                </a:cxn>
              </a:cxnLst>
              <a:pathLst>
                <a:path w="324" h="73">
                  <a:moveTo>
                    <a:pt x="0" y="0"/>
                  </a:moveTo>
                  <a:lnTo>
                    <a:pt x="1" y="0"/>
                  </a:lnTo>
                  <a:lnTo>
                    <a:pt x="45" y="1"/>
                  </a:lnTo>
                  <a:lnTo>
                    <a:pt x="88" y="5"/>
                  </a:lnTo>
                  <a:lnTo>
                    <a:pt x="130" y="11"/>
                  </a:lnTo>
                  <a:lnTo>
                    <a:pt x="172" y="19"/>
                  </a:lnTo>
                  <a:lnTo>
                    <a:pt x="212" y="29"/>
                  </a:lnTo>
                  <a:lnTo>
                    <a:pt x="251" y="42"/>
                  </a:lnTo>
                  <a:lnTo>
                    <a:pt x="289" y="56"/>
                  </a:lnTo>
                  <a:lnTo>
                    <a:pt x="324" y="73"/>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3" name="Freeform 25"/>
            <p:cNvSpPr/>
            <p:nvPr/>
          </p:nvSpPr>
          <p:spPr>
            <a:xfrm>
              <a:off x="2302" y="2103"/>
              <a:ext cx="692" cy="244"/>
            </a:xfrm>
            <a:custGeom>
              <a:avLst/>
              <a:gdLst/>
              <a:ahLst/>
              <a:cxnLst>
                <a:cxn ang="0">
                  <a:pos x="0" y="244"/>
                </a:cxn>
                <a:cxn ang="0">
                  <a:pos x="26" y="220"/>
                </a:cxn>
                <a:cxn ang="0">
                  <a:pos x="55" y="196"/>
                </a:cxn>
                <a:cxn ang="0">
                  <a:pos x="87" y="175"/>
                </a:cxn>
                <a:cxn ang="0">
                  <a:pos x="121" y="154"/>
                </a:cxn>
                <a:cxn ang="0">
                  <a:pos x="158" y="133"/>
                </a:cxn>
                <a:cxn ang="0">
                  <a:pos x="197" y="115"/>
                </a:cxn>
                <a:cxn ang="0">
                  <a:pos x="239" y="97"/>
                </a:cxn>
                <a:cxn ang="0">
                  <a:pos x="283" y="81"/>
                </a:cxn>
                <a:cxn ang="0">
                  <a:pos x="328" y="66"/>
                </a:cxn>
                <a:cxn ang="0">
                  <a:pos x="376" y="52"/>
                </a:cxn>
                <a:cxn ang="0">
                  <a:pos x="425" y="40"/>
                </a:cxn>
                <a:cxn ang="0">
                  <a:pos x="475" y="29"/>
                </a:cxn>
                <a:cxn ang="0">
                  <a:pos x="528" y="19"/>
                </a:cxn>
                <a:cxn ang="0">
                  <a:pos x="582" y="11"/>
                </a:cxn>
                <a:cxn ang="0">
                  <a:pos x="636" y="5"/>
                </a:cxn>
                <a:cxn ang="0">
                  <a:pos x="692" y="0"/>
                </a:cxn>
              </a:cxnLst>
              <a:pathLst>
                <a:path w="866" h="457">
                  <a:moveTo>
                    <a:pt x="0" y="457"/>
                  </a:moveTo>
                  <a:lnTo>
                    <a:pt x="33" y="412"/>
                  </a:lnTo>
                  <a:lnTo>
                    <a:pt x="69" y="368"/>
                  </a:lnTo>
                  <a:lnTo>
                    <a:pt x="109" y="327"/>
                  </a:lnTo>
                  <a:lnTo>
                    <a:pt x="152" y="288"/>
                  </a:lnTo>
                  <a:lnTo>
                    <a:pt x="198" y="250"/>
                  </a:lnTo>
                  <a:lnTo>
                    <a:pt x="247" y="215"/>
                  </a:lnTo>
                  <a:lnTo>
                    <a:pt x="299" y="182"/>
                  </a:lnTo>
                  <a:lnTo>
                    <a:pt x="354" y="152"/>
                  </a:lnTo>
                  <a:lnTo>
                    <a:pt x="411" y="123"/>
                  </a:lnTo>
                  <a:lnTo>
                    <a:pt x="470" y="98"/>
                  </a:lnTo>
                  <a:lnTo>
                    <a:pt x="532" y="75"/>
                  </a:lnTo>
                  <a:lnTo>
                    <a:pt x="595" y="54"/>
                  </a:lnTo>
                  <a:lnTo>
                    <a:pt x="661" y="36"/>
                  </a:lnTo>
                  <a:lnTo>
                    <a:pt x="728" y="21"/>
                  </a:lnTo>
                  <a:lnTo>
                    <a:pt x="796" y="9"/>
                  </a:lnTo>
                  <a:lnTo>
                    <a:pt x="866"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4" name="Freeform 26"/>
            <p:cNvSpPr/>
            <p:nvPr/>
          </p:nvSpPr>
          <p:spPr>
            <a:xfrm>
              <a:off x="2967" y="2087"/>
              <a:ext cx="82" cy="36"/>
            </a:xfrm>
            <a:custGeom>
              <a:avLst/>
              <a:gdLst/>
              <a:ahLst/>
              <a:cxnLst>
                <a:cxn ang="0">
                  <a:pos x="5" y="36"/>
                </a:cxn>
                <a:cxn ang="0">
                  <a:pos x="82" y="13"/>
                </a:cxn>
                <a:cxn ang="0">
                  <a:pos x="0" y="0"/>
                </a:cxn>
                <a:cxn ang="0">
                  <a:pos x="27" y="16"/>
                </a:cxn>
                <a:cxn ang="0">
                  <a:pos x="5" y="36"/>
                </a:cxn>
              </a:cxnLst>
              <a:pathLst>
                <a:path w="102" h="67">
                  <a:moveTo>
                    <a:pt x="6" y="67"/>
                  </a:moveTo>
                  <a:lnTo>
                    <a:pt x="102" y="24"/>
                  </a:lnTo>
                  <a:lnTo>
                    <a:pt x="0" y="0"/>
                  </a:lnTo>
                  <a:lnTo>
                    <a:pt x="34" y="30"/>
                  </a:lnTo>
                  <a:lnTo>
                    <a:pt x="6"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85" name="Freeform 27"/>
            <p:cNvSpPr/>
            <p:nvPr/>
          </p:nvSpPr>
          <p:spPr>
            <a:xfrm>
              <a:off x="3036" y="2099"/>
              <a:ext cx="441" cy="282"/>
            </a:xfrm>
            <a:custGeom>
              <a:avLst/>
              <a:gdLst/>
              <a:ahLst/>
              <a:cxnLst>
                <a:cxn ang="0">
                  <a:pos x="0" y="1"/>
                </a:cxn>
                <a:cxn ang="0">
                  <a:pos x="10" y="0"/>
                </a:cxn>
                <a:cxn ang="0">
                  <a:pos x="20" y="0"/>
                </a:cxn>
                <a:cxn ang="0">
                  <a:pos x="41" y="1"/>
                </a:cxn>
                <a:cxn ang="0">
                  <a:pos x="63" y="2"/>
                </a:cxn>
                <a:cxn ang="0">
                  <a:pos x="85" y="3"/>
                </a:cxn>
                <a:cxn ang="0">
                  <a:pos x="105" y="6"/>
                </a:cxn>
                <a:cxn ang="0">
                  <a:pos x="125" y="9"/>
                </a:cxn>
                <a:cxn ang="0">
                  <a:pos x="145" y="13"/>
                </a:cxn>
                <a:cxn ang="0">
                  <a:pos x="165" y="17"/>
                </a:cxn>
                <a:cxn ang="0">
                  <a:pos x="184" y="22"/>
                </a:cxn>
                <a:cxn ang="0">
                  <a:pos x="203" y="28"/>
                </a:cxn>
                <a:cxn ang="0">
                  <a:pos x="221" y="34"/>
                </a:cxn>
                <a:cxn ang="0">
                  <a:pos x="238" y="41"/>
                </a:cxn>
                <a:cxn ang="0">
                  <a:pos x="255" y="48"/>
                </a:cxn>
                <a:cxn ang="0">
                  <a:pos x="288" y="64"/>
                </a:cxn>
                <a:cxn ang="0">
                  <a:pos x="318" y="83"/>
                </a:cxn>
                <a:cxn ang="0">
                  <a:pos x="345" y="103"/>
                </a:cxn>
                <a:cxn ang="0">
                  <a:pos x="369" y="124"/>
                </a:cxn>
                <a:cxn ang="0">
                  <a:pos x="380" y="136"/>
                </a:cxn>
                <a:cxn ang="0">
                  <a:pos x="390" y="147"/>
                </a:cxn>
                <a:cxn ang="0">
                  <a:pos x="400" y="160"/>
                </a:cxn>
                <a:cxn ang="0">
                  <a:pos x="408" y="172"/>
                </a:cxn>
                <a:cxn ang="0">
                  <a:pos x="415" y="185"/>
                </a:cxn>
                <a:cxn ang="0">
                  <a:pos x="422" y="198"/>
                </a:cxn>
                <a:cxn ang="0">
                  <a:pos x="427" y="212"/>
                </a:cxn>
                <a:cxn ang="0">
                  <a:pos x="432" y="225"/>
                </a:cxn>
                <a:cxn ang="0">
                  <a:pos x="436" y="239"/>
                </a:cxn>
                <a:cxn ang="0">
                  <a:pos x="439" y="253"/>
                </a:cxn>
                <a:cxn ang="0">
                  <a:pos x="440" y="268"/>
                </a:cxn>
                <a:cxn ang="0">
                  <a:pos x="441" y="282"/>
                </a:cxn>
              </a:cxnLst>
              <a:pathLst>
                <a:path w="553" h="528">
                  <a:moveTo>
                    <a:pt x="0" y="1"/>
                  </a:moveTo>
                  <a:lnTo>
                    <a:pt x="13" y="0"/>
                  </a:lnTo>
                  <a:lnTo>
                    <a:pt x="25" y="0"/>
                  </a:lnTo>
                  <a:lnTo>
                    <a:pt x="52" y="1"/>
                  </a:lnTo>
                  <a:lnTo>
                    <a:pt x="79" y="3"/>
                  </a:lnTo>
                  <a:lnTo>
                    <a:pt x="106" y="6"/>
                  </a:lnTo>
                  <a:lnTo>
                    <a:pt x="132" y="11"/>
                  </a:lnTo>
                  <a:lnTo>
                    <a:pt x="157" y="17"/>
                  </a:lnTo>
                  <a:lnTo>
                    <a:pt x="182" y="24"/>
                  </a:lnTo>
                  <a:lnTo>
                    <a:pt x="207" y="32"/>
                  </a:lnTo>
                  <a:lnTo>
                    <a:pt x="231" y="41"/>
                  </a:lnTo>
                  <a:lnTo>
                    <a:pt x="254" y="52"/>
                  </a:lnTo>
                  <a:lnTo>
                    <a:pt x="277" y="64"/>
                  </a:lnTo>
                  <a:lnTo>
                    <a:pt x="299" y="76"/>
                  </a:lnTo>
                  <a:lnTo>
                    <a:pt x="320" y="90"/>
                  </a:lnTo>
                  <a:lnTo>
                    <a:pt x="361" y="120"/>
                  </a:lnTo>
                  <a:lnTo>
                    <a:pt x="399" y="155"/>
                  </a:lnTo>
                  <a:lnTo>
                    <a:pt x="433" y="192"/>
                  </a:lnTo>
                  <a:lnTo>
                    <a:pt x="463" y="233"/>
                  </a:lnTo>
                  <a:lnTo>
                    <a:pt x="477" y="254"/>
                  </a:lnTo>
                  <a:lnTo>
                    <a:pt x="489" y="276"/>
                  </a:lnTo>
                  <a:lnTo>
                    <a:pt x="501" y="299"/>
                  </a:lnTo>
                  <a:lnTo>
                    <a:pt x="512" y="322"/>
                  </a:lnTo>
                  <a:lnTo>
                    <a:pt x="521" y="346"/>
                  </a:lnTo>
                  <a:lnTo>
                    <a:pt x="529" y="371"/>
                  </a:lnTo>
                  <a:lnTo>
                    <a:pt x="536" y="396"/>
                  </a:lnTo>
                  <a:lnTo>
                    <a:pt x="542" y="422"/>
                  </a:lnTo>
                  <a:lnTo>
                    <a:pt x="547" y="448"/>
                  </a:lnTo>
                  <a:lnTo>
                    <a:pt x="550" y="474"/>
                  </a:lnTo>
                  <a:lnTo>
                    <a:pt x="552" y="501"/>
                  </a:lnTo>
                  <a:lnTo>
                    <a:pt x="553" y="52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6" name="Freeform 28"/>
            <p:cNvSpPr/>
            <p:nvPr/>
          </p:nvSpPr>
          <p:spPr>
            <a:xfrm>
              <a:off x="3396" y="1933"/>
              <a:ext cx="183" cy="401"/>
            </a:xfrm>
            <a:custGeom>
              <a:avLst/>
              <a:gdLst/>
              <a:ahLst/>
              <a:cxnLst>
                <a:cxn ang="0">
                  <a:pos x="0" y="0"/>
                </a:cxn>
                <a:cxn ang="0">
                  <a:pos x="21" y="5"/>
                </a:cxn>
                <a:cxn ang="0">
                  <a:pos x="40" y="12"/>
                </a:cxn>
                <a:cxn ang="0">
                  <a:pos x="55" y="18"/>
                </a:cxn>
                <a:cxn ang="0">
                  <a:pos x="69" y="24"/>
                </a:cxn>
                <a:cxn ang="0">
                  <a:pos x="83" y="32"/>
                </a:cxn>
                <a:cxn ang="0">
                  <a:pos x="95" y="40"/>
                </a:cxn>
                <a:cxn ang="0">
                  <a:pos x="107" y="48"/>
                </a:cxn>
                <a:cxn ang="0">
                  <a:pos x="117" y="57"/>
                </a:cxn>
                <a:cxn ang="0">
                  <a:pos x="128" y="66"/>
                </a:cxn>
                <a:cxn ang="0">
                  <a:pos x="136" y="76"/>
                </a:cxn>
                <a:cxn ang="0">
                  <a:pos x="145" y="87"/>
                </a:cxn>
                <a:cxn ang="0">
                  <a:pos x="153" y="97"/>
                </a:cxn>
                <a:cxn ang="0">
                  <a:pos x="160" y="109"/>
                </a:cxn>
                <a:cxn ang="0">
                  <a:pos x="165" y="120"/>
                </a:cxn>
                <a:cxn ang="0">
                  <a:pos x="170" y="133"/>
                </a:cxn>
                <a:cxn ang="0">
                  <a:pos x="175" y="145"/>
                </a:cxn>
                <a:cxn ang="0">
                  <a:pos x="178" y="158"/>
                </a:cxn>
                <a:cxn ang="0">
                  <a:pos x="181" y="171"/>
                </a:cxn>
                <a:cxn ang="0">
                  <a:pos x="182" y="184"/>
                </a:cxn>
                <a:cxn ang="0">
                  <a:pos x="183" y="198"/>
                </a:cxn>
                <a:cxn ang="0">
                  <a:pos x="183" y="211"/>
                </a:cxn>
                <a:cxn ang="0">
                  <a:pos x="182" y="226"/>
                </a:cxn>
                <a:cxn ang="0">
                  <a:pos x="181" y="240"/>
                </a:cxn>
                <a:cxn ang="0">
                  <a:pos x="178" y="254"/>
                </a:cxn>
                <a:cxn ang="0">
                  <a:pos x="174" y="269"/>
                </a:cxn>
                <a:cxn ang="0">
                  <a:pos x="170" y="283"/>
                </a:cxn>
                <a:cxn ang="0">
                  <a:pos x="165" y="298"/>
                </a:cxn>
                <a:cxn ang="0">
                  <a:pos x="159" y="313"/>
                </a:cxn>
                <a:cxn ang="0">
                  <a:pos x="152" y="328"/>
                </a:cxn>
                <a:cxn ang="0">
                  <a:pos x="144" y="342"/>
                </a:cxn>
                <a:cxn ang="0">
                  <a:pos x="135" y="357"/>
                </a:cxn>
                <a:cxn ang="0">
                  <a:pos x="125" y="372"/>
                </a:cxn>
                <a:cxn ang="0">
                  <a:pos x="114" y="387"/>
                </a:cxn>
                <a:cxn ang="0">
                  <a:pos x="103" y="401"/>
                </a:cxn>
              </a:cxnLst>
              <a:pathLst>
                <a:path w="228" h="749">
                  <a:moveTo>
                    <a:pt x="0" y="0"/>
                  </a:moveTo>
                  <a:lnTo>
                    <a:pt x="26" y="10"/>
                  </a:lnTo>
                  <a:lnTo>
                    <a:pt x="50" y="22"/>
                  </a:lnTo>
                  <a:lnTo>
                    <a:pt x="69" y="33"/>
                  </a:lnTo>
                  <a:lnTo>
                    <a:pt x="86" y="45"/>
                  </a:lnTo>
                  <a:lnTo>
                    <a:pt x="103" y="59"/>
                  </a:lnTo>
                  <a:lnTo>
                    <a:pt x="118" y="74"/>
                  </a:lnTo>
                  <a:lnTo>
                    <a:pt x="133" y="89"/>
                  </a:lnTo>
                  <a:lnTo>
                    <a:pt x="146" y="106"/>
                  </a:lnTo>
                  <a:lnTo>
                    <a:pt x="159" y="124"/>
                  </a:lnTo>
                  <a:lnTo>
                    <a:pt x="170" y="142"/>
                  </a:lnTo>
                  <a:lnTo>
                    <a:pt x="181" y="162"/>
                  </a:lnTo>
                  <a:lnTo>
                    <a:pt x="190" y="182"/>
                  </a:lnTo>
                  <a:lnTo>
                    <a:pt x="199" y="203"/>
                  </a:lnTo>
                  <a:lnTo>
                    <a:pt x="206" y="225"/>
                  </a:lnTo>
                  <a:lnTo>
                    <a:pt x="212" y="248"/>
                  </a:lnTo>
                  <a:lnTo>
                    <a:pt x="218" y="271"/>
                  </a:lnTo>
                  <a:lnTo>
                    <a:pt x="222" y="295"/>
                  </a:lnTo>
                  <a:lnTo>
                    <a:pt x="225" y="319"/>
                  </a:lnTo>
                  <a:lnTo>
                    <a:pt x="227" y="344"/>
                  </a:lnTo>
                  <a:lnTo>
                    <a:pt x="228" y="369"/>
                  </a:lnTo>
                  <a:lnTo>
                    <a:pt x="228" y="395"/>
                  </a:lnTo>
                  <a:lnTo>
                    <a:pt x="227" y="422"/>
                  </a:lnTo>
                  <a:lnTo>
                    <a:pt x="225" y="448"/>
                  </a:lnTo>
                  <a:lnTo>
                    <a:pt x="222" y="475"/>
                  </a:lnTo>
                  <a:lnTo>
                    <a:pt x="217" y="502"/>
                  </a:lnTo>
                  <a:lnTo>
                    <a:pt x="212" y="529"/>
                  </a:lnTo>
                  <a:lnTo>
                    <a:pt x="205" y="557"/>
                  </a:lnTo>
                  <a:lnTo>
                    <a:pt x="198" y="584"/>
                  </a:lnTo>
                  <a:lnTo>
                    <a:pt x="189" y="612"/>
                  </a:lnTo>
                  <a:lnTo>
                    <a:pt x="179" y="639"/>
                  </a:lnTo>
                  <a:lnTo>
                    <a:pt x="168" y="667"/>
                  </a:lnTo>
                  <a:lnTo>
                    <a:pt x="156" y="694"/>
                  </a:lnTo>
                  <a:lnTo>
                    <a:pt x="142" y="722"/>
                  </a:lnTo>
                  <a:lnTo>
                    <a:pt x="128" y="74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7" name="Freeform 29"/>
            <p:cNvSpPr/>
            <p:nvPr/>
          </p:nvSpPr>
          <p:spPr>
            <a:xfrm>
              <a:off x="2277" y="2378"/>
              <a:ext cx="854" cy="874"/>
            </a:xfrm>
            <a:custGeom>
              <a:avLst/>
              <a:gdLst/>
              <a:ahLst/>
              <a:cxnLst>
                <a:cxn ang="0">
                  <a:pos x="854" y="874"/>
                </a:cxn>
                <a:cxn ang="0">
                  <a:pos x="800" y="855"/>
                </a:cxn>
                <a:cxn ang="0">
                  <a:pos x="748" y="836"/>
                </a:cxn>
                <a:cxn ang="0">
                  <a:pos x="698" y="815"/>
                </a:cxn>
                <a:cxn ang="0">
                  <a:pos x="649" y="794"/>
                </a:cxn>
                <a:cxn ang="0">
                  <a:pos x="602" y="772"/>
                </a:cxn>
                <a:cxn ang="0">
                  <a:pos x="556" y="749"/>
                </a:cxn>
                <a:cxn ang="0">
                  <a:pos x="512" y="726"/>
                </a:cxn>
                <a:cxn ang="0">
                  <a:pos x="470" y="702"/>
                </a:cxn>
                <a:cxn ang="0">
                  <a:pos x="429" y="678"/>
                </a:cxn>
                <a:cxn ang="0">
                  <a:pos x="389" y="653"/>
                </a:cxn>
                <a:cxn ang="0">
                  <a:pos x="352" y="627"/>
                </a:cxn>
                <a:cxn ang="0">
                  <a:pos x="317" y="601"/>
                </a:cxn>
                <a:cxn ang="0">
                  <a:pos x="283" y="574"/>
                </a:cxn>
                <a:cxn ang="0">
                  <a:pos x="251" y="547"/>
                </a:cxn>
                <a:cxn ang="0">
                  <a:pos x="221" y="519"/>
                </a:cxn>
                <a:cxn ang="0">
                  <a:pos x="192" y="491"/>
                </a:cxn>
                <a:cxn ang="0">
                  <a:pos x="165" y="462"/>
                </a:cxn>
                <a:cxn ang="0">
                  <a:pos x="140" y="433"/>
                </a:cxn>
                <a:cxn ang="0">
                  <a:pos x="118" y="404"/>
                </a:cxn>
                <a:cxn ang="0">
                  <a:pos x="97" y="374"/>
                </a:cxn>
                <a:cxn ang="0">
                  <a:pos x="78" y="344"/>
                </a:cxn>
                <a:cxn ang="0">
                  <a:pos x="61" y="314"/>
                </a:cxn>
                <a:cxn ang="0">
                  <a:pos x="46" y="283"/>
                </a:cxn>
                <a:cxn ang="0">
                  <a:pos x="33" y="253"/>
                </a:cxn>
                <a:cxn ang="0">
                  <a:pos x="22" y="221"/>
                </a:cxn>
                <a:cxn ang="0">
                  <a:pos x="14" y="190"/>
                </a:cxn>
                <a:cxn ang="0">
                  <a:pos x="7" y="159"/>
                </a:cxn>
                <a:cxn ang="0">
                  <a:pos x="3" y="127"/>
                </a:cxn>
                <a:cxn ang="0">
                  <a:pos x="0" y="96"/>
                </a:cxn>
                <a:cxn ang="0">
                  <a:pos x="0" y="64"/>
                </a:cxn>
                <a:cxn ang="0">
                  <a:pos x="2" y="32"/>
                </a:cxn>
                <a:cxn ang="0">
                  <a:pos x="6" y="0"/>
                </a:cxn>
              </a:cxnLst>
              <a:pathLst>
                <a:path w="987" h="1599">
                  <a:moveTo>
                    <a:pt x="987" y="1599"/>
                  </a:moveTo>
                  <a:lnTo>
                    <a:pt x="925" y="1565"/>
                  </a:lnTo>
                  <a:lnTo>
                    <a:pt x="865" y="1529"/>
                  </a:lnTo>
                  <a:lnTo>
                    <a:pt x="807" y="1491"/>
                  </a:lnTo>
                  <a:lnTo>
                    <a:pt x="750" y="1452"/>
                  </a:lnTo>
                  <a:lnTo>
                    <a:pt x="696" y="1412"/>
                  </a:lnTo>
                  <a:lnTo>
                    <a:pt x="643" y="1371"/>
                  </a:lnTo>
                  <a:lnTo>
                    <a:pt x="592" y="1329"/>
                  </a:lnTo>
                  <a:lnTo>
                    <a:pt x="543" y="1285"/>
                  </a:lnTo>
                  <a:lnTo>
                    <a:pt x="496" y="1240"/>
                  </a:lnTo>
                  <a:lnTo>
                    <a:pt x="450" y="1194"/>
                  </a:lnTo>
                  <a:lnTo>
                    <a:pt x="407" y="1147"/>
                  </a:lnTo>
                  <a:lnTo>
                    <a:pt x="366" y="1099"/>
                  </a:lnTo>
                  <a:lnTo>
                    <a:pt x="327" y="1050"/>
                  </a:lnTo>
                  <a:lnTo>
                    <a:pt x="290" y="1000"/>
                  </a:lnTo>
                  <a:lnTo>
                    <a:pt x="255" y="949"/>
                  </a:lnTo>
                  <a:lnTo>
                    <a:pt x="222" y="898"/>
                  </a:lnTo>
                  <a:lnTo>
                    <a:pt x="191" y="845"/>
                  </a:lnTo>
                  <a:lnTo>
                    <a:pt x="162" y="792"/>
                  </a:lnTo>
                  <a:lnTo>
                    <a:pt x="136" y="739"/>
                  </a:lnTo>
                  <a:lnTo>
                    <a:pt x="112" y="684"/>
                  </a:lnTo>
                  <a:lnTo>
                    <a:pt x="90" y="629"/>
                  </a:lnTo>
                  <a:lnTo>
                    <a:pt x="71" y="574"/>
                  </a:lnTo>
                  <a:lnTo>
                    <a:pt x="53" y="518"/>
                  </a:lnTo>
                  <a:lnTo>
                    <a:pt x="38" y="462"/>
                  </a:lnTo>
                  <a:lnTo>
                    <a:pt x="26" y="405"/>
                  </a:lnTo>
                  <a:lnTo>
                    <a:pt x="16" y="348"/>
                  </a:lnTo>
                  <a:lnTo>
                    <a:pt x="8" y="290"/>
                  </a:lnTo>
                  <a:lnTo>
                    <a:pt x="3" y="233"/>
                  </a:lnTo>
                  <a:lnTo>
                    <a:pt x="0" y="175"/>
                  </a:lnTo>
                  <a:lnTo>
                    <a:pt x="0" y="117"/>
                  </a:lnTo>
                  <a:lnTo>
                    <a:pt x="2" y="58"/>
                  </a:lnTo>
                  <a:lnTo>
                    <a:pt x="7"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8" name="Freeform 30"/>
            <p:cNvSpPr/>
            <p:nvPr/>
          </p:nvSpPr>
          <p:spPr>
            <a:xfrm>
              <a:off x="3093" y="3201"/>
              <a:ext cx="1130" cy="111"/>
            </a:xfrm>
            <a:custGeom>
              <a:avLst/>
              <a:gdLst/>
              <a:ahLst/>
              <a:cxnLst>
                <a:cxn ang="0">
                  <a:pos x="1130" y="0"/>
                </a:cxn>
                <a:cxn ang="0">
                  <a:pos x="1118" y="11"/>
                </a:cxn>
                <a:cxn ang="0">
                  <a:pos x="1103" y="21"/>
                </a:cxn>
                <a:cxn ang="0">
                  <a:pos x="1087" y="31"/>
                </a:cxn>
                <a:cxn ang="0">
                  <a:pos x="1070" y="40"/>
                </a:cxn>
                <a:cxn ang="0">
                  <a:pos x="1051" y="49"/>
                </a:cxn>
                <a:cxn ang="0">
                  <a:pos x="1031" y="57"/>
                </a:cxn>
                <a:cxn ang="0">
                  <a:pos x="1008" y="65"/>
                </a:cxn>
                <a:cxn ang="0">
                  <a:pos x="985" y="72"/>
                </a:cxn>
                <a:cxn ang="0">
                  <a:pos x="961" y="78"/>
                </a:cxn>
                <a:cxn ang="0">
                  <a:pos x="935" y="84"/>
                </a:cxn>
                <a:cxn ang="0">
                  <a:pos x="908" y="89"/>
                </a:cxn>
                <a:cxn ang="0">
                  <a:pos x="879" y="94"/>
                </a:cxn>
                <a:cxn ang="0">
                  <a:pos x="850" y="98"/>
                </a:cxn>
                <a:cxn ang="0">
                  <a:pos x="820" y="102"/>
                </a:cxn>
                <a:cxn ang="0">
                  <a:pos x="788" y="105"/>
                </a:cxn>
                <a:cxn ang="0">
                  <a:pos x="755" y="107"/>
                </a:cxn>
                <a:cxn ang="0">
                  <a:pos x="721" y="109"/>
                </a:cxn>
                <a:cxn ang="0">
                  <a:pos x="687" y="110"/>
                </a:cxn>
                <a:cxn ang="0">
                  <a:pos x="651" y="111"/>
                </a:cxn>
                <a:cxn ang="0">
                  <a:pos x="615" y="111"/>
                </a:cxn>
                <a:cxn ang="0">
                  <a:pos x="578" y="110"/>
                </a:cxn>
                <a:cxn ang="0">
                  <a:pos x="540" y="109"/>
                </a:cxn>
                <a:cxn ang="0">
                  <a:pos x="502" y="108"/>
                </a:cxn>
                <a:cxn ang="0">
                  <a:pos x="463" y="105"/>
                </a:cxn>
                <a:cxn ang="0">
                  <a:pos x="423" y="102"/>
                </a:cxn>
                <a:cxn ang="0">
                  <a:pos x="383" y="99"/>
                </a:cxn>
                <a:cxn ang="0">
                  <a:pos x="342" y="94"/>
                </a:cxn>
                <a:cxn ang="0">
                  <a:pos x="301" y="90"/>
                </a:cxn>
                <a:cxn ang="0">
                  <a:pos x="259" y="84"/>
                </a:cxn>
                <a:cxn ang="0">
                  <a:pos x="217" y="78"/>
                </a:cxn>
                <a:cxn ang="0">
                  <a:pos x="176" y="71"/>
                </a:cxn>
                <a:cxn ang="0">
                  <a:pos x="133" y="64"/>
                </a:cxn>
                <a:cxn ang="0">
                  <a:pos x="66" y="50"/>
                </a:cxn>
                <a:cxn ang="0">
                  <a:pos x="0" y="36"/>
                </a:cxn>
              </a:cxnLst>
              <a:pathLst>
                <a:path w="1460" h="208">
                  <a:moveTo>
                    <a:pt x="1460" y="0"/>
                  </a:moveTo>
                  <a:lnTo>
                    <a:pt x="1444" y="20"/>
                  </a:lnTo>
                  <a:lnTo>
                    <a:pt x="1425" y="40"/>
                  </a:lnTo>
                  <a:lnTo>
                    <a:pt x="1405" y="58"/>
                  </a:lnTo>
                  <a:lnTo>
                    <a:pt x="1382" y="75"/>
                  </a:lnTo>
                  <a:lnTo>
                    <a:pt x="1358" y="91"/>
                  </a:lnTo>
                  <a:lnTo>
                    <a:pt x="1332" y="106"/>
                  </a:lnTo>
                  <a:lnTo>
                    <a:pt x="1303" y="121"/>
                  </a:lnTo>
                  <a:lnTo>
                    <a:pt x="1273" y="134"/>
                  </a:lnTo>
                  <a:lnTo>
                    <a:pt x="1241" y="146"/>
                  </a:lnTo>
                  <a:lnTo>
                    <a:pt x="1208" y="157"/>
                  </a:lnTo>
                  <a:lnTo>
                    <a:pt x="1173" y="167"/>
                  </a:lnTo>
                  <a:lnTo>
                    <a:pt x="1136" y="176"/>
                  </a:lnTo>
                  <a:lnTo>
                    <a:pt x="1098" y="184"/>
                  </a:lnTo>
                  <a:lnTo>
                    <a:pt x="1059" y="191"/>
                  </a:lnTo>
                  <a:lnTo>
                    <a:pt x="1018" y="196"/>
                  </a:lnTo>
                  <a:lnTo>
                    <a:pt x="975" y="201"/>
                  </a:lnTo>
                  <a:lnTo>
                    <a:pt x="932" y="204"/>
                  </a:lnTo>
                  <a:lnTo>
                    <a:pt x="887" y="207"/>
                  </a:lnTo>
                  <a:lnTo>
                    <a:pt x="841" y="208"/>
                  </a:lnTo>
                  <a:lnTo>
                    <a:pt x="795" y="208"/>
                  </a:lnTo>
                  <a:lnTo>
                    <a:pt x="747" y="207"/>
                  </a:lnTo>
                  <a:lnTo>
                    <a:pt x="698" y="205"/>
                  </a:lnTo>
                  <a:lnTo>
                    <a:pt x="648" y="202"/>
                  </a:lnTo>
                  <a:lnTo>
                    <a:pt x="598" y="197"/>
                  </a:lnTo>
                  <a:lnTo>
                    <a:pt x="547" y="192"/>
                  </a:lnTo>
                  <a:lnTo>
                    <a:pt x="495" y="185"/>
                  </a:lnTo>
                  <a:lnTo>
                    <a:pt x="442" y="177"/>
                  </a:lnTo>
                  <a:lnTo>
                    <a:pt x="389" y="168"/>
                  </a:lnTo>
                  <a:lnTo>
                    <a:pt x="335" y="157"/>
                  </a:lnTo>
                  <a:lnTo>
                    <a:pt x="281" y="146"/>
                  </a:lnTo>
                  <a:lnTo>
                    <a:pt x="227" y="133"/>
                  </a:lnTo>
                  <a:lnTo>
                    <a:pt x="172" y="119"/>
                  </a:lnTo>
                  <a:lnTo>
                    <a:pt x="85" y="94"/>
                  </a:lnTo>
                  <a:lnTo>
                    <a:pt x="0" y="67"/>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89" name="Freeform 31"/>
            <p:cNvSpPr/>
            <p:nvPr/>
          </p:nvSpPr>
          <p:spPr>
            <a:xfrm>
              <a:off x="4189" y="3169"/>
              <a:ext cx="60" cy="55"/>
            </a:xfrm>
            <a:custGeom>
              <a:avLst/>
              <a:gdLst/>
              <a:ahLst/>
              <a:cxnLst>
                <a:cxn ang="0">
                  <a:pos x="46" y="55"/>
                </a:cxn>
                <a:cxn ang="0">
                  <a:pos x="60" y="0"/>
                </a:cxn>
                <a:cxn ang="0">
                  <a:pos x="0" y="38"/>
                </a:cxn>
                <a:cxn ang="0">
                  <a:pos x="34" y="32"/>
                </a:cxn>
                <a:cxn ang="0">
                  <a:pos x="46" y="55"/>
                </a:cxn>
              </a:cxnLst>
              <a:pathLst>
                <a:path w="77" h="103">
                  <a:moveTo>
                    <a:pt x="59" y="103"/>
                  </a:moveTo>
                  <a:lnTo>
                    <a:pt x="77" y="0"/>
                  </a:lnTo>
                  <a:lnTo>
                    <a:pt x="0" y="71"/>
                  </a:lnTo>
                  <a:lnTo>
                    <a:pt x="44" y="60"/>
                  </a:lnTo>
                  <a:lnTo>
                    <a:pt x="59" y="103"/>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90" name="Freeform 32"/>
            <p:cNvSpPr/>
            <p:nvPr/>
          </p:nvSpPr>
          <p:spPr>
            <a:xfrm>
              <a:off x="3502" y="2369"/>
              <a:ext cx="788" cy="795"/>
            </a:xfrm>
            <a:custGeom>
              <a:avLst/>
              <a:gdLst/>
              <a:ahLst/>
              <a:cxnLst>
                <a:cxn ang="0">
                  <a:pos x="0" y="0"/>
                </a:cxn>
                <a:cxn ang="0">
                  <a:pos x="54" y="18"/>
                </a:cxn>
                <a:cxn ang="0">
                  <a:pos x="106" y="36"/>
                </a:cxn>
                <a:cxn ang="0">
                  <a:pos x="157" y="56"/>
                </a:cxn>
                <a:cxn ang="0">
                  <a:pos x="206" y="76"/>
                </a:cxn>
                <a:cxn ang="0">
                  <a:pos x="254" y="97"/>
                </a:cxn>
                <a:cxn ang="0">
                  <a:pos x="300" y="119"/>
                </a:cxn>
                <a:cxn ang="0">
                  <a:pos x="344" y="142"/>
                </a:cxn>
                <a:cxn ang="0">
                  <a:pos x="386" y="165"/>
                </a:cxn>
                <a:cxn ang="0">
                  <a:pos x="427" y="189"/>
                </a:cxn>
                <a:cxn ang="0">
                  <a:pos x="465" y="213"/>
                </a:cxn>
                <a:cxn ang="0">
                  <a:pos x="502" y="238"/>
                </a:cxn>
                <a:cxn ang="0">
                  <a:pos x="536" y="263"/>
                </a:cxn>
                <a:cxn ang="0">
                  <a:pos x="569" y="289"/>
                </a:cxn>
                <a:cxn ang="0">
                  <a:pos x="599" y="315"/>
                </a:cxn>
                <a:cxn ang="0">
                  <a:pos x="627" y="341"/>
                </a:cxn>
                <a:cxn ang="0">
                  <a:pos x="654" y="368"/>
                </a:cxn>
                <a:cxn ang="0">
                  <a:pos x="678" y="394"/>
                </a:cxn>
                <a:cxn ang="0">
                  <a:pos x="700" y="421"/>
                </a:cxn>
                <a:cxn ang="0">
                  <a:pos x="719" y="448"/>
                </a:cxn>
                <a:cxn ang="0">
                  <a:pos x="737" y="476"/>
                </a:cxn>
                <a:cxn ang="0">
                  <a:pos x="751" y="503"/>
                </a:cxn>
                <a:cxn ang="0">
                  <a:pos x="764" y="530"/>
                </a:cxn>
                <a:cxn ang="0">
                  <a:pos x="774" y="557"/>
                </a:cxn>
                <a:cxn ang="0">
                  <a:pos x="781" y="584"/>
                </a:cxn>
                <a:cxn ang="0">
                  <a:pos x="786" y="612"/>
                </a:cxn>
                <a:cxn ang="0">
                  <a:pos x="788" y="638"/>
                </a:cxn>
                <a:cxn ang="0">
                  <a:pos x="788" y="665"/>
                </a:cxn>
                <a:cxn ang="0">
                  <a:pos x="785" y="691"/>
                </a:cxn>
                <a:cxn ang="0">
                  <a:pos x="779" y="718"/>
                </a:cxn>
                <a:cxn ang="0">
                  <a:pos x="771" y="743"/>
                </a:cxn>
                <a:cxn ang="0">
                  <a:pos x="760" y="768"/>
                </a:cxn>
                <a:cxn ang="0">
                  <a:pos x="746" y="793"/>
                </a:cxn>
                <a:cxn ang="0">
                  <a:pos x="745" y="794"/>
                </a:cxn>
                <a:cxn ang="0">
                  <a:pos x="744" y="795"/>
                </a:cxn>
              </a:cxnLst>
              <a:pathLst>
                <a:path w="986" h="1488">
                  <a:moveTo>
                    <a:pt x="0" y="0"/>
                  </a:moveTo>
                  <a:lnTo>
                    <a:pt x="68" y="33"/>
                  </a:lnTo>
                  <a:lnTo>
                    <a:pt x="133" y="68"/>
                  </a:lnTo>
                  <a:lnTo>
                    <a:pt x="197" y="104"/>
                  </a:lnTo>
                  <a:lnTo>
                    <a:pt x="258" y="143"/>
                  </a:lnTo>
                  <a:lnTo>
                    <a:pt x="318" y="182"/>
                  </a:lnTo>
                  <a:lnTo>
                    <a:pt x="375" y="223"/>
                  </a:lnTo>
                  <a:lnTo>
                    <a:pt x="430" y="265"/>
                  </a:lnTo>
                  <a:lnTo>
                    <a:pt x="483" y="308"/>
                  </a:lnTo>
                  <a:lnTo>
                    <a:pt x="534" y="353"/>
                  </a:lnTo>
                  <a:lnTo>
                    <a:pt x="582" y="398"/>
                  </a:lnTo>
                  <a:lnTo>
                    <a:pt x="628" y="445"/>
                  </a:lnTo>
                  <a:lnTo>
                    <a:pt x="671" y="492"/>
                  </a:lnTo>
                  <a:lnTo>
                    <a:pt x="712" y="540"/>
                  </a:lnTo>
                  <a:lnTo>
                    <a:pt x="750" y="589"/>
                  </a:lnTo>
                  <a:lnTo>
                    <a:pt x="785" y="638"/>
                  </a:lnTo>
                  <a:lnTo>
                    <a:pt x="818" y="688"/>
                  </a:lnTo>
                  <a:lnTo>
                    <a:pt x="848" y="738"/>
                  </a:lnTo>
                  <a:lnTo>
                    <a:pt x="876" y="788"/>
                  </a:lnTo>
                  <a:lnTo>
                    <a:pt x="900" y="839"/>
                  </a:lnTo>
                  <a:lnTo>
                    <a:pt x="922" y="890"/>
                  </a:lnTo>
                  <a:lnTo>
                    <a:pt x="940" y="941"/>
                  </a:lnTo>
                  <a:lnTo>
                    <a:pt x="956" y="992"/>
                  </a:lnTo>
                  <a:lnTo>
                    <a:pt x="968" y="1043"/>
                  </a:lnTo>
                  <a:lnTo>
                    <a:pt x="977" y="1094"/>
                  </a:lnTo>
                  <a:lnTo>
                    <a:pt x="984" y="1145"/>
                  </a:lnTo>
                  <a:lnTo>
                    <a:pt x="986" y="1195"/>
                  </a:lnTo>
                  <a:lnTo>
                    <a:pt x="986" y="1245"/>
                  </a:lnTo>
                  <a:lnTo>
                    <a:pt x="982" y="1294"/>
                  </a:lnTo>
                  <a:lnTo>
                    <a:pt x="975" y="1343"/>
                  </a:lnTo>
                  <a:lnTo>
                    <a:pt x="965" y="1391"/>
                  </a:lnTo>
                  <a:lnTo>
                    <a:pt x="951" y="1438"/>
                  </a:lnTo>
                  <a:lnTo>
                    <a:pt x="933" y="1484"/>
                  </a:lnTo>
                  <a:lnTo>
                    <a:pt x="932" y="1486"/>
                  </a:lnTo>
                  <a:lnTo>
                    <a:pt x="931" y="148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1" name="Freeform 33"/>
            <p:cNvSpPr/>
            <p:nvPr/>
          </p:nvSpPr>
          <p:spPr>
            <a:xfrm>
              <a:off x="2286" y="2356"/>
              <a:ext cx="1229" cy="767"/>
            </a:xfrm>
            <a:custGeom>
              <a:avLst/>
              <a:gdLst/>
              <a:ahLst/>
              <a:cxnLst>
                <a:cxn ang="0">
                  <a:pos x="1229" y="767"/>
                </a:cxn>
                <a:cxn ang="0">
                  <a:pos x="1229" y="767"/>
                </a:cxn>
                <a:cxn ang="0">
                  <a:pos x="1227" y="767"/>
                </a:cxn>
                <a:cxn ang="0">
                  <a:pos x="1164" y="765"/>
                </a:cxn>
                <a:cxn ang="0">
                  <a:pos x="1101" y="761"/>
                </a:cxn>
                <a:cxn ang="0">
                  <a:pos x="1039" y="755"/>
                </a:cxn>
                <a:cxn ang="0">
                  <a:pos x="979" y="748"/>
                </a:cxn>
                <a:cxn ang="0">
                  <a:pos x="920" y="738"/>
                </a:cxn>
                <a:cxn ang="0">
                  <a:pos x="861" y="728"/>
                </a:cxn>
                <a:cxn ang="0">
                  <a:pos x="804" y="715"/>
                </a:cxn>
                <a:cxn ang="0">
                  <a:pos x="748" y="700"/>
                </a:cxn>
                <a:cxn ang="0">
                  <a:pos x="693" y="685"/>
                </a:cxn>
                <a:cxn ang="0">
                  <a:pos x="640" y="667"/>
                </a:cxn>
                <a:cxn ang="0">
                  <a:pos x="589" y="649"/>
                </a:cxn>
                <a:cxn ang="0">
                  <a:pos x="539" y="628"/>
                </a:cxn>
                <a:cxn ang="0">
                  <a:pos x="491" y="607"/>
                </a:cxn>
                <a:cxn ang="0">
                  <a:pos x="445" y="584"/>
                </a:cxn>
                <a:cxn ang="0">
                  <a:pos x="401" y="560"/>
                </a:cxn>
                <a:cxn ang="0">
                  <a:pos x="358" y="535"/>
                </a:cxn>
                <a:cxn ang="0">
                  <a:pos x="317" y="508"/>
                </a:cxn>
                <a:cxn ang="0">
                  <a:pos x="279" y="481"/>
                </a:cxn>
                <a:cxn ang="0">
                  <a:pos x="242" y="452"/>
                </a:cxn>
                <a:cxn ang="0">
                  <a:pos x="209" y="422"/>
                </a:cxn>
                <a:cxn ang="0">
                  <a:pos x="177" y="391"/>
                </a:cxn>
                <a:cxn ang="0">
                  <a:pos x="147" y="360"/>
                </a:cxn>
                <a:cxn ang="0">
                  <a:pos x="121" y="327"/>
                </a:cxn>
                <a:cxn ang="0">
                  <a:pos x="96" y="294"/>
                </a:cxn>
                <a:cxn ang="0">
                  <a:pos x="74" y="259"/>
                </a:cxn>
                <a:cxn ang="0">
                  <a:pos x="55" y="224"/>
                </a:cxn>
                <a:cxn ang="0">
                  <a:pos x="38" y="188"/>
                </a:cxn>
                <a:cxn ang="0">
                  <a:pos x="25" y="152"/>
                </a:cxn>
                <a:cxn ang="0">
                  <a:pos x="14" y="115"/>
                </a:cxn>
                <a:cxn ang="0">
                  <a:pos x="6" y="77"/>
                </a:cxn>
                <a:cxn ang="0">
                  <a:pos x="2" y="39"/>
                </a:cxn>
                <a:cxn ang="0">
                  <a:pos x="0" y="0"/>
                </a:cxn>
              </a:cxnLst>
              <a:pathLst>
                <a:path w="1537" h="1439">
                  <a:moveTo>
                    <a:pt x="1537" y="1439"/>
                  </a:moveTo>
                  <a:lnTo>
                    <a:pt x="1537" y="1439"/>
                  </a:lnTo>
                  <a:lnTo>
                    <a:pt x="1535" y="1439"/>
                  </a:lnTo>
                  <a:lnTo>
                    <a:pt x="1456" y="1435"/>
                  </a:lnTo>
                  <a:lnTo>
                    <a:pt x="1377" y="1428"/>
                  </a:lnTo>
                  <a:lnTo>
                    <a:pt x="1300" y="1417"/>
                  </a:lnTo>
                  <a:lnTo>
                    <a:pt x="1224" y="1403"/>
                  </a:lnTo>
                  <a:lnTo>
                    <a:pt x="1150" y="1385"/>
                  </a:lnTo>
                  <a:lnTo>
                    <a:pt x="1077" y="1365"/>
                  </a:lnTo>
                  <a:lnTo>
                    <a:pt x="1005" y="1341"/>
                  </a:lnTo>
                  <a:lnTo>
                    <a:pt x="935" y="1314"/>
                  </a:lnTo>
                  <a:lnTo>
                    <a:pt x="867" y="1285"/>
                  </a:lnTo>
                  <a:lnTo>
                    <a:pt x="801" y="1252"/>
                  </a:lnTo>
                  <a:lnTo>
                    <a:pt x="737" y="1217"/>
                  </a:lnTo>
                  <a:lnTo>
                    <a:pt x="674" y="1179"/>
                  </a:lnTo>
                  <a:lnTo>
                    <a:pt x="614" y="1139"/>
                  </a:lnTo>
                  <a:lnTo>
                    <a:pt x="556" y="1096"/>
                  </a:lnTo>
                  <a:lnTo>
                    <a:pt x="501" y="1051"/>
                  </a:lnTo>
                  <a:lnTo>
                    <a:pt x="448" y="1003"/>
                  </a:lnTo>
                  <a:lnTo>
                    <a:pt x="397" y="954"/>
                  </a:lnTo>
                  <a:lnTo>
                    <a:pt x="349" y="902"/>
                  </a:lnTo>
                  <a:lnTo>
                    <a:pt x="303" y="848"/>
                  </a:lnTo>
                  <a:lnTo>
                    <a:pt x="261" y="792"/>
                  </a:lnTo>
                  <a:lnTo>
                    <a:pt x="221" y="734"/>
                  </a:lnTo>
                  <a:lnTo>
                    <a:pt x="184" y="675"/>
                  </a:lnTo>
                  <a:lnTo>
                    <a:pt x="151" y="614"/>
                  </a:lnTo>
                  <a:lnTo>
                    <a:pt x="120" y="551"/>
                  </a:lnTo>
                  <a:lnTo>
                    <a:pt x="93" y="486"/>
                  </a:lnTo>
                  <a:lnTo>
                    <a:pt x="69" y="421"/>
                  </a:lnTo>
                  <a:lnTo>
                    <a:pt x="48" y="353"/>
                  </a:lnTo>
                  <a:lnTo>
                    <a:pt x="31" y="285"/>
                  </a:lnTo>
                  <a:lnTo>
                    <a:pt x="18" y="215"/>
                  </a:lnTo>
                  <a:lnTo>
                    <a:pt x="8" y="144"/>
                  </a:lnTo>
                  <a:lnTo>
                    <a:pt x="2" y="73"/>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2" name="Freeform 34"/>
            <p:cNvSpPr/>
            <p:nvPr/>
          </p:nvSpPr>
          <p:spPr>
            <a:xfrm>
              <a:off x="3489" y="3106"/>
              <a:ext cx="80" cy="35"/>
            </a:xfrm>
            <a:custGeom>
              <a:avLst/>
              <a:gdLst/>
              <a:ahLst/>
              <a:cxnLst>
                <a:cxn ang="0">
                  <a:pos x="0" y="35"/>
                </a:cxn>
                <a:cxn ang="0">
                  <a:pos x="80" y="18"/>
                </a:cxn>
                <a:cxn ang="0">
                  <a:pos x="0" y="0"/>
                </a:cxn>
                <a:cxn ang="0">
                  <a:pos x="25" y="17"/>
                </a:cxn>
                <a:cxn ang="0">
                  <a:pos x="0" y="35"/>
                </a:cxn>
              </a:cxnLst>
              <a:pathLst>
                <a:path w="99" h="67">
                  <a:moveTo>
                    <a:pt x="0" y="67"/>
                  </a:moveTo>
                  <a:lnTo>
                    <a:pt x="99" y="34"/>
                  </a:lnTo>
                  <a:lnTo>
                    <a:pt x="0" y="0"/>
                  </a:lnTo>
                  <a:lnTo>
                    <a:pt x="31" y="33"/>
                  </a:lnTo>
                  <a:lnTo>
                    <a:pt x="0"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93" name="Freeform 35"/>
            <p:cNvSpPr/>
            <p:nvPr/>
          </p:nvSpPr>
          <p:spPr>
            <a:xfrm>
              <a:off x="3499" y="2381"/>
              <a:ext cx="362" cy="495"/>
            </a:xfrm>
            <a:custGeom>
              <a:avLst/>
              <a:gdLst/>
              <a:ahLst/>
              <a:cxnLst>
                <a:cxn ang="0">
                  <a:pos x="0" y="0"/>
                </a:cxn>
                <a:cxn ang="0">
                  <a:pos x="42" y="26"/>
                </a:cxn>
                <a:cxn ang="0">
                  <a:pos x="82" y="53"/>
                </a:cxn>
                <a:cxn ang="0">
                  <a:pos x="120" y="81"/>
                </a:cxn>
                <a:cxn ang="0">
                  <a:pos x="155" y="110"/>
                </a:cxn>
                <a:cxn ang="0">
                  <a:pos x="187" y="139"/>
                </a:cxn>
                <a:cxn ang="0">
                  <a:pos x="217" y="169"/>
                </a:cxn>
                <a:cxn ang="0">
                  <a:pos x="244" y="199"/>
                </a:cxn>
                <a:cxn ang="0">
                  <a:pos x="268" y="231"/>
                </a:cxn>
                <a:cxn ang="0">
                  <a:pos x="290" y="262"/>
                </a:cxn>
                <a:cxn ang="0">
                  <a:pos x="309" y="295"/>
                </a:cxn>
                <a:cxn ang="0">
                  <a:pos x="325" y="328"/>
                </a:cxn>
                <a:cxn ang="0">
                  <a:pos x="338" y="360"/>
                </a:cxn>
                <a:cxn ang="0">
                  <a:pos x="348" y="394"/>
                </a:cxn>
                <a:cxn ang="0">
                  <a:pos x="356" y="427"/>
                </a:cxn>
                <a:cxn ang="0">
                  <a:pos x="360" y="461"/>
                </a:cxn>
                <a:cxn ang="0">
                  <a:pos x="362" y="495"/>
                </a:cxn>
              </a:cxnLst>
              <a:pathLst>
                <a:path w="452" h="928">
                  <a:moveTo>
                    <a:pt x="0" y="0"/>
                  </a:moveTo>
                  <a:lnTo>
                    <a:pt x="53" y="49"/>
                  </a:lnTo>
                  <a:lnTo>
                    <a:pt x="103" y="100"/>
                  </a:lnTo>
                  <a:lnTo>
                    <a:pt x="150" y="152"/>
                  </a:lnTo>
                  <a:lnTo>
                    <a:pt x="193" y="206"/>
                  </a:lnTo>
                  <a:lnTo>
                    <a:pt x="234" y="261"/>
                  </a:lnTo>
                  <a:lnTo>
                    <a:pt x="271" y="317"/>
                  </a:lnTo>
                  <a:lnTo>
                    <a:pt x="305" y="374"/>
                  </a:lnTo>
                  <a:lnTo>
                    <a:pt x="335" y="433"/>
                  </a:lnTo>
                  <a:lnTo>
                    <a:pt x="362" y="492"/>
                  </a:lnTo>
                  <a:lnTo>
                    <a:pt x="386" y="553"/>
                  </a:lnTo>
                  <a:lnTo>
                    <a:pt x="406" y="614"/>
                  </a:lnTo>
                  <a:lnTo>
                    <a:pt x="422" y="675"/>
                  </a:lnTo>
                  <a:lnTo>
                    <a:pt x="435" y="738"/>
                  </a:lnTo>
                  <a:lnTo>
                    <a:pt x="445" y="801"/>
                  </a:lnTo>
                  <a:lnTo>
                    <a:pt x="450" y="864"/>
                  </a:lnTo>
                  <a:lnTo>
                    <a:pt x="452" y="92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4" name="Freeform 36"/>
            <p:cNvSpPr/>
            <p:nvPr/>
          </p:nvSpPr>
          <p:spPr>
            <a:xfrm>
              <a:off x="3572" y="2867"/>
              <a:ext cx="290" cy="257"/>
            </a:xfrm>
            <a:custGeom>
              <a:avLst/>
              <a:gdLst/>
              <a:ahLst/>
              <a:cxnLst>
                <a:cxn ang="0">
                  <a:pos x="290" y="0"/>
                </a:cxn>
                <a:cxn ang="0">
                  <a:pos x="288" y="26"/>
                </a:cxn>
                <a:cxn ang="0">
                  <a:pos x="284" y="52"/>
                </a:cxn>
                <a:cxn ang="0">
                  <a:pos x="278" y="77"/>
                </a:cxn>
                <a:cxn ang="0">
                  <a:pos x="269" y="100"/>
                </a:cxn>
                <a:cxn ang="0">
                  <a:pos x="258" y="123"/>
                </a:cxn>
                <a:cxn ang="0">
                  <a:pos x="244" y="143"/>
                </a:cxn>
                <a:cxn ang="0">
                  <a:pos x="228" y="163"/>
                </a:cxn>
                <a:cxn ang="0">
                  <a:pos x="211" y="182"/>
                </a:cxn>
                <a:cxn ang="0">
                  <a:pos x="192" y="198"/>
                </a:cxn>
                <a:cxn ang="0">
                  <a:pos x="171" y="213"/>
                </a:cxn>
                <a:cxn ang="0">
                  <a:pos x="149" y="226"/>
                </a:cxn>
                <a:cxn ang="0">
                  <a:pos x="137" y="232"/>
                </a:cxn>
                <a:cxn ang="0">
                  <a:pos x="125" y="237"/>
                </a:cxn>
                <a:cxn ang="0">
                  <a:pos x="113" y="241"/>
                </a:cxn>
                <a:cxn ang="0">
                  <a:pos x="100" y="245"/>
                </a:cxn>
                <a:cxn ang="0">
                  <a:pos x="88" y="249"/>
                </a:cxn>
                <a:cxn ang="0">
                  <a:pos x="75" y="252"/>
                </a:cxn>
                <a:cxn ang="0">
                  <a:pos x="61" y="254"/>
                </a:cxn>
                <a:cxn ang="0">
                  <a:pos x="47" y="256"/>
                </a:cxn>
                <a:cxn ang="0">
                  <a:pos x="34" y="256"/>
                </a:cxn>
                <a:cxn ang="0">
                  <a:pos x="20" y="257"/>
                </a:cxn>
                <a:cxn ang="0">
                  <a:pos x="10" y="257"/>
                </a:cxn>
                <a:cxn ang="0">
                  <a:pos x="0" y="256"/>
                </a:cxn>
              </a:cxnLst>
              <a:pathLst>
                <a:path w="361" h="480">
                  <a:moveTo>
                    <a:pt x="361" y="0"/>
                  </a:moveTo>
                  <a:lnTo>
                    <a:pt x="359" y="49"/>
                  </a:lnTo>
                  <a:lnTo>
                    <a:pt x="354" y="97"/>
                  </a:lnTo>
                  <a:lnTo>
                    <a:pt x="346" y="143"/>
                  </a:lnTo>
                  <a:lnTo>
                    <a:pt x="335" y="187"/>
                  </a:lnTo>
                  <a:lnTo>
                    <a:pt x="321" y="229"/>
                  </a:lnTo>
                  <a:lnTo>
                    <a:pt x="304" y="268"/>
                  </a:lnTo>
                  <a:lnTo>
                    <a:pt x="284" y="305"/>
                  </a:lnTo>
                  <a:lnTo>
                    <a:pt x="263" y="339"/>
                  </a:lnTo>
                  <a:lnTo>
                    <a:pt x="239" y="370"/>
                  </a:lnTo>
                  <a:lnTo>
                    <a:pt x="213" y="398"/>
                  </a:lnTo>
                  <a:lnTo>
                    <a:pt x="185" y="422"/>
                  </a:lnTo>
                  <a:lnTo>
                    <a:pt x="171" y="433"/>
                  </a:lnTo>
                  <a:lnTo>
                    <a:pt x="156" y="442"/>
                  </a:lnTo>
                  <a:lnTo>
                    <a:pt x="141" y="451"/>
                  </a:lnTo>
                  <a:lnTo>
                    <a:pt x="125" y="458"/>
                  </a:lnTo>
                  <a:lnTo>
                    <a:pt x="109" y="465"/>
                  </a:lnTo>
                  <a:lnTo>
                    <a:pt x="93" y="470"/>
                  </a:lnTo>
                  <a:lnTo>
                    <a:pt x="76" y="474"/>
                  </a:lnTo>
                  <a:lnTo>
                    <a:pt x="59" y="478"/>
                  </a:lnTo>
                  <a:lnTo>
                    <a:pt x="42" y="479"/>
                  </a:lnTo>
                  <a:lnTo>
                    <a:pt x="25" y="480"/>
                  </a:lnTo>
                  <a:lnTo>
                    <a:pt x="13" y="480"/>
                  </a:lnTo>
                  <a:lnTo>
                    <a:pt x="0" y="479"/>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5" name="Freeform 37"/>
            <p:cNvSpPr/>
            <p:nvPr/>
          </p:nvSpPr>
          <p:spPr>
            <a:xfrm>
              <a:off x="2303" y="2406"/>
              <a:ext cx="895" cy="457"/>
            </a:xfrm>
            <a:custGeom>
              <a:avLst/>
              <a:gdLst/>
              <a:ahLst/>
              <a:cxnLst>
                <a:cxn ang="0">
                  <a:pos x="895" y="457"/>
                </a:cxn>
                <a:cxn ang="0">
                  <a:pos x="862" y="454"/>
                </a:cxn>
                <a:cxn ang="0">
                  <a:pos x="829" y="450"/>
                </a:cxn>
                <a:cxn ang="0">
                  <a:pos x="797" y="445"/>
                </a:cxn>
                <a:cxn ang="0">
                  <a:pos x="764" y="439"/>
                </a:cxn>
                <a:cxn ang="0">
                  <a:pos x="732" y="432"/>
                </a:cxn>
                <a:cxn ang="0">
                  <a:pos x="700" y="425"/>
                </a:cxn>
                <a:cxn ang="0">
                  <a:pos x="668" y="417"/>
                </a:cxn>
                <a:cxn ang="0">
                  <a:pos x="636" y="409"/>
                </a:cxn>
                <a:cxn ang="0">
                  <a:pos x="605" y="399"/>
                </a:cxn>
                <a:cxn ang="0">
                  <a:pos x="574" y="389"/>
                </a:cxn>
                <a:cxn ang="0">
                  <a:pos x="544" y="378"/>
                </a:cxn>
                <a:cxn ang="0">
                  <a:pos x="514" y="367"/>
                </a:cxn>
                <a:cxn ang="0">
                  <a:pos x="484" y="355"/>
                </a:cxn>
                <a:cxn ang="0">
                  <a:pos x="454" y="342"/>
                </a:cxn>
                <a:cxn ang="0">
                  <a:pos x="425" y="328"/>
                </a:cxn>
                <a:cxn ang="0">
                  <a:pos x="396" y="314"/>
                </a:cxn>
                <a:cxn ang="0">
                  <a:pos x="367" y="299"/>
                </a:cxn>
                <a:cxn ang="0">
                  <a:pos x="340" y="284"/>
                </a:cxn>
                <a:cxn ang="0">
                  <a:pos x="312" y="268"/>
                </a:cxn>
                <a:cxn ang="0">
                  <a:pos x="285" y="250"/>
                </a:cxn>
                <a:cxn ang="0">
                  <a:pos x="259" y="233"/>
                </a:cxn>
                <a:cxn ang="0">
                  <a:pos x="232" y="215"/>
                </a:cxn>
                <a:cxn ang="0">
                  <a:pos x="207" y="196"/>
                </a:cxn>
                <a:cxn ang="0">
                  <a:pos x="182" y="177"/>
                </a:cxn>
                <a:cxn ang="0">
                  <a:pos x="157" y="157"/>
                </a:cxn>
                <a:cxn ang="0">
                  <a:pos x="133" y="136"/>
                </a:cxn>
                <a:cxn ang="0">
                  <a:pos x="110" y="115"/>
                </a:cxn>
                <a:cxn ang="0">
                  <a:pos x="86" y="93"/>
                </a:cxn>
                <a:cxn ang="0">
                  <a:pos x="64" y="71"/>
                </a:cxn>
                <a:cxn ang="0">
                  <a:pos x="42" y="48"/>
                </a:cxn>
                <a:cxn ang="0">
                  <a:pos x="21" y="24"/>
                </a:cxn>
                <a:cxn ang="0">
                  <a:pos x="0" y="0"/>
                </a:cxn>
              </a:cxnLst>
              <a:pathLst>
                <a:path w="1118" h="854">
                  <a:moveTo>
                    <a:pt x="1118" y="854"/>
                  </a:moveTo>
                  <a:lnTo>
                    <a:pt x="1077" y="848"/>
                  </a:lnTo>
                  <a:lnTo>
                    <a:pt x="1036" y="840"/>
                  </a:lnTo>
                  <a:lnTo>
                    <a:pt x="995" y="831"/>
                  </a:lnTo>
                  <a:lnTo>
                    <a:pt x="954" y="820"/>
                  </a:lnTo>
                  <a:lnTo>
                    <a:pt x="914" y="808"/>
                  </a:lnTo>
                  <a:lnTo>
                    <a:pt x="874" y="795"/>
                  </a:lnTo>
                  <a:lnTo>
                    <a:pt x="834" y="780"/>
                  </a:lnTo>
                  <a:lnTo>
                    <a:pt x="795" y="764"/>
                  </a:lnTo>
                  <a:lnTo>
                    <a:pt x="756" y="746"/>
                  </a:lnTo>
                  <a:lnTo>
                    <a:pt x="717" y="727"/>
                  </a:lnTo>
                  <a:lnTo>
                    <a:pt x="679" y="707"/>
                  </a:lnTo>
                  <a:lnTo>
                    <a:pt x="642" y="686"/>
                  </a:lnTo>
                  <a:lnTo>
                    <a:pt x="604" y="663"/>
                  </a:lnTo>
                  <a:lnTo>
                    <a:pt x="567" y="639"/>
                  </a:lnTo>
                  <a:lnTo>
                    <a:pt x="531" y="613"/>
                  </a:lnTo>
                  <a:lnTo>
                    <a:pt x="495" y="587"/>
                  </a:lnTo>
                  <a:lnTo>
                    <a:pt x="459" y="559"/>
                  </a:lnTo>
                  <a:lnTo>
                    <a:pt x="425" y="530"/>
                  </a:lnTo>
                  <a:lnTo>
                    <a:pt x="390" y="500"/>
                  </a:lnTo>
                  <a:lnTo>
                    <a:pt x="356" y="468"/>
                  </a:lnTo>
                  <a:lnTo>
                    <a:pt x="323" y="435"/>
                  </a:lnTo>
                  <a:lnTo>
                    <a:pt x="290" y="401"/>
                  </a:lnTo>
                  <a:lnTo>
                    <a:pt x="258" y="366"/>
                  </a:lnTo>
                  <a:lnTo>
                    <a:pt x="227" y="330"/>
                  </a:lnTo>
                  <a:lnTo>
                    <a:pt x="196" y="293"/>
                  </a:lnTo>
                  <a:lnTo>
                    <a:pt x="166" y="254"/>
                  </a:lnTo>
                  <a:lnTo>
                    <a:pt x="137" y="215"/>
                  </a:lnTo>
                  <a:lnTo>
                    <a:pt x="108" y="174"/>
                  </a:lnTo>
                  <a:lnTo>
                    <a:pt x="80" y="132"/>
                  </a:lnTo>
                  <a:lnTo>
                    <a:pt x="52" y="89"/>
                  </a:lnTo>
                  <a:lnTo>
                    <a:pt x="26" y="45"/>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6" name="Freeform 38"/>
            <p:cNvSpPr/>
            <p:nvPr/>
          </p:nvSpPr>
          <p:spPr>
            <a:xfrm>
              <a:off x="3171" y="2844"/>
              <a:ext cx="81" cy="36"/>
            </a:xfrm>
            <a:custGeom>
              <a:avLst/>
              <a:gdLst/>
              <a:ahLst/>
              <a:cxnLst>
                <a:cxn ang="0">
                  <a:pos x="0" y="36"/>
                </a:cxn>
                <a:cxn ang="0">
                  <a:pos x="81" y="23"/>
                </a:cxn>
                <a:cxn ang="0">
                  <a:pos x="6" y="0"/>
                </a:cxn>
                <a:cxn ang="0">
                  <a:pos x="27" y="19"/>
                </a:cxn>
                <a:cxn ang="0">
                  <a:pos x="0" y="36"/>
                </a:cxn>
              </a:cxnLst>
              <a:pathLst>
                <a:path w="102" h="67">
                  <a:moveTo>
                    <a:pt x="0" y="67"/>
                  </a:moveTo>
                  <a:lnTo>
                    <a:pt x="102" y="43"/>
                  </a:lnTo>
                  <a:lnTo>
                    <a:pt x="7" y="0"/>
                  </a:lnTo>
                  <a:lnTo>
                    <a:pt x="34" y="36"/>
                  </a:lnTo>
                  <a:lnTo>
                    <a:pt x="0"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397" name="Freeform 39"/>
            <p:cNvSpPr/>
            <p:nvPr/>
          </p:nvSpPr>
          <p:spPr>
            <a:xfrm>
              <a:off x="3437" y="2403"/>
              <a:ext cx="188" cy="462"/>
            </a:xfrm>
            <a:custGeom>
              <a:avLst/>
              <a:gdLst/>
              <a:ahLst/>
              <a:cxnLst>
                <a:cxn ang="0">
                  <a:pos x="62" y="0"/>
                </a:cxn>
                <a:cxn ang="0">
                  <a:pos x="83" y="21"/>
                </a:cxn>
                <a:cxn ang="0">
                  <a:pos x="102" y="42"/>
                </a:cxn>
                <a:cxn ang="0">
                  <a:pos x="114" y="58"/>
                </a:cxn>
                <a:cxn ang="0">
                  <a:pos x="126" y="73"/>
                </a:cxn>
                <a:cxn ang="0">
                  <a:pos x="136" y="89"/>
                </a:cxn>
                <a:cxn ang="0">
                  <a:pos x="146" y="104"/>
                </a:cxn>
                <a:cxn ang="0">
                  <a:pos x="154" y="120"/>
                </a:cxn>
                <a:cxn ang="0">
                  <a:pos x="162" y="135"/>
                </a:cxn>
                <a:cxn ang="0">
                  <a:pos x="168" y="151"/>
                </a:cxn>
                <a:cxn ang="0">
                  <a:pos x="174" y="166"/>
                </a:cxn>
                <a:cxn ang="0">
                  <a:pos x="178" y="181"/>
                </a:cxn>
                <a:cxn ang="0">
                  <a:pos x="182" y="197"/>
                </a:cxn>
                <a:cxn ang="0">
                  <a:pos x="185" y="212"/>
                </a:cxn>
                <a:cxn ang="0">
                  <a:pos x="187" y="226"/>
                </a:cxn>
                <a:cxn ang="0">
                  <a:pos x="188" y="241"/>
                </a:cxn>
                <a:cxn ang="0">
                  <a:pos x="188" y="256"/>
                </a:cxn>
                <a:cxn ang="0">
                  <a:pos x="188" y="270"/>
                </a:cxn>
                <a:cxn ang="0">
                  <a:pos x="186" y="284"/>
                </a:cxn>
                <a:cxn ang="0">
                  <a:pos x="183" y="297"/>
                </a:cxn>
                <a:cxn ang="0">
                  <a:pos x="180" y="311"/>
                </a:cxn>
                <a:cxn ang="0">
                  <a:pos x="176" y="324"/>
                </a:cxn>
                <a:cxn ang="0">
                  <a:pos x="170" y="336"/>
                </a:cxn>
                <a:cxn ang="0">
                  <a:pos x="165" y="349"/>
                </a:cxn>
                <a:cxn ang="0">
                  <a:pos x="158" y="361"/>
                </a:cxn>
                <a:cxn ang="0">
                  <a:pos x="150" y="372"/>
                </a:cxn>
                <a:cxn ang="0">
                  <a:pos x="142" y="383"/>
                </a:cxn>
                <a:cxn ang="0">
                  <a:pos x="132" y="393"/>
                </a:cxn>
                <a:cxn ang="0">
                  <a:pos x="122" y="403"/>
                </a:cxn>
                <a:cxn ang="0">
                  <a:pos x="110" y="412"/>
                </a:cxn>
                <a:cxn ang="0">
                  <a:pos x="98" y="421"/>
                </a:cxn>
                <a:cxn ang="0">
                  <a:pos x="86" y="429"/>
                </a:cxn>
                <a:cxn ang="0">
                  <a:pos x="72" y="437"/>
                </a:cxn>
                <a:cxn ang="0">
                  <a:pos x="57" y="444"/>
                </a:cxn>
                <a:cxn ang="0">
                  <a:pos x="42" y="450"/>
                </a:cxn>
                <a:cxn ang="0">
                  <a:pos x="32" y="453"/>
                </a:cxn>
                <a:cxn ang="0">
                  <a:pos x="22" y="457"/>
                </a:cxn>
                <a:cxn ang="0">
                  <a:pos x="0" y="462"/>
                </a:cxn>
              </a:cxnLst>
              <a:pathLst>
                <a:path w="235" h="865">
                  <a:moveTo>
                    <a:pt x="78" y="0"/>
                  </a:moveTo>
                  <a:lnTo>
                    <a:pt x="104" y="39"/>
                  </a:lnTo>
                  <a:lnTo>
                    <a:pt x="128" y="79"/>
                  </a:lnTo>
                  <a:lnTo>
                    <a:pt x="143" y="108"/>
                  </a:lnTo>
                  <a:lnTo>
                    <a:pt x="157" y="137"/>
                  </a:lnTo>
                  <a:lnTo>
                    <a:pt x="170" y="166"/>
                  </a:lnTo>
                  <a:lnTo>
                    <a:pt x="182" y="195"/>
                  </a:lnTo>
                  <a:lnTo>
                    <a:pt x="192" y="224"/>
                  </a:lnTo>
                  <a:lnTo>
                    <a:pt x="202" y="253"/>
                  </a:lnTo>
                  <a:lnTo>
                    <a:pt x="210" y="282"/>
                  </a:lnTo>
                  <a:lnTo>
                    <a:pt x="217" y="311"/>
                  </a:lnTo>
                  <a:lnTo>
                    <a:pt x="223" y="339"/>
                  </a:lnTo>
                  <a:lnTo>
                    <a:pt x="228" y="368"/>
                  </a:lnTo>
                  <a:lnTo>
                    <a:pt x="231" y="396"/>
                  </a:lnTo>
                  <a:lnTo>
                    <a:pt x="234" y="424"/>
                  </a:lnTo>
                  <a:lnTo>
                    <a:pt x="235" y="451"/>
                  </a:lnTo>
                  <a:lnTo>
                    <a:pt x="235" y="479"/>
                  </a:lnTo>
                  <a:lnTo>
                    <a:pt x="235" y="505"/>
                  </a:lnTo>
                  <a:lnTo>
                    <a:pt x="233" y="531"/>
                  </a:lnTo>
                  <a:lnTo>
                    <a:pt x="229" y="557"/>
                  </a:lnTo>
                  <a:lnTo>
                    <a:pt x="225" y="582"/>
                  </a:lnTo>
                  <a:lnTo>
                    <a:pt x="220" y="606"/>
                  </a:lnTo>
                  <a:lnTo>
                    <a:pt x="213" y="630"/>
                  </a:lnTo>
                  <a:lnTo>
                    <a:pt x="206" y="653"/>
                  </a:lnTo>
                  <a:lnTo>
                    <a:pt x="197" y="675"/>
                  </a:lnTo>
                  <a:lnTo>
                    <a:pt x="187" y="696"/>
                  </a:lnTo>
                  <a:lnTo>
                    <a:pt x="177" y="717"/>
                  </a:lnTo>
                  <a:lnTo>
                    <a:pt x="165" y="736"/>
                  </a:lnTo>
                  <a:lnTo>
                    <a:pt x="152" y="755"/>
                  </a:lnTo>
                  <a:lnTo>
                    <a:pt x="138" y="772"/>
                  </a:lnTo>
                  <a:lnTo>
                    <a:pt x="123" y="788"/>
                  </a:lnTo>
                  <a:lnTo>
                    <a:pt x="107" y="804"/>
                  </a:lnTo>
                  <a:lnTo>
                    <a:pt x="90" y="818"/>
                  </a:lnTo>
                  <a:lnTo>
                    <a:pt x="71" y="831"/>
                  </a:lnTo>
                  <a:lnTo>
                    <a:pt x="52" y="842"/>
                  </a:lnTo>
                  <a:lnTo>
                    <a:pt x="40" y="849"/>
                  </a:lnTo>
                  <a:lnTo>
                    <a:pt x="27" y="855"/>
                  </a:lnTo>
                  <a:lnTo>
                    <a:pt x="0" y="865"/>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8" name="Freeform 40"/>
            <p:cNvSpPr/>
            <p:nvPr/>
          </p:nvSpPr>
          <p:spPr>
            <a:xfrm>
              <a:off x="3254" y="2864"/>
              <a:ext cx="188" cy="13"/>
            </a:xfrm>
            <a:custGeom>
              <a:avLst/>
              <a:gdLst/>
              <a:ahLst/>
              <a:cxnLst>
                <a:cxn ang="0">
                  <a:pos x="188" y="0"/>
                </a:cxn>
                <a:cxn ang="0">
                  <a:pos x="188" y="1"/>
                </a:cxn>
                <a:cxn ang="0">
                  <a:pos x="187" y="1"/>
                </a:cxn>
                <a:cxn ang="0">
                  <a:pos x="165" y="5"/>
                </a:cxn>
                <a:cxn ang="0">
                  <a:pos x="143" y="9"/>
                </a:cxn>
                <a:cxn ang="0">
                  <a:pos x="119" y="11"/>
                </a:cxn>
                <a:cxn ang="0">
                  <a:pos x="96" y="13"/>
                </a:cxn>
                <a:cxn ang="0">
                  <a:pos x="72" y="13"/>
                </a:cxn>
                <a:cxn ang="0">
                  <a:pos x="49" y="12"/>
                </a:cxn>
                <a:cxn ang="0">
                  <a:pos x="24" y="10"/>
                </a:cxn>
                <a:cxn ang="0">
                  <a:pos x="0" y="7"/>
                </a:cxn>
              </a:cxnLst>
              <a:pathLst>
                <a:path w="236" h="25">
                  <a:moveTo>
                    <a:pt x="236" y="0"/>
                  </a:moveTo>
                  <a:lnTo>
                    <a:pt x="236" y="1"/>
                  </a:lnTo>
                  <a:lnTo>
                    <a:pt x="235" y="1"/>
                  </a:lnTo>
                  <a:lnTo>
                    <a:pt x="207" y="10"/>
                  </a:lnTo>
                  <a:lnTo>
                    <a:pt x="179" y="18"/>
                  </a:lnTo>
                  <a:lnTo>
                    <a:pt x="150" y="22"/>
                  </a:lnTo>
                  <a:lnTo>
                    <a:pt x="121" y="25"/>
                  </a:lnTo>
                  <a:lnTo>
                    <a:pt x="91" y="25"/>
                  </a:lnTo>
                  <a:lnTo>
                    <a:pt x="61" y="24"/>
                  </a:lnTo>
                  <a:lnTo>
                    <a:pt x="30" y="19"/>
                  </a:lnTo>
                  <a:lnTo>
                    <a:pt x="0" y="13"/>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399" name="Freeform 41"/>
            <p:cNvSpPr/>
            <p:nvPr/>
          </p:nvSpPr>
          <p:spPr>
            <a:xfrm>
              <a:off x="2279" y="2352"/>
              <a:ext cx="833" cy="276"/>
            </a:xfrm>
            <a:custGeom>
              <a:avLst/>
              <a:gdLst/>
              <a:ahLst/>
              <a:cxnLst>
                <a:cxn ang="0">
                  <a:pos x="833" y="275"/>
                </a:cxn>
                <a:cxn ang="0">
                  <a:pos x="797" y="276"/>
                </a:cxn>
                <a:cxn ang="0">
                  <a:pos x="761" y="276"/>
                </a:cxn>
                <a:cxn ang="0">
                  <a:pos x="726" y="275"/>
                </a:cxn>
                <a:cxn ang="0">
                  <a:pos x="691" y="273"/>
                </a:cxn>
                <a:cxn ang="0">
                  <a:pos x="656" y="271"/>
                </a:cxn>
                <a:cxn ang="0">
                  <a:pos x="622" y="269"/>
                </a:cxn>
                <a:cxn ang="0">
                  <a:pos x="588" y="265"/>
                </a:cxn>
                <a:cxn ang="0">
                  <a:pos x="555" y="261"/>
                </a:cxn>
                <a:cxn ang="0">
                  <a:pos x="523" y="256"/>
                </a:cxn>
                <a:cxn ang="0">
                  <a:pos x="490" y="251"/>
                </a:cxn>
                <a:cxn ang="0">
                  <a:pos x="459" y="245"/>
                </a:cxn>
                <a:cxn ang="0">
                  <a:pos x="428" y="238"/>
                </a:cxn>
                <a:cxn ang="0">
                  <a:pos x="398" y="231"/>
                </a:cxn>
                <a:cxn ang="0">
                  <a:pos x="369" y="224"/>
                </a:cxn>
                <a:cxn ang="0">
                  <a:pos x="341" y="215"/>
                </a:cxn>
                <a:cxn ang="0">
                  <a:pos x="313" y="207"/>
                </a:cxn>
                <a:cxn ang="0">
                  <a:pos x="285" y="197"/>
                </a:cxn>
                <a:cxn ang="0">
                  <a:pos x="259" y="187"/>
                </a:cxn>
                <a:cxn ang="0">
                  <a:pos x="234" y="177"/>
                </a:cxn>
                <a:cxn ang="0">
                  <a:pos x="209" y="166"/>
                </a:cxn>
                <a:cxn ang="0">
                  <a:pos x="186" y="155"/>
                </a:cxn>
                <a:cxn ang="0">
                  <a:pos x="164" y="143"/>
                </a:cxn>
                <a:cxn ang="0">
                  <a:pos x="142" y="131"/>
                </a:cxn>
                <a:cxn ang="0">
                  <a:pos x="122" y="118"/>
                </a:cxn>
                <a:cxn ang="0">
                  <a:pos x="102" y="105"/>
                </a:cxn>
                <a:cxn ang="0">
                  <a:pos x="85" y="91"/>
                </a:cxn>
                <a:cxn ang="0">
                  <a:pos x="67" y="77"/>
                </a:cxn>
                <a:cxn ang="0">
                  <a:pos x="51" y="62"/>
                </a:cxn>
                <a:cxn ang="0">
                  <a:pos x="37" y="47"/>
                </a:cxn>
                <a:cxn ang="0">
                  <a:pos x="23" y="32"/>
                </a:cxn>
                <a:cxn ang="0">
                  <a:pos x="11" y="16"/>
                </a:cxn>
                <a:cxn ang="0">
                  <a:pos x="0" y="0"/>
                </a:cxn>
              </a:cxnLst>
              <a:pathLst>
                <a:path w="1042" h="517">
                  <a:moveTo>
                    <a:pt x="1042" y="516"/>
                  </a:moveTo>
                  <a:lnTo>
                    <a:pt x="997" y="517"/>
                  </a:lnTo>
                  <a:lnTo>
                    <a:pt x="952" y="517"/>
                  </a:lnTo>
                  <a:lnTo>
                    <a:pt x="908" y="515"/>
                  </a:lnTo>
                  <a:lnTo>
                    <a:pt x="864" y="512"/>
                  </a:lnTo>
                  <a:lnTo>
                    <a:pt x="821" y="508"/>
                  </a:lnTo>
                  <a:lnTo>
                    <a:pt x="778" y="503"/>
                  </a:lnTo>
                  <a:lnTo>
                    <a:pt x="736" y="496"/>
                  </a:lnTo>
                  <a:lnTo>
                    <a:pt x="694" y="488"/>
                  </a:lnTo>
                  <a:lnTo>
                    <a:pt x="654" y="480"/>
                  </a:lnTo>
                  <a:lnTo>
                    <a:pt x="613" y="470"/>
                  </a:lnTo>
                  <a:lnTo>
                    <a:pt x="574" y="458"/>
                  </a:lnTo>
                  <a:lnTo>
                    <a:pt x="536" y="446"/>
                  </a:lnTo>
                  <a:lnTo>
                    <a:pt x="498" y="433"/>
                  </a:lnTo>
                  <a:lnTo>
                    <a:pt x="461" y="419"/>
                  </a:lnTo>
                  <a:lnTo>
                    <a:pt x="426" y="403"/>
                  </a:lnTo>
                  <a:lnTo>
                    <a:pt x="391" y="387"/>
                  </a:lnTo>
                  <a:lnTo>
                    <a:pt x="357" y="369"/>
                  </a:lnTo>
                  <a:lnTo>
                    <a:pt x="324" y="351"/>
                  </a:lnTo>
                  <a:lnTo>
                    <a:pt x="293" y="331"/>
                  </a:lnTo>
                  <a:lnTo>
                    <a:pt x="262" y="311"/>
                  </a:lnTo>
                  <a:lnTo>
                    <a:pt x="233" y="290"/>
                  </a:lnTo>
                  <a:lnTo>
                    <a:pt x="205" y="268"/>
                  </a:lnTo>
                  <a:lnTo>
                    <a:pt x="178" y="245"/>
                  </a:lnTo>
                  <a:lnTo>
                    <a:pt x="153" y="221"/>
                  </a:lnTo>
                  <a:lnTo>
                    <a:pt x="128" y="196"/>
                  </a:lnTo>
                  <a:lnTo>
                    <a:pt x="106" y="170"/>
                  </a:lnTo>
                  <a:lnTo>
                    <a:pt x="84" y="144"/>
                  </a:lnTo>
                  <a:lnTo>
                    <a:pt x="64" y="116"/>
                  </a:lnTo>
                  <a:lnTo>
                    <a:pt x="46" y="88"/>
                  </a:lnTo>
                  <a:lnTo>
                    <a:pt x="29" y="60"/>
                  </a:lnTo>
                  <a:lnTo>
                    <a:pt x="14" y="30"/>
                  </a:lnTo>
                  <a:lnTo>
                    <a:pt x="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00" name="Freeform 42"/>
            <p:cNvSpPr/>
            <p:nvPr/>
          </p:nvSpPr>
          <p:spPr>
            <a:xfrm>
              <a:off x="3086" y="2612"/>
              <a:ext cx="81" cy="35"/>
            </a:xfrm>
            <a:custGeom>
              <a:avLst/>
              <a:gdLst/>
              <a:ahLst/>
              <a:cxnLst>
                <a:cxn ang="0">
                  <a:pos x="3" y="35"/>
                </a:cxn>
                <a:cxn ang="0">
                  <a:pos x="81" y="14"/>
                </a:cxn>
                <a:cxn ang="0">
                  <a:pos x="0" y="0"/>
                </a:cxn>
                <a:cxn ang="0">
                  <a:pos x="26" y="16"/>
                </a:cxn>
                <a:cxn ang="0">
                  <a:pos x="3" y="35"/>
                </a:cxn>
              </a:cxnLst>
              <a:pathLst>
                <a:path w="101" h="67">
                  <a:moveTo>
                    <a:pt x="4" y="67"/>
                  </a:moveTo>
                  <a:lnTo>
                    <a:pt x="101" y="27"/>
                  </a:lnTo>
                  <a:lnTo>
                    <a:pt x="0" y="0"/>
                  </a:lnTo>
                  <a:lnTo>
                    <a:pt x="33" y="31"/>
                  </a:lnTo>
                  <a:lnTo>
                    <a:pt x="4"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401" name="Freeform 43"/>
            <p:cNvSpPr/>
            <p:nvPr/>
          </p:nvSpPr>
          <p:spPr>
            <a:xfrm>
              <a:off x="3134" y="2356"/>
              <a:ext cx="343" cy="276"/>
            </a:xfrm>
            <a:custGeom>
              <a:avLst/>
              <a:gdLst/>
              <a:ahLst/>
              <a:cxnLst>
                <a:cxn ang="0">
                  <a:pos x="343" y="0"/>
                </a:cxn>
                <a:cxn ang="0">
                  <a:pos x="343" y="13"/>
                </a:cxn>
                <a:cxn ang="0">
                  <a:pos x="341" y="25"/>
                </a:cxn>
                <a:cxn ang="0">
                  <a:pos x="339" y="37"/>
                </a:cxn>
                <a:cxn ang="0">
                  <a:pos x="337" y="50"/>
                </a:cxn>
                <a:cxn ang="0">
                  <a:pos x="329" y="74"/>
                </a:cxn>
                <a:cxn ang="0">
                  <a:pos x="317" y="96"/>
                </a:cxn>
                <a:cxn ang="0">
                  <a:pos x="304" y="119"/>
                </a:cxn>
                <a:cxn ang="0">
                  <a:pos x="287" y="140"/>
                </a:cxn>
                <a:cxn ang="0">
                  <a:pos x="268" y="160"/>
                </a:cxn>
                <a:cxn ang="0">
                  <a:pos x="246" y="179"/>
                </a:cxn>
                <a:cxn ang="0">
                  <a:pos x="222" y="197"/>
                </a:cxn>
                <a:cxn ang="0">
                  <a:pos x="196" y="213"/>
                </a:cxn>
                <a:cxn ang="0">
                  <a:pos x="167" y="228"/>
                </a:cxn>
                <a:cxn ang="0">
                  <a:pos x="138" y="241"/>
                </a:cxn>
                <a:cxn ang="0">
                  <a:pos x="106" y="253"/>
                </a:cxn>
                <a:cxn ang="0">
                  <a:pos x="72" y="262"/>
                </a:cxn>
                <a:cxn ang="0">
                  <a:pos x="37" y="270"/>
                </a:cxn>
                <a:cxn ang="0">
                  <a:pos x="0" y="276"/>
                </a:cxn>
              </a:cxnLst>
              <a:pathLst>
                <a:path w="428" h="518">
                  <a:moveTo>
                    <a:pt x="428" y="0"/>
                  </a:moveTo>
                  <a:lnTo>
                    <a:pt x="428" y="24"/>
                  </a:lnTo>
                  <a:lnTo>
                    <a:pt x="426" y="47"/>
                  </a:lnTo>
                  <a:lnTo>
                    <a:pt x="423" y="70"/>
                  </a:lnTo>
                  <a:lnTo>
                    <a:pt x="420" y="93"/>
                  </a:lnTo>
                  <a:lnTo>
                    <a:pt x="410" y="138"/>
                  </a:lnTo>
                  <a:lnTo>
                    <a:pt x="396" y="181"/>
                  </a:lnTo>
                  <a:lnTo>
                    <a:pt x="379" y="223"/>
                  </a:lnTo>
                  <a:lnTo>
                    <a:pt x="358" y="262"/>
                  </a:lnTo>
                  <a:lnTo>
                    <a:pt x="334" y="300"/>
                  </a:lnTo>
                  <a:lnTo>
                    <a:pt x="307" y="336"/>
                  </a:lnTo>
                  <a:lnTo>
                    <a:pt x="277" y="369"/>
                  </a:lnTo>
                  <a:lnTo>
                    <a:pt x="244" y="400"/>
                  </a:lnTo>
                  <a:lnTo>
                    <a:pt x="209" y="428"/>
                  </a:lnTo>
                  <a:lnTo>
                    <a:pt x="172" y="452"/>
                  </a:lnTo>
                  <a:lnTo>
                    <a:pt x="132" y="474"/>
                  </a:lnTo>
                  <a:lnTo>
                    <a:pt x="90" y="492"/>
                  </a:lnTo>
                  <a:lnTo>
                    <a:pt x="46" y="507"/>
                  </a:lnTo>
                  <a:lnTo>
                    <a:pt x="0" y="518"/>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02" name="Freeform 44"/>
            <p:cNvSpPr/>
            <p:nvPr/>
          </p:nvSpPr>
          <p:spPr>
            <a:xfrm>
              <a:off x="2135" y="2380"/>
              <a:ext cx="218" cy="880"/>
            </a:xfrm>
            <a:custGeom>
              <a:avLst/>
              <a:gdLst/>
              <a:ahLst/>
              <a:cxnLst>
                <a:cxn ang="0">
                  <a:pos x="218" y="880"/>
                </a:cxn>
                <a:cxn ang="0">
                  <a:pos x="195" y="846"/>
                </a:cxn>
                <a:cxn ang="0">
                  <a:pos x="173" y="812"/>
                </a:cxn>
                <a:cxn ang="0">
                  <a:pos x="153" y="778"/>
                </a:cxn>
                <a:cxn ang="0">
                  <a:pos x="134" y="744"/>
                </a:cxn>
                <a:cxn ang="0">
                  <a:pos x="116" y="710"/>
                </a:cxn>
                <a:cxn ang="0">
                  <a:pos x="99" y="677"/>
                </a:cxn>
                <a:cxn ang="0">
                  <a:pos x="84" y="643"/>
                </a:cxn>
                <a:cxn ang="0">
                  <a:pos x="69" y="610"/>
                </a:cxn>
                <a:cxn ang="0">
                  <a:pos x="56" y="578"/>
                </a:cxn>
                <a:cxn ang="0">
                  <a:pos x="45" y="545"/>
                </a:cxn>
                <a:cxn ang="0">
                  <a:pos x="35" y="513"/>
                </a:cxn>
                <a:cxn ang="0">
                  <a:pos x="26" y="482"/>
                </a:cxn>
                <a:cxn ang="0">
                  <a:pos x="18" y="451"/>
                </a:cxn>
                <a:cxn ang="0">
                  <a:pos x="12" y="420"/>
                </a:cxn>
                <a:cxn ang="0">
                  <a:pos x="7" y="390"/>
                </a:cxn>
                <a:cxn ang="0">
                  <a:pos x="3" y="360"/>
                </a:cxn>
                <a:cxn ang="0">
                  <a:pos x="1" y="332"/>
                </a:cxn>
                <a:cxn ang="0">
                  <a:pos x="0" y="303"/>
                </a:cxn>
                <a:cxn ang="0">
                  <a:pos x="0" y="276"/>
                </a:cxn>
                <a:cxn ang="0">
                  <a:pos x="2" y="249"/>
                </a:cxn>
                <a:cxn ang="0">
                  <a:pos x="4" y="223"/>
                </a:cxn>
                <a:cxn ang="0">
                  <a:pos x="9" y="198"/>
                </a:cxn>
                <a:cxn ang="0">
                  <a:pos x="14" y="174"/>
                </a:cxn>
                <a:cxn ang="0">
                  <a:pos x="21" y="151"/>
                </a:cxn>
                <a:cxn ang="0">
                  <a:pos x="29" y="128"/>
                </a:cxn>
                <a:cxn ang="0">
                  <a:pos x="39" y="106"/>
                </a:cxn>
                <a:cxn ang="0">
                  <a:pos x="50" y="86"/>
                </a:cxn>
                <a:cxn ang="0">
                  <a:pos x="63" y="66"/>
                </a:cxn>
                <a:cxn ang="0">
                  <a:pos x="76" y="48"/>
                </a:cxn>
                <a:cxn ang="0">
                  <a:pos x="91" y="31"/>
                </a:cxn>
                <a:cxn ang="0">
                  <a:pos x="108" y="15"/>
                </a:cxn>
                <a:cxn ang="0">
                  <a:pos x="127" y="0"/>
                </a:cxn>
              </a:cxnLst>
              <a:pathLst>
                <a:path w="274" h="1648">
                  <a:moveTo>
                    <a:pt x="274" y="1648"/>
                  </a:moveTo>
                  <a:lnTo>
                    <a:pt x="245" y="1584"/>
                  </a:lnTo>
                  <a:lnTo>
                    <a:pt x="218" y="1520"/>
                  </a:lnTo>
                  <a:lnTo>
                    <a:pt x="192" y="1457"/>
                  </a:lnTo>
                  <a:lnTo>
                    <a:pt x="168" y="1393"/>
                  </a:lnTo>
                  <a:lnTo>
                    <a:pt x="146" y="1330"/>
                  </a:lnTo>
                  <a:lnTo>
                    <a:pt x="125" y="1267"/>
                  </a:lnTo>
                  <a:lnTo>
                    <a:pt x="105" y="1205"/>
                  </a:lnTo>
                  <a:lnTo>
                    <a:pt x="87" y="1143"/>
                  </a:lnTo>
                  <a:lnTo>
                    <a:pt x="71" y="1082"/>
                  </a:lnTo>
                  <a:lnTo>
                    <a:pt x="57" y="1021"/>
                  </a:lnTo>
                  <a:lnTo>
                    <a:pt x="44" y="961"/>
                  </a:lnTo>
                  <a:lnTo>
                    <a:pt x="33" y="902"/>
                  </a:lnTo>
                  <a:lnTo>
                    <a:pt x="23" y="844"/>
                  </a:lnTo>
                  <a:lnTo>
                    <a:pt x="15" y="787"/>
                  </a:lnTo>
                  <a:lnTo>
                    <a:pt x="9" y="730"/>
                  </a:lnTo>
                  <a:lnTo>
                    <a:pt x="4" y="675"/>
                  </a:lnTo>
                  <a:lnTo>
                    <a:pt x="1" y="621"/>
                  </a:lnTo>
                  <a:lnTo>
                    <a:pt x="0" y="568"/>
                  </a:lnTo>
                  <a:lnTo>
                    <a:pt x="0" y="517"/>
                  </a:lnTo>
                  <a:lnTo>
                    <a:pt x="2" y="467"/>
                  </a:lnTo>
                  <a:lnTo>
                    <a:pt x="5" y="418"/>
                  </a:lnTo>
                  <a:lnTo>
                    <a:pt x="11" y="371"/>
                  </a:lnTo>
                  <a:lnTo>
                    <a:pt x="18" y="325"/>
                  </a:lnTo>
                  <a:lnTo>
                    <a:pt x="27" y="282"/>
                  </a:lnTo>
                  <a:lnTo>
                    <a:pt x="37" y="239"/>
                  </a:lnTo>
                  <a:lnTo>
                    <a:pt x="49" y="199"/>
                  </a:lnTo>
                  <a:lnTo>
                    <a:pt x="63" y="161"/>
                  </a:lnTo>
                  <a:lnTo>
                    <a:pt x="79" y="124"/>
                  </a:lnTo>
                  <a:lnTo>
                    <a:pt x="96" y="90"/>
                  </a:lnTo>
                  <a:lnTo>
                    <a:pt x="115" y="58"/>
                  </a:lnTo>
                  <a:lnTo>
                    <a:pt x="136" y="28"/>
                  </a:lnTo>
                  <a:lnTo>
                    <a:pt x="159"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03" name="Freeform 45"/>
            <p:cNvSpPr/>
            <p:nvPr/>
          </p:nvSpPr>
          <p:spPr>
            <a:xfrm>
              <a:off x="2319" y="3237"/>
              <a:ext cx="58" cy="56"/>
            </a:xfrm>
            <a:custGeom>
              <a:avLst/>
              <a:gdLst/>
              <a:ahLst/>
              <a:cxnLst>
                <a:cxn ang="0">
                  <a:pos x="0" y="16"/>
                </a:cxn>
                <a:cxn ang="0">
                  <a:pos x="58" y="56"/>
                </a:cxn>
                <a:cxn ang="0">
                  <a:pos x="48" y="0"/>
                </a:cxn>
                <a:cxn ang="0">
                  <a:pos x="35" y="23"/>
                </a:cxn>
                <a:cxn ang="0">
                  <a:pos x="0" y="16"/>
                </a:cxn>
              </a:cxnLst>
              <a:pathLst>
                <a:path w="73" h="104">
                  <a:moveTo>
                    <a:pt x="0" y="29"/>
                  </a:moveTo>
                  <a:lnTo>
                    <a:pt x="73" y="104"/>
                  </a:lnTo>
                  <a:lnTo>
                    <a:pt x="61" y="0"/>
                  </a:lnTo>
                  <a:lnTo>
                    <a:pt x="44" y="42"/>
                  </a:lnTo>
                  <a:lnTo>
                    <a:pt x="0" y="29"/>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404" name="Freeform 46"/>
            <p:cNvSpPr/>
            <p:nvPr/>
          </p:nvSpPr>
          <p:spPr>
            <a:xfrm>
              <a:off x="1905" y="1628"/>
              <a:ext cx="383" cy="727"/>
            </a:xfrm>
            <a:custGeom>
              <a:avLst/>
              <a:gdLst/>
              <a:ahLst/>
              <a:cxnLst>
                <a:cxn ang="0">
                  <a:pos x="383" y="727"/>
                </a:cxn>
                <a:cxn ang="0">
                  <a:pos x="363" y="726"/>
                </a:cxn>
                <a:cxn ang="0">
                  <a:pos x="344" y="724"/>
                </a:cxn>
                <a:cxn ang="0">
                  <a:pos x="325" y="721"/>
                </a:cxn>
                <a:cxn ang="0">
                  <a:pos x="306" y="716"/>
                </a:cxn>
                <a:cxn ang="0">
                  <a:pos x="287" y="709"/>
                </a:cxn>
                <a:cxn ang="0">
                  <a:pos x="269" y="702"/>
                </a:cxn>
                <a:cxn ang="0">
                  <a:pos x="251" y="693"/>
                </a:cxn>
                <a:cxn ang="0">
                  <a:pos x="234" y="683"/>
                </a:cxn>
                <a:cxn ang="0">
                  <a:pos x="217" y="671"/>
                </a:cxn>
                <a:cxn ang="0">
                  <a:pos x="200" y="659"/>
                </a:cxn>
                <a:cxn ang="0">
                  <a:pos x="184" y="645"/>
                </a:cxn>
                <a:cxn ang="0">
                  <a:pos x="169" y="631"/>
                </a:cxn>
                <a:cxn ang="0">
                  <a:pos x="154" y="615"/>
                </a:cxn>
                <a:cxn ang="0">
                  <a:pos x="140" y="598"/>
                </a:cxn>
                <a:cxn ang="0">
                  <a:pos x="125" y="581"/>
                </a:cxn>
                <a:cxn ang="0">
                  <a:pos x="113" y="562"/>
                </a:cxn>
                <a:cxn ang="0">
                  <a:pos x="100" y="542"/>
                </a:cxn>
                <a:cxn ang="0">
                  <a:pos x="88" y="522"/>
                </a:cxn>
                <a:cxn ang="0">
                  <a:pos x="76" y="500"/>
                </a:cxn>
                <a:cxn ang="0">
                  <a:pos x="65" y="478"/>
                </a:cxn>
                <a:cxn ang="0">
                  <a:pos x="56" y="455"/>
                </a:cxn>
                <a:cxn ang="0">
                  <a:pos x="46" y="431"/>
                </a:cxn>
                <a:cxn ang="0">
                  <a:pos x="38" y="407"/>
                </a:cxn>
                <a:cxn ang="0">
                  <a:pos x="30" y="382"/>
                </a:cxn>
                <a:cxn ang="0">
                  <a:pos x="23" y="357"/>
                </a:cxn>
                <a:cxn ang="0">
                  <a:pos x="18" y="330"/>
                </a:cxn>
                <a:cxn ang="0">
                  <a:pos x="12" y="304"/>
                </a:cxn>
                <a:cxn ang="0">
                  <a:pos x="8" y="276"/>
                </a:cxn>
                <a:cxn ang="0">
                  <a:pos x="5" y="249"/>
                </a:cxn>
                <a:cxn ang="0">
                  <a:pos x="2" y="220"/>
                </a:cxn>
                <a:cxn ang="0">
                  <a:pos x="1" y="191"/>
                </a:cxn>
                <a:cxn ang="0">
                  <a:pos x="0" y="163"/>
                </a:cxn>
                <a:cxn ang="0">
                  <a:pos x="1" y="121"/>
                </a:cxn>
                <a:cxn ang="0">
                  <a:pos x="4" y="81"/>
                </a:cxn>
                <a:cxn ang="0">
                  <a:pos x="9" y="40"/>
                </a:cxn>
                <a:cxn ang="0">
                  <a:pos x="16" y="0"/>
                </a:cxn>
              </a:cxnLst>
              <a:pathLst>
                <a:path w="480" h="1360">
                  <a:moveTo>
                    <a:pt x="480" y="1360"/>
                  </a:moveTo>
                  <a:lnTo>
                    <a:pt x="455" y="1359"/>
                  </a:lnTo>
                  <a:lnTo>
                    <a:pt x="431" y="1355"/>
                  </a:lnTo>
                  <a:lnTo>
                    <a:pt x="407" y="1348"/>
                  </a:lnTo>
                  <a:lnTo>
                    <a:pt x="383" y="1339"/>
                  </a:lnTo>
                  <a:lnTo>
                    <a:pt x="360" y="1327"/>
                  </a:lnTo>
                  <a:lnTo>
                    <a:pt x="337" y="1313"/>
                  </a:lnTo>
                  <a:lnTo>
                    <a:pt x="315" y="1296"/>
                  </a:lnTo>
                  <a:lnTo>
                    <a:pt x="293" y="1277"/>
                  </a:lnTo>
                  <a:lnTo>
                    <a:pt x="272" y="1256"/>
                  </a:lnTo>
                  <a:lnTo>
                    <a:pt x="251" y="1233"/>
                  </a:lnTo>
                  <a:lnTo>
                    <a:pt x="231" y="1207"/>
                  </a:lnTo>
                  <a:lnTo>
                    <a:pt x="212" y="1180"/>
                  </a:lnTo>
                  <a:lnTo>
                    <a:pt x="193" y="1150"/>
                  </a:lnTo>
                  <a:lnTo>
                    <a:pt x="175" y="1119"/>
                  </a:lnTo>
                  <a:lnTo>
                    <a:pt x="157" y="1086"/>
                  </a:lnTo>
                  <a:lnTo>
                    <a:pt x="141" y="1051"/>
                  </a:lnTo>
                  <a:lnTo>
                    <a:pt x="125" y="1014"/>
                  </a:lnTo>
                  <a:lnTo>
                    <a:pt x="110" y="976"/>
                  </a:lnTo>
                  <a:lnTo>
                    <a:pt x="95" y="936"/>
                  </a:lnTo>
                  <a:lnTo>
                    <a:pt x="82" y="894"/>
                  </a:lnTo>
                  <a:lnTo>
                    <a:pt x="70" y="852"/>
                  </a:lnTo>
                  <a:lnTo>
                    <a:pt x="58" y="807"/>
                  </a:lnTo>
                  <a:lnTo>
                    <a:pt x="47" y="762"/>
                  </a:lnTo>
                  <a:lnTo>
                    <a:pt x="38" y="715"/>
                  </a:lnTo>
                  <a:lnTo>
                    <a:pt x="29" y="667"/>
                  </a:lnTo>
                  <a:lnTo>
                    <a:pt x="22" y="618"/>
                  </a:lnTo>
                  <a:lnTo>
                    <a:pt x="15" y="568"/>
                  </a:lnTo>
                  <a:lnTo>
                    <a:pt x="10" y="517"/>
                  </a:lnTo>
                  <a:lnTo>
                    <a:pt x="6" y="465"/>
                  </a:lnTo>
                  <a:lnTo>
                    <a:pt x="3" y="412"/>
                  </a:lnTo>
                  <a:lnTo>
                    <a:pt x="1" y="358"/>
                  </a:lnTo>
                  <a:lnTo>
                    <a:pt x="0" y="304"/>
                  </a:lnTo>
                  <a:lnTo>
                    <a:pt x="1" y="227"/>
                  </a:lnTo>
                  <a:lnTo>
                    <a:pt x="5" y="151"/>
                  </a:lnTo>
                  <a:lnTo>
                    <a:pt x="11" y="75"/>
                  </a:lnTo>
                  <a:lnTo>
                    <a:pt x="2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05" name="Freeform 47"/>
            <p:cNvSpPr/>
            <p:nvPr/>
          </p:nvSpPr>
          <p:spPr>
            <a:xfrm>
              <a:off x="1892" y="1593"/>
              <a:ext cx="53" cy="55"/>
            </a:xfrm>
            <a:custGeom>
              <a:avLst/>
              <a:gdLst/>
              <a:ahLst/>
              <a:cxnLst>
                <a:cxn ang="0">
                  <a:pos x="53" y="55"/>
                </a:cxn>
                <a:cxn ang="0">
                  <a:pos x="39" y="0"/>
                </a:cxn>
                <a:cxn ang="0">
                  <a:pos x="0" y="49"/>
                </a:cxn>
                <a:cxn ang="0">
                  <a:pos x="30" y="36"/>
                </a:cxn>
                <a:cxn ang="0">
                  <a:pos x="53" y="55"/>
                </a:cxn>
              </a:cxnLst>
              <a:pathLst>
                <a:path w="66" h="103">
                  <a:moveTo>
                    <a:pt x="66" y="103"/>
                  </a:moveTo>
                  <a:lnTo>
                    <a:pt x="48" y="0"/>
                  </a:lnTo>
                  <a:lnTo>
                    <a:pt x="0" y="92"/>
                  </a:lnTo>
                  <a:lnTo>
                    <a:pt x="37" y="67"/>
                  </a:lnTo>
                  <a:lnTo>
                    <a:pt x="66" y="103"/>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406" name="Freeform 48"/>
            <p:cNvSpPr/>
            <p:nvPr/>
          </p:nvSpPr>
          <p:spPr>
            <a:xfrm>
              <a:off x="1465" y="2355"/>
              <a:ext cx="785" cy="647"/>
            </a:xfrm>
            <a:custGeom>
              <a:avLst/>
              <a:gdLst/>
              <a:ahLst/>
              <a:cxnLst>
                <a:cxn ang="0">
                  <a:pos x="0" y="647"/>
                </a:cxn>
                <a:cxn ang="0">
                  <a:pos x="13" y="611"/>
                </a:cxn>
                <a:cxn ang="0">
                  <a:pos x="26" y="576"/>
                </a:cxn>
                <a:cxn ang="0">
                  <a:pos x="41" y="541"/>
                </a:cxn>
                <a:cxn ang="0">
                  <a:pos x="56" y="507"/>
                </a:cxn>
                <a:cxn ang="0">
                  <a:pos x="73" y="475"/>
                </a:cxn>
                <a:cxn ang="0">
                  <a:pos x="90" y="443"/>
                </a:cxn>
                <a:cxn ang="0">
                  <a:pos x="108" y="412"/>
                </a:cxn>
                <a:cxn ang="0">
                  <a:pos x="128" y="382"/>
                </a:cxn>
                <a:cxn ang="0">
                  <a:pos x="148" y="353"/>
                </a:cxn>
                <a:cxn ang="0">
                  <a:pos x="168" y="324"/>
                </a:cxn>
                <a:cxn ang="0">
                  <a:pos x="190" y="297"/>
                </a:cxn>
                <a:cxn ang="0">
                  <a:pos x="212" y="271"/>
                </a:cxn>
                <a:cxn ang="0">
                  <a:pos x="236" y="246"/>
                </a:cxn>
                <a:cxn ang="0">
                  <a:pos x="260" y="222"/>
                </a:cxn>
                <a:cxn ang="0">
                  <a:pos x="284" y="199"/>
                </a:cxn>
                <a:cxn ang="0">
                  <a:pos x="310" y="178"/>
                </a:cxn>
                <a:cxn ang="0">
                  <a:pos x="336" y="157"/>
                </a:cxn>
                <a:cxn ang="0">
                  <a:pos x="363" y="138"/>
                </a:cxn>
                <a:cxn ang="0">
                  <a:pos x="390" y="119"/>
                </a:cxn>
                <a:cxn ang="0">
                  <a:pos x="418" y="102"/>
                </a:cxn>
                <a:cxn ang="0">
                  <a:pos x="446" y="86"/>
                </a:cxn>
                <a:cxn ang="0">
                  <a:pos x="474" y="71"/>
                </a:cxn>
                <a:cxn ang="0">
                  <a:pos x="504" y="58"/>
                </a:cxn>
                <a:cxn ang="0">
                  <a:pos x="533" y="46"/>
                </a:cxn>
                <a:cxn ang="0">
                  <a:pos x="564" y="36"/>
                </a:cxn>
                <a:cxn ang="0">
                  <a:pos x="594" y="26"/>
                </a:cxn>
                <a:cxn ang="0">
                  <a:pos x="625" y="19"/>
                </a:cxn>
                <a:cxn ang="0">
                  <a:pos x="656" y="12"/>
                </a:cxn>
                <a:cxn ang="0">
                  <a:pos x="688" y="7"/>
                </a:cxn>
                <a:cxn ang="0">
                  <a:pos x="720" y="3"/>
                </a:cxn>
                <a:cxn ang="0">
                  <a:pos x="752" y="1"/>
                </a:cxn>
                <a:cxn ang="0">
                  <a:pos x="785" y="0"/>
                </a:cxn>
              </a:cxnLst>
              <a:pathLst>
                <a:path w="983" h="1213">
                  <a:moveTo>
                    <a:pt x="0" y="1213"/>
                  </a:moveTo>
                  <a:lnTo>
                    <a:pt x="16" y="1145"/>
                  </a:lnTo>
                  <a:lnTo>
                    <a:pt x="32" y="1079"/>
                  </a:lnTo>
                  <a:lnTo>
                    <a:pt x="51" y="1014"/>
                  </a:lnTo>
                  <a:lnTo>
                    <a:pt x="70" y="951"/>
                  </a:lnTo>
                  <a:lnTo>
                    <a:pt x="91" y="890"/>
                  </a:lnTo>
                  <a:lnTo>
                    <a:pt x="113" y="830"/>
                  </a:lnTo>
                  <a:lnTo>
                    <a:pt x="135" y="772"/>
                  </a:lnTo>
                  <a:lnTo>
                    <a:pt x="160" y="716"/>
                  </a:lnTo>
                  <a:lnTo>
                    <a:pt x="185" y="661"/>
                  </a:lnTo>
                  <a:lnTo>
                    <a:pt x="211" y="608"/>
                  </a:lnTo>
                  <a:lnTo>
                    <a:pt x="238" y="557"/>
                  </a:lnTo>
                  <a:lnTo>
                    <a:pt x="266" y="508"/>
                  </a:lnTo>
                  <a:lnTo>
                    <a:pt x="295" y="461"/>
                  </a:lnTo>
                  <a:lnTo>
                    <a:pt x="325" y="417"/>
                  </a:lnTo>
                  <a:lnTo>
                    <a:pt x="356" y="374"/>
                  </a:lnTo>
                  <a:lnTo>
                    <a:pt x="388" y="333"/>
                  </a:lnTo>
                  <a:lnTo>
                    <a:pt x="421" y="294"/>
                  </a:lnTo>
                  <a:lnTo>
                    <a:pt x="454" y="258"/>
                  </a:lnTo>
                  <a:lnTo>
                    <a:pt x="488" y="223"/>
                  </a:lnTo>
                  <a:lnTo>
                    <a:pt x="523" y="191"/>
                  </a:lnTo>
                  <a:lnTo>
                    <a:pt x="558" y="162"/>
                  </a:lnTo>
                  <a:lnTo>
                    <a:pt x="594" y="134"/>
                  </a:lnTo>
                  <a:lnTo>
                    <a:pt x="631" y="109"/>
                  </a:lnTo>
                  <a:lnTo>
                    <a:pt x="668" y="87"/>
                  </a:lnTo>
                  <a:lnTo>
                    <a:pt x="706" y="67"/>
                  </a:lnTo>
                  <a:lnTo>
                    <a:pt x="744" y="49"/>
                  </a:lnTo>
                  <a:lnTo>
                    <a:pt x="783" y="35"/>
                  </a:lnTo>
                  <a:lnTo>
                    <a:pt x="822" y="22"/>
                  </a:lnTo>
                  <a:lnTo>
                    <a:pt x="862" y="13"/>
                  </a:lnTo>
                  <a:lnTo>
                    <a:pt x="902" y="6"/>
                  </a:lnTo>
                  <a:lnTo>
                    <a:pt x="942" y="1"/>
                  </a:lnTo>
                  <a:lnTo>
                    <a:pt x="983"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07" name="Freeform 49"/>
            <p:cNvSpPr/>
            <p:nvPr/>
          </p:nvSpPr>
          <p:spPr>
            <a:xfrm>
              <a:off x="1444" y="2982"/>
              <a:ext cx="53" cy="56"/>
            </a:xfrm>
            <a:custGeom>
              <a:avLst/>
              <a:gdLst/>
              <a:ahLst/>
              <a:cxnLst>
                <a:cxn ang="0">
                  <a:pos x="0" y="0"/>
                </a:cxn>
                <a:cxn ang="0">
                  <a:pos x="10" y="56"/>
                </a:cxn>
                <a:cxn ang="0">
                  <a:pos x="53" y="8"/>
                </a:cxn>
                <a:cxn ang="0">
                  <a:pos x="22" y="20"/>
                </a:cxn>
                <a:cxn ang="0">
                  <a:pos x="0" y="0"/>
                </a:cxn>
              </a:cxnLst>
              <a:pathLst>
                <a:path w="66" h="104">
                  <a:moveTo>
                    <a:pt x="0" y="0"/>
                  </a:moveTo>
                  <a:lnTo>
                    <a:pt x="13" y="104"/>
                  </a:lnTo>
                  <a:lnTo>
                    <a:pt x="66" y="14"/>
                  </a:lnTo>
                  <a:lnTo>
                    <a:pt x="27" y="37"/>
                  </a:lnTo>
                  <a:lnTo>
                    <a:pt x="0" y="0"/>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408" name="Freeform 50"/>
            <p:cNvSpPr/>
            <p:nvPr/>
          </p:nvSpPr>
          <p:spPr>
            <a:xfrm>
              <a:off x="1323" y="2352"/>
              <a:ext cx="950" cy="302"/>
            </a:xfrm>
            <a:custGeom>
              <a:avLst/>
              <a:gdLst/>
              <a:ahLst/>
              <a:cxnLst>
                <a:cxn ang="0">
                  <a:pos x="0" y="302"/>
                </a:cxn>
                <a:cxn ang="0">
                  <a:pos x="15" y="287"/>
                </a:cxn>
                <a:cxn ang="0">
                  <a:pos x="30" y="273"/>
                </a:cxn>
                <a:cxn ang="0">
                  <a:pos x="48" y="258"/>
                </a:cxn>
                <a:cxn ang="0">
                  <a:pos x="65" y="244"/>
                </a:cxn>
                <a:cxn ang="0">
                  <a:pos x="85" y="230"/>
                </a:cxn>
                <a:cxn ang="0">
                  <a:pos x="105" y="217"/>
                </a:cxn>
                <a:cxn ang="0">
                  <a:pos x="126" y="204"/>
                </a:cxn>
                <a:cxn ang="0">
                  <a:pos x="148" y="191"/>
                </a:cxn>
                <a:cxn ang="0">
                  <a:pos x="171" y="179"/>
                </a:cxn>
                <a:cxn ang="0">
                  <a:pos x="195" y="167"/>
                </a:cxn>
                <a:cxn ang="0">
                  <a:pos x="220" y="155"/>
                </a:cxn>
                <a:cxn ang="0">
                  <a:pos x="245" y="143"/>
                </a:cxn>
                <a:cxn ang="0">
                  <a:pos x="272" y="132"/>
                </a:cxn>
                <a:cxn ang="0">
                  <a:pos x="299" y="121"/>
                </a:cxn>
                <a:cxn ang="0">
                  <a:pos x="356" y="101"/>
                </a:cxn>
                <a:cxn ang="0">
                  <a:pos x="416" y="82"/>
                </a:cxn>
                <a:cxn ang="0">
                  <a:pos x="478" y="66"/>
                </a:cxn>
                <a:cxn ang="0">
                  <a:pos x="543" y="50"/>
                </a:cxn>
                <a:cxn ang="0">
                  <a:pos x="610" y="37"/>
                </a:cxn>
                <a:cxn ang="0">
                  <a:pos x="679" y="25"/>
                </a:cxn>
                <a:cxn ang="0">
                  <a:pos x="750" y="16"/>
                </a:cxn>
                <a:cxn ang="0">
                  <a:pos x="822" y="8"/>
                </a:cxn>
                <a:cxn ang="0">
                  <a:pos x="859" y="5"/>
                </a:cxn>
                <a:cxn ang="0">
                  <a:pos x="896" y="3"/>
                </a:cxn>
                <a:cxn ang="0">
                  <a:pos x="923" y="1"/>
                </a:cxn>
                <a:cxn ang="0">
                  <a:pos x="950" y="0"/>
                </a:cxn>
              </a:cxnLst>
              <a:pathLst>
                <a:path w="1190" h="565">
                  <a:moveTo>
                    <a:pt x="0" y="565"/>
                  </a:moveTo>
                  <a:lnTo>
                    <a:pt x="19" y="537"/>
                  </a:lnTo>
                  <a:lnTo>
                    <a:pt x="38" y="510"/>
                  </a:lnTo>
                  <a:lnTo>
                    <a:pt x="60" y="483"/>
                  </a:lnTo>
                  <a:lnTo>
                    <a:pt x="82" y="457"/>
                  </a:lnTo>
                  <a:lnTo>
                    <a:pt x="106" y="431"/>
                  </a:lnTo>
                  <a:lnTo>
                    <a:pt x="132" y="406"/>
                  </a:lnTo>
                  <a:lnTo>
                    <a:pt x="158" y="382"/>
                  </a:lnTo>
                  <a:lnTo>
                    <a:pt x="186" y="358"/>
                  </a:lnTo>
                  <a:lnTo>
                    <a:pt x="214" y="334"/>
                  </a:lnTo>
                  <a:lnTo>
                    <a:pt x="244" y="312"/>
                  </a:lnTo>
                  <a:lnTo>
                    <a:pt x="275" y="290"/>
                  </a:lnTo>
                  <a:lnTo>
                    <a:pt x="307" y="268"/>
                  </a:lnTo>
                  <a:lnTo>
                    <a:pt x="341" y="247"/>
                  </a:lnTo>
                  <a:lnTo>
                    <a:pt x="375" y="227"/>
                  </a:lnTo>
                  <a:lnTo>
                    <a:pt x="446" y="189"/>
                  </a:lnTo>
                  <a:lnTo>
                    <a:pt x="521" y="154"/>
                  </a:lnTo>
                  <a:lnTo>
                    <a:pt x="599" y="123"/>
                  </a:lnTo>
                  <a:lnTo>
                    <a:pt x="680" y="94"/>
                  </a:lnTo>
                  <a:lnTo>
                    <a:pt x="764" y="69"/>
                  </a:lnTo>
                  <a:lnTo>
                    <a:pt x="850" y="47"/>
                  </a:lnTo>
                  <a:lnTo>
                    <a:pt x="939" y="29"/>
                  </a:lnTo>
                  <a:lnTo>
                    <a:pt x="1030" y="15"/>
                  </a:lnTo>
                  <a:lnTo>
                    <a:pt x="1076" y="10"/>
                  </a:lnTo>
                  <a:lnTo>
                    <a:pt x="1122" y="5"/>
                  </a:lnTo>
                  <a:lnTo>
                    <a:pt x="1156" y="2"/>
                  </a:lnTo>
                  <a:lnTo>
                    <a:pt x="1190" y="0"/>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09" name="Freeform 51"/>
            <p:cNvSpPr/>
            <p:nvPr/>
          </p:nvSpPr>
          <p:spPr>
            <a:xfrm>
              <a:off x="1296" y="2630"/>
              <a:ext cx="63" cy="55"/>
            </a:xfrm>
            <a:custGeom>
              <a:avLst/>
              <a:gdLst/>
              <a:ahLst/>
              <a:cxnLst>
                <a:cxn ang="0">
                  <a:pos x="17" y="0"/>
                </a:cxn>
                <a:cxn ang="0">
                  <a:pos x="0" y="55"/>
                </a:cxn>
                <a:cxn ang="0">
                  <a:pos x="63" y="18"/>
                </a:cxn>
                <a:cxn ang="0">
                  <a:pos x="27" y="23"/>
                </a:cxn>
                <a:cxn ang="0">
                  <a:pos x="17" y="0"/>
                </a:cxn>
              </a:cxnLst>
              <a:pathLst>
                <a:path w="79" h="103">
                  <a:moveTo>
                    <a:pt x="21" y="0"/>
                  </a:moveTo>
                  <a:lnTo>
                    <a:pt x="0" y="103"/>
                  </a:lnTo>
                  <a:lnTo>
                    <a:pt x="79" y="34"/>
                  </a:lnTo>
                  <a:lnTo>
                    <a:pt x="34" y="44"/>
                  </a:lnTo>
                  <a:lnTo>
                    <a:pt x="21" y="0"/>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grpSp>
          <p:nvGrpSpPr>
            <p:cNvPr id="15410" name="Group 52"/>
            <p:cNvGrpSpPr/>
            <p:nvPr/>
          </p:nvGrpSpPr>
          <p:grpSpPr>
            <a:xfrm>
              <a:off x="2365" y="2329"/>
              <a:ext cx="518" cy="51"/>
              <a:chOff x="2146" y="2230"/>
              <a:chExt cx="576" cy="67"/>
            </a:xfrm>
          </p:grpSpPr>
          <p:sp>
            <p:nvSpPr>
              <p:cNvPr id="15411" name="Line 53"/>
              <p:cNvSpPr/>
              <p:nvPr/>
            </p:nvSpPr>
            <p:spPr>
              <a:xfrm>
                <a:off x="2146" y="2263"/>
                <a:ext cx="510" cy="1"/>
              </a:xfrm>
              <a:prstGeom prst="line">
                <a:avLst/>
              </a:prstGeom>
              <a:ln w="28575" cap="flat" cmpd="sng">
                <a:solidFill>
                  <a:srgbClr val="0000FF"/>
                </a:solidFill>
                <a:prstDash val="solid"/>
                <a:round/>
                <a:headEnd type="none" w="med" len="med"/>
                <a:tailEnd type="none" w="med" len="med"/>
              </a:ln>
            </p:spPr>
          </p:sp>
          <p:sp>
            <p:nvSpPr>
              <p:cNvPr id="15412" name="Freeform 54"/>
              <p:cNvSpPr/>
              <p:nvPr/>
            </p:nvSpPr>
            <p:spPr>
              <a:xfrm>
                <a:off x="2623" y="2230"/>
                <a:ext cx="99" cy="67"/>
              </a:xfrm>
              <a:custGeom>
                <a:avLst/>
                <a:gdLst/>
                <a:ahLst/>
                <a:cxnLst>
                  <a:cxn ang="0">
                    <a:pos x="0" y="67"/>
                  </a:cxn>
                  <a:cxn ang="0">
                    <a:pos x="99" y="33"/>
                  </a:cxn>
                  <a:cxn ang="0">
                    <a:pos x="0" y="0"/>
                  </a:cxn>
                  <a:cxn ang="0">
                    <a:pos x="31" y="33"/>
                  </a:cxn>
                  <a:cxn ang="0">
                    <a:pos x="0" y="67"/>
                  </a:cxn>
                </a:cxnLst>
                <a:pathLst>
                  <a:path w="99" h="67">
                    <a:moveTo>
                      <a:pt x="0" y="67"/>
                    </a:moveTo>
                    <a:lnTo>
                      <a:pt x="99" y="33"/>
                    </a:lnTo>
                    <a:lnTo>
                      <a:pt x="0" y="0"/>
                    </a:lnTo>
                    <a:lnTo>
                      <a:pt x="31" y="33"/>
                    </a:lnTo>
                    <a:lnTo>
                      <a:pt x="0" y="67"/>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grpSp>
        <p:sp>
          <p:nvSpPr>
            <p:cNvPr id="15413" name="Line 55"/>
            <p:cNvSpPr/>
            <p:nvPr/>
          </p:nvSpPr>
          <p:spPr>
            <a:xfrm>
              <a:off x="2883" y="2354"/>
              <a:ext cx="517" cy="1"/>
            </a:xfrm>
            <a:prstGeom prst="line">
              <a:avLst/>
            </a:prstGeom>
            <a:ln w="28575" cap="flat" cmpd="sng">
              <a:solidFill>
                <a:srgbClr val="0000FF"/>
              </a:solidFill>
              <a:prstDash val="solid"/>
              <a:round/>
              <a:headEnd type="none" w="med" len="med"/>
              <a:tailEnd type="none" w="med" len="med"/>
            </a:ln>
          </p:spPr>
        </p:sp>
        <p:sp>
          <p:nvSpPr>
            <p:cNvPr id="15414" name="Freeform 56"/>
            <p:cNvSpPr/>
            <p:nvPr/>
          </p:nvSpPr>
          <p:spPr>
            <a:xfrm>
              <a:off x="3592" y="2267"/>
              <a:ext cx="443" cy="76"/>
            </a:xfrm>
            <a:custGeom>
              <a:avLst/>
              <a:gdLst/>
              <a:ahLst/>
              <a:cxnLst>
                <a:cxn ang="0">
                  <a:pos x="443" y="0"/>
                </a:cxn>
                <a:cxn ang="0">
                  <a:pos x="416" y="9"/>
                </a:cxn>
                <a:cxn ang="0">
                  <a:pos x="390" y="18"/>
                </a:cxn>
                <a:cxn ang="0">
                  <a:pos x="363" y="26"/>
                </a:cxn>
                <a:cxn ang="0">
                  <a:pos x="336" y="33"/>
                </a:cxn>
                <a:cxn ang="0">
                  <a:pos x="308" y="40"/>
                </a:cxn>
                <a:cxn ang="0">
                  <a:pos x="281" y="46"/>
                </a:cxn>
                <a:cxn ang="0">
                  <a:pos x="253" y="52"/>
                </a:cxn>
                <a:cxn ang="0">
                  <a:pos x="225" y="57"/>
                </a:cxn>
                <a:cxn ang="0">
                  <a:pos x="197" y="62"/>
                </a:cxn>
                <a:cxn ang="0">
                  <a:pos x="170" y="65"/>
                </a:cxn>
                <a:cxn ang="0">
                  <a:pos x="142" y="69"/>
                </a:cxn>
                <a:cxn ang="0">
                  <a:pos x="113" y="71"/>
                </a:cxn>
                <a:cxn ang="0">
                  <a:pos x="85" y="73"/>
                </a:cxn>
                <a:cxn ang="0">
                  <a:pos x="57" y="75"/>
                </a:cxn>
                <a:cxn ang="0">
                  <a:pos x="29" y="75"/>
                </a:cxn>
                <a:cxn ang="0">
                  <a:pos x="0" y="76"/>
                </a:cxn>
              </a:cxnLst>
              <a:pathLst>
                <a:path w="541" h="142">
                  <a:moveTo>
                    <a:pt x="541" y="0"/>
                  </a:moveTo>
                  <a:lnTo>
                    <a:pt x="508" y="17"/>
                  </a:lnTo>
                  <a:lnTo>
                    <a:pt x="476" y="33"/>
                  </a:lnTo>
                  <a:lnTo>
                    <a:pt x="443" y="48"/>
                  </a:lnTo>
                  <a:lnTo>
                    <a:pt x="410" y="62"/>
                  </a:lnTo>
                  <a:lnTo>
                    <a:pt x="376" y="75"/>
                  </a:lnTo>
                  <a:lnTo>
                    <a:pt x="343" y="86"/>
                  </a:lnTo>
                  <a:lnTo>
                    <a:pt x="309" y="97"/>
                  </a:lnTo>
                  <a:lnTo>
                    <a:pt x="275" y="106"/>
                  </a:lnTo>
                  <a:lnTo>
                    <a:pt x="241" y="115"/>
                  </a:lnTo>
                  <a:lnTo>
                    <a:pt x="207" y="122"/>
                  </a:lnTo>
                  <a:lnTo>
                    <a:pt x="173" y="128"/>
                  </a:lnTo>
                  <a:lnTo>
                    <a:pt x="138" y="133"/>
                  </a:lnTo>
                  <a:lnTo>
                    <a:pt x="104" y="137"/>
                  </a:lnTo>
                  <a:lnTo>
                    <a:pt x="69" y="140"/>
                  </a:lnTo>
                  <a:lnTo>
                    <a:pt x="35" y="141"/>
                  </a:lnTo>
                  <a:lnTo>
                    <a:pt x="0" y="142"/>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15" name="Freeform 57"/>
            <p:cNvSpPr/>
            <p:nvPr/>
          </p:nvSpPr>
          <p:spPr>
            <a:xfrm>
              <a:off x="4070" y="1714"/>
              <a:ext cx="634" cy="539"/>
            </a:xfrm>
            <a:custGeom>
              <a:avLst/>
              <a:gdLst/>
              <a:ahLst/>
              <a:cxnLst>
                <a:cxn ang="0">
                  <a:pos x="634" y="0"/>
                </a:cxn>
                <a:cxn ang="0">
                  <a:pos x="607" y="45"/>
                </a:cxn>
                <a:cxn ang="0">
                  <a:pos x="578" y="89"/>
                </a:cxn>
                <a:cxn ang="0">
                  <a:pos x="548" y="131"/>
                </a:cxn>
                <a:cxn ang="0">
                  <a:pos x="515" y="172"/>
                </a:cxn>
                <a:cxn ang="0">
                  <a:pos x="481" y="212"/>
                </a:cxn>
                <a:cxn ang="0">
                  <a:pos x="445" y="250"/>
                </a:cxn>
                <a:cxn ang="0">
                  <a:pos x="407" y="287"/>
                </a:cxn>
                <a:cxn ang="0">
                  <a:pos x="368" y="321"/>
                </a:cxn>
                <a:cxn ang="0">
                  <a:pos x="326" y="355"/>
                </a:cxn>
                <a:cxn ang="0">
                  <a:pos x="284" y="387"/>
                </a:cxn>
                <a:cxn ang="0">
                  <a:pos x="240" y="417"/>
                </a:cxn>
                <a:cxn ang="0">
                  <a:pos x="194" y="445"/>
                </a:cxn>
                <a:cxn ang="0">
                  <a:pos x="147" y="471"/>
                </a:cxn>
                <a:cxn ang="0">
                  <a:pos x="100" y="496"/>
                </a:cxn>
                <a:cxn ang="0">
                  <a:pos x="51" y="518"/>
                </a:cxn>
                <a:cxn ang="0">
                  <a:pos x="0" y="539"/>
                </a:cxn>
              </a:cxnLst>
              <a:pathLst>
                <a:path w="774" h="1011">
                  <a:moveTo>
                    <a:pt x="774" y="0"/>
                  </a:moveTo>
                  <a:lnTo>
                    <a:pt x="741" y="85"/>
                  </a:lnTo>
                  <a:lnTo>
                    <a:pt x="706" y="167"/>
                  </a:lnTo>
                  <a:lnTo>
                    <a:pt x="669" y="246"/>
                  </a:lnTo>
                  <a:lnTo>
                    <a:pt x="629" y="323"/>
                  </a:lnTo>
                  <a:lnTo>
                    <a:pt x="587" y="398"/>
                  </a:lnTo>
                  <a:lnTo>
                    <a:pt x="543" y="469"/>
                  </a:lnTo>
                  <a:lnTo>
                    <a:pt x="497" y="538"/>
                  </a:lnTo>
                  <a:lnTo>
                    <a:pt x="449" y="603"/>
                  </a:lnTo>
                  <a:lnTo>
                    <a:pt x="398" y="666"/>
                  </a:lnTo>
                  <a:lnTo>
                    <a:pt x="347" y="726"/>
                  </a:lnTo>
                  <a:lnTo>
                    <a:pt x="293" y="782"/>
                  </a:lnTo>
                  <a:lnTo>
                    <a:pt x="237" y="835"/>
                  </a:lnTo>
                  <a:lnTo>
                    <a:pt x="180" y="884"/>
                  </a:lnTo>
                  <a:lnTo>
                    <a:pt x="122" y="930"/>
                  </a:lnTo>
                  <a:lnTo>
                    <a:pt x="62" y="972"/>
                  </a:lnTo>
                  <a:lnTo>
                    <a:pt x="0" y="1011"/>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16" name="Freeform 58"/>
            <p:cNvSpPr/>
            <p:nvPr/>
          </p:nvSpPr>
          <p:spPr>
            <a:xfrm>
              <a:off x="4022" y="2230"/>
              <a:ext cx="83" cy="42"/>
            </a:xfrm>
            <a:custGeom>
              <a:avLst/>
              <a:gdLst/>
              <a:ahLst/>
              <a:cxnLst>
                <a:cxn ang="0">
                  <a:pos x="56" y="0"/>
                </a:cxn>
                <a:cxn ang="0">
                  <a:pos x="0" y="42"/>
                </a:cxn>
                <a:cxn ang="0">
                  <a:pos x="83" y="31"/>
                </a:cxn>
                <a:cxn ang="0">
                  <a:pos x="48" y="24"/>
                </a:cxn>
                <a:cxn ang="0">
                  <a:pos x="56" y="0"/>
                </a:cxn>
              </a:cxnLst>
              <a:pathLst>
                <a:path w="102" h="78">
                  <a:moveTo>
                    <a:pt x="69" y="0"/>
                  </a:moveTo>
                  <a:lnTo>
                    <a:pt x="0" y="78"/>
                  </a:lnTo>
                  <a:lnTo>
                    <a:pt x="102" y="58"/>
                  </a:lnTo>
                  <a:lnTo>
                    <a:pt x="59" y="44"/>
                  </a:lnTo>
                  <a:lnTo>
                    <a:pt x="69" y="0"/>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417" name="Freeform 59"/>
            <p:cNvSpPr/>
            <p:nvPr/>
          </p:nvSpPr>
          <p:spPr>
            <a:xfrm flipV="1">
              <a:off x="3592" y="2380"/>
              <a:ext cx="443" cy="76"/>
            </a:xfrm>
            <a:custGeom>
              <a:avLst/>
              <a:gdLst/>
              <a:ahLst/>
              <a:cxnLst>
                <a:cxn ang="0">
                  <a:pos x="443" y="0"/>
                </a:cxn>
                <a:cxn ang="0">
                  <a:pos x="416" y="9"/>
                </a:cxn>
                <a:cxn ang="0">
                  <a:pos x="390" y="18"/>
                </a:cxn>
                <a:cxn ang="0">
                  <a:pos x="363" y="26"/>
                </a:cxn>
                <a:cxn ang="0">
                  <a:pos x="336" y="33"/>
                </a:cxn>
                <a:cxn ang="0">
                  <a:pos x="308" y="40"/>
                </a:cxn>
                <a:cxn ang="0">
                  <a:pos x="281" y="46"/>
                </a:cxn>
                <a:cxn ang="0">
                  <a:pos x="253" y="52"/>
                </a:cxn>
                <a:cxn ang="0">
                  <a:pos x="225" y="57"/>
                </a:cxn>
                <a:cxn ang="0">
                  <a:pos x="197" y="62"/>
                </a:cxn>
                <a:cxn ang="0">
                  <a:pos x="170" y="65"/>
                </a:cxn>
                <a:cxn ang="0">
                  <a:pos x="142" y="69"/>
                </a:cxn>
                <a:cxn ang="0">
                  <a:pos x="113" y="71"/>
                </a:cxn>
                <a:cxn ang="0">
                  <a:pos x="85" y="73"/>
                </a:cxn>
                <a:cxn ang="0">
                  <a:pos x="57" y="75"/>
                </a:cxn>
                <a:cxn ang="0">
                  <a:pos x="29" y="75"/>
                </a:cxn>
                <a:cxn ang="0">
                  <a:pos x="0" y="76"/>
                </a:cxn>
              </a:cxnLst>
              <a:pathLst>
                <a:path w="541" h="142">
                  <a:moveTo>
                    <a:pt x="541" y="0"/>
                  </a:moveTo>
                  <a:lnTo>
                    <a:pt x="508" y="17"/>
                  </a:lnTo>
                  <a:lnTo>
                    <a:pt x="476" y="33"/>
                  </a:lnTo>
                  <a:lnTo>
                    <a:pt x="443" y="48"/>
                  </a:lnTo>
                  <a:lnTo>
                    <a:pt x="410" y="62"/>
                  </a:lnTo>
                  <a:lnTo>
                    <a:pt x="376" y="75"/>
                  </a:lnTo>
                  <a:lnTo>
                    <a:pt x="343" y="86"/>
                  </a:lnTo>
                  <a:lnTo>
                    <a:pt x="309" y="97"/>
                  </a:lnTo>
                  <a:lnTo>
                    <a:pt x="275" y="106"/>
                  </a:lnTo>
                  <a:lnTo>
                    <a:pt x="241" y="115"/>
                  </a:lnTo>
                  <a:lnTo>
                    <a:pt x="207" y="122"/>
                  </a:lnTo>
                  <a:lnTo>
                    <a:pt x="173" y="128"/>
                  </a:lnTo>
                  <a:lnTo>
                    <a:pt x="138" y="133"/>
                  </a:lnTo>
                  <a:lnTo>
                    <a:pt x="104" y="137"/>
                  </a:lnTo>
                  <a:lnTo>
                    <a:pt x="69" y="140"/>
                  </a:lnTo>
                  <a:lnTo>
                    <a:pt x="35" y="141"/>
                  </a:lnTo>
                  <a:lnTo>
                    <a:pt x="0" y="142"/>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18" name="Freeform 60"/>
            <p:cNvSpPr/>
            <p:nvPr/>
          </p:nvSpPr>
          <p:spPr>
            <a:xfrm flipV="1">
              <a:off x="4070" y="2469"/>
              <a:ext cx="634" cy="538"/>
            </a:xfrm>
            <a:custGeom>
              <a:avLst/>
              <a:gdLst/>
              <a:ahLst/>
              <a:cxnLst>
                <a:cxn ang="0">
                  <a:pos x="634" y="0"/>
                </a:cxn>
                <a:cxn ang="0">
                  <a:pos x="607" y="45"/>
                </a:cxn>
                <a:cxn ang="0">
                  <a:pos x="578" y="89"/>
                </a:cxn>
                <a:cxn ang="0">
                  <a:pos x="548" y="131"/>
                </a:cxn>
                <a:cxn ang="0">
                  <a:pos x="515" y="172"/>
                </a:cxn>
                <a:cxn ang="0">
                  <a:pos x="481" y="212"/>
                </a:cxn>
                <a:cxn ang="0">
                  <a:pos x="445" y="250"/>
                </a:cxn>
                <a:cxn ang="0">
                  <a:pos x="407" y="286"/>
                </a:cxn>
                <a:cxn ang="0">
                  <a:pos x="368" y="321"/>
                </a:cxn>
                <a:cxn ang="0">
                  <a:pos x="326" y="354"/>
                </a:cxn>
                <a:cxn ang="0">
                  <a:pos x="284" y="386"/>
                </a:cxn>
                <a:cxn ang="0">
                  <a:pos x="240" y="416"/>
                </a:cxn>
                <a:cxn ang="0">
                  <a:pos x="194" y="444"/>
                </a:cxn>
                <a:cxn ang="0">
                  <a:pos x="147" y="470"/>
                </a:cxn>
                <a:cxn ang="0">
                  <a:pos x="100" y="495"/>
                </a:cxn>
                <a:cxn ang="0">
                  <a:pos x="51" y="517"/>
                </a:cxn>
                <a:cxn ang="0">
                  <a:pos x="0" y="538"/>
                </a:cxn>
              </a:cxnLst>
              <a:pathLst>
                <a:path w="774" h="1011">
                  <a:moveTo>
                    <a:pt x="774" y="0"/>
                  </a:moveTo>
                  <a:lnTo>
                    <a:pt x="741" y="85"/>
                  </a:lnTo>
                  <a:lnTo>
                    <a:pt x="706" y="167"/>
                  </a:lnTo>
                  <a:lnTo>
                    <a:pt x="669" y="246"/>
                  </a:lnTo>
                  <a:lnTo>
                    <a:pt x="629" y="323"/>
                  </a:lnTo>
                  <a:lnTo>
                    <a:pt x="587" y="398"/>
                  </a:lnTo>
                  <a:lnTo>
                    <a:pt x="543" y="469"/>
                  </a:lnTo>
                  <a:lnTo>
                    <a:pt x="497" y="538"/>
                  </a:lnTo>
                  <a:lnTo>
                    <a:pt x="449" y="603"/>
                  </a:lnTo>
                  <a:lnTo>
                    <a:pt x="398" y="666"/>
                  </a:lnTo>
                  <a:lnTo>
                    <a:pt x="347" y="726"/>
                  </a:lnTo>
                  <a:lnTo>
                    <a:pt x="293" y="782"/>
                  </a:lnTo>
                  <a:lnTo>
                    <a:pt x="237" y="835"/>
                  </a:lnTo>
                  <a:lnTo>
                    <a:pt x="180" y="884"/>
                  </a:lnTo>
                  <a:lnTo>
                    <a:pt x="122" y="930"/>
                  </a:lnTo>
                  <a:lnTo>
                    <a:pt x="62" y="972"/>
                  </a:lnTo>
                  <a:lnTo>
                    <a:pt x="0" y="1011"/>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5419" name="Freeform 61"/>
            <p:cNvSpPr/>
            <p:nvPr/>
          </p:nvSpPr>
          <p:spPr>
            <a:xfrm flipV="1">
              <a:off x="4022" y="2451"/>
              <a:ext cx="83" cy="41"/>
            </a:xfrm>
            <a:custGeom>
              <a:avLst/>
              <a:gdLst/>
              <a:ahLst/>
              <a:cxnLst>
                <a:cxn ang="0">
                  <a:pos x="56" y="0"/>
                </a:cxn>
                <a:cxn ang="0">
                  <a:pos x="0" y="41"/>
                </a:cxn>
                <a:cxn ang="0">
                  <a:pos x="83" y="30"/>
                </a:cxn>
                <a:cxn ang="0">
                  <a:pos x="48" y="23"/>
                </a:cxn>
                <a:cxn ang="0">
                  <a:pos x="56" y="0"/>
                </a:cxn>
              </a:cxnLst>
              <a:pathLst>
                <a:path w="102" h="78">
                  <a:moveTo>
                    <a:pt x="69" y="0"/>
                  </a:moveTo>
                  <a:lnTo>
                    <a:pt x="0" y="78"/>
                  </a:lnTo>
                  <a:lnTo>
                    <a:pt x="102" y="58"/>
                  </a:lnTo>
                  <a:lnTo>
                    <a:pt x="59" y="44"/>
                  </a:lnTo>
                  <a:lnTo>
                    <a:pt x="69" y="0"/>
                  </a:lnTo>
                  <a:close/>
                </a:path>
              </a:pathLst>
            </a:custGeom>
            <a:solidFill>
              <a:srgbClr val="CC00FF"/>
            </a:solidFill>
            <a:ln w="28575" cap="flat" cmpd="sng">
              <a:solidFill>
                <a:srgbClr val="0000FF"/>
              </a:solidFill>
              <a:prstDash val="solid"/>
              <a:round/>
              <a:headEnd type="none" w="med" len="med"/>
              <a:tailEnd type="none" w="med" len="med"/>
            </a:ln>
          </p:spPr>
          <p:txBody>
            <a:bodyPr/>
            <a:p>
              <a:endParaRPr lang="zh-CN" altLang="en-US"/>
            </a:p>
          </p:txBody>
        </p:sp>
        <p:sp>
          <p:nvSpPr>
            <p:cNvPr id="15420" name="Oval 62"/>
            <p:cNvSpPr/>
            <p:nvPr/>
          </p:nvSpPr>
          <p:spPr>
            <a:xfrm>
              <a:off x="3408" y="2256"/>
              <a:ext cx="192" cy="192"/>
            </a:xfrm>
            <a:prstGeom prst="ellipse">
              <a:avLst/>
            </a:prstGeom>
            <a:gradFill rotWithShape="0">
              <a:gsLst>
                <a:gs pos="0">
                  <a:srgbClr val="FFFFFF"/>
                </a:gs>
                <a:gs pos="100000">
                  <a:srgbClr val="8181DF"/>
                </a:gs>
              </a:gsLst>
              <a:path path="shape">
                <a:fillToRect l="50000" t="50000" r="50000" b="50000"/>
              </a:path>
              <a:tileRect/>
            </a:gradFill>
            <a:ln w="12700" cap="flat" cmpd="sng">
              <a:solidFill>
                <a:srgbClr val="000066"/>
              </a:solidFill>
              <a:prstDash val="solid"/>
              <a:round/>
              <a:headEnd type="none" w="med" len="med"/>
              <a:tailEnd type="none" w="med" len="med"/>
            </a:ln>
          </p:spPr>
          <p:txBody>
            <a:bodyPr wrap="none" anchor="ctr" anchorCtr="0"/>
            <a:p>
              <a:pPr algn="ctr"/>
              <a:r>
                <a:rPr lang="en-US" altLang="zh-CN" b="1" dirty="0">
                  <a:latin typeface="Arial" panose="020B0604020202020204" pitchFamily="34"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q</a:t>
              </a:r>
              <a:endParaRPr lang="en-US" altLang="zh-CN" b="1" dirty="0">
                <a:latin typeface="Times New Roman" panose="02020603050405020304" pitchFamily="18" charset="0"/>
                <a:ea typeface="宋体" panose="02010600030101010101" pitchFamily="2" charset="-122"/>
              </a:endParaRPr>
            </a:p>
          </p:txBody>
        </p:sp>
        <p:sp>
          <p:nvSpPr>
            <p:cNvPr id="15421" name="Freeform 63"/>
            <p:cNvSpPr/>
            <p:nvPr/>
          </p:nvSpPr>
          <p:spPr>
            <a:xfrm>
              <a:off x="2064" y="1488"/>
              <a:ext cx="152" cy="816"/>
            </a:xfrm>
            <a:custGeom>
              <a:avLst/>
              <a:gdLst/>
              <a:ahLst/>
              <a:cxnLst>
                <a:cxn ang="0">
                  <a:pos x="152" y="816"/>
                </a:cxn>
                <a:cxn ang="0">
                  <a:pos x="8" y="528"/>
                </a:cxn>
                <a:cxn ang="0">
                  <a:pos x="104" y="0"/>
                </a:cxn>
              </a:cxnLst>
              <a:pathLst>
                <a:path w="152" h="816">
                  <a:moveTo>
                    <a:pt x="152" y="816"/>
                  </a:moveTo>
                  <a:cubicBezTo>
                    <a:pt x="84" y="740"/>
                    <a:pt x="16" y="664"/>
                    <a:pt x="8" y="528"/>
                  </a:cubicBezTo>
                  <a:cubicBezTo>
                    <a:pt x="0" y="392"/>
                    <a:pt x="52" y="196"/>
                    <a:pt x="104" y="0"/>
                  </a:cubicBezTo>
                </a:path>
              </a:pathLst>
            </a:custGeom>
            <a:noFill/>
            <a:ln w="28575" cap="flat" cmpd="sng">
              <a:solidFill>
                <a:srgbClr val="3333FF"/>
              </a:solidFill>
              <a:prstDash val="solid"/>
              <a:round/>
              <a:headEnd type="none" w="med" len="med"/>
              <a:tailEnd type="stealth" w="med" len="med"/>
            </a:ln>
          </p:spPr>
          <p:txBody>
            <a:bodyPr/>
            <a:p>
              <a:endParaRPr lang="zh-CN" altLang="en-US"/>
            </a:p>
          </p:txBody>
        </p:sp>
        <p:sp>
          <p:nvSpPr>
            <p:cNvPr id="15422" name="Freeform 64"/>
            <p:cNvSpPr/>
            <p:nvPr/>
          </p:nvSpPr>
          <p:spPr>
            <a:xfrm>
              <a:off x="1968" y="2352"/>
              <a:ext cx="288" cy="864"/>
            </a:xfrm>
            <a:custGeom>
              <a:avLst/>
              <a:gdLst/>
              <a:ahLst/>
              <a:cxnLst>
                <a:cxn ang="0">
                  <a:pos x="288" y="0"/>
                </a:cxn>
                <a:cxn ang="0">
                  <a:pos x="29" y="336"/>
                </a:cxn>
                <a:cxn ang="0">
                  <a:pos x="115" y="864"/>
                </a:cxn>
              </a:cxnLst>
              <a:pathLst>
                <a:path w="320" h="864">
                  <a:moveTo>
                    <a:pt x="320" y="0"/>
                  </a:moveTo>
                  <a:cubicBezTo>
                    <a:pt x="192" y="96"/>
                    <a:pt x="64" y="192"/>
                    <a:pt x="32" y="336"/>
                  </a:cubicBezTo>
                  <a:cubicBezTo>
                    <a:pt x="0" y="480"/>
                    <a:pt x="64" y="672"/>
                    <a:pt x="128" y="864"/>
                  </a:cubicBezTo>
                </a:path>
              </a:pathLst>
            </a:custGeom>
            <a:noFill/>
            <a:ln w="28575" cap="flat" cmpd="sng">
              <a:solidFill>
                <a:srgbClr val="3333FF"/>
              </a:solidFill>
              <a:prstDash val="solid"/>
              <a:round/>
              <a:headEnd type="none" w="med" len="med"/>
              <a:tailEnd type="triangle" w="sm" len="med"/>
            </a:ln>
          </p:spPr>
          <p:txBody>
            <a:bodyPr/>
            <a:p>
              <a:endParaRPr lang="zh-CN" altLang="en-US"/>
            </a:p>
          </p:txBody>
        </p:sp>
        <p:sp>
          <p:nvSpPr>
            <p:cNvPr id="15423" name="Freeform 65"/>
            <p:cNvSpPr/>
            <p:nvPr/>
          </p:nvSpPr>
          <p:spPr>
            <a:xfrm>
              <a:off x="2192" y="2448"/>
              <a:ext cx="448" cy="864"/>
            </a:xfrm>
            <a:custGeom>
              <a:avLst/>
              <a:gdLst/>
              <a:ahLst/>
              <a:cxnLst>
                <a:cxn ang="0">
                  <a:pos x="64" y="0"/>
                </a:cxn>
                <a:cxn ang="0">
                  <a:pos x="64" y="336"/>
                </a:cxn>
                <a:cxn ang="0">
                  <a:pos x="448" y="864"/>
                </a:cxn>
              </a:cxnLst>
              <a:pathLst>
                <a:path w="448" h="864">
                  <a:moveTo>
                    <a:pt x="64" y="0"/>
                  </a:moveTo>
                  <a:cubicBezTo>
                    <a:pt x="32" y="96"/>
                    <a:pt x="0" y="192"/>
                    <a:pt x="64" y="336"/>
                  </a:cubicBezTo>
                  <a:cubicBezTo>
                    <a:pt x="128" y="480"/>
                    <a:pt x="288" y="672"/>
                    <a:pt x="448" y="864"/>
                  </a:cubicBezTo>
                </a:path>
              </a:pathLst>
            </a:custGeom>
            <a:noFill/>
            <a:ln w="28575" cap="flat" cmpd="sng">
              <a:solidFill>
                <a:srgbClr val="3333FF"/>
              </a:solidFill>
              <a:prstDash val="solid"/>
              <a:round/>
              <a:headEnd type="none" w="med" len="med"/>
              <a:tailEnd type="triangle" w="sm" len="med"/>
            </a:ln>
          </p:spPr>
          <p:txBody>
            <a:bodyPr/>
            <a:p>
              <a:endParaRPr lang="zh-CN" altLang="en-US"/>
            </a:p>
          </p:txBody>
        </p:sp>
        <p:sp>
          <p:nvSpPr>
            <p:cNvPr id="15424" name="Freeform 66"/>
            <p:cNvSpPr/>
            <p:nvPr/>
          </p:nvSpPr>
          <p:spPr>
            <a:xfrm>
              <a:off x="2256" y="1440"/>
              <a:ext cx="528" cy="864"/>
            </a:xfrm>
            <a:custGeom>
              <a:avLst/>
              <a:gdLst/>
              <a:ahLst/>
              <a:cxnLst>
                <a:cxn ang="0">
                  <a:pos x="0" y="864"/>
                </a:cxn>
                <a:cxn ang="0">
                  <a:pos x="96" y="432"/>
                </a:cxn>
                <a:cxn ang="0">
                  <a:pos x="528" y="0"/>
                </a:cxn>
              </a:cxnLst>
              <a:pathLst>
                <a:path w="528" h="864">
                  <a:moveTo>
                    <a:pt x="0" y="864"/>
                  </a:moveTo>
                  <a:cubicBezTo>
                    <a:pt x="4" y="720"/>
                    <a:pt x="8" y="576"/>
                    <a:pt x="96" y="432"/>
                  </a:cubicBezTo>
                  <a:cubicBezTo>
                    <a:pt x="184" y="288"/>
                    <a:pt x="356" y="144"/>
                    <a:pt x="528" y="0"/>
                  </a:cubicBezTo>
                </a:path>
              </a:pathLst>
            </a:custGeom>
            <a:noFill/>
            <a:ln w="28575" cap="flat" cmpd="sng">
              <a:solidFill>
                <a:srgbClr val="3333FF"/>
              </a:solidFill>
              <a:prstDash val="solid"/>
              <a:round/>
              <a:headEnd type="none" w="med" len="med"/>
              <a:tailEnd type="triangle" w="med" len="med"/>
            </a:ln>
          </p:spPr>
          <p:txBody>
            <a:bodyPr/>
            <a:p>
              <a:endParaRPr lang="zh-CN" altLang="en-US"/>
            </a:p>
          </p:txBody>
        </p:sp>
        <p:sp>
          <p:nvSpPr>
            <p:cNvPr id="15425" name="Oval 67"/>
            <p:cNvSpPr/>
            <p:nvPr/>
          </p:nvSpPr>
          <p:spPr>
            <a:xfrm>
              <a:off x="2208" y="2256"/>
              <a:ext cx="192" cy="192"/>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b="1" dirty="0">
                  <a:latin typeface="Times New Roman" panose="02020603050405020304" pitchFamily="18" charset="0"/>
                  <a:ea typeface="宋体" panose="02010600030101010101" pitchFamily="2" charset="-122"/>
                </a:rPr>
                <a:t>2q</a:t>
              </a:r>
              <a:endParaRPr lang="en-US" altLang="zh-CN" b="1" dirty="0">
                <a:latin typeface="Times New Roman" panose="02020603050405020304" pitchFamily="18" charset="0"/>
                <a:ea typeface="宋体" panose="02010600030101010101" pitchFamily="2" charset="-122"/>
              </a:endParaRPr>
            </a:p>
          </p:txBody>
        </p:sp>
        <p:sp>
          <p:nvSpPr>
            <p:cNvPr id="15426" name="Line 68"/>
            <p:cNvSpPr/>
            <p:nvPr/>
          </p:nvSpPr>
          <p:spPr>
            <a:xfrm flipH="1">
              <a:off x="1200" y="2352"/>
              <a:ext cx="1008" cy="0"/>
            </a:xfrm>
            <a:prstGeom prst="line">
              <a:avLst/>
            </a:prstGeom>
            <a:ln w="28575" cap="flat" cmpd="sng">
              <a:solidFill>
                <a:srgbClr val="0000FF"/>
              </a:solidFill>
              <a:prstDash val="solid"/>
              <a:round/>
              <a:headEnd type="none" w="med" len="med"/>
              <a:tailEnd type="stealth" w="med" len="med"/>
            </a:ln>
          </p:spPr>
        </p:sp>
      </p:grpSp>
      <p:sp>
        <p:nvSpPr>
          <p:cNvPr id="15427" name="Rectangle 59"/>
          <p:cNvSpPr/>
          <p:nvPr/>
        </p:nvSpPr>
        <p:spPr>
          <a:xfrm>
            <a:off x="1116013" y="115888"/>
            <a:ext cx="1968500" cy="584200"/>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电场线</a:t>
            </a:r>
            <a:endParaRPr lang="zh-CN" altLang="en-US" sz="3200" b="1" dirty="0">
              <a:solidFill>
                <a:srgbClr val="333399"/>
              </a:solidFill>
              <a:latin typeface="宋体" panose="02010600030101010101" pitchFamily="2" charset="-122"/>
              <a:ea typeface="宋体" panose="02010600030101010101" pitchFamily="2" charset="-122"/>
            </a:endParaRPr>
          </a:p>
        </p:txBody>
      </p:sp>
    </p:spTree>
  </p:cSld>
  <p:clrMapOvr>
    <a:masterClrMapping/>
  </p:clrMapOvr>
  <p:transition spd="med">
    <p:pull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409" name="Group 2"/>
          <p:cNvGrpSpPr/>
          <p:nvPr/>
        </p:nvGrpSpPr>
        <p:grpSpPr>
          <a:xfrm>
            <a:off x="1789113" y="2605088"/>
            <a:ext cx="5754687" cy="2151062"/>
            <a:chOff x="1127" y="1641"/>
            <a:chExt cx="3625" cy="1355"/>
          </a:xfrm>
        </p:grpSpPr>
        <p:sp>
          <p:nvSpPr>
            <p:cNvPr id="17410" name="Line 3"/>
            <p:cNvSpPr/>
            <p:nvPr/>
          </p:nvSpPr>
          <p:spPr>
            <a:xfrm>
              <a:off x="2475" y="1900"/>
              <a:ext cx="1" cy="355"/>
            </a:xfrm>
            <a:prstGeom prst="line">
              <a:avLst/>
            </a:prstGeom>
            <a:ln w="28575" cap="flat" cmpd="sng">
              <a:solidFill>
                <a:srgbClr val="CC00CC"/>
              </a:solidFill>
              <a:prstDash val="solid"/>
              <a:round/>
              <a:headEnd type="none" w="med" len="med"/>
              <a:tailEnd type="none" w="med" len="med"/>
            </a:ln>
          </p:spPr>
        </p:sp>
        <p:sp>
          <p:nvSpPr>
            <p:cNvPr id="17411" name="Line 4"/>
            <p:cNvSpPr/>
            <p:nvPr/>
          </p:nvSpPr>
          <p:spPr>
            <a:xfrm>
              <a:off x="2475" y="2324"/>
              <a:ext cx="1" cy="538"/>
            </a:xfrm>
            <a:prstGeom prst="line">
              <a:avLst/>
            </a:prstGeom>
            <a:ln w="28575" cap="flat" cmpd="sng">
              <a:solidFill>
                <a:srgbClr val="CC00CC"/>
              </a:solidFill>
              <a:prstDash val="solid"/>
              <a:round/>
              <a:headEnd type="none" w="med" len="med"/>
              <a:tailEnd type="none" w="med" len="med"/>
            </a:ln>
          </p:spPr>
        </p:sp>
        <p:grpSp>
          <p:nvGrpSpPr>
            <p:cNvPr id="17412" name="Group 5"/>
            <p:cNvGrpSpPr/>
            <p:nvPr/>
          </p:nvGrpSpPr>
          <p:grpSpPr>
            <a:xfrm>
              <a:off x="4343" y="1824"/>
              <a:ext cx="151" cy="1007"/>
              <a:chOff x="4224" y="2016"/>
              <a:chExt cx="143" cy="818"/>
            </a:xfrm>
          </p:grpSpPr>
          <p:sp>
            <p:nvSpPr>
              <p:cNvPr id="17413" name="Freeform 6"/>
              <p:cNvSpPr/>
              <p:nvPr/>
            </p:nvSpPr>
            <p:spPr>
              <a:xfrm>
                <a:off x="4224" y="2352"/>
                <a:ext cx="96" cy="482"/>
              </a:xfrm>
              <a:custGeom>
                <a:avLst/>
                <a:gdLst/>
                <a:ahLst/>
                <a:cxnLst>
                  <a:cxn ang="0">
                    <a:pos x="96" y="0"/>
                  </a:cxn>
                  <a:cxn ang="0">
                    <a:pos x="96" y="11"/>
                  </a:cxn>
                  <a:cxn ang="0">
                    <a:pos x="96" y="21"/>
                  </a:cxn>
                  <a:cxn ang="0">
                    <a:pos x="95" y="83"/>
                  </a:cxn>
                  <a:cxn ang="0">
                    <a:pos x="89" y="145"/>
                  </a:cxn>
                  <a:cxn ang="0">
                    <a:pos x="83" y="206"/>
                  </a:cxn>
                  <a:cxn ang="0">
                    <a:pos x="71" y="265"/>
                  </a:cxn>
                  <a:cxn ang="0">
                    <a:pos x="58" y="323"/>
                  </a:cxn>
                  <a:cxn ang="0">
                    <a:pos x="41" y="379"/>
                  </a:cxn>
                  <a:cxn ang="0">
                    <a:pos x="22" y="431"/>
                  </a:cxn>
                  <a:cxn ang="0">
                    <a:pos x="0" y="482"/>
                  </a:cxn>
                </a:cxnLst>
                <a:pathLst>
                  <a:path w="86" h="458">
                    <a:moveTo>
                      <a:pt x="86" y="0"/>
                    </a:moveTo>
                    <a:lnTo>
                      <a:pt x="86" y="10"/>
                    </a:lnTo>
                    <a:lnTo>
                      <a:pt x="86" y="20"/>
                    </a:lnTo>
                    <a:lnTo>
                      <a:pt x="85" y="79"/>
                    </a:lnTo>
                    <a:lnTo>
                      <a:pt x="80" y="138"/>
                    </a:lnTo>
                    <a:lnTo>
                      <a:pt x="74" y="196"/>
                    </a:lnTo>
                    <a:lnTo>
                      <a:pt x="64" y="252"/>
                    </a:lnTo>
                    <a:lnTo>
                      <a:pt x="52" y="307"/>
                    </a:lnTo>
                    <a:lnTo>
                      <a:pt x="37" y="360"/>
                    </a:lnTo>
                    <a:lnTo>
                      <a:pt x="20" y="410"/>
                    </a:lnTo>
                    <a:lnTo>
                      <a:pt x="0" y="458"/>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14" name="Freeform 7"/>
              <p:cNvSpPr/>
              <p:nvPr/>
            </p:nvSpPr>
            <p:spPr>
              <a:xfrm>
                <a:off x="4229" y="2016"/>
                <a:ext cx="91" cy="384"/>
              </a:xfrm>
              <a:custGeom>
                <a:avLst/>
                <a:gdLst/>
                <a:ahLst/>
                <a:cxnLst>
                  <a:cxn ang="0">
                    <a:pos x="0" y="0"/>
                  </a:cxn>
                  <a:cxn ang="0">
                    <a:pos x="18" y="43"/>
                  </a:cxn>
                  <a:cxn ang="0">
                    <a:pos x="34" y="88"/>
                  </a:cxn>
                  <a:cxn ang="0">
                    <a:pos x="48" y="133"/>
                  </a:cxn>
                  <a:cxn ang="0">
                    <a:pos x="61" y="182"/>
                  </a:cxn>
                  <a:cxn ang="0">
                    <a:pos x="71" y="231"/>
                  </a:cxn>
                  <a:cxn ang="0">
                    <a:pos x="81" y="281"/>
                  </a:cxn>
                  <a:cxn ang="0">
                    <a:pos x="86" y="331"/>
                  </a:cxn>
                  <a:cxn ang="0">
                    <a:pos x="91" y="384"/>
                  </a:cxn>
                </a:cxnLst>
                <a:pathLst>
                  <a:path w="78" h="351">
                    <a:moveTo>
                      <a:pt x="0" y="0"/>
                    </a:moveTo>
                    <a:lnTo>
                      <a:pt x="15" y="39"/>
                    </a:lnTo>
                    <a:lnTo>
                      <a:pt x="29" y="80"/>
                    </a:lnTo>
                    <a:lnTo>
                      <a:pt x="41" y="122"/>
                    </a:lnTo>
                    <a:lnTo>
                      <a:pt x="52" y="166"/>
                    </a:lnTo>
                    <a:lnTo>
                      <a:pt x="61" y="211"/>
                    </a:lnTo>
                    <a:lnTo>
                      <a:pt x="69" y="257"/>
                    </a:lnTo>
                    <a:lnTo>
                      <a:pt x="74" y="303"/>
                    </a:lnTo>
                    <a:lnTo>
                      <a:pt x="78" y="351"/>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15" name="Freeform 8"/>
              <p:cNvSpPr/>
              <p:nvPr/>
            </p:nvSpPr>
            <p:spPr>
              <a:xfrm>
                <a:off x="4272" y="2352"/>
                <a:ext cx="95" cy="96"/>
              </a:xfrm>
              <a:custGeom>
                <a:avLst/>
                <a:gdLst/>
                <a:ahLst/>
                <a:cxnLst>
                  <a:cxn ang="0">
                    <a:pos x="0" y="2"/>
                  </a:cxn>
                  <a:cxn ang="0">
                    <a:pos x="52" y="96"/>
                  </a:cxn>
                  <a:cxn ang="0">
                    <a:pos x="95" y="0"/>
                  </a:cxn>
                  <a:cxn ang="0">
                    <a:pos x="50" y="31"/>
                  </a:cxn>
                  <a:cxn ang="0">
                    <a:pos x="0" y="2"/>
                  </a:cxn>
                </a:cxnLst>
                <a:pathLst>
                  <a:path w="67" h="100">
                    <a:moveTo>
                      <a:pt x="0" y="2"/>
                    </a:moveTo>
                    <a:lnTo>
                      <a:pt x="37" y="100"/>
                    </a:lnTo>
                    <a:lnTo>
                      <a:pt x="67" y="0"/>
                    </a:lnTo>
                    <a:lnTo>
                      <a:pt x="35" y="32"/>
                    </a:lnTo>
                    <a:lnTo>
                      <a:pt x="0" y="2"/>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grpSp>
        <p:grpSp>
          <p:nvGrpSpPr>
            <p:cNvPr id="17416" name="Group 9"/>
            <p:cNvGrpSpPr/>
            <p:nvPr/>
          </p:nvGrpSpPr>
          <p:grpSpPr>
            <a:xfrm>
              <a:off x="4343" y="1824"/>
              <a:ext cx="409" cy="1008"/>
              <a:chOff x="4224" y="1960"/>
              <a:chExt cx="480" cy="869"/>
            </a:xfrm>
          </p:grpSpPr>
          <p:sp>
            <p:nvSpPr>
              <p:cNvPr id="17417" name="Freeform 10"/>
              <p:cNvSpPr/>
              <p:nvPr/>
            </p:nvSpPr>
            <p:spPr>
              <a:xfrm>
                <a:off x="4224" y="2448"/>
                <a:ext cx="393" cy="381"/>
              </a:xfrm>
              <a:custGeom>
                <a:avLst/>
                <a:gdLst/>
                <a:ahLst/>
                <a:cxnLst>
                  <a:cxn ang="0">
                    <a:pos x="393" y="0"/>
                  </a:cxn>
                  <a:cxn ang="0">
                    <a:pos x="387" y="40"/>
                  </a:cxn>
                  <a:cxn ang="0">
                    <a:pos x="378" y="79"/>
                  </a:cxn>
                  <a:cxn ang="0">
                    <a:pos x="366" y="116"/>
                  </a:cxn>
                  <a:cxn ang="0">
                    <a:pos x="351" y="152"/>
                  </a:cxn>
                  <a:cxn ang="0">
                    <a:pos x="333" y="185"/>
                  </a:cxn>
                  <a:cxn ang="0">
                    <a:pos x="313" y="216"/>
                  </a:cxn>
                  <a:cxn ang="0">
                    <a:pos x="291" y="246"/>
                  </a:cxn>
                  <a:cxn ang="0">
                    <a:pos x="266" y="272"/>
                  </a:cxn>
                  <a:cxn ang="0">
                    <a:pos x="240" y="296"/>
                  </a:cxn>
                  <a:cxn ang="0">
                    <a:pos x="212" y="318"/>
                  </a:cxn>
                  <a:cxn ang="0">
                    <a:pos x="182" y="337"/>
                  </a:cxn>
                  <a:cxn ang="0">
                    <a:pos x="150" y="352"/>
                  </a:cxn>
                  <a:cxn ang="0">
                    <a:pos x="117" y="365"/>
                  </a:cxn>
                  <a:cxn ang="0">
                    <a:pos x="83" y="374"/>
                  </a:cxn>
                  <a:cxn ang="0">
                    <a:pos x="48" y="379"/>
                  </a:cxn>
                  <a:cxn ang="0">
                    <a:pos x="12" y="381"/>
                  </a:cxn>
                  <a:cxn ang="0">
                    <a:pos x="0" y="381"/>
                  </a:cxn>
                </a:cxnLst>
                <a:pathLst>
                  <a:path w="393" h="381">
                    <a:moveTo>
                      <a:pt x="393" y="0"/>
                    </a:moveTo>
                    <a:lnTo>
                      <a:pt x="387" y="40"/>
                    </a:lnTo>
                    <a:lnTo>
                      <a:pt x="378" y="79"/>
                    </a:lnTo>
                    <a:lnTo>
                      <a:pt x="366" y="116"/>
                    </a:lnTo>
                    <a:lnTo>
                      <a:pt x="351" y="152"/>
                    </a:lnTo>
                    <a:lnTo>
                      <a:pt x="333" y="185"/>
                    </a:lnTo>
                    <a:lnTo>
                      <a:pt x="313" y="216"/>
                    </a:lnTo>
                    <a:lnTo>
                      <a:pt x="291" y="246"/>
                    </a:lnTo>
                    <a:lnTo>
                      <a:pt x="266" y="272"/>
                    </a:lnTo>
                    <a:lnTo>
                      <a:pt x="240" y="296"/>
                    </a:lnTo>
                    <a:lnTo>
                      <a:pt x="212" y="318"/>
                    </a:lnTo>
                    <a:lnTo>
                      <a:pt x="182" y="337"/>
                    </a:lnTo>
                    <a:lnTo>
                      <a:pt x="150" y="352"/>
                    </a:lnTo>
                    <a:lnTo>
                      <a:pt x="117" y="365"/>
                    </a:lnTo>
                    <a:lnTo>
                      <a:pt x="83" y="374"/>
                    </a:lnTo>
                    <a:lnTo>
                      <a:pt x="48" y="379"/>
                    </a:lnTo>
                    <a:lnTo>
                      <a:pt x="12" y="381"/>
                    </a:lnTo>
                    <a:lnTo>
                      <a:pt x="0" y="381"/>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18" name="Freeform 11"/>
              <p:cNvSpPr/>
              <p:nvPr/>
            </p:nvSpPr>
            <p:spPr>
              <a:xfrm>
                <a:off x="4236" y="1960"/>
                <a:ext cx="384" cy="447"/>
              </a:xfrm>
              <a:custGeom>
                <a:avLst/>
                <a:gdLst/>
                <a:ahLst/>
                <a:cxnLst>
                  <a:cxn ang="0">
                    <a:pos x="0" y="0"/>
                  </a:cxn>
                  <a:cxn ang="0">
                    <a:pos x="20" y="1"/>
                  </a:cxn>
                  <a:cxn ang="0">
                    <a:pos x="39" y="2"/>
                  </a:cxn>
                  <a:cxn ang="0">
                    <a:pos x="58" y="5"/>
                  </a:cxn>
                  <a:cxn ang="0">
                    <a:pos x="77" y="9"/>
                  </a:cxn>
                  <a:cxn ang="0">
                    <a:pos x="96" y="14"/>
                  </a:cxn>
                  <a:cxn ang="0">
                    <a:pos x="114" y="20"/>
                  </a:cxn>
                  <a:cxn ang="0">
                    <a:pos x="149" y="34"/>
                  </a:cxn>
                  <a:cxn ang="0">
                    <a:pos x="183" y="53"/>
                  </a:cxn>
                  <a:cxn ang="0">
                    <a:pos x="215" y="74"/>
                  </a:cxn>
                  <a:cxn ang="0">
                    <a:pos x="244" y="99"/>
                  </a:cxn>
                  <a:cxn ang="0">
                    <a:pos x="272" y="128"/>
                  </a:cxn>
                  <a:cxn ang="0">
                    <a:pos x="296" y="158"/>
                  </a:cxn>
                  <a:cxn ang="0">
                    <a:pos x="318" y="192"/>
                  </a:cxn>
                  <a:cxn ang="0">
                    <a:pos x="338" y="228"/>
                  </a:cxn>
                  <a:cxn ang="0">
                    <a:pos x="354" y="266"/>
                  </a:cxn>
                  <a:cxn ang="0">
                    <a:pos x="367" y="306"/>
                  </a:cxn>
                  <a:cxn ang="0">
                    <a:pos x="376" y="347"/>
                  </a:cxn>
                  <a:cxn ang="0">
                    <a:pos x="382" y="391"/>
                  </a:cxn>
                  <a:cxn ang="0">
                    <a:pos x="384" y="413"/>
                  </a:cxn>
                  <a:cxn ang="0">
                    <a:pos x="384" y="435"/>
                  </a:cxn>
                  <a:cxn ang="0">
                    <a:pos x="384" y="441"/>
                  </a:cxn>
                  <a:cxn ang="0">
                    <a:pos x="383" y="447"/>
                  </a:cxn>
                </a:cxnLst>
                <a:pathLst>
                  <a:path w="384" h="447">
                    <a:moveTo>
                      <a:pt x="0" y="0"/>
                    </a:moveTo>
                    <a:lnTo>
                      <a:pt x="20" y="1"/>
                    </a:lnTo>
                    <a:lnTo>
                      <a:pt x="39" y="2"/>
                    </a:lnTo>
                    <a:lnTo>
                      <a:pt x="58" y="5"/>
                    </a:lnTo>
                    <a:lnTo>
                      <a:pt x="77" y="9"/>
                    </a:lnTo>
                    <a:lnTo>
                      <a:pt x="96" y="14"/>
                    </a:lnTo>
                    <a:lnTo>
                      <a:pt x="114" y="20"/>
                    </a:lnTo>
                    <a:lnTo>
                      <a:pt x="149" y="34"/>
                    </a:lnTo>
                    <a:lnTo>
                      <a:pt x="183" y="53"/>
                    </a:lnTo>
                    <a:lnTo>
                      <a:pt x="215" y="74"/>
                    </a:lnTo>
                    <a:lnTo>
                      <a:pt x="244" y="99"/>
                    </a:lnTo>
                    <a:lnTo>
                      <a:pt x="272" y="128"/>
                    </a:lnTo>
                    <a:lnTo>
                      <a:pt x="296" y="158"/>
                    </a:lnTo>
                    <a:lnTo>
                      <a:pt x="318" y="192"/>
                    </a:lnTo>
                    <a:lnTo>
                      <a:pt x="338" y="228"/>
                    </a:lnTo>
                    <a:lnTo>
                      <a:pt x="354" y="266"/>
                    </a:lnTo>
                    <a:lnTo>
                      <a:pt x="367" y="306"/>
                    </a:lnTo>
                    <a:lnTo>
                      <a:pt x="376" y="347"/>
                    </a:lnTo>
                    <a:lnTo>
                      <a:pt x="382" y="391"/>
                    </a:lnTo>
                    <a:lnTo>
                      <a:pt x="384" y="413"/>
                    </a:lnTo>
                    <a:lnTo>
                      <a:pt x="384" y="435"/>
                    </a:lnTo>
                    <a:lnTo>
                      <a:pt x="384" y="441"/>
                    </a:lnTo>
                    <a:lnTo>
                      <a:pt x="383" y="447"/>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19" name="Freeform 12"/>
              <p:cNvSpPr/>
              <p:nvPr/>
            </p:nvSpPr>
            <p:spPr>
              <a:xfrm>
                <a:off x="4560" y="2352"/>
                <a:ext cx="144" cy="148"/>
              </a:xfrm>
              <a:custGeom>
                <a:avLst/>
                <a:gdLst/>
                <a:ahLst/>
                <a:cxnLst>
                  <a:cxn ang="0">
                    <a:pos x="0" y="0"/>
                  </a:cxn>
                  <a:cxn ang="0">
                    <a:pos x="54" y="148"/>
                  </a:cxn>
                  <a:cxn ang="0">
                    <a:pos x="144" y="9"/>
                  </a:cxn>
                  <a:cxn ang="0">
                    <a:pos x="67" y="49"/>
                  </a:cxn>
                  <a:cxn ang="0">
                    <a:pos x="0" y="0"/>
                  </a:cxn>
                </a:cxnLst>
                <a:pathLst>
                  <a:path w="67" h="102">
                    <a:moveTo>
                      <a:pt x="0" y="0"/>
                    </a:moveTo>
                    <a:lnTo>
                      <a:pt x="25" y="102"/>
                    </a:lnTo>
                    <a:lnTo>
                      <a:pt x="67" y="6"/>
                    </a:lnTo>
                    <a:lnTo>
                      <a:pt x="31" y="34"/>
                    </a:lnTo>
                    <a:lnTo>
                      <a:pt x="0" y="0"/>
                    </a:lnTo>
                    <a:close/>
                  </a:path>
                </a:pathLst>
              </a:custGeom>
              <a:solidFill>
                <a:srgbClr val="CC00CC"/>
              </a:solidFill>
              <a:ln w="9525" cap="flat" cmpd="sng">
                <a:solidFill>
                  <a:srgbClr val="CC00CC"/>
                </a:solidFill>
                <a:prstDash val="solid"/>
                <a:round/>
                <a:headEnd type="none" w="med" len="med"/>
                <a:tailEnd type="none" w="med" len="med"/>
              </a:ln>
            </p:spPr>
            <p:txBody>
              <a:bodyPr/>
              <a:p>
                <a:endParaRPr lang="zh-CN" altLang="en-US"/>
              </a:p>
            </p:txBody>
          </p:sp>
        </p:grpSp>
        <p:sp>
          <p:nvSpPr>
            <p:cNvPr id="17420" name="Line 13"/>
            <p:cNvSpPr/>
            <p:nvPr/>
          </p:nvSpPr>
          <p:spPr>
            <a:xfrm>
              <a:off x="1723" y="1901"/>
              <a:ext cx="1" cy="355"/>
            </a:xfrm>
            <a:prstGeom prst="line">
              <a:avLst/>
            </a:prstGeom>
            <a:ln w="28575" cap="flat" cmpd="sng">
              <a:solidFill>
                <a:srgbClr val="CC00CC"/>
              </a:solidFill>
              <a:prstDash val="solid"/>
              <a:round/>
              <a:headEnd type="none" w="med" len="med"/>
              <a:tailEnd type="none" w="med" len="med"/>
            </a:ln>
          </p:spPr>
        </p:sp>
        <p:sp>
          <p:nvSpPr>
            <p:cNvPr id="17421" name="Freeform 14"/>
            <p:cNvSpPr/>
            <p:nvPr/>
          </p:nvSpPr>
          <p:spPr>
            <a:xfrm>
              <a:off x="1671"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22" name="Line 15"/>
            <p:cNvSpPr/>
            <p:nvPr/>
          </p:nvSpPr>
          <p:spPr>
            <a:xfrm>
              <a:off x="1723" y="2325"/>
              <a:ext cx="1" cy="538"/>
            </a:xfrm>
            <a:prstGeom prst="line">
              <a:avLst/>
            </a:prstGeom>
            <a:ln w="28575" cap="flat" cmpd="sng">
              <a:solidFill>
                <a:srgbClr val="CC00CC"/>
              </a:solidFill>
              <a:prstDash val="solid"/>
              <a:round/>
              <a:headEnd type="none" w="med" len="med"/>
              <a:tailEnd type="none" w="med" len="med"/>
            </a:ln>
          </p:spPr>
        </p:sp>
        <p:sp>
          <p:nvSpPr>
            <p:cNvPr id="17423" name="Line 16"/>
            <p:cNvSpPr/>
            <p:nvPr/>
          </p:nvSpPr>
          <p:spPr>
            <a:xfrm>
              <a:off x="1967" y="1901"/>
              <a:ext cx="1" cy="355"/>
            </a:xfrm>
            <a:prstGeom prst="line">
              <a:avLst/>
            </a:prstGeom>
            <a:ln w="28575" cap="flat" cmpd="sng">
              <a:solidFill>
                <a:srgbClr val="CC00CC"/>
              </a:solidFill>
              <a:prstDash val="solid"/>
              <a:round/>
              <a:headEnd type="none" w="med" len="med"/>
              <a:tailEnd type="none" w="med" len="med"/>
            </a:ln>
          </p:spPr>
        </p:sp>
        <p:sp>
          <p:nvSpPr>
            <p:cNvPr id="17424" name="Freeform 17"/>
            <p:cNvSpPr/>
            <p:nvPr/>
          </p:nvSpPr>
          <p:spPr>
            <a:xfrm>
              <a:off x="1915"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25" name="Line 18"/>
            <p:cNvSpPr/>
            <p:nvPr/>
          </p:nvSpPr>
          <p:spPr>
            <a:xfrm>
              <a:off x="1967" y="2325"/>
              <a:ext cx="1" cy="538"/>
            </a:xfrm>
            <a:prstGeom prst="line">
              <a:avLst/>
            </a:prstGeom>
            <a:ln w="28575" cap="flat" cmpd="sng">
              <a:solidFill>
                <a:srgbClr val="CC00CC"/>
              </a:solidFill>
              <a:prstDash val="solid"/>
              <a:round/>
              <a:headEnd type="none" w="med" len="med"/>
              <a:tailEnd type="none" w="med" len="med"/>
            </a:ln>
          </p:spPr>
        </p:sp>
        <p:sp>
          <p:nvSpPr>
            <p:cNvPr id="17426" name="Line 19"/>
            <p:cNvSpPr/>
            <p:nvPr/>
          </p:nvSpPr>
          <p:spPr>
            <a:xfrm>
              <a:off x="2219" y="1901"/>
              <a:ext cx="1" cy="355"/>
            </a:xfrm>
            <a:prstGeom prst="line">
              <a:avLst/>
            </a:prstGeom>
            <a:ln w="28575" cap="flat" cmpd="sng">
              <a:solidFill>
                <a:srgbClr val="CC00CC"/>
              </a:solidFill>
              <a:prstDash val="solid"/>
              <a:round/>
              <a:headEnd type="none" w="med" len="med"/>
              <a:tailEnd type="none" w="med" len="med"/>
            </a:ln>
          </p:spPr>
        </p:sp>
        <p:sp>
          <p:nvSpPr>
            <p:cNvPr id="17427" name="Freeform 20"/>
            <p:cNvSpPr/>
            <p:nvPr/>
          </p:nvSpPr>
          <p:spPr>
            <a:xfrm>
              <a:off x="2168"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28" name="Line 21"/>
            <p:cNvSpPr/>
            <p:nvPr/>
          </p:nvSpPr>
          <p:spPr>
            <a:xfrm>
              <a:off x="2219" y="2325"/>
              <a:ext cx="1" cy="538"/>
            </a:xfrm>
            <a:prstGeom prst="line">
              <a:avLst/>
            </a:prstGeom>
            <a:ln w="28575" cap="flat" cmpd="sng">
              <a:solidFill>
                <a:srgbClr val="CC00CC"/>
              </a:solidFill>
              <a:prstDash val="solid"/>
              <a:round/>
              <a:headEnd type="none" w="med" len="med"/>
              <a:tailEnd type="none" w="med" len="med"/>
            </a:ln>
          </p:spPr>
        </p:sp>
        <p:sp>
          <p:nvSpPr>
            <p:cNvPr id="17429" name="Line 22"/>
            <p:cNvSpPr/>
            <p:nvPr/>
          </p:nvSpPr>
          <p:spPr>
            <a:xfrm>
              <a:off x="2716" y="1901"/>
              <a:ext cx="1" cy="355"/>
            </a:xfrm>
            <a:prstGeom prst="line">
              <a:avLst/>
            </a:prstGeom>
            <a:ln w="28575" cap="flat" cmpd="sng">
              <a:solidFill>
                <a:srgbClr val="CC00CC"/>
              </a:solidFill>
              <a:prstDash val="solid"/>
              <a:round/>
              <a:headEnd type="none" w="med" len="med"/>
              <a:tailEnd type="none" w="med" len="med"/>
            </a:ln>
          </p:spPr>
        </p:sp>
        <p:sp>
          <p:nvSpPr>
            <p:cNvPr id="17430" name="Freeform 23"/>
            <p:cNvSpPr/>
            <p:nvPr/>
          </p:nvSpPr>
          <p:spPr>
            <a:xfrm>
              <a:off x="2664"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31" name="Line 24"/>
            <p:cNvSpPr/>
            <p:nvPr/>
          </p:nvSpPr>
          <p:spPr>
            <a:xfrm>
              <a:off x="2716" y="2325"/>
              <a:ext cx="1" cy="538"/>
            </a:xfrm>
            <a:prstGeom prst="line">
              <a:avLst/>
            </a:prstGeom>
            <a:ln w="28575" cap="flat" cmpd="sng">
              <a:solidFill>
                <a:srgbClr val="CC00CC"/>
              </a:solidFill>
              <a:prstDash val="solid"/>
              <a:round/>
              <a:headEnd type="none" w="med" len="med"/>
              <a:tailEnd type="none" w="med" len="med"/>
            </a:ln>
          </p:spPr>
        </p:sp>
        <p:sp>
          <p:nvSpPr>
            <p:cNvPr id="17432" name="Line 25"/>
            <p:cNvSpPr/>
            <p:nvPr/>
          </p:nvSpPr>
          <p:spPr>
            <a:xfrm>
              <a:off x="2960" y="1901"/>
              <a:ext cx="1" cy="355"/>
            </a:xfrm>
            <a:prstGeom prst="line">
              <a:avLst/>
            </a:prstGeom>
            <a:ln w="28575" cap="flat" cmpd="sng">
              <a:solidFill>
                <a:srgbClr val="CC00CC"/>
              </a:solidFill>
              <a:prstDash val="solid"/>
              <a:round/>
              <a:headEnd type="none" w="med" len="med"/>
              <a:tailEnd type="none" w="med" len="med"/>
            </a:ln>
          </p:spPr>
        </p:sp>
        <p:sp>
          <p:nvSpPr>
            <p:cNvPr id="17433" name="Freeform 26"/>
            <p:cNvSpPr/>
            <p:nvPr/>
          </p:nvSpPr>
          <p:spPr>
            <a:xfrm>
              <a:off x="2909" y="2209"/>
              <a:ext cx="100" cy="127"/>
            </a:xfrm>
            <a:custGeom>
              <a:avLst/>
              <a:gdLst/>
              <a:ahLst/>
              <a:cxnLst>
                <a:cxn ang="0">
                  <a:pos x="0" y="0"/>
                </a:cxn>
                <a:cxn ang="0">
                  <a:pos x="51" y="127"/>
                </a:cxn>
                <a:cxn ang="0">
                  <a:pos x="100"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34" name="Line 27"/>
            <p:cNvSpPr/>
            <p:nvPr/>
          </p:nvSpPr>
          <p:spPr>
            <a:xfrm>
              <a:off x="2960" y="2325"/>
              <a:ext cx="1" cy="538"/>
            </a:xfrm>
            <a:prstGeom prst="line">
              <a:avLst/>
            </a:prstGeom>
            <a:ln w="28575" cap="flat" cmpd="sng">
              <a:solidFill>
                <a:srgbClr val="CC00CC"/>
              </a:solidFill>
              <a:prstDash val="solid"/>
              <a:round/>
              <a:headEnd type="none" w="med" len="med"/>
              <a:tailEnd type="none" w="med" len="med"/>
            </a:ln>
          </p:spPr>
        </p:sp>
        <p:sp>
          <p:nvSpPr>
            <p:cNvPr id="17435" name="Line 28"/>
            <p:cNvSpPr/>
            <p:nvPr/>
          </p:nvSpPr>
          <p:spPr>
            <a:xfrm>
              <a:off x="3207" y="1900"/>
              <a:ext cx="1" cy="355"/>
            </a:xfrm>
            <a:prstGeom prst="line">
              <a:avLst/>
            </a:prstGeom>
            <a:ln w="28575" cap="flat" cmpd="sng">
              <a:solidFill>
                <a:srgbClr val="CC00CC"/>
              </a:solidFill>
              <a:prstDash val="solid"/>
              <a:round/>
              <a:headEnd type="none" w="med" len="med"/>
              <a:tailEnd type="none" w="med" len="med"/>
            </a:ln>
          </p:spPr>
        </p:sp>
        <p:sp>
          <p:nvSpPr>
            <p:cNvPr id="17436" name="Freeform 29"/>
            <p:cNvSpPr/>
            <p:nvPr/>
          </p:nvSpPr>
          <p:spPr>
            <a:xfrm>
              <a:off x="3153"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37" name="Line 30"/>
            <p:cNvSpPr/>
            <p:nvPr/>
          </p:nvSpPr>
          <p:spPr>
            <a:xfrm>
              <a:off x="3204" y="2325"/>
              <a:ext cx="1" cy="538"/>
            </a:xfrm>
            <a:prstGeom prst="line">
              <a:avLst/>
            </a:prstGeom>
            <a:ln w="28575" cap="flat" cmpd="sng">
              <a:solidFill>
                <a:srgbClr val="CC00CC"/>
              </a:solidFill>
              <a:prstDash val="solid"/>
              <a:round/>
              <a:headEnd type="none" w="med" len="med"/>
              <a:tailEnd type="none" w="med" len="med"/>
            </a:ln>
          </p:spPr>
        </p:sp>
        <p:sp>
          <p:nvSpPr>
            <p:cNvPr id="17438" name="Line 31"/>
            <p:cNvSpPr/>
            <p:nvPr/>
          </p:nvSpPr>
          <p:spPr>
            <a:xfrm>
              <a:off x="3457" y="1901"/>
              <a:ext cx="1" cy="355"/>
            </a:xfrm>
            <a:prstGeom prst="line">
              <a:avLst/>
            </a:prstGeom>
            <a:ln w="28575" cap="flat" cmpd="sng">
              <a:solidFill>
                <a:srgbClr val="CC00CC"/>
              </a:solidFill>
              <a:prstDash val="solid"/>
              <a:round/>
              <a:headEnd type="none" w="med" len="med"/>
              <a:tailEnd type="none" w="med" len="med"/>
            </a:ln>
          </p:spPr>
        </p:sp>
        <p:sp>
          <p:nvSpPr>
            <p:cNvPr id="17439" name="Freeform 32"/>
            <p:cNvSpPr/>
            <p:nvPr/>
          </p:nvSpPr>
          <p:spPr>
            <a:xfrm>
              <a:off x="3405"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40" name="Line 33"/>
            <p:cNvSpPr/>
            <p:nvPr/>
          </p:nvSpPr>
          <p:spPr>
            <a:xfrm>
              <a:off x="3457" y="2325"/>
              <a:ext cx="1" cy="538"/>
            </a:xfrm>
            <a:prstGeom prst="line">
              <a:avLst/>
            </a:prstGeom>
            <a:ln w="28575" cap="flat" cmpd="sng">
              <a:solidFill>
                <a:srgbClr val="CC00CC"/>
              </a:solidFill>
              <a:prstDash val="solid"/>
              <a:round/>
              <a:headEnd type="none" w="med" len="med"/>
              <a:tailEnd type="none" w="med" len="med"/>
            </a:ln>
          </p:spPr>
        </p:sp>
        <p:sp>
          <p:nvSpPr>
            <p:cNvPr id="17441" name="Line 34"/>
            <p:cNvSpPr/>
            <p:nvPr/>
          </p:nvSpPr>
          <p:spPr>
            <a:xfrm>
              <a:off x="3709" y="1901"/>
              <a:ext cx="1" cy="355"/>
            </a:xfrm>
            <a:prstGeom prst="line">
              <a:avLst/>
            </a:prstGeom>
            <a:ln w="28575" cap="flat" cmpd="sng">
              <a:solidFill>
                <a:srgbClr val="CC00CC"/>
              </a:solidFill>
              <a:prstDash val="solid"/>
              <a:round/>
              <a:headEnd type="none" w="med" len="med"/>
              <a:tailEnd type="none" w="med" len="med"/>
            </a:ln>
          </p:spPr>
        </p:sp>
        <p:sp>
          <p:nvSpPr>
            <p:cNvPr id="17442" name="Freeform 35"/>
            <p:cNvSpPr/>
            <p:nvPr/>
          </p:nvSpPr>
          <p:spPr>
            <a:xfrm>
              <a:off x="3657"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43" name="Line 36"/>
            <p:cNvSpPr/>
            <p:nvPr/>
          </p:nvSpPr>
          <p:spPr>
            <a:xfrm>
              <a:off x="3709" y="2325"/>
              <a:ext cx="1" cy="538"/>
            </a:xfrm>
            <a:prstGeom prst="line">
              <a:avLst/>
            </a:prstGeom>
            <a:ln w="28575" cap="flat" cmpd="sng">
              <a:solidFill>
                <a:srgbClr val="CC00CC"/>
              </a:solidFill>
              <a:prstDash val="solid"/>
              <a:round/>
              <a:headEnd type="none" w="med" len="med"/>
              <a:tailEnd type="none" w="med" len="med"/>
            </a:ln>
          </p:spPr>
        </p:sp>
        <p:sp>
          <p:nvSpPr>
            <p:cNvPr id="17444" name="Line 37"/>
            <p:cNvSpPr/>
            <p:nvPr/>
          </p:nvSpPr>
          <p:spPr>
            <a:xfrm>
              <a:off x="3961" y="1901"/>
              <a:ext cx="1" cy="355"/>
            </a:xfrm>
            <a:prstGeom prst="line">
              <a:avLst/>
            </a:prstGeom>
            <a:ln w="28575" cap="flat" cmpd="sng">
              <a:solidFill>
                <a:srgbClr val="CC00CC"/>
              </a:solidFill>
              <a:prstDash val="solid"/>
              <a:round/>
              <a:headEnd type="none" w="med" len="med"/>
              <a:tailEnd type="none" w="med" len="med"/>
            </a:ln>
          </p:spPr>
        </p:sp>
        <p:sp>
          <p:nvSpPr>
            <p:cNvPr id="17445" name="Freeform 38"/>
            <p:cNvSpPr/>
            <p:nvPr/>
          </p:nvSpPr>
          <p:spPr>
            <a:xfrm>
              <a:off x="3910"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46" name="Line 39"/>
            <p:cNvSpPr/>
            <p:nvPr/>
          </p:nvSpPr>
          <p:spPr>
            <a:xfrm>
              <a:off x="3961" y="2325"/>
              <a:ext cx="1" cy="538"/>
            </a:xfrm>
            <a:prstGeom prst="line">
              <a:avLst/>
            </a:prstGeom>
            <a:ln w="28575" cap="flat" cmpd="sng">
              <a:solidFill>
                <a:srgbClr val="CC00CC"/>
              </a:solidFill>
              <a:prstDash val="solid"/>
              <a:round/>
              <a:headEnd type="none" w="med" len="med"/>
              <a:tailEnd type="none" w="med" len="med"/>
            </a:ln>
          </p:spPr>
        </p:sp>
        <p:sp>
          <p:nvSpPr>
            <p:cNvPr id="17447" name="Line 40"/>
            <p:cNvSpPr/>
            <p:nvPr/>
          </p:nvSpPr>
          <p:spPr>
            <a:xfrm>
              <a:off x="4214" y="1901"/>
              <a:ext cx="1" cy="355"/>
            </a:xfrm>
            <a:prstGeom prst="line">
              <a:avLst/>
            </a:prstGeom>
            <a:ln w="28575" cap="flat" cmpd="sng">
              <a:solidFill>
                <a:srgbClr val="CC00CC"/>
              </a:solidFill>
              <a:prstDash val="solid"/>
              <a:round/>
              <a:headEnd type="none" w="med" len="med"/>
              <a:tailEnd type="none" w="med" len="med"/>
            </a:ln>
          </p:spPr>
        </p:sp>
        <p:sp>
          <p:nvSpPr>
            <p:cNvPr id="17448" name="Freeform 41"/>
            <p:cNvSpPr/>
            <p:nvPr/>
          </p:nvSpPr>
          <p:spPr>
            <a:xfrm>
              <a:off x="4162" y="2209"/>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7449" name="Line 42"/>
            <p:cNvSpPr/>
            <p:nvPr/>
          </p:nvSpPr>
          <p:spPr>
            <a:xfrm>
              <a:off x="4214" y="2325"/>
              <a:ext cx="1" cy="538"/>
            </a:xfrm>
            <a:prstGeom prst="line">
              <a:avLst/>
            </a:prstGeom>
            <a:ln w="28575" cap="flat" cmpd="sng">
              <a:solidFill>
                <a:srgbClr val="CC00CC"/>
              </a:solidFill>
              <a:prstDash val="solid"/>
              <a:round/>
              <a:headEnd type="none" w="med" len="med"/>
              <a:tailEnd type="none" w="med" len="med"/>
            </a:ln>
          </p:spPr>
        </p:sp>
        <p:grpSp>
          <p:nvGrpSpPr>
            <p:cNvPr id="17450" name="Group 43"/>
            <p:cNvGrpSpPr/>
            <p:nvPr/>
          </p:nvGrpSpPr>
          <p:grpSpPr>
            <a:xfrm flipH="1">
              <a:off x="1415" y="1824"/>
              <a:ext cx="152" cy="1007"/>
              <a:chOff x="4224" y="2016"/>
              <a:chExt cx="143" cy="818"/>
            </a:xfrm>
          </p:grpSpPr>
          <p:sp>
            <p:nvSpPr>
              <p:cNvPr id="17451" name="Freeform 44"/>
              <p:cNvSpPr/>
              <p:nvPr/>
            </p:nvSpPr>
            <p:spPr>
              <a:xfrm>
                <a:off x="4224" y="2352"/>
                <a:ext cx="96" cy="482"/>
              </a:xfrm>
              <a:custGeom>
                <a:avLst/>
                <a:gdLst/>
                <a:ahLst/>
                <a:cxnLst>
                  <a:cxn ang="0">
                    <a:pos x="96" y="0"/>
                  </a:cxn>
                  <a:cxn ang="0">
                    <a:pos x="96" y="11"/>
                  </a:cxn>
                  <a:cxn ang="0">
                    <a:pos x="96" y="21"/>
                  </a:cxn>
                  <a:cxn ang="0">
                    <a:pos x="95" y="83"/>
                  </a:cxn>
                  <a:cxn ang="0">
                    <a:pos x="89" y="145"/>
                  </a:cxn>
                  <a:cxn ang="0">
                    <a:pos x="83" y="206"/>
                  </a:cxn>
                  <a:cxn ang="0">
                    <a:pos x="71" y="265"/>
                  </a:cxn>
                  <a:cxn ang="0">
                    <a:pos x="58" y="323"/>
                  </a:cxn>
                  <a:cxn ang="0">
                    <a:pos x="41" y="379"/>
                  </a:cxn>
                  <a:cxn ang="0">
                    <a:pos x="22" y="431"/>
                  </a:cxn>
                  <a:cxn ang="0">
                    <a:pos x="0" y="482"/>
                  </a:cxn>
                </a:cxnLst>
                <a:pathLst>
                  <a:path w="86" h="458">
                    <a:moveTo>
                      <a:pt x="86" y="0"/>
                    </a:moveTo>
                    <a:lnTo>
                      <a:pt x="86" y="10"/>
                    </a:lnTo>
                    <a:lnTo>
                      <a:pt x="86" y="20"/>
                    </a:lnTo>
                    <a:lnTo>
                      <a:pt x="85" y="79"/>
                    </a:lnTo>
                    <a:lnTo>
                      <a:pt x="80" y="138"/>
                    </a:lnTo>
                    <a:lnTo>
                      <a:pt x="74" y="196"/>
                    </a:lnTo>
                    <a:lnTo>
                      <a:pt x="64" y="252"/>
                    </a:lnTo>
                    <a:lnTo>
                      <a:pt x="52" y="307"/>
                    </a:lnTo>
                    <a:lnTo>
                      <a:pt x="37" y="360"/>
                    </a:lnTo>
                    <a:lnTo>
                      <a:pt x="20" y="410"/>
                    </a:lnTo>
                    <a:lnTo>
                      <a:pt x="0" y="458"/>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52" name="Freeform 45"/>
              <p:cNvSpPr/>
              <p:nvPr/>
            </p:nvSpPr>
            <p:spPr>
              <a:xfrm>
                <a:off x="4229" y="2016"/>
                <a:ext cx="91" cy="384"/>
              </a:xfrm>
              <a:custGeom>
                <a:avLst/>
                <a:gdLst/>
                <a:ahLst/>
                <a:cxnLst>
                  <a:cxn ang="0">
                    <a:pos x="0" y="0"/>
                  </a:cxn>
                  <a:cxn ang="0">
                    <a:pos x="18" y="43"/>
                  </a:cxn>
                  <a:cxn ang="0">
                    <a:pos x="34" y="88"/>
                  </a:cxn>
                  <a:cxn ang="0">
                    <a:pos x="48" y="133"/>
                  </a:cxn>
                  <a:cxn ang="0">
                    <a:pos x="61" y="182"/>
                  </a:cxn>
                  <a:cxn ang="0">
                    <a:pos x="71" y="231"/>
                  </a:cxn>
                  <a:cxn ang="0">
                    <a:pos x="81" y="281"/>
                  </a:cxn>
                  <a:cxn ang="0">
                    <a:pos x="86" y="331"/>
                  </a:cxn>
                  <a:cxn ang="0">
                    <a:pos x="91" y="384"/>
                  </a:cxn>
                </a:cxnLst>
                <a:pathLst>
                  <a:path w="78" h="351">
                    <a:moveTo>
                      <a:pt x="0" y="0"/>
                    </a:moveTo>
                    <a:lnTo>
                      <a:pt x="15" y="39"/>
                    </a:lnTo>
                    <a:lnTo>
                      <a:pt x="29" y="80"/>
                    </a:lnTo>
                    <a:lnTo>
                      <a:pt x="41" y="122"/>
                    </a:lnTo>
                    <a:lnTo>
                      <a:pt x="52" y="166"/>
                    </a:lnTo>
                    <a:lnTo>
                      <a:pt x="61" y="211"/>
                    </a:lnTo>
                    <a:lnTo>
                      <a:pt x="69" y="257"/>
                    </a:lnTo>
                    <a:lnTo>
                      <a:pt x="74" y="303"/>
                    </a:lnTo>
                    <a:lnTo>
                      <a:pt x="78" y="351"/>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53" name="Freeform 46"/>
              <p:cNvSpPr/>
              <p:nvPr/>
            </p:nvSpPr>
            <p:spPr>
              <a:xfrm>
                <a:off x="4272" y="2352"/>
                <a:ext cx="95" cy="96"/>
              </a:xfrm>
              <a:custGeom>
                <a:avLst/>
                <a:gdLst/>
                <a:ahLst/>
                <a:cxnLst>
                  <a:cxn ang="0">
                    <a:pos x="0" y="2"/>
                  </a:cxn>
                  <a:cxn ang="0">
                    <a:pos x="52" y="96"/>
                  </a:cxn>
                  <a:cxn ang="0">
                    <a:pos x="95" y="0"/>
                  </a:cxn>
                  <a:cxn ang="0">
                    <a:pos x="50" y="31"/>
                  </a:cxn>
                  <a:cxn ang="0">
                    <a:pos x="0" y="2"/>
                  </a:cxn>
                </a:cxnLst>
                <a:pathLst>
                  <a:path w="67" h="100">
                    <a:moveTo>
                      <a:pt x="0" y="2"/>
                    </a:moveTo>
                    <a:lnTo>
                      <a:pt x="37" y="100"/>
                    </a:lnTo>
                    <a:lnTo>
                      <a:pt x="67" y="0"/>
                    </a:lnTo>
                    <a:lnTo>
                      <a:pt x="35" y="32"/>
                    </a:lnTo>
                    <a:lnTo>
                      <a:pt x="0" y="2"/>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grpSp>
        <p:grpSp>
          <p:nvGrpSpPr>
            <p:cNvPr id="17454" name="Group 47"/>
            <p:cNvGrpSpPr/>
            <p:nvPr/>
          </p:nvGrpSpPr>
          <p:grpSpPr>
            <a:xfrm flipH="1">
              <a:off x="1127" y="1824"/>
              <a:ext cx="457" cy="1008"/>
              <a:chOff x="4224" y="1960"/>
              <a:chExt cx="480" cy="869"/>
            </a:xfrm>
          </p:grpSpPr>
          <p:sp>
            <p:nvSpPr>
              <p:cNvPr id="17455" name="Freeform 48"/>
              <p:cNvSpPr/>
              <p:nvPr/>
            </p:nvSpPr>
            <p:spPr>
              <a:xfrm>
                <a:off x="4224" y="2448"/>
                <a:ext cx="393" cy="381"/>
              </a:xfrm>
              <a:custGeom>
                <a:avLst/>
                <a:gdLst/>
                <a:ahLst/>
                <a:cxnLst>
                  <a:cxn ang="0">
                    <a:pos x="393" y="0"/>
                  </a:cxn>
                  <a:cxn ang="0">
                    <a:pos x="387" y="40"/>
                  </a:cxn>
                  <a:cxn ang="0">
                    <a:pos x="378" y="79"/>
                  </a:cxn>
                  <a:cxn ang="0">
                    <a:pos x="366" y="116"/>
                  </a:cxn>
                  <a:cxn ang="0">
                    <a:pos x="351" y="152"/>
                  </a:cxn>
                  <a:cxn ang="0">
                    <a:pos x="333" y="185"/>
                  </a:cxn>
                  <a:cxn ang="0">
                    <a:pos x="313" y="216"/>
                  </a:cxn>
                  <a:cxn ang="0">
                    <a:pos x="291" y="246"/>
                  </a:cxn>
                  <a:cxn ang="0">
                    <a:pos x="266" y="272"/>
                  </a:cxn>
                  <a:cxn ang="0">
                    <a:pos x="240" y="296"/>
                  </a:cxn>
                  <a:cxn ang="0">
                    <a:pos x="212" y="318"/>
                  </a:cxn>
                  <a:cxn ang="0">
                    <a:pos x="182" y="337"/>
                  </a:cxn>
                  <a:cxn ang="0">
                    <a:pos x="150" y="352"/>
                  </a:cxn>
                  <a:cxn ang="0">
                    <a:pos x="117" y="365"/>
                  </a:cxn>
                  <a:cxn ang="0">
                    <a:pos x="83" y="374"/>
                  </a:cxn>
                  <a:cxn ang="0">
                    <a:pos x="48" y="379"/>
                  </a:cxn>
                  <a:cxn ang="0">
                    <a:pos x="12" y="381"/>
                  </a:cxn>
                  <a:cxn ang="0">
                    <a:pos x="0" y="381"/>
                  </a:cxn>
                </a:cxnLst>
                <a:pathLst>
                  <a:path w="393" h="381">
                    <a:moveTo>
                      <a:pt x="393" y="0"/>
                    </a:moveTo>
                    <a:lnTo>
                      <a:pt x="387" y="40"/>
                    </a:lnTo>
                    <a:lnTo>
                      <a:pt x="378" y="79"/>
                    </a:lnTo>
                    <a:lnTo>
                      <a:pt x="366" y="116"/>
                    </a:lnTo>
                    <a:lnTo>
                      <a:pt x="351" y="152"/>
                    </a:lnTo>
                    <a:lnTo>
                      <a:pt x="333" y="185"/>
                    </a:lnTo>
                    <a:lnTo>
                      <a:pt x="313" y="216"/>
                    </a:lnTo>
                    <a:lnTo>
                      <a:pt x="291" y="246"/>
                    </a:lnTo>
                    <a:lnTo>
                      <a:pt x="266" y="272"/>
                    </a:lnTo>
                    <a:lnTo>
                      <a:pt x="240" y="296"/>
                    </a:lnTo>
                    <a:lnTo>
                      <a:pt x="212" y="318"/>
                    </a:lnTo>
                    <a:lnTo>
                      <a:pt x="182" y="337"/>
                    </a:lnTo>
                    <a:lnTo>
                      <a:pt x="150" y="352"/>
                    </a:lnTo>
                    <a:lnTo>
                      <a:pt x="117" y="365"/>
                    </a:lnTo>
                    <a:lnTo>
                      <a:pt x="83" y="374"/>
                    </a:lnTo>
                    <a:lnTo>
                      <a:pt x="48" y="379"/>
                    </a:lnTo>
                    <a:lnTo>
                      <a:pt x="12" y="381"/>
                    </a:lnTo>
                    <a:lnTo>
                      <a:pt x="0" y="381"/>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56" name="Freeform 49"/>
              <p:cNvSpPr/>
              <p:nvPr/>
            </p:nvSpPr>
            <p:spPr>
              <a:xfrm>
                <a:off x="4236" y="1960"/>
                <a:ext cx="384" cy="447"/>
              </a:xfrm>
              <a:custGeom>
                <a:avLst/>
                <a:gdLst/>
                <a:ahLst/>
                <a:cxnLst>
                  <a:cxn ang="0">
                    <a:pos x="0" y="0"/>
                  </a:cxn>
                  <a:cxn ang="0">
                    <a:pos x="20" y="1"/>
                  </a:cxn>
                  <a:cxn ang="0">
                    <a:pos x="39" y="2"/>
                  </a:cxn>
                  <a:cxn ang="0">
                    <a:pos x="58" y="5"/>
                  </a:cxn>
                  <a:cxn ang="0">
                    <a:pos x="77" y="9"/>
                  </a:cxn>
                  <a:cxn ang="0">
                    <a:pos x="96" y="14"/>
                  </a:cxn>
                  <a:cxn ang="0">
                    <a:pos x="114" y="20"/>
                  </a:cxn>
                  <a:cxn ang="0">
                    <a:pos x="149" y="34"/>
                  </a:cxn>
                  <a:cxn ang="0">
                    <a:pos x="183" y="53"/>
                  </a:cxn>
                  <a:cxn ang="0">
                    <a:pos x="215" y="74"/>
                  </a:cxn>
                  <a:cxn ang="0">
                    <a:pos x="244" y="99"/>
                  </a:cxn>
                  <a:cxn ang="0">
                    <a:pos x="272" y="128"/>
                  </a:cxn>
                  <a:cxn ang="0">
                    <a:pos x="296" y="158"/>
                  </a:cxn>
                  <a:cxn ang="0">
                    <a:pos x="318" y="192"/>
                  </a:cxn>
                  <a:cxn ang="0">
                    <a:pos x="338" y="228"/>
                  </a:cxn>
                  <a:cxn ang="0">
                    <a:pos x="354" y="266"/>
                  </a:cxn>
                  <a:cxn ang="0">
                    <a:pos x="367" y="306"/>
                  </a:cxn>
                  <a:cxn ang="0">
                    <a:pos x="376" y="347"/>
                  </a:cxn>
                  <a:cxn ang="0">
                    <a:pos x="382" y="391"/>
                  </a:cxn>
                  <a:cxn ang="0">
                    <a:pos x="384" y="413"/>
                  </a:cxn>
                  <a:cxn ang="0">
                    <a:pos x="384" y="435"/>
                  </a:cxn>
                  <a:cxn ang="0">
                    <a:pos x="384" y="441"/>
                  </a:cxn>
                  <a:cxn ang="0">
                    <a:pos x="383" y="447"/>
                  </a:cxn>
                </a:cxnLst>
                <a:pathLst>
                  <a:path w="384" h="447">
                    <a:moveTo>
                      <a:pt x="0" y="0"/>
                    </a:moveTo>
                    <a:lnTo>
                      <a:pt x="20" y="1"/>
                    </a:lnTo>
                    <a:lnTo>
                      <a:pt x="39" y="2"/>
                    </a:lnTo>
                    <a:lnTo>
                      <a:pt x="58" y="5"/>
                    </a:lnTo>
                    <a:lnTo>
                      <a:pt x="77" y="9"/>
                    </a:lnTo>
                    <a:lnTo>
                      <a:pt x="96" y="14"/>
                    </a:lnTo>
                    <a:lnTo>
                      <a:pt x="114" y="20"/>
                    </a:lnTo>
                    <a:lnTo>
                      <a:pt x="149" y="34"/>
                    </a:lnTo>
                    <a:lnTo>
                      <a:pt x="183" y="53"/>
                    </a:lnTo>
                    <a:lnTo>
                      <a:pt x="215" y="74"/>
                    </a:lnTo>
                    <a:lnTo>
                      <a:pt x="244" y="99"/>
                    </a:lnTo>
                    <a:lnTo>
                      <a:pt x="272" y="128"/>
                    </a:lnTo>
                    <a:lnTo>
                      <a:pt x="296" y="158"/>
                    </a:lnTo>
                    <a:lnTo>
                      <a:pt x="318" y="192"/>
                    </a:lnTo>
                    <a:lnTo>
                      <a:pt x="338" y="228"/>
                    </a:lnTo>
                    <a:lnTo>
                      <a:pt x="354" y="266"/>
                    </a:lnTo>
                    <a:lnTo>
                      <a:pt x="367" y="306"/>
                    </a:lnTo>
                    <a:lnTo>
                      <a:pt x="376" y="347"/>
                    </a:lnTo>
                    <a:lnTo>
                      <a:pt x="382" y="391"/>
                    </a:lnTo>
                    <a:lnTo>
                      <a:pt x="384" y="413"/>
                    </a:lnTo>
                    <a:lnTo>
                      <a:pt x="384" y="435"/>
                    </a:lnTo>
                    <a:lnTo>
                      <a:pt x="384" y="441"/>
                    </a:lnTo>
                    <a:lnTo>
                      <a:pt x="383" y="447"/>
                    </a:lnTo>
                  </a:path>
                </a:pathLst>
              </a:custGeom>
              <a:noFill/>
              <a:ln w="28575" cap="flat" cmpd="sng">
                <a:solidFill>
                  <a:srgbClr val="CC00CC"/>
                </a:solidFill>
                <a:prstDash val="solid"/>
                <a:round/>
                <a:headEnd type="none" w="med" len="med"/>
                <a:tailEnd type="none" w="med" len="med"/>
              </a:ln>
            </p:spPr>
            <p:txBody>
              <a:bodyPr/>
              <a:p>
                <a:endParaRPr lang="zh-CN" altLang="en-US"/>
              </a:p>
            </p:txBody>
          </p:sp>
          <p:sp>
            <p:nvSpPr>
              <p:cNvPr id="17457" name="Freeform 50"/>
              <p:cNvSpPr/>
              <p:nvPr/>
            </p:nvSpPr>
            <p:spPr>
              <a:xfrm>
                <a:off x="4560" y="2352"/>
                <a:ext cx="144" cy="148"/>
              </a:xfrm>
              <a:custGeom>
                <a:avLst/>
                <a:gdLst/>
                <a:ahLst/>
                <a:cxnLst>
                  <a:cxn ang="0">
                    <a:pos x="0" y="0"/>
                  </a:cxn>
                  <a:cxn ang="0">
                    <a:pos x="54" y="148"/>
                  </a:cxn>
                  <a:cxn ang="0">
                    <a:pos x="144" y="9"/>
                  </a:cxn>
                  <a:cxn ang="0">
                    <a:pos x="67" y="49"/>
                  </a:cxn>
                  <a:cxn ang="0">
                    <a:pos x="0" y="0"/>
                  </a:cxn>
                </a:cxnLst>
                <a:pathLst>
                  <a:path w="67" h="102">
                    <a:moveTo>
                      <a:pt x="0" y="0"/>
                    </a:moveTo>
                    <a:lnTo>
                      <a:pt x="25" y="102"/>
                    </a:lnTo>
                    <a:lnTo>
                      <a:pt x="67" y="6"/>
                    </a:lnTo>
                    <a:lnTo>
                      <a:pt x="31" y="34"/>
                    </a:lnTo>
                    <a:lnTo>
                      <a:pt x="0" y="0"/>
                    </a:lnTo>
                    <a:close/>
                  </a:path>
                </a:pathLst>
              </a:custGeom>
              <a:solidFill>
                <a:srgbClr val="CC00CC"/>
              </a:solidFill>
              <a:ln w="9525" cap="flat" cmpd="sng">
                <a:solidFill>
                  <a:srgbClr val="CC00CC"/>
                </a:solidFill>
                <a:prstDash val="solid"/>
                <a:round/>
                <a:headEnd type="none" w="med" len="med"/>
                <a:tailEnd type="none" w="med" len="med"/>
              </a:ln>
            </p:spPr>
            <p:txBody>
              <a:bodyPr/>
              <a:p>
                <a:endParaRPr lang="zh-CN" altLang="en-US"/>
              </a:p>
            </p:txBody>
          </p:sp>
        </p:grpSp>
        <p:sp>
          <p:nvSpPr>
            <p:cNvPr id="17458" name="Rectangle 51"/>
            <p:cNvSpPr/>
            <p:nvPr/>
          </p:nvSpPr>
          <p:spPr>
            <a:xfrm>
              <a:off x="1415" y="1727"/>
              <a:ext cx="3115" cy="192"/>
            </a:xfrm>
            <a:prstGeom prst="rect">
              <a:avLst/>
            </a:prstGeom>
            <a:gradFill rotWithShape="0">
              <a:gsLst>
                <a:gs pos="0">
                  <a:srgbClr val="FF9999"/>
                </a:gs>
                <a:gs pos="50000">
                  <a:srgbClr val="FFFFFF"/>
                </a:gs>
                <a:gs pos="100000">
                  <a:srgbClr val="FF9999"/>
                </a:gs>
              </a:gsLst>
              <a:lin ang="5400000" scaled="1"/>
              <a:tileRect/>
            </a:gradFill>
            <a:ln w="28575" cap="flat" cmpd="sng">
              <a:solidFill>
                <a:srgbClr val="CC0000"/>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7459" name="Text Box 52"/>
            <p:cNvSpPr txBox="1"/>
            <p:nvPr/>
          </p:nvSpPr>
          <p:spPr>
            <a:xfrm>
              <a:off x="1415" y="1641"/>
              <a:ext cx="3216" cy="327"/>
            </a:xfrm>
            <a:prstGeom prst="rect">
              <a:avLst/>
            </a:prstGeom>
            <a:noFill/>
            <a:ln w="9525">
              <a:noFill/>
            </a:ln>
          </p:spPr>
          <p:txBody>
            <a:bodyPr anchor="t" anchorCtr="0">
              <a:spAutoFit/>
            </a:bodyPr>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  +  +  +  +  +  +  +  +  +  +  +  +</a:t>
              </a:r>
              <a:endParaRPr lang="en-US" altLang="zh-CN" sz="2400" b="1" dirty="0">
                <a:latin typeface="Times New Roman" panose="02020603050405020304" pitchFamily="18" charset="0"/>
                <a:ea typeface="宋体" panose="02010600030101010101" pitchFamily="2" charset="-122"/>
              </a:endParaRPr>
            </a:p>
          </p:txBody>
        </p:sp>
        <p:sp>
          <p:nvSpPr>
            <p:cNvPr id="17460" name="Freeform 53"/>
            <p:cNvSpPr/>
            <p:nvPr/>
          </p:nvSpPr>
          <p:spPr>
            <a:xfrm>
              <a:off x="2423" y="2208"/>
              <a:ext cx="101" cy="127"/>
            </a:xfrm>
            <a:custGeom>
              <a:avLst/>
              <a:gdLst/>
              <a:ahLst/>
              <a:cxnLst>
                <a:cxn ang="0">
                  <a:pos x="0" y="0"/>
                </a:cxn>
                <a:cxn ang="0">
                  <a:pos x="51" y="127"/>
                </a:cxn>
                <a:cxn ang="0">
                  <a:pos x="101" y="0"/>
                </a:cxn>
                <a:cxn ang="0">
                  <a:pos x="51" y="40"/>
                </a:cxn>
                <a:cxn ang="0">
                  <a:pos x="0" y="0"/>
                </a:cxn>
              </a:cxnLst>
              <a:pathLst>
                <a:path w="67" h="99">
                  <a:moveTo>
                    <a:pt x="0" y="0"/>
                  </a:moveTo>
                  <a:lnTo>
                    <a:pt x="34" y="99"/>
                  </a:lnTo>
                  <a:lnTo>
                    <a:pt x="67" y="0"/>
                  </a:lnTo>
                  <a:lnTo>
                    <a:pt x="34" y="31"/>
                  </a:lnTo>
                  <a:lnTo>
                    <a:pt x="0" y="0"/>
                  </a:lnTo>
                  <a:close/>
                </a:path>
              </a:pathLst>
            </a:custGeom>
            <a:solidFill>
              <a:srgbClr val="CC00CC"/>
            </a:solidFill>
            <a:ln w="28575" cap="flat" cmpd="sng">
              <a:solidFill>
                <a:srgbClr val="CC00CC"/>
              </a:solidFill>
              <a:prstDash val="solid"/>
              <a:round/>
              <a:headEnd type="none" w="med" len="med"/>
              <a:tailEnd type="none" w="med" len="med"/>
            </a:ln>
          </p:spPr>
          <p:txBody>
            <a:bodyPr/>
            <a:p>
              <a:endParaRPr lang="zh-CN" altLang="en-US"/>
            </a:p>
          </p:txBody>
        </p:sp>
        <p:sp>
          <p:nvSpPr>
            <p:cNvPr id="15414" name="Rectangle 54"/>
            <p:cNvSpPr>
              <a:spLocks noChangeArrowheads="1"/>
            </p:cNvSpPr>
            <p:nvPr/>
          </p:nvSpPr>
          <p:spPr bwMode="auto">
            <a:xfrm>
              <a:off x="1415" y="2728"/>
              <a:ext cx="3120" cy="180"/>
            </a:xfrm>
            <a:prstGeom prst="rect">
              <a:avLst/>
            </a:prstGeom>
            <a:gradFill rotWithShape="0">
              <a:gsLst>
                <a:gs pos="0">
                  <a:schemeClr val="accent2"/>
                </a:gs>
                <a:gs pos="50000">
                  <a:srgbClr val="FFFFFF"/>
                </a:gs>
                <a:gs pos="100000">
                  <a:schemeClr val="accent2"/>
                </a:gs>
              </a:gsLst>
              <a:lin ang="5400000" scaled="1"/>
            </a:gradFill>
            <a:ln w="28575">
              <a:solidFill>
                <a:srgbClr val="0000FF"/>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62" name="Text Box 55"/>
            <p:cNvSpPr txBox="1"/>
            <p:nvPr/>
          </p:nvSpPr>
          <p:spPr>
            <a:xfrm>
              <a:off x="1415" y="2592"/>
              <a:ext cx="3216" cy="404"/>
            </a:xfrm>
            <a:prstGeom prst="rect">
              <a:avLst/>
            </a:prstGeom>
            <a:noFill/>
            <a:ln w="9525">
              <a:noFill/>
            </a:ln>
          </p:spPr>
          <p:txBody>
            <a:bodyPr anchor="t" anchorCtr="0">
              <a:spAutoFit/>
            </a:bodyPr>
            <a:p>
              <a:pPr>
                <a:spcBef>
                  <a:spcPct val="50000"/>
                </a:spcBef>
              </a:pPr>
              <a:r>
                <a:rPr lang="en-US" altLang="zh-CN" sz="3600" b="1" dirty="0">
                  <a:solidFill>
                    <a:srgbClr val="3333CC"/>
                  </a:solidFill>
                  <a:latin typeface="Times New Roman" panose="02020603050405020304" pitchFamily="18" charset="0"/>
                  <a:ea typeface="宋体" panose="02010600030101010101" pitchFamily="2" charset="-122"/>
                </a:rPr>
                <a:t>-  -  -  -  -  -  -  -  -  -  -  -  -</a:t>
              </a:r>
              <a:r>
                <a:rPr lang="en-US" altLang="zh-CN" sz="3600" b="1" dirty="0">
                  <a:solidFill>
                    <a:srgbClr val="000066"/>
                  </a:solidFill>
                  <a:latin typeface="Times New Roman" panose="02020603050405020304" pitchFamily="18" charset="0"/>
                  <a:ea typeface="宋体" panose="02010600030101010101" pitchFamily="2" charset="-122"/>
                </a:rPr>
                <a:t> </a:t>
              </a:r>
              <a:endParaRPr lang="en-US" altLang="zh-CN" sz="3600" b="1" dirty="0">
                <a:solidFill>
                  <a:srgbClr val="000066"/>
                </a:solidFill>
                <a:latin typeface="Times New Roman" panose="02020603050405020304" pitchFamily="18" charset="0"/>
                <a:ea typeface="宋体" panose="02010600030101010101" pitchFamily="2" charset="-122"/>
              </a:endParaRPr>
            </a:p>
          </p:txBody>
        </p:sp>
      </p:grpSp>
      <p:sp>
        <p:nvSpPr>
          <p:cNvPr id="15416" name="Rectangle 56"/>
          <p:cNvSpPr>
            <a:spLocks noChangeArrowheads="1"/>
          </p:cNvSpPr>
          <p:nvPr/>
        </p:nvSpPr>
        <p:spPr bwMode="auto">
          <a:xfrm>
            <a:off x="2667000" y="1905000"/>
            <a:ext cx="4876800" cy="427038"/>
          </a:xfrm>
          <a:prstGeom prst="rect">
            <a:avLst/>
          </a:prstGeom>
          <a:noFill/>
          <a:ln w="9525">
            <a:noFill/>
            <a:miter lim="800000"/>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带电平行板电容器的电场线</a:t>
            </a:r>
            <a:endParaRPr kumimoji="1" lang="zh-CN" altLang="en-US"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17464" name="Rectangle 57"/>
          <p:cNvSpPr/>
          <p:nvPr/>
        </p:nvSpPr>
        <p:spPr>
          <a:xfrm>
            <a:off x="1600200" y="1447800"/>
            <a:ext cx="6172200" cy="41148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17465" name="Rectangle 59"/>
          <p:cNvSpPr/>
          <p:nvPr/>
        </p:nvSpPr>
        <p:spPr>
          <a:xfrm>
            <a:off x="1116013" y="115888"/>
            <a:ext cx="1968500" cy="584200"/>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电场线</a:t>
            </a:r>
            <a:endParaRPr lang="zh-CN" altLang="en-US" sz="3200" b="1" dirty="0">
              <a:solidFill>
                <a:srgbClr val="333399"/>
              </a:solidFill>
              <a:latin typeface="宋体" panose="02010600030101010101" pitchFamily="2" charset="-122"/>
              <a:ea typeface="宋体" panose="02010600030101010101" pitchFamily="2" charset="-122"/>
            </a:endParaRPr>
          </a:p>
        </p:txBody>
      </p:sp>
    </p:spTree>
  </p:cSld>
  <p:clrMapOvr>
    <a:masterClrMapping/>
  </p:clrMapOvr>
  <p:transition spd="med">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3" name="Text Box 3"/>
          <p:cNvSpPr txBox="1"/>
          <p:nvPr/>
        </p:nvSpPr>
        <p:spPr>
          <a:xfrm>
            <a:off x="827405" y="908368"/>
            <a:ext cx="8283575" cy="1168400"/>
          </a:xfrm>
          <a:prstGeom prst="rect">
            <a:avLst/>
          </a:prstGeom>
          <a:noFill/>
          <a:ln w="9525">
            <a:noFill/>
          </a:ln>
        </p:spPr>
        <p:txBody>
          <a:bodyPr anchor="t" anchorCtr="0">
            <a:spAutoFit/>
          </a:bodyPr>
          <a:p>
            <a:pPr>
              <a:spcBef>
                <a:spcPct val="50000"/>
              </a:spcBef>
            </a:pPr>
            <a:r>
              <a:rPr lang="zh-CN" altLang="en-US" sz="2800" b="1" dirty="0">
                <a:solidFill>
                  <a:srgbClr val="CC0000"/>
                </a:solidFill>
                <a:latin typeface="宋体" panose="02010600030101010101" pitchFamily="2" charset="-122"/>
                <a:ea typeface="宋体" panose="02010600030101010101" pitchFamily="2" charset="-122"/>
              </a:rPr>
              <a:t>规定：</a:t>
            </a:r>
            <a:r>
              <a:rPr lang="en-US" altLang="zh-CN" sz="2800" b="1" dirty="0">
                <a:solidFill>
                  <a:srgbClr val="000000"/>
                </a:solidFill>
                <a:latin typeface="宋体" panose="02010600030101010101" pitchFamily="2" charset="-122"/>
                <a:ea typeface="宋体" panose="02010600030101010101" pitchFamily="2" charset="-122"/>
              </a:rPr>
              <a:t>1.</a:t>
            </a:r>
            <a:r>
              <a:rPr lang="zh-CN" altLang="en-US" sz="2800" b="1" dirty="0">
                <a:solidFill>
                  <a:srgbClr val="000000"/>
                </a:solidFill>
                <a:latin typeface="宋体" panose="02010600030101010101" pitchFamily="2" charset="-122"/>
                <a:ea typeface="宋体" panose="02010600030101010101" pitchFamily="2" charset="-122"/>
              </a:rPr>
              <a:t>曲线上每一点</a:t>
            </a:r>
            <a:r>
              <a:rPr lang="zh-CN" altLang="en-US" sz="2800" b="1" dirty="0">
                <a:solidFill>
                  <a:srgbClr val="FF0000"/>
                </a:solidFill>
                <a:latin typeface="宋体" panose="02010600030101010101" pitchFamily="2" charset="-122"/>
                <a:ea typeface="宋体" panose="02010600030101010101" pitchFamily="2" charset="-122"/>
              </a:rPr>
              <a:t>切线方向</a:t>
            </a:r>
            <a:r>
              <a:rPr lang="zh-CN" altLang="en-US" sz="2800" b="1" dirty="0">
                <a:solidFill>
                  <a:srgbClr val="000000"/>
                </a:solidFill>
                <a:latin typeface="宋体" panose="02010600030101010101" pitchFamily="2" charset="-122"/>
                <a:ea typeface="宋体" panose="02010600030101010101" pitchFamily="2" charset="-122"/>
              </a:rPr>
              <a:t>为该点场强方向；</a:t>
            </a:r>
            <a:endParaRPr lang="en-US" altLang="zh-CN" sz="2800" b="1" dirty="0">
              <a:solidFill>
                <a:srgbClr val="000000"/>
              </a:solidFill>
              <a:latin typeface="宋体" panose="02010600030101010101" pitchFamily="2" charset="-122"/>
              <a:ea typeface="宋体" panose="02010600030101010101" pitchFamily="2" charset="-122"/>
            </a:endParaRPr>
          </a:p>
          <a:p>
            <a:pPr>
              <a:spcBef>
                <a:spcPct val="50000"/>
              </a:spcBef>
            </a:pPr>
            <a:r>
              <a:rPr lang="en-US" altLang="zh-CN" sz="2800" b="1" dirty="0">
                <a:solidFill>
                  <a:srgbClr val="000000"/>
                </a:solidFill>
                <a:latin typeface="宋体" panose="02010600030101010101" pitchFamily="2" charset="-122"/>
                <a:ea typeface="宋体" panose="02010600030101010101" pitchFamily="2" charset="-122"/>
              </a:rPr>
              <a:t>      2.</a:t>
            </a:r>
            <a:r>
              <a:rPr lang="zh-CN" altLang="en-US" sz="2800" b="1" dirty="0">
                <a:solidFill>
                  <a:srgbClr val="000000"/>
                </a:solidFill>
                <a:latin typeface="宋体" panose="02010600030101010101" pitchFamily="2" charset="-122"/>
                <a:ea typeface="宋体" panose="02010600030101010101" pitchFamily="2" charset="-122"/>
              </a:rPr>
              <a:t> 电场线的疏密表示电场强度的大小</a:t>
            </a:r>
            <a:r>
              <a:rPr lang="en-US" altLang="zh-CN" sz="2800" b="1" dirty="0">
                <a:solidFill>
                  <a:srgbClr val="000000"/>
                </a:solidFill>
                <a:latin typeface="宋体" panose="02010600030101010101" pitchFamily="2" charset="-122"/>
                <a:ea typeface="宋体" panose="02010600030101010101" pitchFamily="2" charset="-122"/>
              </a:rPr>
              <a:t>.</a:t>
            </a:r>
            <a:endParaRPr lang="zh-CN" altLang="en-US" sz="2800" b="1" dirty="0">
              <a:solidFill>
                <a:srgbClr val="000000"/>
              </a:solidFill>
              <a:latin typeface="宋体" panose="02010600030101010101" pitchFamily="2" charset="-122"/>
              <a:ea typeface="宋体" panose="02010600030101010101" pitchFamily="2" charset="-122"/>
            </a:endParaRPr>
          </a:p>
        </p:txBody>
      </p:sp>
      <p:sp>
        <p:nvSpPr>
          <p:cNvPr id="7171" name="Rectangle 59"/>
          <p:cNvSpPr/>
          <p:nvPr/>
        </p:nvSpPr>
        <p:spPr>
          <a:xfrm>
            <a:off x="1116013" y="115888"/>
            <a:ext cx="1968500" cy="584200"/>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电场线</a:t>
            </a:r>
            <a:endParaRPr lang="zh-CN" altLang="en-US" sz="3200" b="1" dirty="0">
              <a:solidFill>
                <a:srgbClr val="333399"/>
              </a:solidFill>
              <a:latin typeface="宋体" panose="02010600030101010101" pitchFamily="2" charset="-122"/>
              <a:ea typeface="宋体" panose="02010600030101010101" pitchFamily="2" charset="-122"/>
            </a:endParaRPr>
          </a:p>
        </p:txBody>
      </p:sp>
      <p:sp>
        <p:nvSpPr>
          <p:cNvPr id="1033" name="Text Box 6"/>
          <p:cNvSpPr txBox="1">
            <a:spLocks noChangeArrowheads="1"/>
          </p:cNvSpPr>
          <p:nvPr>
            <p:custDataLst>
              <p:tags r:id="rId1"/>
            </p:custDataLst>
          </p:nvPr>
        </p:nvSpPr>
        <p:spPr bwMode="auto">
          <a:xfrm>
            <a:off x="971472" y="4564187"/>
            <a:ext cx="77724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2800" b="1" dirty="0">
                <a:solidFill>
                  <a:srgbClr val="CC0000"/>
                </a:solidFill>
                <a:latin typeface="宋体" panose="02010600030101010101" pitchFamily="2" charset="-122"/>
              </a:rPr>
              <a:t>(</a:t>
            </a:r>
            <a:r>
              <a:rPr lang="en-US" altLang="zh-CN" sz="2800" b="1" dirty="0">
                <a:solidFill>
                  <a:srgbClr val="CC0000"/>
                </a:solidFill>
                <a:latin typeface="Times New Roman" panose="02020603050405020304" pitchFamily="18" charset="0"/>
              </a:rPr>
              <a:t>1</a:t>
            </a:r>
            <a:r>
              <a:rPr lang="en-US" altLang="zh-CN" sz="2800" b="1" dirty="0">
                <a:solidFill>
                  <a:srgbClr val="CC0000"/>
                </a:solidFill>
                <a:latin typeface="宋体" panose="02010600030101010101" pitchFamily="2" charset="-122"/>
              </a:rPr>
              <a:t>) </a:t>
            </a:r>
            <a:r>
              <a:rPr lang="zh-CN" altLang="en-US" sz="2800" b="1" dirty="0">
                <a:solidFill>
                  <a:srgbClr val="000000"/>
                </a:solidFill>
                <a:latin typeface="宋体" panose="02010600030101010101" pitchFamily="2" charset="-122"/>
              </a:rPr>
              <a:t>始正于负，不会在没有电荷的地方中断</a:t>
            </a:r>
            <a:r>
              <a:rPr lang="en-US" altLang="zh-CN" sz="2800" b="1" dirty="0">
                <a:solidFill>
                  <a:srgbClr val="000000"/>
                </a:solidFill>
                <a:latin typeface="宋体" panose="02010600030101010101" pitchFamily="2" charset="-122"/>
              </a:rPr>
              <a:t>.</a:t>
            </a:r>
            <a:endParaRPr lang="en-US" altLang="zh-CN" sz="2800" b="1" dirty="0">
              <a:solidFill>
                <a:srgbClr val="000000"/>
              </a:solidFill>
              <a:latin typeface="Times New Roman" panose="02020603050405020304" pitchFamily="18" charset="0"/>
            </a:endParaRPr>
          </a:p>
        </p:txBody>
      </p:sp>
      <p:sp>
        <p:nvSpPr>
          <p:cNvPr id="1035" name="Text Box 20"/>
          <p:cNvSpPr txBox="1">
            <a:spLocks noChangeArrowheads="1"/>
          </p:cNvSpPr>
          <p:nvPr>
            <p:custDataLst>
              <p:tags r:id="rId2"/>
            </p:custDataLst>
          </p:nvPr>
        </p:nvSpPr>
        <p:spPr bwMode="auto">
          <a:xfrm>
            <a:off x="971472" y="5156856"/>
            <a:ext cx="8418066"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2800" b="1" dirty="0">
                <a:solidFill>
                  <a:srgbClr val="CC0000"/>
                </a:solidFill>
                <a:latin typeface="宋体" panose="02010600030101010101" pitchFamily="2" charset="-122"/>
              </a:rPr>
              <a:t>(</a:t>
            </a:r>
            <a:r>
              <a:rPr lang="en-US" altLang="zh-CN" sz="2800" b="1" dirty="0">
                <a:solidFill>
                  <a:srgbClr val="CC0000"/>
                </a:solidFill>
                <a:latin typeface="Times New Roman" panose="02020603050405020304" pitchFamily="18" charset="0"/>
              </a:rPr>
              <a:t>2</a:t>
            </a:r>
            <a:r>
              <a:rPr lang="en-US" altLang="zh-CN" sz="2800" b="1" dirty="0">
                <a:solidFill>
                  <a:srgbClr val="CC0000"/>
                </a:solidFill>
                <a:latin typeface="宋体" panose="02010600030101010101" pitchFamily="2" charset="-122"/>
              </a:rPr>
              <a:t>) </a:t>
            </a:r>
            <a:r>
              <a:rPr lang="zh-CN" altLang="en-US" sz="2800" b="1" dirty="0">
                <a:latin typeface="宋体" panose="02010600030101010101" pitchFamily="2" charset="-122"/>
              </a:rPr>
              <a:t>在没有点电荷的空间，任何两条电场线不相交</a:t>
            </a: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p:txBody>
      </p:sp>
      <p:sp>
        <p:nvSpPr>
          <p:cNvPr id="20484" name="Rectangle 59"/>
          <p:cNvSpPr>
            <a:spLocks noChangeArrowheads="1"/>
          </p:cNvSpPr>
          <p:nvPr>
            <p:custDataLst>
              <p:tags r:id="rId3"/>
            </p:custDataLst>
          </p:nvPr>
        </p:nvSpPr>
        <p:spPr bwMode="auto">
          <a:xfrm>
            <a:off x="539750" y="4146550"/>
            <a:ext cx="9785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0000FF"/>
                </a:solidFill>
                <a:latin typeface="宋体" panose="02010600030101010101" pitchFamily="2" charset="-122"/>
              </a:rPr>
              <a:t>特点</a:t>
            </a:r>
            <a:endParaRPr lang="zh-CN" altLang="en-US" sz="2800" b="1" dirty="0">
              <a:solidFill>
                <a:srgbClr val="0000FF"/>
              </a:solidFill>
              <a:latin typeface="宋体" panose="02010600030101010101" pitchFamily="2" charset="-122"/>
            </a:endParaRPr>
          </a:p>
        </p:txBody>
      </p:sp>
      <p:sp>
        <p:nvSpPr>
          <p:cNvPr id="32" name="Text Box 10"/>
          <p:cNvSpPr txBox="1">
            <a:spLocks noChangeArrowheads="1"/>
          </p:cNvSpPr>
          <p:nvPr>
            <p:custDataLst>
              <p:tags r:id="rId4"/>
            </p:custDataLst>
          </p:nvPr>
        </p:nvSpPr>
        <p:spPr bwMode="auto">
          <a:xfrm>
            <a:off x="1043940" y="5805170"/>
            <a:ext cx="61544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dirty="0">
                <a:solidFill>
                  <a:srgbClr val="CC0000"/>
                </a:solidFill>
                <a:latin typeface="宋体" panose="02010600030101010101" pitchFamily="2" charset="-122"/>
              </a:rPr>
              <a:t>(</a:t>
            </a:r>
            <a:r>
              <a:rPr lang="en-US" altLang="zh-CN" sz="2800" b="1" dirty="0">
                <a:solidFill>
                  <a:srgbClr val="CC0000"/>
                </a:solidFill>
                <a:latin typeface="Times New Roman" panose="02020603050405020304" pitchFamily="18" charset="0"/>
              </a:rPr>
              <a:t>3</a:t>
            </a:r>
            <a:r>
              <a:rPr lang="en-US" altLang="zh-CN" sz="2800" b="1" dirty="0">
                <a:solidFill>
                  <a:srgbClr val="CC0000"/>
                </a:solidFill>
                <a:latin typeface="宋体" panose="02010600030101010101" pitchFamily="2" charset="-122"/>
              </a:rPr>
              <a:t>) </a:t>
            </a:r>
            <a:r>
              <a:rPr lang="zh-CN" altLang="en-US" sz="2800" b="1" dirty="0">
                <a:latin typeface="宋体" panose="02010600030101010101" pitchFamily="2" charset="-122"/>
              </a:rPr>
              <a:t>静电场中的电场线不形成闭合线</a:t>
            </a:r>
            <a:r>
              <a:rPr lang="en-US" altLang="zh-CN" sz="2800" b="1" dirty="0">
                <a:latin typeface="宋体" panose="02010600030101010101" pitchFamily="2" charset="-122"/>
              </a:rPr>
              <a:t>.</a:t>
            </a:r>
            <a:endParaRPr lang="zh-CN" altLang="en-US" sz="2800" b="1" dirty="0">
              <a:latin typeface="宋体" panose="02010600030101010101" pitchFamily="2" charset="-122"/>
            </a:endParaRPr>
          </a:p>
        </p:txBody>
      </p:sp>
      <p:pic>
        <p:nvPicPr>
          <p:cNvPr id="121862" name="图片 121861" descr="电场线-5-9(a)"/>
          <p:cNvPicPr>
            <a:picLocks noChangeAspect="1"/>
          </p:cNvPicPr>
          <p:nvPr>
            <p:custDataLst>
              <p:tags r:id="rId5"/>
            </p:custDataLst>
          </p:nvPr>
        </p:nvPicPr>
        <p:blipFill>
          <a:blip r:embed="rId6"/>
          <a:stretch>
            <a:fillRect/>
          </a:stretch>
        </p:blipFill>
        <p:spPr>
          <a:xfrm>
            <a:off x="836295" y="2060575"/>
            <a:ext cx="2223135" cy="2223135"/>
          </a:xfrm>
          <a:prstGeom prst="rect">
            <a:avLst/>
          </a:prstGeom>
          <a:noFill/>
          <a:ln w="9525">
            <a:noFill/>
          </a:ln>
        </p:spPr>
      </p:pic>
      <p:pic>
        <p:nvPicPr>
          <p:cNvPr id="121863" name="图片 121862" descr="电场线-5-9(b)"/>
          <p:cNvPicPr>
            <a:picLocks noChangeAspect="1"/>
          </p:cNvPicPr>
          <p:nvPr>
            <p:custDataLst>
              <p:tags r:id="rId7"/>
            </p:custDataLst>
          </p:nvPr>
        </p:nvPicPr>
        <p:blipFill>
          <a:blip r:embed="rId8"/>
          <a:stretch>
            <a:fillRect/>
          </a:stretch>
        </p:blipFill>
        <p:spPr>
          <a:xfrm>
            <a:off x="3636010" y="2077085"/>
            <a:ext cx="2152015" cy="2162175"/>
          </a:xfrm>
          <a:prstGeom prst="rect">
            <a:avLst/>
          </a:prstGeom>
          <a:noFill/>
          <a:ln w="9525">
            <a:noFill/>
          </a:ln>
        </p:spPr>
      </p:pic>
      <p:pic>
        <p:nvPicPr>
          <p:cNvPr id="121864" name="图片 121863" descr="电场线-5-9(c)"/>
          <p:cNvPicPr>
            <a:picLocks noChangeAspect="1"/>
          </p:cNvPicPr>
          <p:nvPr>
            <p:custDataLst>
              <p:tags r:id="rId9"/>
            </p:custDataLst>
          </p:nvPr>
        </p:nvPicPr>
        <p:blipFill>
          <a:blip r:embed="rId10"/>
          <a:stretch>
            <a:fillRect/>
          </a:stretch>
        </p:blipFill>
        <p:spPr>
          <a:xfrm>
            <a:off x="6461125" y="2077085"/>
            <a:ext cx="2245360" cy="2245360"/>
          </a:xfrm>
          <a:prstGeom prst="rect">
            <a:avLst/>
          </a:prstGeom>
          <a:noFill/>
          <a:ln w="9525">
            <a:noFill/>
          </a:ln>
        </p:spPr>
      </p:pic>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63"/>
                                        </p:tgtEl>
                                        <p:attrNameLst>
                                          <p:attrName>style.visibility</p:attrName>
                                        </p:attrNameLst>
                                      </p:cBhvr>
                                      <p:to>
                                        <p:strVal val="visible"/>
                                      </p:to>
                                    </p:set>
                                    <p:animEffect transition="in" filter="blinds(horizontal)">
                                      <p:cBhvr>
                                        <p:cTn id="7" dur="500"/>
                                        <p:tgtEl>
                                          <p:spTgt spid="1945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862"/>
                                        </p:tgtEl>
                                        <p:attrNameLst>
                                          <p:attrName>style.visibility</p:attrName>
                                        </p:attrNameLst>
                                      </p:cBhvr>
                                      <p:to>
                                        <p:strVal val="visible"/>
                                      </p:to>
                                    </p:set>
                                    <p:animEffect transition="in" filter="fade">
                                      <p:cBhvr>
                                        <p:cTn id="12" dur="2000"/>
                                        <p:tgtEl>
                                          <p:spTgt spid="12186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1863"/>
                                        </p:tgtEl>
                                        <p:attrNameLst>
                                          <p:attrName>style.visibility</p:attrName>
                                        </p:attrNameLst>
                                      </p:cBhvr>
                                      <p:to>
                                        <p:strVal val="visible"/>
                                      </p:to>
                                    </p:set>
                                    <p:animEffect transition="in" filter="fade">
                                      <p:cBhvr>
                                        <p:cTn id="17" dur="2000"/>
                                        <p:tgtEl>
                                          <p:spTgt spid="1218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1864"/>
                                        </p:tgtEl>
                                        <p:attrNameLst>
                                          <p:attrName>style.visibility</p:attrName>
                                        </p:attrNameLst>
                                      </p:cBhvr>
                                      <p:to>
                                        <p:strVal val="visible"/>
                                      </p:to>
                                    </p:set>
                                    <p:animEffect transition="in" filter="fade">
                                      <p:cBhvr>
                                        <p:cTn id="22" dur="2000"/>
                                        <p:tgtEl>
                                          <p:spTgt spid="12186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033"/>
                                        </p:tgtEl>
                                        <p:attrNameLst>
                                          <p:attrName>style.visibility</p:attrName>
                                        </p:attrNameLst>
                                      </p:cBhvr>
                                      <p:to>
                                        <p:strVal val="visible"/>
                                      </p:to>
                                    </p:set>
                                    <p:animEffect transition="in" filter="blinds(horizontal)">
                                      <p:cBhvr>
                                        <p:cTn id="31" dur="500"/>
                                        <p:tgtEl>
                                          <p:spTgt spid="103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035"/>
                                        </p:tgtEl>
                                        <p:attrNameLst>
                                          <p:attrName>style.visibility</p:attrName>
                                        </p:attrNameLst>
                                      </p:cBhvr>
                                      <p:to>
                                        <p:strVal val="visible"/>
                                      </p:to>
                                    </p:set>
                                    <p:animEffect transition="in" filter="blinds(horizontal)">
                                      <p:cBhvr>
                                        <p:cTn id="36" dur="500"/>
                                        <p:tgtEl>
                                          <p:spTgt spid="1035"/>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strips(downRight)">
                                      <p:cBhvr>
                                        <p:cTn id="4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p:bldP spid="1033" grpId="0"/>
      <p:bldP spid="1035" grpId="0"/>
      <p:bldP spid="20484"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ext Box 5"/>
          <p:cNvSpPr txBox="1"/>
          <p:nvPr/>
        </p:nvSpPr>
        <p:spPr>
          <a:xfrm>
            <a:off x="923925" y="161925"/>
            <a:ext cx="5049838" cy="583565"/>
          </a:xfrm>
          <a:prstGeom prst="rect">
            <a:avLst/>
          </a:prstGeom>
          <a:noFill/>
          <a:ln w="12700">
            <a:noFill/>
          </a:ln>
        </p:spPr>
        <p:txBody>
          <a:bodyPr anchor="t" anchorCtr="0">
            <a:spAutoFit/>
          </a:bodyPr>
          <a:p>
            <a:pPr algn="ctr">
              <a:spcBef>
                <a:spcPct val="50000"/>
              </a:spcBef>
            </a:pPr>
            <a:r>
              <a:rPr lang="zh-CN" altLang="en-US" sz="3200" dirty="0">
                <a:solidFill>
                  <a:srgbClr val="000000"/>
                </a:solidFill>
                <a:latin typeface="黑体" panose="02010609060101010101" pitchFamily="49" charset="-122"/>
                <a:ea typeface="黑体" panose="02010609060101010101" pitchFamily="49" charset="-122"/>
              </a:rPr>
              <a:t>电场线密度表示场强大小</a:t>
            </a:r>
            <a:endParaRPr lang="zh-CN" altLang="en-US" sz="3200" dirty="0">
              <a:solidFill>
                <a:srgbClr val="000000"/>
              </a:solidFill>
              <a:latin typeface="黑体" panose="02010609060101010101" pitchFamily="49" charset="-122"/>
              <a:ea typeface="黑体" panose="02010609060101010101" pitchFamily="49" charset="-122"/>
            </a:endParaRPr>
          </a:p>
        </p:txBody>
      </p:sp>
      <p:grpSp>
        <p:nvGrpSpPr>
          <p:cNvPr id="2" name="Group 21"/>
          <p:cNvGrpSpPr/>
          <p:nvPr/>
        </p:nvGrpSpPr>
        <p:grpSpPr>
          <a:xfrm>
            <a:off x="4622483" y="1938020"/>
            <a:ext cx="3962400" cy="2057400"/>
            <a:chOff x="1714" y="2688"/>
            <a:chExt cx="2496" cy="1296"/>
          </a:xfrm>
        </p:grpSpPr>
        <p:sp>
          <p:nvSpPr>
            <p:cNvPr id="22532" name="Rectangle 22"/>
            <p:cNvSpPr/>
            <p:nvPr/>
          </p:nvSpPr>
          <p:spPr>
            <a:xfrm>
              <a:off x="1714" y="2688"/>
              <a:ext cx="2496" cy="1296"/>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solidFill>
                  <a:srgbClr val="000000"/>
                </a:solidFill>
                <a:latin typeface="Arial" panose="020B0604020202020204" pitchFamily="34" charset="0"/>
                <a:ea typeface="宋体" panose="02010600030101010101" pitchFamily="2" charset="-122"/>
              </a:endParaRPr>
            </a:p>
          </p:txBody>
        </p:sp>
        <p:grpSp>
          <p:nvGrpSpPr>
            <p:cNvPr id="22533" name="Group 23"/>
            <p:cNvGrpSpPr/>
            <p:nvPr/>
          </p:nvGrpSpPr>
          <p:grpSpPr>
            <a:xfrm>
              <a:off x="1810" y="2975"/>
              <a:ext cx="2352" cy="768"/>
              <a:chOff x="3264" y="1631"/>
              <a:chExt cx="2352" cy="768"/>
            </a:xfrm>
          </p:grpSpPr>
          <p:sp>
            <p:nvSpPr>
              <p:cNvPr id="22534" name="Line 24"/>
              <p:cNvSpPr/>
              <p:nvPr/>
            </p:nvSpPr>
            <p:spPr>
              <a:xfrm>
                <a:off x="3744" y="1631"/>
                <a:ext cx="1872" cy="0"/>
              </a:xfrm>
              <a:prstGeom prst="line">
                <a:avLst/>
              </a:prstGeom>
              <a:ln w="19050" cap="flat" cmpd="sng">
                <a:solidFill>
                  <a:srgbClr val="FF6600"/>
                </a:solidFill>
                <a:prstDash val="solid"/>
                <a:round/>
                <a:headEnd type="none" w="med" len="med"/>
                <a:tailEnd type="triangle" w="sm" len="lg"/>
              </a:ln>
            </p:spPr>
          </p:sp>
          <p:sp>
            <p:nvSpPr>
              <p:cNvPr id="22535" name="Line 25"/>
              <p:cNvSpPr/>
              <p:nvPr/>
            </p:nvSpPr>
            <p:spPr>
              <a:xfrm>
                <a:off x="3600" y="1727"/>
                <a:ext cx="1872" cy="0"/>
              </a:xfrm>
              <a:prstGeom prst="line">
                <a:avLst/>
              </a:prstGeom>
              <a:ln w="19050" cap="flat" cmpd="sng">
                <a:solidFill>
                  <a:srgbClr val="FF6600"/>
                </a:solidFill>
                <a:prstDash val="solid"/>
                <a:round/>
                <a:headEnd type="none" w="med" len="med"/>
                <a:tailEnd type="triangle" w="sm" len="lg"/>
              </a:ln>
            </p:spPr>
          </p:sp>
          <p:sp>
            <p:nvSpPr>
              <p:cNvPr id="22536" name="Line 26"/>
              <p:cNvSpPr/>
              <p:nvPr/>
            </p:nvSpPr>
            <p:spPr>
              <a:xfrm>
                <a:off x="3504" y="1823"/>
                <a:ext cx="1872" cy="0"/>
              </a:xfrm>
              <a:prstGeom prst="line">
                <a:avLst/>
              </a:prstGeom>
              <a:ln w="19050" cap="flat" cmpd="sng">
                <a:solidFill>
                  <a:srgbClr val="FF6600"/>
                </a:solidFill>
                <a:prstDash val="solid"/>
                <a:round/>
                <a:headEnd type="none" w="med" len="med"/>
                <a:tailEnd type="triangle" w="sm" len="lg"/>
              </a:ln>
            </p:spPr>
          </p:sp>
          <p:sp>
            <p:nvSpPr>
              <p:cNvPr id="22537" name="Line 27"/>
              <p:cNvSpPr/>
              <p:nvPr/>
            </p:nvSpPr>
            <p:spPr>
              <a:xfrm>
                <a:off x="3744" y="1919"/>
                <a:ext cx="1872" cy="0"/>
              </a:xfrm>
              <a:prstGeom prst="line">
                <a:avLst/>
              </a:prstGeom>
              <a:ln w="19050" cap="flat" cmpd="sng">
                <a:solidFill>
                  <a:srgbClr val="FF6600"/>
                </a:solidFill>
                <a:prstDash val="solid"/>
                <a:round/>
                <a:headEnd type="none" w="med" len="med"/>
                <a:tailEnd type="triangle" w="sm" len="lg"/>
              </a:ln>
            </p:spPr>
          </p:sp>
          <p:sp>
            <p:nvSpPr>
              <p:cNvPr id="22538" name="Line 28"/>
              <p:cNvSpPr/>
              <p:nvPr/>
            </p:nvSpPr>
            <p:spPr>
              <a:xfrm>
                <a:off x="3552" y="2015"/>
                <a:ext cx="1872" cy="0"/>
              </a:xfrm>
              <a:prstGeom prst="line">
                <a:avLst/>
              </a:prstGeom>
              <a:ln w="19050" cap="flat" cmpd="sng">
                <a:solidFill>
                  <a:srgbClr val="FF6600"/>
                </a:solidFill>
                <a:prstDash val="solid"/>
                <a:round/>
                <a:headEnd type="none" w="med" len="med"/>
                <a:tailEnd type="triangle" w="sm" len="lg"/>
              </a:ln>
            </p:spPr>
          </p:sp>
          <p:sp>
            <p:nvSpPr>
              <p:cNvPr id="22539" name="Line 29"/>
              <p:cNvSpPr/>
              <p:nvPr/>
            </p:nvSpPr>
            <p:spPr>
              <a:xfrm>
                <a:off x="3408" y="2111"/>
                <a:ext cx="1872" cy="0"/>
              </a:xfrm>
              <a:prstGeom prst="line">
                <a:avLst/>
              </a:prstGeom>
              <a:ln w="19050" cap="flat" cmpd="sng">
                <a:solidFill>
                  <a:srgbClr val="FF6600"/>
                </a:solidFill>
                <a:prstDash val="solid"/>
                <a:round/>
                <a:headEnd type="none" w="med" len="med"/>
                <a:tailEnd type="triangle" w="sm" len="lg"/>
              </a:ln>
            </p:spPr>
          </p:sp>
          <p:sp>
            <p:nvSpPr>
              <p:cNvPr id="22540" name="Line 30"/>
              <p:cNvSpPr/>
              <p:nvPr/>
            </p:nvSpPr>
            <p:spPr>
              <a:xfrm>
                <a:off x="3648" y="2207"/>
                <a:ext cx="1872" cy="0"/>
              </a:xfrm>
              <a:prstGeom prst="line">
                <a:avLst/>
              </a:prstGeom>
              <a:ln w="19050" cap="flat" cmpd="sng">
                <a:solidFill>
                  <a:srgbClr val="FF6600"/>
                </a:solidFill>
                <a:prstDash val="solid"/>
                <a:round/>
                <a:headEnd type="none" w="med" len="med"/>
                <a:tailEnd type="triangle" w="sm" len="lg"/>
              </a:ln>
            </p:spPr>
          </p:sp>
          <p:sp>
            <p:nvSpPr>
              <p:cNvPr id="22541" name="Line 31"/>
              <p:cNvSpPr/>
              <p:nvPr/>
            </p:nvSpPr>
            <p:spPr>
              <a:xfrm>
                <a:off x="3456" y="2303"/>
                <a:ext cx="1872" cy="0"/>
              </a:xfrm>
              <a:prstGeom prst="line">
                <a:avLst/>
              </a:prstGeom>
              <a:ln w="19050" cap="flat" cmpd="sng">
                <a:solidFill>
                  <a:srgbClr val="FF6600"/>
                </a:solidFill>
                <a:prstDash val="solid"/>
                <a:round/>
                <a:headEnd type="none" w="med" len="med"/>
                <a:tailEnd type="triangle" w="sm" len="lg"/>
              </a:ln>
            </p:spPr>
          </p:sp>
          <p:sp>
            <p:nvSpPr>
              <p:cNvPr id="22542" name="Line 32"/>
              <p:cNvSpPr/>
              <p:nvPr/>
            </p:nvSpPr>
            <p:spPr>
              <a:xfrm>
                <a:off x="3264" y="2399"/>
                <a:ext cx="1872" cy="0"/>
              </a:xfrm>
              <a:prstGeom prst="line">
                <a:avLst/>
              </a:prstGeom>
              <a:ln w="19050" cap="flat" cmpd="sng">
                <a:solidFill>
                  <a:srgbClr val="FF6600"/>
                </a:solidFill>
                <a:prstDash val="solid"/>
                <a:round/>
                <a:headEnd type="none" w="med" len="med"/>
                <a:tailEnd type="triangle" w="sm" len="lg"/>
              </a:ln>
            </p:spPr>
          </p:sp>
          <p:sp>
            <p:nvSpPr>
              <p:cNvPr id="22543" name="AutoShape 33"/>
              <p:cNvSpPr/>
              <p:nvPr/>
            </p:nvSpPr>
            <p:spPr>
              <a:xfrm rot="9725049">
                <a:off x="4126" y="1668"/>
                <a:ext cx="751" cy="580"/>
              </a:xfrm>
              <a:prstGeom prst="parallelogram">
                <a:avLst>
                  <a:gd name="adj" fmla="val 32370"/>
                </a:avLst>
              </a:prstGeom>
              <a:solidFill>
                <a:schemeClr val="accent1"/>
              </a:solidFill>
              <a:ln w="19050" cap="flat" cmpd="sng">
                <a:solidFill>
                  <a:schemeClr val="tx1"/>
                </a:solidFill>
                <a:prstDash val="solid"/>
                <a:miter/>
                <a:headEnd type="none" w="med" len="med"/>
                <a:tailEnd type="none" w="med" len="med"/>
              </a:ln>
            </p:spPr>
            <p:txBody>
              <a:bodyPr wrap="none" anchor="ctr" anchorCtr="0"/>
              <a:p>
                <a:pPr algn="ctr"/>
                <a:endParaRPr lang="zh-CN" altLang="en-US" dirty="0">
                  <a:solidFill>
                    <a:srgbClr val="000000"/>
                  </a:solidFill>
                  <a:latin typeface="Arial" panose="020B0604020202020204" pitchFamily="34" charset="0"/>
                  <a:ea typeface="宋体" panose="02010600030101010101" pitchFamily="2" charset="-122"/>
                </a:endParaRPr>
              </a:p>
            </p:txBody>
          </p:sp>
          <p:sp>
            <p:nvSpPr>
              <p:cNvPr id="22544" name="Line 34"/>
              <p:cNvSpPr/>
              <p:nvPr/>
            </p:nvSpPr>
            <p:spPr>
              <a:xfrm flipH="1">
                <a:off x="4656" y="1919"/>
                <a:ext cx="144" cy="0"/>
              </a:xfrm>
              <a:prstGeom prst="line">
                <a:avLst/>
              </a:prstGeom>
              <a:ln w="19050" cap="flat" cmpd="sng">
                <a:solidFill>
                  <a:srgbClr val="FF6600"/>
                </a:solidFill>
                <a:prstDash val="solid"/>
                <a:round/>
                <a:headEnd type="none" w="med" len="med"/>
                <a:tailEnd type="none" w="sm" len="lg"/>
              </a:ln>
            </p:spPr>
          </p:sp>
          <p:sp>
            <p:nvSpPr>
              <p:cNvPr id="22545" name="Line 35"/>
              <p:cNvSpPr/>
              <p:nvPr/>
            </p:nvSpPr>
            <p:spPr>
              <a:xfrm flipH="1">
                <a:off x="4464" y="2015"/>
                <a:ext cx="384" cy="0"/>
              </a:xfrm>
              <a:prstGeom prst="line">
                <a:avLst/>
              </a:prstGeom>
              <a:ln w="19050" cap="flat" cmpd="sng">
                <a:solidFill>
                  <a:srgbClr val="FF6600"/>
                </a:solidFill>
                <a:prstDash val="solid"/>
                <a:round/>
                <a:headEnd type="none" w="med" len="med"/>
                <a:tailEnd type="none" w="sm" len="lg"/>
              </a:ln>
            </p:spPr>
          </p:sp>
          <p:sp>
            <p:nvSpPr>
              <p:cNvPr id="22546" name="Line 36"/>
              <p:cNvSpPr/>
              <p:nvPr/>
            </p:nvSpPr>
            <p:spPr>
              <a:xfrm flipH="1">
                <a:off x="4320" y="2111"/>
                <a:ext cx="528" cy="0"/>
              </a:xfrm>
              <a:prstGeom prst="line">
                <a:avLst/>
              </a:prstGeom>
              <a:ln w="19050" cap="flat" cmpd="sng">
                <a:solidFill>
                  <a:srgbClr val="FF6600"/>
                </a:solidFill>
                <a:prstDash val="solid"/>
                <a:round/>
                <a:headEnd type="none" w="med" len="med"/>
                <a:tailEnd type="none" w="sm" len="lg"/>
              </a:ln>
            </p:spPr>
          </p:sp>
          <p:sp>
            <p:nvSpPr>
              <p:cNvPr id="22547" name="Line 37"/>
              <p:cNvSpPr/>
              <p:nvPr/>
            </p:nvSpPr>
            <p:spPr>
              <a:xfrm flipH="1">
                <a:off x="4656" y="2207"/>
                <a:ext cx="96" cy="0"/>
              </a:xfrm>
              <a:prstGeom prst="line">
                <a:avLst/>
              </a:prstGeom>
              <a:ln w="19050" cap="flat" cmpd="sng">
                <a:solidFill>
                  <a:srgbClr val="FF6600"/>
                </a:solidFill>
                <a:prstDash val="solid"/>
                <a:round/>
                <a:headEnd type="none" w="med" len="med"/>
                <a:tailEnd type="none" w="sm" len="lg"/>
              </a:ln>
            </p:spPr>
          </p:sp>
          <p:sp>
            <p:nvSpPr>
              <p:cNvPr id="22548" name="Line 38"/>
              <p:cNvSpPr/>
              <p:nvPr/>
            </p:nvSpPr>
            <p:spPr>
              <a:xfrm flipH="1">
                <a:off x="4368" y="2303"/>
                <a:ext cx="96" cy="0"/>
              </a:xfrm>
              <a:prstGeom prst="line">
                <a:avLst/>
              </a:prstGeom>
              <a:ln w="19050" cap="flat" cmpd="sng">
                <a:solidFill>
                  <a:srgbClr val="FF6600"/>
                </a:solidFill>
                <a:prstDash val="solid"/>
                <a:round/>
                <a:headEnd type="none" w="med" len="med"/>
                <a:tailEnd type="none" w="sm" len="lg"/>
              </a:ln>
            </p:spPr>
          </p:sp>
          <p:sp>
            <p:nvSpPr>
              <p:cNvPr id="22549" name="Line 39"/>
              <p:cNvSpPr/>
              <p:nvPr/>
            </p:nvSpPr>
            <p:spPr>
              <a:xfrm flipH="1">
                <a:off x="4368" y="1823"/>
                <a:ext cx="480" cy="0"/>
              </a:xfrm>
              <a:prstGeom prst="line">
                <a:avLst/>
              </a:prstGeom>
              <a:ln w="19050" cap="flat" cmpd="sng">
                <a:solidFill>
                  <a:srgbClr val="FF6600"/>
                </a:solidFill>
                <a:prstDash val="solid"/>
                <a:round/>
                <a:headEnd type="none" w="med" len="med"/>
                <a:tailEnd type="none" w="sm" len="lg"/>
              </a:ln>
            </p:spPr>
          </p:sp>
          <p:sp>
            <p:nvSpPr>
              <p:cNvPr id="22550" name="Line 40"/>
              <p:cNvSpPr/>
              <p:nvPr/>
            </p:nvSpPr>
            <p:spPr>
              <a:xfrm flipH="1">
                <a:off x="4560" y="1727"/>
                <a:ext cx="240" cy="0"/>
              </a:xfrm>
              <a:prstGeom prst="line">
                <a:avLst/>
              </a:prstGeom>
              <a:ln w="19050" cap="flat" cmpd="sng">
                <a:solidFill>
                  <a:srgbClr val="FF6600"/>
                </a:solidFill>
                <a:prstDash val="solid"/>
                <a:round/>
                <a:headEnd type="none" w="med" len="med"/>
                <a:tailEnd type="none" w="sm" len="lg"/>
              </a:ln>
            </p:spPr>
          </p:sp>
          <p:graphicFrame>
            <p:nvGraphicFramePr>
              <p:cNvPr id="22551" name="Object 7"/>
              <p:cNvGraphicFramePr/>
              <p:nvPr/>
            </p:nvGraphicFramePr>
            <p:xfrm>
              <a:off x="4992" y="1823"/>
              <a:ext cx="267" cy="338"/>
            </p:xfrm>
            <a:graphic>
              <a:graphicData uri="http://schemas.openxmlformats.org/presentationml/2006/ole">
                <mc:AlternateContent xmlns:mc="http://schemas.openxmlformats.org/markup-compatibility/2006">
                  <mc:Choice xmlns:v="urn:schemas-microsoft-com:vml" Requires="v">
                    <p:oleObj spid="_x0000_s3081" name="" r:id="rId1" imgW="3657600" imgH="4572000" progId="Equation.3">
                      <p:embed/>
                    </p:oleObj>
                  </mc:Choice>
                  <mc:Fallback>
                    <p:oleObj name="" r:id="rId1" imgW="3657600" imgH="4572000" progId="Equation.3">
                      <p:embed/>
                      <p:pic>
                        <p:nvPicPr>
                          <p:cNvPr id="0" name="图片 3080"/>
                          <p:cNvPicPr/>
                          <p:nvPr/>
                        </p:nvPicPr>
                        <p:blipFill>
                          <a:blip r:embed="rId2"/>
                          <a:stretch>
                            <a:fillRect/>
                          </a:stretch>
                        </p:blipFill>
                        <p:spPr>
                          <a:xfrm>
                            <a:off x="4992" y="1823"/>
                            <a:ext cx="267" cy="338"/>
                          </a:xfrm>
                          <a:prstGeom prst="rect">
                            <a:avLst/>
                          </a:prstGeom>
                          <a:noFill/>
                          <a:ln w="38100">
                            <a:noFill/>
                            <a:miter/>
                          </a:ln>
                        </p:spPr>
                      </p:pic>
                    </p:oleObj>
                  </mc:Fallback>
                </mc:AlternateContent>
              </a:graphicData>
            </a:graphic>
          </p:graphicFrame>
        </p:grpSp>
        <p:graphicFrame>
          <p:nvGraphicFramePr>
            <p:cNvPr id="22552" name="Object 6"/>
            <p:cNvGraphicFramePr/>
            <p:nvPr/>
          </p:nvGraphicFramePr>
          <p:xfrm>
            <a:off x="2766" y="3281"/>
            <a:ext cx="310" cy="350"/>
          </p:xfrm>
          <a:graphic>
            <a:graphicData uri="http://schemas.openxmlformats.org/presentationml/2006/ole">
              <mc:AlternateContent xmlns:mc="http://schemas.openxmlformats.org/markup-compatibility/2006">
                <mc:Choice xmlns:v="urn:schemas-microsoft-com:vml" Requires="v">
                  <p:oleObj spid="_x0000_s3080" name="" r:id="rId3" imgW="4572000" imgH="5181600" progId="Equation.3">
                    <p:embed/>
                  </p:oleObj>
                </mc:Choice>
                <mc:Fallback>
                  <p:oleObj name="" r:id="rId3" imgW="4572000" imgH="5181600" progId="Equation.3">
                    <p:embed/>
                    <p:pic>
                      <p:nvPicPr>
                        <p:cNvPr id="0" name="图片 3079"/>
                        <p:cNvPicPr/>
                        <p:nvPr/>
                      </p:nvPicPr>
                      <p:blipFill>
                        <a:blip r:embed="rId4"/>
                        <a:stretch>
                          <a:fillRect/>
                        </a:stretch>
                      </p:blipFill>
                      <p:spPr>
                        <a:xfrm>
                          <a:off x="2766" y="3281"/>
                          <a:ext cx="310" cy="350"/>
                        </a:xfrm>
                        <a:prstGeom prst="rect">
                          <a:avLst/>
                        </a:prstGeom>
                        <a:noFill/>
                        <a:ln w="38100">
                          <a:noFill/>
                          <a:miter/>
                        </a:ln>
                      </p:spPr>
                    </p:pic>
                  </p:oleObj>
                </mc:Fallback>
              </mc:AlternateContent>
            </a:graphicData>
          </a:graphic>
        </p:graphicFrame>
      </p:grpSp>
      <p:graphicFrame>
        <p:nvGraphicFramePr>
          <p:cNvPr id="103468" name="Object 44"/>
          <p:cNvGraphicFramePr/>
          <p:nvPr/>
        </p:nvGraphicFramePr>
        <p:xfrm>
          <a:off x="1187133" y="1937703"/>
          <a:ext cx="2413000" cy="1155700"/>
        </p:xfrm>
        <a:graphic>
          <a:graphicData uri="http://schemas.openxmlformats.org/presentationml/2006/ole">
            <mc:AlternateContent xmlns:mc="http://schemas.openxmlformats.org/markup-compatibility/2006">
              <mc:Choice xmlns:v="urn:schemas-microsoft-com:vml" Requires="v">
                <p:oleObj spid="_x0000_s3079" name="" r:id="rId5" imgW="20421600" imgH="10363200" progId="Equation.3">
                  <p:embed/>
                </p:oleObj>
              </mc:Choice>
              <mc:Fallback>
                <p:oleObj name="" r:id="rId5" imgW="20421600" imgH="10363200" progId="Equation.3">
                  <p:embed/>
                  <p:pic>
                    <p:nvPicPr>
                      <p:cNvPr id="0" name="图片 3078"/>
                      <p:cNvPicPr/>
                      <p:nvPr/>
                    </p:nvPicPr>
                    <p:blipFill>
                      <a:blip r:embed="rId6"/>
                      <a:stretch>
                        <a:fillRect/>
                      </a:stretch>
                    </p:blipFill>
                    <p:spPr>
                      <a:xfrm>
                        <a:off x="1187133" y="1937703"/>
                        <a:ext cx="2413000" cy="1155700"/>
                      </a:xfrm>
                      <a:prstGeom prst="rect">
                        <a:avLst/>
                      </a:prstGeom>
                      <a:noFill/>
                      <a:ln w="38100">
                        <a:noFill/>
                        <a:miter/>
                      </a:ln>
                    </p:spPr>
                  </p:pic>
                </p:oleObj>
              </mc:Fallback>
            </mc:AlternateContent>
          </a:graphicData>
        </a:graphic>
      </p:graphicFrame>
      <p:sp>
        <p:nvSpPr>
          <p:cNvPr id="3" name="Text Box 19"/>
          <p:cNvSpPr txBox="1">
            <a:spLocks noChangeArrowheads="1"/>
          </p:cNvSpPr>
          <p:nvPr>
            <p:custDataLst>
              <p:tags r:id="rId7"/>
            </p:custDataLst>
          </p:nvPr>
        </p:nvSpPr>
        <p:spPr bwMode="auto">
          <a:xfrm>
            <a:off x="467360" y="908685"/>
            <a:ext cx="750125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FF0000"/>
                </a:solidFill>
                <a:latin typeface="宋体" panose="02010600030101010101" pitchFamily="2" charset="-122"/>
              </a:rPr>
              <a:t>电场线密度：</a:t>
            </a:r>
            <a:r>
              <a:rPr lang="zh-CN" altLang="en-US" sz="2800" b="1" dirty="0">
                <a:solidFill>
                  <a:srgbClr val="0000FF"/>
                </a:solidFill>
                <a:latin typeface="宋体" panose="02010600030101010101" pitchFamily="2" charset="-122"/>
              </a:rPr>
              <a:t>垂直于电场方向上</a:t>
            </a:r>
            <a:r>
              <a:rPr lang="zh-CN" altLang="en-US" sz="2800" b="1" dirty="0">
                <a:latin typeface="宋体" panose="02010600030101010101" pitchFamily="2" charset="-122"/>
              </a:rPr>
              <a:t>单位面积所通过的电场线的数量，表示该点电场强度的大小</a:t>
            </a:r>
            <a:r>
              <a:rPr lang="en-US" altLang="zh-CN" sz="2800" b="1" dirty="0">
                <a:latin typeface="宋体" panose="02010600030101010101" pitchFamily="2" charset="-122"/>
              </a:rPr>
              <a:t>.</a:t>
            </a:r>
            <a:endParaRPr lang="zh-CN" altLang="en-US" sz="2800" b="1" dirty="0">
              <a:latin typeface="宋体" panose="02010600030101010101" pitchFamily="2" charset="-122"/>
            </a:endParaRPr>
          </a:p>
        </p:txBody>
      </p:sp>
      <p:grpSp>
        <p:nvGrpSpPr>
          <p:cNvPr id="6" name="Group 44"/>
          <p:cNvGrpSpPr/>
          <p:nvPr/>
        </p:nvGrpSpPr>
        <p:grpSpPr>
          <a:xfrm>
            <a:off x="5453063" y="4887913"/>
            <a:ext cx="3352800" cy="1219200"/>
            <a:chOff x="2832" y="2976"/>
            <a:chExt cx="2112" cy="768"/>
          </a:xfrm>
        </p:grpSpPr>
        <p:sp>
          <p:nvSpPr>
            <p:cNvPr id="7" name="Freeform 45"/>
            <p:cNvSpPr/>
            <p:nvPr>
              <p:custDataLst>
                <p:tags r:id="rId8"/>
              </p:custDataLst>
            </p:nvPr>
          </p:nvSpPr>
          <p:spPr>
            <a:xfrm>
              <a:off x="2832" y="2976"/>
              <a:ext cx="1920" cy="336"/>
            </a:xfrm>
            <a:custGeom>
              <a:avLst/>
              <a:gdLst/>
              <a:ahLst/>
              <a:cxnLst>
                <a:cxn ang="0">
                  <a:pos x="0" y="336"/>
                </a:cxn>
                <a:cxn ang="0">
                  <a:pos x="672" y="96"/>
                </a:cxn>
                <a:cxn ang="0">
                  <a:pos x="1392" y="0"/>
                </a:cxn>
                <a:cxn ang="0">
                  <a:pos x="1920" y="96"/>
                </a:cxn>
              </a:cxnLst>
              <a:pathLst>
                <a:path w="1920" h="336">
                  <a:moveTo>
                    <a:pt x="0" y="336"/>
                  </a:moveTo>
                  <a:cubicBezTo>
                    <a:pt x="220" y="244"/>
                    <a:pt x="440" y="152"/>
                    <a:pt x="672" y="96"/>
                  </a:cubicBezTo>
                  <a:cubicBezTo>
                    <a:pt x="904" y="40"/>
                    <a:pt x="1184" y="0"/>
                    <a:pt x="1392" y="0"/>
                  </a:cubicBezTo>
                  <a:cubicBezTo>
                    <a:pt x="1600" y="0"/>
                    <a:pt x="1760" y="48"/>
                    <a:pt x="1920" y="96"/>
                  </a:cubicBezTo>
                </a:path>
              </a:pathLst>
            </a:custGeom>
            <a:noFill/>
            <a:ln w="19050" cap="flat" cmpd="sng">
              <a:solidFill>
                <a:srgbClr val="FF9900"/>
              </a:solidFill>
              <a:prstDash val="solid"/>
              <a:round/>
              <a:headEnd type="none" w="med" len="med"/>
              <a:tailEnd type="triangle" w="med" len="med"/>
            </a:ln>
          </p:spPr>
          <p:txBody>
            <a:bodyPr/>
            <a:p>
              <a:endParaRPr lang="zh-CN" altLang="en-US"/>
            </a:p>
          </p:txBody>
        </p:sp>
        <p:sp>
          <p:nvSpPr>
            <p:cNvPr id="8" name="Freeform 46"/>
            <p:cNvSpPr/>
            <p:nvPr>
              <p:custDataLst>
                <p:tags r:id="rId9"/>
              </p:custDataLst>
            </p:nvPr>
          </p:nvSpPr>
          <p:spPr>
            <a:xfrm>
              <a:off x="2880" y="3184"/>
              <a:ext cx="2064" cy="272"/>
            </a:xfrm>
            <a:custGeom>
              <a:avLst/>
              <a:gdLst/>
              <a:ahLst/>
              <a:cxnLst>
                <a:cxn ang="0">
                  <a:pos x="0" y="272"/>
                </a:cxn>
                <a:cxn ang="0">
                  <a:pos x="768" y="32"/>
                </a:cxn>
                <a:cxn ang="0">
                  <a:pos x="1536" y="80"/>
                </a:cxn>
                <a:cxn ang="0">
                  <a:pos x="2064" y="272"/>
                </a:cxn>
              </a:cxnLst>
              <a:pathLst>
                <a:path w="2064" h="272">
                  <a:moveTo>
                    <a:pt x="0" y="272"/>
                  </a:moveTo>
                  <a:cubicBezTo>
                    <a:pt x="256" y="168"/>
                    <a:pt x="512" y="64"/>
                    <a:pt x="768" y="32"/>
                  </a:cubicBezTo>
                  <a:cubicBezTo>
                    <a:pt x="1024" y="0"/>
                    <a:pt x="1320" y="40"/>
                    <a:pt x="1536" y="80"/>
                  </a:cubicBezTo>
                  <a:cubicBezTo>
                    <a:pt x="1752" y="120"/>
                    <a:pt x="1908" y="196"/>
                    <a:pt x="2064" y="272"/>
                  </a:cubicBezTo>
                </a:path>
              </a:pathLst>
            </a:custGeom>
            <a:noFill/>
            <a:ln w="19050" cap="flat" cmpd="sng">
              <a:solidFill>
                <a:srgbClr val="FF9900"/>
              </a:solidFill>
              <a:prstDash val="solid"/>
              <a:round/>
              <a:headEnd type="none" w="med" len="med"/>
              <a:tailEnd type="triangle" w="med" len="med"/>
            </a:ln>
          </p:spPr>
          <p:txBody>
            <a:bodyPr/>
            <a:p>
              <a:endParaRPr lang="zh-CN" altLang="en-US"/>
            </a:p>
          </p:txBody>
        </p:sp>
        <p:sp>
          <p:nvSpPr>
            <p:cNvPr id="10" name="Freeform 47"/>
            <p:cNvSpPr/>
            <p:nvPr>
              <p:custDataLst>
                <p:tags r:id="rId10"/>
              </p:custDataLst>
            </p:nvPr>
          </p:nvSpPr>
          <p:spPr>
            <a:xfrm>
              <a:off x="2880" y="3384"/>
              <a:ext cx="1968" cy="360"/>
            </a:xfrm>
            <a:custGeom>
              <a:avLst/>
              <a:gdLst/>
              <a:ahLst/>
              <a:cxnLst>
                <a:cxn ang="0">
                  <a:pos x="0" y="216"/>
                </a:cxn>
                <a:cxn ang="0">
                  <a:pos x="672" y="24"/>
                </a:cxn>
                <a:cxn ang="0">
                  <a:pos x="1296" y="72"/>
                </a:cxn>
                <a:cxn ang="0">
                  <a:pos x="1968" y="360"/>
                </a:cxn>
              </a:cxnLst>
              <a:pathLst>
                <a:path w="1968" h="360">
                  <a:moveTo>
                    <a:pt x="0" y="216"/>
                  </a:moveTo>
                  <a:cubicBezTo>
                    <a:pt x="228" y="132"/>
                    <a:pt x="456" y="48"/>
                    <a:pt x="672" y="24"/>
                  </a:cubicBezTo>
                  <a:cubicBezTo>
                    <a:pt x="888" y="0"/>
                    <a:pt x="1080" y="16"/>
                    <a:pt x="1296" y="72"/>
                  </a:cubicBezTo>
                  <a:cubicBezTo>
                    <a:pt x="1512" y="128"/>
                    <a:pt x="1740" y="244"/>
                    <a:pt x="1968" y="360"/>
                  </a:cubicBezTo>
                </a:path>
              </a:pathLst>
            </a:custGeom>
            <a:noFill/>
            <a:ln w="19050" cap="flat" cmpd="sng">
              <a:solidFill>
                <a:srgbClr val="FF9900"/>
              </a:solidFill>
              <a:prstDash val="solid"/>
              <a:round/>
              <a:headEnd type="none" w="med" len="med"/>
              <a:tailEnd type="triangle" w="med" len="med"/>
            </a:ln>
          </p:spPr>
          <p:txBody>
            <a:bodyPr/>
            <a:p>
              <a:endParaRPr lang="zh-CN" altLang="en-US"/>
            </a:p>
          </p:txBody>
        </p:sp>
      </p:grpSp>
      <p:sp>
        <p:nvSpPr>
          <p:cNvPr id="12" name="Oval 48"/>
          <p:cNvSpPr/>
          <p:nvPr>
            <p:custDataLst>
              <p:tags r:id="rId11"/>
            </p:custDataLst>
          </p:nvPr>
        </p:nvSpPr>
        <p:spPr>
          <a:xfrm>
            <a:off x="6824663" y="5268913"/>
            <a:ext cx="76200" cy="76200"/>
          </a:xfrm>
          <a:prstGeom prst="ellipse">
            <a:avLst/>
          </a:prstGeom>
          <a:solidFill>
            <a:srgbClr val="FF3300"/>
          </a:solidFill>
          <a:ln w="9525" cap="flat" cmpd="sng">
            <a:solidFill>
              <a:srgbClr val="FF33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13" name="Line 50"/>
          <p:cNvSpPr/>
          <p:nvPr>
            <p:custDataLst>
              <p:tags r:id="rId12"/>
            </p:custDataLst>
          </p:nvPr>
        </p:nvSpPr>
        <p:spPr>
          <a:xfrm>
            <a:off x="6900863" y="5268913"/>
            <a:ext cx="1182687" cy="0"/>
          </a:xfrm>
          <a:prstGeom prst="line">
            <a:avLst/>
          </a:prstGeom>
          <a:ln w="28575" cap="flat" cmpd="sng">
            <a:solidFill>
              <a:srgbClr val="FF3300"/>
            </a:solidFill>
            <a:prstDash val="solid"/>
            <a:round/>
            <a:headEnd type="none" w="med" len="med"/>
            <a:tailEnd type="triangle" w="med" len="med"/>
          </a:ln>
        </p:spPr>
      </p:sp>
      <p:grpSp>
        <p:nvGrpSpPr>
          <p:cNvPr id="14" name="Group 61"/>
          <p:cNvGrpSpPr/>
          <p:nvPr/>
        </p:nvGrpSpPr>
        <p:grpSpPr>
          <a:xfrm>
            <a:off x="6215063" y="4583113"/>
            <a:ext cx="838200" cy="1143000"/>
            <a:chOff x="3312" y="3216"/>
            <a:chExt cx="528" cy="720"/>
          </a:xfrm>
        </p:grpSpPr>
        <p:grpSp>
          <p:nvGrpSpPr>
            <p:cNvPr id="15" name="Group 59"/>
            <p:cNvGrpSpPr/>
            <p:nvPr/>
          </p:nvGrpSpPr>
          <p:grpSpPr>
            <a:xfrm>
              <a:off x="3600" y="3264"/>
              <a:ext cx="240" cy="672"/>
              <a:chOff x="3600" y="3264"/>
              <a:chExt cx="240" cy="672"/>
            </a:xfrm>
          </p:grpSpPr>
          <p:sp>
            <p:nvSpPr>
              <p:cNvPr id="16" name="Line 55"/>
              <p:cNvSpPr/>
              <p:nvPr>
                <p:custDataLst>
                  <p:tags r:id="rId13"/>
                </p:custDataLst>
              </p:nvPr>
            </p:nvSpPr>
            <p:spPr>
              <a:xfrm flipH="1">
                <a:off x="3600" y="3264"/>
                <a:ext cx="240" cy="336"/>
              </a:xfrm>
              <a:prstGeom prst="line">
                <a:avLst/>
              </a:prstGeom>
              <a:ln w="9525" cap="flat" cmpd="sng">
                <a:solidFill>
                  <a:schemeClr val="hlink"/>
                </a:solidFill>
                <a:prstDash val="solid"/>
                <a:round/>
                <a:headEnd type="none" w="med" len="med"/>
                <a:tailEnd type="none" w="med" len="med"/>
              </a:ln>
            </p:spPr>
          </p:sp>
          <p:sp>
            <p:nvSpPr>
              <p:cNvPr id="17" name="Line 56"/>
              <p:cNvSpPr/>
              <p:nvPr>
                <p:custDataLst>
                  <p:tags r:id="rId14"/>
                </p:custDataLst>
              </p:nvPr>
            </p:nvSpPr>
            <p:spPr>
              <a:xfrm>
                <a:off x="3600" y="3600"/>
                <a:ext cx="0" cy="336"/>
              </a:xfrm>
              <a:prstGeom prst="line">
                <a:avLst/>
              </a:prstGeom>
              <a:ln w="9525" cap="flat" cmpd="sng">
                <a:solidFill>
                  <a:schemeClr val="hlink"/>
                </a:solidFill>
                <a:prstDash val="solid"/>
                <a:round/>
                <a:headEnd type="none" w="med" len="med"/>
                <a:tailEnd type="none" w="med" len="med"/>
              </a:ln>
            </p:spPr>
          </p:sp>
          <p:sp>
            <p:nvSpPr>
              <p:cNvPr id="18" name="Line 57"/>
              <p:cNvSpPr/>
              <p:nvPr>
                <p:custDataLst>
                  <p:tags r:id="rId15"/>
                </p:custDataLst>
              </p:nvPr>
            </p:nvSpPr>
            <p:spPr>
              <a:xfrm>
                <a:off x="3840" y="3264"/>
                <a:ext cx="0" cy="336"/>
              </a:xfrm>
              <a:prstGeom prst="line">
                <a:avLst/>
              </a:prstGeom>
              <a:ln w="9525" cap="rnd" cmpd="sng">
                <a:solidFill>
                  <a:schemeClr val="hlink"/>
                </a:solidFill>
                <a:prstDash val="sysDot"/>
                <a:round/>
                <a:headEnd type="none" w="med" len="med"/>
                <a:tailEnd type="none" w="med" len="med"/>
              </a:ln>
            </p:spPr>
          </p:sp>
          <p:sp>
            <p:nvSpPr>
              <p:cNvPr id="19" name="Line 58"/>
              <p:cNvSpPr/>
              <p:nvPr>
                <p:custDataLst>
                  <p:tags r:id="rId16"/>
                </p:custDataLst>
              </p:nvPr>
            </p:nvSpPr>
            <p:spPr>
              <a:xfrm flipH="1">
                <a:off x="3600" y="3600"/>
                <a:ext cx="240" cy="336"/>
              </a:xfrm>
              <a:prstGeom prst="line">
                <a:avLst/>
              </a:prstGeom>
              <a:ln w="9525" cap="rnd" cmpd="sng">
                <a:solidFill>
                  <a:schemeClr val="hlink"/>
                </a:solidFill>
                <a:prstDash val="sysDot"/>
                <a:round/>
                <a:headEnd type="none" w="med" len="med"/>
                <a:tailEnd type="none" w="med" len="med"/>
              </a:ln>
            </p:spPr>
          </p:sp>
        </p:grpSp>
        <p:graphicFrame>
          <p:nvGraphicFramePr>
            <p:cNvPr id="20" name="Object 42"/>
            <p:cNvGraphicFramePr/>
            <p:nvPr>
              <p:custDataLst>
                <p:tags r:id="rId17"/>
              </p:custDataLst>
            </p:nvPr>
          </p:nvGraphicFramePr>
          <p:xfrm>
            <a:off x="3312" y="3216"/>
            <a:ext cx="384" cy="307"/>
          </p:xfrm>
          <a:graphic>
            <a:graphicData uri="http://schemas.openxmlformats.org/presentationml/2006/ole">
              <mc:AlternateContent xmlns:mc="http://schemas.openxmlformats.org/markup-compatibility/2006">
                <mc:Choice xmlns:v="urn:schemas-microsoft-com:vml" Requires="v">
                  <p:oleObj spid="_x0000_s21" name="" r:id="rId18" imgW="6400800" imgH="5486400" progId="Equation.DSMT4">
                    <p:embed/>
                  </p:oleObj>
                </mc:Choice>
                <mc:Fallback>
                  <p:oleObj name="" r:id="rId18" imgW="6400800" imgH="5486400" progId="Equation.DSMT4">
                    <p:embed/>
                    <p:pic>
                      <p:nvPicPr>
                        <p:cNvPr id="0" name="图片 3076"/>
                        <p:cNvPicPr/>
                        <p:nvPr/>
                      </p:nvPicPr>
                      <p:blipFill>
                        <a:blip r:embed="rId19">
                          <a:clrChange>
                            <a:clrFrom>
                              <a:srgbClr val="000000"/>
                            </a:clrFrom>
                            <a:clrTo>
                              <a:srgbClr val="000000">
                                <a:alpha val="0"/>
                              </a:srgbClr>
                            </a:clrTo>
                          </a:clrChange>
                        </a:blip>
                        <a:stretch>
                          <a:fillRect/>
                        </a:stretch>
                      </p:blipFill>
                      <p:spPr>
                        <a:xfrm>
                          <a:off x="3312" y="3216"/>
                          <a:ext cx="384" cy="307"/>
                        </a:xfrm>
                        <a:prstGeom prst="rect">
                          <a:avLst/>
                        </a:prstGeom>
                        <a:noFill/>
                        <a:ln w="38100">
                          <a:noFill/>
                          <a:miter/>
                        </a:ln>
                      </p:spPr>
                    </p:pic>
                  </p:oleObj>
                </mc:Fallback>
              </mc:AlternateContent>
            </a:graphicData>
          </a:graphic>
        </p:graphicFrame>
      </p:grpSp>
      <p:sp>
        <p:nvSpPr>
          <p:cNvPr id="22" name="Text Box 4"/>
          <p:cNvSpPr txBox="1"/>
          <p:nvPr>
            <p:custDataLst>
              <p:tags r:id="rId20"/>
            </p:custDataLst>
          </p:nvPr>
        </p:nvSpPr>
        <p:spPr>
          <a:xfrm>
            <a:off x="323215" y="3169603"/>
            <a:ext cx="2470150" cy="497205"/>
          </a:xfrm>
          <a:prstGeom prst="rect">
            <a:avLst/>
          </a:prstGeom>
          <a:noFill/>
          <a:ln w="9525">
            <a:noFill/>
          </a:ln>
        </p:spPr>
        <p:txBody>
          <a:bodyPr anchor="t" anchorCtr="0">
            <a:spAutoFit/>
          </a:bodyPr>
          <a:p>
            <a:pPr>
              <a:lnSpc>
                <a:spcPct val="110000"/>
              </a:lnSpc>
            </a:pPr>
            <a:r>
              <a:rPr lang="zh-CN" altLang="en-US" sz="2400" b="1" dirty="0">
                <a:solidFill>
                  <a:srgbClr val="FF0000"/>
                </a:solidFill>
                <a:latin typeface="黑体" panose="02010609060101010101" pitchFamily="49" charset="-122"/>
                <a:ea typeface="黑体" panose="02010609060101010101" pitchFamily="49" charset="-122"/>
              </a:rPr>
              <a:t>对于非均匀电场</a:t>
            </a:r>
            <a:endParaRPr lang="zh-CN" altLang="en-US" sz="2400" b="1" dirty="0">
              <a:solidFill>
                <a:srgbClr val="FF0000"/>
              </a:solidFill>
              <a:latin typeface="黑体" panose="02010609060101010101" pitchFamily="49" charset="-122"/>
              <a:ea typeface="黑体" panose="02010609060101010101" pitchFamily="49" charset="-122"/>
            </a:endParaRPr>
          </a:p>
        </p:txBody>
      </p:sp>
      <p:graphicFrame>
        <p:nvGraphicFramePr>
          <p:cNvPr id="23" name="Object 41"/>
          <p:cNvGraphicFramePr/>
          <p:nvPr>
            <p:custDataLst>
              <p:tags r:id="rId21"/>
            </p:custDataLst>
          </p:nvPr>
        </p:nvGraphicFramePr>
        <p:xfrm>
          <a:off x="8102600" y="4999038"/>
          <a:ext cx="423863" cy="536575"/>
        </p:xfrm>
        <a:graphic>
          <a:graphicData uri="http://schemas.openxmlformats.org/presentationml/2006/ole">
            <mc:AlternateContent xmlns:mc="http://schemas.openxmlformats.org/markup-compatibility/2006">
              <mc:Choice xmlns:v="urn:schemas-microsoft-com:vml" Requires="v">
                <p:oleObj spid="_x0000_s24" name="" r:id="rId22" imgW="3657600" imgH="4572000" progId="Equation.3">
                  <p:embed/>
                </p:oleObj>
              </mc:Choice>
              <mc:Fallback>
                <p:oleObj name="" r:id="rId22" imgW="3657600" imgH="4572000" progId="Equation.3">
                  <p:embed/>
                  <p:pic>
                    <p:nvPicPr>
                      <p:cNvPr id="0" name="图片 3075"/>
                      <p:cNvPicPr/>
                      <p:nvPr/>
                    </p:nvPicPr>
                    <p:blipFill>
                      <a:blip r:embed="rId2"/>
                      <a:stretch>
                        <a:fillRect/>
                      </a:stretch>
                    </p:blipFill>
                    <p:spPr>
                      <a:xfrm>
                        <a:off x="8102600" y="4999038"/>
                        <a:ext cx="423863" cy="536575"/>
                      </a:xfrm>
                      <a:prstGeom prst="rect">
                        <a:avLst/>
                      </a:prstGeom>
                      <a:noFill/>
                      <a:ln w="38100">
                        <a:noFill/>
                        <a:miter/>
                      </a:ln>
                    </p:spPr>
                  </p:pic>
                </p:oleObj>
              </mc:Fallback>
            </mc:AlternateContent>
          </a:graphicData>
        </a:graphic>
      </p:graphicFrame>
      <p:graphicFrame>
        <p:nvGraphicFramePr>
          <p:cNvPr id="25" name="Object 39"/>
          <p:cNvGraphicFramePr/>
          <p:nvPr>
            <p:custDataLst>
              <p:tags r:id="rId23"/>
            </p:custDataLst>
          </p:nvPr>
        </p:nvGraphicFramePr>
        <p:xfrm>
          <a:off x="1619885" y="5485765"/>
          <a:ext cx="1684020" cy="1025525"/>
        </p:xfrm>
        <a:graphic>
          <a:graphicData uri="http://schemas.openxmlformats.org/presentationml/2006/ole">
            <mc:AlternateContent xmlns:mc="http://schemas.openxmlformats.org/markup-compatibility/2006">
              <mc:Choice xmlns:v="urn:schemas-microsoft-com:vml" Requires="v">
                <p:oleObj spid="_x0000_s26" name="" r:id="rId24" imgW="13716000" imgH="10363200" progId="Equation.3">
                  <p:embed/>
                </p:oleObj>
              </mc:Choice>
              <mc:Fallback>
                <p:oleObj name="" r:id="rId24" imgW="13716000" imgH="10363200" progId="Equation.3">
                  <p:embed/>
                  <p:pic>
                    <p:nvPicPr>
                      <p:cNvPr id="0" name="图片 3077"/>
                      <p:cNvPicPr/>
                      <p:nvPr/>
                    </p:nvPicPr>
                    <p:blipFill>
                      <a:blip r:embed="rId25"/>
                      <a:stretch>
                        <a:fillRect/>
                      </a:stretch>
                    </p:blipFill>
                    <p:spPr>
                      <a:xfrm>
                        <a:off x="1619885" y="5485765"/>
                        <a:ext cx="1684020" cy="1025525"/>
                      </a:xfrm>
                      <a:prstGeom prst="rect">
                        <a:avLst/>
                      </a:prstGeom>
                      <a:solidFill>
                        <a:schemeClr val="accent1"/>
                      </a:solidFill>
                      <a:ln w="38100">
                        <a:noFill/>
                        <a:miter/>
                      </a:ln>
                    </p:spPr>
                  </p:pic>
                </p:oleObj>
              </mc:Fallback>
            </mc:AlternateContent>
          </a:graphicData>
        </a:graphic>
      </p:graphicFrame>
      <p:sp>
        <p:nvSpPr>
          <p:cNvPr id="27" name="Text Box 4"/>
          <p:cNvSpPr txBox="1"/>
          <p:nvPr>
            <p:custDataLst>
              <p:tags r:id="rId26"/>
            </p:custDataLst>
          </p:nvPr>
        </p:nvSpPr>
        <p:spPr>
          <a:xfrm>
            <a:off x="352425" y="3771265"/>
            <a:ext cx="4351020" cy="1714500"/>
          </a:xfrm>
          <a:prstGeom prst="rect">
            <a:avLst/>
          </a:prstGeom>
          <a:noFill/>
          <a:ln w="9525">
            <a:noFill/>
          </a:ln>
        </p:spPr>
        <p:txBody>
          <a:bodyPr wrap="square" anchor="t" anchorCtr="0">
            <a:spAutoFit/>
          </a:bodyPr>
          <a:p>
            <a:pPr>
              <a:lnSpc>
                <a:spcPct val="110000"/>
              </a:lnSpc>
            </a:pPr>
            <a:r>
              <a:rPr lang="zh-CN" altLang="en-US" sz="2400" b="1" dirty="0">
                <a:latin typeface="Times New Roman" panose="02020603050405020304" pitchFamily="18" charset="0"/>
                <a:ea typeface="宋体" panose="02010600030101010101" pitchFamily="2" charset="-122"/>
              </a:rPr>
              <a:t>经过电场中任一点，作一面积元</a:t>
            </a:r>
            <a:r>
              <a:rPr lang="en-US" altLang="zh-CN" sz="2400" b="1" dirty="0">
                <a:latin typeface="Times New Roman" panose="02020603050405020304" pitchFamily="18" charset="0"/>
                <a:ea typeface="宋体" panose="02010600030101010101" pitchFamily="2" charset="-122"/>
              </a:rPr>
              <a:t>d</a:t>
            </a:r>
            <a:r>
              <a:rPr lang="en-US" altLang="zh-CN" sz="2400" b="1" i="1" dirty="0">
                <a:latin typeface="Times New Roman" panose="02020603050405020304" pitchFamily="18" charset="0"/>
                <a:ea typeface="宋体" panose="02010600030101010101" pitchFamily="2" charset="-122"/>
              </a:rPr>
              <a:t>S</a:t>
            </a:r>
            <a:r>
              <a:rPr lang="zh-CN" altLang="en-US" sz="2400" b="1" dirty="0">
                <a:latin typeface="Times New Roman" panose="02020603050405020304" pitchFamily="18" charset="0"/>
                <a:ea typeface="宋体" panose="02010600030101010101" pitchFamily="2" charset="-122"/>
              </a:rPr>
              <a:t>，并使它与该点的场强垂直，若通过</a:t>
            </a:r>
            <a:r>
              <a:rPr lang="en-US" altLang="zh-CN" sz="2400" b="1" dirty="0">
                <a:latin typeface="Times New Roman" panose="02020603050405020304" pitchFamily="18" charset="0"/>
                <a:ea typeface="宋体" panose="02010600030101010101" pitchFamily="2" charset="-122"/>
              </a:rPr>
              <a:t>d</a:t>
            </a:r>
            <a:r>
              <a:rPr lang="en-US" altLang="zh-CN" sz="2400" b="1" i="1" dirty="0">
                <a:latin typeface="Times New Roman" panose="02020603050405020304" pitchFamily="18" charset="0"/>
                <a:ea typeface="宋体" panose="02010600030101010101" pitchFamily="2" charset="-122"/>
              </a:rPr>
              <a:t>S</a:t>
            </a:r>
            <a:r>
              <a:rPr lang="zh-CN" altLang="en-US" sz="2400" b="1" dirty="0">
                <a:latin typeface="Times New Roman" panose="02020603050405020304" pitchFamily="18" charset="0"/>
                <a:ea typeface="宋体" panose="02010600030101010101" pitchFamily="2" charset="-122"/>
              </a:rPr>
              <a:t>面的电场线条数为</a:t>
            </a:r>
            <a:r>
              <a:rPr lang="en-US" altLang="zh-CN" sz="2400" b="1" dirty="0">
                <a:latin typeface="Times New Roman" panose="02020603050405020304" pitchFamily="18" charset="0"/>
                <a:ea typeface="宋体" panose="02010600030101010101" pitchFamily="2" charset="-122"/>
              </a:rPr>
              <a:t>d</a:t>
            </a:r>
            <a:r>
              <a:rPr lang="en-US" altLang="zh-CN" sz="2400" b="1" i="1" dirty="0">
                <a:latin typeface="Times New Roman" panose="02020603050405020304" pitchFamily="18" charset="0"/>
                <a:ea typeface="宋体" panose="02010600030101010101" pitchFamily="2" charset="-122"/>
              </a:rPr>
              <a:t>N</a:t>
            </a:r>
            <a:r>
              <a:rPr lang="zh-CN" altLang="en-US" sz="2400" b="1" dirty="0">
                <a:latin typeface="Times New Roman" panose="02020603050405020304" pitchFamily="18" charset="0"/>
                <a:ea typeface="宋体" panose="02010600030101010101" pitchFamily="2" charset="-122"/>
              </a:rPr>
              <a:t>，则电场线密度为</a:t>
            </a:r>
            <a:r>
              <a:rPr lang="en-US" altLang="zh-CN" sz="2400" b="1" dirty="0">
                <a:latin typeface="Times New Roman" panose="02020603050405020304" pitchFamily="18" charset="0"/>
                <a:ea typeface="宋体" panose="02010600030101010101" pitchFamily="2" charset="-122"/>
              </a:rPr>
              <a:t>d</a:t>
            </a:r>
            <a:r>
              <a:rPr lang="en-US" altLang="zh-CN" sz="2400" b="1" i="1" dirty="0">
                <a:latin typeface="Times New Roman" panose="02020603050405020304" pitchFamily="18" charset="0"/>
                <a:ea typeface="宋体" panose="02010600030101010101" pitchFamily="2" charset="-122"/>
              </a:rPr>
              <a:t>N</a:t>
            </a:r>
            <a:r>
              <a:rPr lang="en-US" altLang="zh-CN" sz="2400" b="1" dirty="0">
                <a:latin typeface="Times New Roman" panose="02020603050405020304" pitchFamily="18" charset="0"/>
                <a:ea typeface="宋体" panose="02010600030101010101" pitchFamily="2" charset="-122"/>
              </a:rPr>
              <a:t>/d</a:t>
            </a:r>
            <a:r>
              <a:rPr lang="en-US" altLang="zh-CN" sz="2400" b="1" i="1" dirty="0">
                <a:latin typeface="Times New Roman" panose="02020603050405020304" pitchFamily="18" charset="0"/>
                <a:ea typeface="宋体" panose="02010600030101010101" pitchFamily="2" charset="-122"/>
              </a:rPr>
              <a:t>S</a:t>
            </a:r>
            <a:r>
              <a:rPr lang="en-US" altLang="zh-CN" sz="2400" b="1" dirty="0">
                <a:latin typeface="Times New Roman" panose="02020603050405020304" pitchFamily="18" charset="0"/>
                <a:ea typeface="宋体" panose="02010600030101010101" pitchFamily="2" charset="-122"/>
              </a:rPr>
              <a:t>.</a:t>
            </a:r>
            <a:endParaRPr lang="zh-CN" altLang="en-US" sz="3600" b="1" dirty="0">
              <a:solidFill>
                <a:srgbClr val="FF3300"/>
              </a:solidFill>
              <a:latin typeface="Times New Roman" panose="02020603050405020304" pitchFamily="18" charset="0"/>
              <a:ea typeface="楷体_GB2312" pitchFamily="49"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3468"/>
                                        </p:tgtEl>
                                        <p:attrNameLst>
                                          <p:attrName>style.visibility</p:attrName>
                                        </p:attrNameLst>
                                      </p:cBhvr>
                                      <p:to>
                                        <p:strVal val="visible"/>
                                      </p:to>
                                    </p:set>
                                    <p:animEffect transition="in" filter="blinds(horizontal)">
                                      <p:cBhvr>
                                        <p:cTn id="17" dur="500"/>
                                        <p:tgtEl>
                                          <p:spTgt spid="1034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0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28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strVal val="4/3*#ppt_w"/>
                                          </p:val>
                                        </p:tav>
                                        <p:tav tm="100000">
                                          <p:val>
                                            <p:strVal val="#ppt_w"/>
                                          </p:val>
                                        </p:tav>
                                      </p:tavLst>
                                    </p:anim>
                                    <p:anim calcmode="lin" valueType="num">
                                      <p:cBhvr>
                                        <p:cTn id="33" dur="500" fill="hold"/>
                                        <p:tgtEl>
                                          <p:spTgt spid="12"/>
                                        </p:tgtEl>
                                        <p:attrNameLst>
                                          <p:attrName>ppt_h</p:attrName>
                                        </p:attrNameLst>
                                      </p:cBhvr>
                                      <p:tavLst>
                                        <p:tav tm="0">
                                          <p:val>
                                            <p:strVal val="4/3*#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2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20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3"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strips(upRight)">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bldLvl="0" animBg="1"/>
      <p:bldP spid="22"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ext Box 2"/>
          <p:cNvSpPr txBox="1"/>
          <p:nvPr/>
        </p:nvSpPr>
        <p:spPr>
          <a:xfrm>
            <a:off x="1071563" y="214313"/>
            <a:ext cx="5357812" cy="584200"/>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宋体" panose="02010600030101010101" pitchFamily="2" charset="-122"/>
                <a:ea typeface="宋体" panose="02010600030101010101" pitchFamily="2" charset="-122"/>
              </a:rPr>
              <a:t>电场强度通量（电通量）</a:t>
            </a:r>
            <a:endParaRPr lang="zh-CN" altLang="en-US" sz="3200" b="1" dirty="0">
              <a:solidFill>
                <a:srgbClr val="333399"/>
              </a:solidFill>
              <a:latin typeface="宋体" panose="02010600030101010101" pitchFamily="2" charset="-122"/>
              <a:ea typeface="宋体" panose="02010600030101010101" pitchFamily="2" charset="-122"/>
            </a:endParaRPr>
          </a:p>
        </p:txBody>
      </p:sp>
      <p:sp>
        <p:nvSpPr>
          <p:cNvPr id="19460" name="Text Box 4"/>
          <p:cNvSpPr txBox="1"/>
          <p:nvPr/>
        </p:nvSpPr>
        <p:spPr>
          <a:xfrm>
            <a:off x="682943" y="1052513"/>
            <a:ext cx="1828800" cy="560387"/>
          </a:xfrm>
          <a:prstGeom prst="rect">
            <a:avLst/>
          </a:prstGeom>
          <a:noFill/>
          <a:ln w="9525">
            <a:noFill/>
          </a:ln>
        </p:spPr>
        <p:txBody>
          <a:bodyPr anchor="t" anchorCtr="0">
            <a:spAutoFit/>
          </a:bodyPr>
          <a:p>
            <a:pPr>
              <a:lnSpc>
                <a:spcPct val="120000"/>
              </a:lnSpc>
            </a:pPr>
            <a:r>
              <a:rPr lang="en-US" altLang="zh-CN" sz="2800" b="1" dirty="0">
                <a:solidFill>
                  <a:srgbClr val="CC0000"/>
                </a:solidFill>
                <a:latin typeface="Times New Roman" panose="02020603050405020304" pitchFamily="18" charset="0"/>
                <a:ea typeface="宋体" panose="02010600030101010101" pitchFamily="2" charset="-122"/>
              </a:rPr>
              <a:t>1</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定义：</a:t>
            </a:r>
            <a:endParaRPr lang="zh-CN" altLang="en-US" sz="2800" b="1" dirty="0">
              <a:latin typeface="宋体" panose="02010600030101010101" pitchFamily="2" charset="-122"/>
              <a:ea typeface="宋体" panose="02010600030101010101" pitchFamily="2" charset="-122"/>
            </a:endParaRPr>
          </a:p>
        </p:txBody>
      </p:sp>
      <p:sp>
        <p:nvSpPr>
          <p:cNvPr id="3087" name="Text Box 20"/>
          <p:cNvSpPr txBox="1"/>
          <p:nvPr/>
        </p:nvSpPr>
        <p:spPr>
          <a:xfrm>
            <a:off x="2289175" y="1090295"/>
            <a:ext cx="5071110" cy="607695"/>
          </a:xfrm>
          <a:prstGeom prst="rect">
            <a:avLst/>
          </a:prstGeom>
          <a:noFill/>
          <a:ln w="9525">
            <a:noFill/>
          </a:ln>
        </p:spPr>
        <p:txBody>
          <a:bodyPr wrap="square" anchor="t" anchorCtr="0">
            <a:spAutoFit/>
          </a:bodyPr>
          <a:p>
            <a:pPr algn="l">
              <a:lnSpc>
                <a:spcPct val="120000"/>
              </a:lnSpc>
            </a:pPr>
            <a:r>
              <a:rPr lang="zh-CN" altLang="en-US" sz="2800" b="1" dirty="0">
                <a:solidFill>
                  <a:srgbClr val="000000"/>
                </a:solidFill>
                <a:latin typeface="宋体" panose="02010600030101010101" pitchFamily="2" charset="-122"/>
                <a:ea typeface="宋体" panose="02010600030101010101" pitchFamily="2" charset="-122"/>
              </a:rPr>
              <a:t>通过电场中某个面的电场线数</a:t>
            </a:r>
            <a:endParaRPr lang="zh-CN" altLang="en-US" sz="2800" b="1" dirty="0">
              <a:solidFill>
                <a:srgbClr val="000000"/>
              </a:solidFill>
              <a:latin typeface="宋体" panose="02010600030101010101" pitchFamily="2" charset="-122"/>
              <a:ea typeface="宋体" panose="02010600030101010101" pitchFamily="2" charset="-122"/>
            </a:endParaRPr>
          </a:p>
        </p:txBody>
      </p:sp>
      <p:sp>
        <p:nvSpPr>
          <p:cNvPr id="3" name="Text Box 5"/>
          <p:cNvSpPr txBox="1">
            <a:spLocks noChangeArrowheads="1"/>
          </p:cNvSpPr>
          <p:nvPr>
            <p:custDataLst>
              <p:tags r:id="rId1"/>
            </p:custDataLst>
          </p:nvPr>
        </p:nvSpPr>
        <p:spPr bwMode="auto">
          <a:xfrm>
            <a:off x="683201" y="1772705"/>
            <a:ext cx="182880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2800" b="1" dirty="0">
                <a:solidFill>
                  <a:srgbClr val="CC0000"/>
                </a:solidFill>
                <a:latin typeface="Times New Roman" panose="02020603050405020304" pitchFamily="18" charset="0"/>
              </a:rPr>
              <a:t>2  </a:t>
            </a:r>
            <a:r>
              <a:rPr lang="zh-CN" altLang="en-US" sz="2800" b="1" dirty="0">
                <a:latin typeface="宋体" panose="02010600030101010101" pitchFamily="2" charset="-122"/>
              </a:rPr>
              <a:t>表述</a:t>
            </a:r>
            <a:endParaRPr lang="zh-CN" altLang="en-US" sz="2800" b="1" dirty="0">
              <a:latin typeface="宋体" panose="02010600030101010101" pitchFamily="2" charset="-122"/>
            </a:endParaRPr>
          </a:p>
        </p:txBody>
      </p:sp>
      <p:graphicFrame>
        <p:nvGraphicFramePr>
          <p:cNvPr id="4" name="Object 6"/>
          <p:cNvGraphicFramePr/>
          <p:nvPr>
            <p:custDataLst>
              <p:tags r:id="rId2"/>
            </p:custDataLst>
          </p:nvPr>
        </p:nvGraphicFramePr>
        <p:xfrm>
          <a:off x="1444243" y="5633267"/>
          <a:ext cx="1744123" cy="627062"/>
        </p:xfrm>
        <a:graphic>
          <a:graphicData uri="http://schemas.openxmlformats.org/presentationml/2006/ole">
            <mc:AlternateContent xmlns:mc="http://schemas.openxmlformats.org/markup-compatibility/2006">
              <mc:Choice xmlns:v="urn:schemas-microsoft-com:vml" Requires="v">
                <p:oleObj spid="_x0000_s2049" name="" r:id="rId3" imgW="13106400" imgH="5486400" progId="Equation.3">
                  <p:embed/>
                </p:oleObj>
              </mc:Choice>
              <mc:Fallback>
                <p:oleObj name="" r:id="rId3" imgW="13106400" imgH="5486400" progId="Equation.3">
                  <p:embed/>
                  <p:pic>
                    <p:nvPicPr>
                      <p:cNvPr id="0" name="图片 2048" descr="image8"/>
                      <p:cNvPicPr/>
                      <p:nvPr/>
                    </p:nvPicPr>
                    <p:blipFill>
                      <a:blip r:embed="rId4"/>
                      <a:stretch>
                        <a:fillRect/>
                      </a:stretch>
                    </p:blipFill>
                    <p:spPr>
                      <a:xfrm>
                        <a:off x="1444243" y="5633267"/>
                        <a:ext cx="1744123" cy="627062"/>
                      </a:xfrm>
                      <a:prstGeom prst="rect">
                        <a:avLst/>
                      </a:prstGeom>
                      <a:noFill/>
                      <a:ln w="9525">
                        <a:noFill/>
                      </a:ln>
                    </p:spPr>
                  </p:pic>
                </p:oleObj>
              </mc:Fallback>
            </mc:AlternateContent>
          </a:graphicData>
        </a:graphic>
      </p:graphicFrame>
      <p:sp>
        <p:nvSpPr>
          <p:cNvPr id="5" name="Text Box 39"/>
          <p:cNvSpPr txBox="1">
            <a:spLocks noChangeArrowheads="1"/>
          </p:cNvSpPr>
          <p:nvPr>
            <p:custDataLst>
              <p:tags r:id="rId5"/>
            </p:custDataLst>
          </p:nvPr>
        </p:nvSpPr>
        <p:spPr bwMode="auto">
          <a:xfrm>
            <a:off x="1384188" y="2434552"/>
            <a:ext cx="257175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buFont typeface="Arial" panose="020B0604020202020204" pitchFamily="34" charset="0"/>
              <a:buBlip>
                <a:blip r:embed="rId6"/>
              </a:buBlip>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匀强电场 </a:t>
            </a:r>
            <a:endParaRPr lang="en-US" altLang="zh-CN" sz="2800" dirty="0">
              <a:latin typeface="Times New Roman" panose="02020603050405020304" pitchFamily="18" charset="0"/>
            </a:endParaRPr>
          </a:p>
        </p:txBody>
      </p:sp>
      <p:grpSp>
        <p:nvGrpSpPr>
          <p:cNvPr id="6" name="组合 104"/>
          <p:cNvGrpSpPr/>
          <p:nvPr/>
        </p:nvGrpSpPr>
        <p:grpSpPr bwMode="auto">
          <a:xfrm>
            <a:off x="619016" y="3104812"/>
            <a:ext cx="3482505" cy="2491317"/>
            <a:chOff x="4429124" y="2571744"/>
            <a:chExt cx="3962400" cy="2913063"/>
          </a:xfrm>
        </p:grpSpPr>
        <p:grpSp>
          <p:nvGrpSpPr>
            <p:cNvPr id="7" name="Group 7"/>
            <p:cNvGrpSpPr/>
            <p:nvPr/>
          </p:nvGrpSpPr>
          <p:grpSpPr bwMode="auto">
            <a:xfrm>
              <a:off x="4429124" y="2571744"/>
              <a:ext cx="3962400" cy="2819401"/>
              <a:chOff x="2880" y="2053"/>
              <a:chExt cx="2496" cy="1776"/>
            </a:xfrm>
          </p:grpSpPr>
          <p:grpSp>
            <p:nvGrpSpPr>
              <p:cNvPr id="8" name="Group 8"/>
              <p:cNvGrpSpPr/>
              <p:nvPr/>
            </p:nvGrpSpPr>
            <p:grpSpPr bwMode="auto">
              <a:xfrm>
                <a:off x="2880" y="2053"/>
                <a:ext cx="2496" cy="1776"/>
                <a:chOff x="2784" y="1920"/>
                <a:chExt cx="2592" cy="1872"/>
              </a:xfrm>
            </p:grpSpPr>
            <p:grpSp>
              <p:nvGrpSpPr>
                <p:cNvPr id="9" name="Group 9"/>
                <p:cNvGrpSpPr/>
                <p:nvPr/>
              </p:nvGrpSpPr>
              <p:grpSpPr bwMode="auto">
                <a:xfrm>
                  <a:off x="2784" y="1920"/>
                  <a:ext cx="2592" cy="1872"/>
                  <a:chOff x="2784" y="1920"/>
                  <a:chExt cx="2592" cy="1872"/>
                </a:xfrm>
              </p:grpSpPr>
              <p:sp>
                <p:nvSpPr>
                  <p:cNvPr id="11" name="Rectangle 10"/>
                  <p:cNvSpPr>
                    <a:spLocks noChangeArrowheads="1"/>
                  </p:cNvSpPr>
                  <p:nvPr>
                    <p:custDataLst>
                      <p:tags r:id="rId7"/>
                    </p:custDataLst>
                  </p:nvPr>
                </p:nvSpPr>
                <p:spPr bwMode="auto">
                  <a:xfrm>
                    <a:off x="2784" y="1920"/>
                    <a:ext cx="2592" cy="1872"/>
                  </a:xfrm>
                  <a:prstGeom prst="rect">
                    <a:avLst/>
                  </a:prstGeom>
                  <a:solidFill>
                    <a:schemeClr val="bg1"/>
                  </a:solidFill>
                  <a:ln w="9525">
                    <a:solidFill>
                      <a:srgbClr val="0066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12" name="Freeform 11"/>
                  <p:cNvSpPr>
                    <a:spLocks noChangeArrowheads="1"/>
                  </p:cNvSpPr>
                  <p:nvPr>
                    <p:custDataLst>
                      <p:tags r:id="rId8"/>
                    </p:custDataLst>
                  </p:nvPr>
                </p:nvSpPr>
                <p:spPr bwMode="auto">
                  <a:xfrm rot="1243955">
                    <a:off x="3072" y="2400"/>
                    <a:ext cx="1778" cy="1278"/>
                  </a:xfrm>
                  <a:custGeom>
                    <a:avLst/>
                    <a:gdLst>
                      <a:gd name="T0" fmla="*/ 800 w 1778"/>
                      <a:gd name="T1" fmla="*/ 11 h 1278"/>
                      <a:gd name="T2" fmla="*/ 856 w 1778"/>
                      <a:gd name="T3" fmla="*/ 22 h 1278"/>
                      <a:gd name="T4" fmla="*/ 922 w 1778"/>
                      <a:gd name="T5" fmla="*/ 44 h 1278"/>
                      <a:gd name="T6" fmla="*/ 1022 w 1778"/>
                      <a:gd name="T7" fmla="*/ 89 h 1278"/>
                      <a:gd name="T8" fmla="*/ 1056 w 1778"/>
                      <a:gd name="T9" fmla="*/ 100 h 1278"/>
                      <a:gd name="T10" fmla="*/ 1089 w 1778"/>
                      <a:gd name="T11" fmla="*/ 122 h 1278"/>
                      <a:gd name="T12" fmla="*/ 1122 w 1778"/>
                      <a:gd name="T13" fmla="*/ 133 h 1278"/>
                      <a:gd name="T14" fmla="*/ 1178 w 1778"/>
                      <a:gd name="T15" fmla="*/ 167 h 1278"/>
                      <a:gd name="T16" fmla="*/ 1211 w 1778"/>
                      <a:gd name="T17" fmla="*/ 200 h 1278"/>
                      <a:gd name="T18" fmla="*/ 1256 w 1778"/>
                      <a:gd name="T19" fmla="*/ 222 h 1278"/>
                      <a:gd name="T20" fmla="*/ 1278 w 1778"/>
                      <a:gd name="T21" fmla="*/ 255 h 1278"/>
                      <a:gd name="T22" fmla="*/ 1345 w 1778"/>
                      <a:gd name="T23" fmla="*/ 289 h 1278"/>
                      <a:gd name="T24" fmla="*/ 1423 w 1778"/>
                      <a:gd name="T25" fmla="*/ 333 h 1278"/>
                      <a:gd name="T26" fmla="*/ 1511 w 1778"/>
                      <a:gd name="T27" fmla="*/ 433 h 1278"/>
                      <a:gd name="T28" fmla="*/ 1534 w 1778"/>
                      <a:gd name="T29" fmla="*/ 467 h 1278"/>
                      <a:gd name="T30" fmla="*/ 1600 w 1778"/>
                      <a:gd name="T31" fmla="*/ 511 h 1278"/>
                      <a:gd name="T32" fmla="*/ 1667 w 1778"/>
                      <a:gd name="T33" fmla="*/ 611 h 1278"/>
                      <a:gd name="T34" fmla="*/ 1700 w 1778"/>
                      <a:gd name="T35" fmla="*/ 644 h 1278"/>
                      <a:gd name="T36" fmla="*/ 1756 w 1778"/>
                      <a:gd name="T37" fmla="*/ 733 h 1278"/>
                      <a:gd name="T38" fmla="*/ 1778 w 1778"/>
                      <a:gd name="T39" fmla="*/ 789 h 1278"/>
                      <a:gd name="T40" fmla="*/ 1567 w 1778"/>
                      <a:gd name="T41" fmla="*/ 855 h 1278"/>
                      <a:gd name="T42" fmla="*/ 1434 w 1778"/>
                      <a:gd name="T43" fmla="*/ 900 h 1278"/>
                      <a:gd name="T44" fmla="*/ 1367 w 1778"/>
                      <a:gd name="T45" fmla="*/ 922 h 1278"/>
                      <a:gd name="T46" fmla="*/ 1289 w 1778"/>
                      <a:gd name="T47" fmla="*/ 978 h 1278"/>
                      <a:gd name="T48" fmla="*/ 1256 w 1778"/>
                      <a:gd name="T49" fmla="*/ 1000 h 1278"/>
                      <a:gd name="T50" fmla="*/ 1122 w 1778"/>
                      <a:gd name="T51" fmla="*/ 1089 h 1278"/>
                      <a:gd name="T52" fmla="*/ 1022 w 1778"/>
                      <a:gd name="T53" fmla="*/ 1144 h 1278"/>
                      <a:gd name="T54" fmla="*/ 956 w 1778"/>
                      <a:gd name="T55" fmla="*/ 1278 h 1278"/>
                      <a:gd name="T56" fmla="*/ 878 w 1778"/>
                      <a:gd name="T57" fmla="*/ 1178 h 1278"/>
                      <a:gd name="T58" fmla="*/ 800 w 1778"/>
                      <a:gd name="T59" fmla="*/ 1055 h 1278"/>
                      <a:gd name="T60" fmla="*/ 711 w 1778"/>
                      <a:gd name="T61" fmla="*/ 989 h 1278"/>
                      <a:gd name="T62" fmla="*/ 545 w 1778"/>
                      <a:gd name="T63" fmla="*/ 855 h 1278"/>
                      <a:gd name="T64" fmla="*/ 322 w 1778"/>
                      <a:gd name="T65" fmla="*/ 800 h 1278"/>
                      <a:gd name="T66" fmla="*/ 167 w 1778"/>
                      <a:gd name="T67" fmla="*/ 811 h 1278"/>
                      <a:gd name="T68" fmla="*/ 0 w 1778"/>
                      <a:gd name="T69" fmla="*/ 867 h 1278"/>
                      <a:gd name="T70" fmla="*/ 11 w 1778"/>
                      <a:gd name="T71" fmla="*/ 678 h 1278"/>
                      <a:gd name="T72" fmla="*/ 133 w 1778"/>
                      <a:gd name="T73" fmla="*/ 489 h 1278"/>
                      <a:gd name="T74" fmla="*/ 211 w 1778"/>
                      <a:gd name="T75" fmla="*/ 344 h 1278"/>
                      <a:gd name="T76" fmla="*/ 256 w 1778"/>
                      <a:gd name="T77" fmla="*/ 311 h 1278"/>
                      <a:gd name="T78" fmla="*/ 333 w 1778"/>
                      <a:gd name="T79" fmla="*/ 200 h 1278"/>
                      <a:gd name="T80" fmla="*/ 478 w 1778"/>
                      <a:gd name="T81" fmla="*/ 122 h 1278"/>
                      <a:gd name="T82" fmla="*/ 689 w 1778"/>
                      <a:gd name="T83" fmla="*/ 0 h 1278"/>
                      <a:gd name="T84" fmla="*/ 800 w 1778"/>
                      <a:gd name="T85" fmla="*/ 11 h 1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78" h="1278">
                        <a:moveTo>
                          <a:pt x="800" y="11"/>
                        </a:moveTo>
                        <a:cubicBezTo>
                          <a:pt x="819" y="15"/>
                          <a:pt x="838" y="17"/>
                          <a:pt x="856" y="22"/>
                        </a:cubicBezTo>
                        <a:cubicBezTo>
                          <a:pt x="878" y="28"/>
                          <a:pt x="922" y="44"/>
                          <a:pt x="922" y="44"/>
                        </a:cubicBezTo>
                        <a:cubicBezTo>
                          <a:pt x="975" y="80"/>
                          <a:pt x="944" y="63"/>
                          <a:pt x="1022" y="89"/>
                        </a:cubicBezTo>
                        <a:cubicBezTo>
                          <a:pt x="1033" y="93"/>
                          <a:pt x="1056" y="100"/>
                          <a:pt x="1056" y="100"/>
                        </a:cubicBezTo>
                        <a:cubicBezTo>
                          <a:pt x="1067" y="107"/>
                          <a:pt x="1077" y="116"/>
                          <a:pt x="1089" y="122"/>
                        </a:cubicBezTo>
                        <a:cubicBezTo>
                          <a:pt x="1099" y="127"/>
                          <a:pt x="1112" y="127"/>
                          <a:pt x="1122" y="133"/>
                        </a:cubicBezTo>
                        <a:cubicBezTo>
                          <a:pt x="1205" y="182"/>
                          <a:pt x="1079" y="131"/>
                          <a:pt x="1178" y="167"/>
                        </a:cubicBezTo>
                        <a:cubicBezTo>
                          <a:pt x="1189" y="178"/>
                          <a:pt x="1198" y="191"/>
                          <a:pt x="1211" y="200"/>
                        </a:cubicBezTo>
                        <a:cubicBezTo>
                          <a:pt x="1225" y="210"/>
                          <a:pt x="1243" y="211"/>
                          <a:pt x="1256" y="222"/>
                        </a:cubicBezTo>
                        <a:cubicBezTo>
                          <a:pt x="1266" y="230"/>
                          <a:pt x="1269" y="246"/>
                          <a:pt x="1278" y="255"/>
                        </a:cubicBezTo>
                        <a:cubicBezTo>
                          <a:pt x="1301" y="278"/>
                          <a:pt x="1316" y="280"/>
                          <a:pt x="1345" y="289"/>
                        </a:cubicBezTo>
                        <a:cubicBezTo>
                          <a:pt x="1370" y="306"/>
                          <a:pt x="1402" y="312"/>
                          <a:pt x="1423" y="333"/>
                        </a:cubicBezTo>
                        <a:cubicBezTo>
                          <a:pt x="1564" y="474"/>
                          <a:pt x="1419" y="372"/>
                          <a:pt x="1511" y="433"/>
                        </a:cubicBezTo>
                        <a:cubicBezTo>
                          <a:pt x="1519" y="444"/>
                          <a:pt x="1524" y="458"/>
                          <a:pt x="1534" y="467"/>
                        </a:cubicBezTo>
                        <a:cubicBezTo>
                          <a:pt x="1554" y="484"/>
                          <a:pt x="1600" y="511"/>
                          <a:pt x="1600" y="511"/>
                        </a:cubicBezTo>
                        <a:cubicBezTo>
                          <a:pt x="1652" y="589"/>
                          <a:pt x="1630" y="556"/>
                          <a:pt x="1667" y="611"/>
                        </a:cubicBezTo>
                        <a:cubicBezTo>
                          <a:pt x="1676" y="624"/>
                          <a:pt x="1691" y="631"/>
                          <a:pt x="1700" y="644"/>
                        </a:cubicBezTo>
                        <a:cubicBezTo>
                          <a:pt x="1721" y="672"/>
                          <a:pt x="1756" y="733"/>
                          <a:pt x="1756" y="733"/>
                        </a:cubicBezTo>
                        <a:cubicBezTo>
                          <a:pt x="1770" y="775"/>
                          <a:pt x="1762" y="756"/>
                          <a:pt x="1778" y="789"/>
                        </a:cubicBezTo>
                        <a:cubicBezTo>
                          <a:pt x="1708" y="812"/>
                          <a:pt x="1639" y="837"/>
                          <a:pt x="1567" y="855"/>
                        </a:cubicBezTo>
                        <a:cubicBezTo>
                          <a:pt x="1530" y="893"/>
                          <a:pt x="1483" y="885"/>
                          <a:pt x="1434" y="900"/>
                        </a:cubicBezTo>
                        <a:cubicBezTo>
                          <a:pt x="1411" y="907"/>
                          <a:pt x="1367" y="922"/>
                          <a:pt x="1367" y="922"/>
                        </a:cubicBezTo>
                        <a:cubicBezTo>
                          <a:pt x="1341" y="941"/>
                          <a:pt x="1315" y="960"/>
                          <a:pt x="1289" y="978"/>
                        </a:cubicBezTo>
                        <a:cubicBezTo>
                          <a:pt x="1278" y="986"/>
                          <a:pt x="1256" y="1000"/>
                          <a:pt x="1256" y="1000"/>
                        </a:cubicBezTo>
                        <a:cubicBezTo>
                          <a:pt x="1220" y="1054"/>
                          <a:pt x="1184" y="1069"/>
                          <a:pt x="1122" y="1089"/>
                        </a:cubicBezTo>
                        <a:cubicBezTo>
                          <a:pt x="1089" y="1111"/>
                          <a:pt x="1056" y="1122"/>
                          <a:pt x="1022" y="1144"/>
                        </a:cubicBezTo>
                        <a:cubicBezTo>
                          <a:pt x="1000" y="1189"/>
                          <a:pt x="978" y="1233"/>
                          <a:pt x="956" y="1278"/>
                        </a:cubicBezTo>
                        <a:cubicBezTo>
                          <a:pt x="939" y="1207"/>
                          <a:pt x="921" y="1230"/>
                          <a:pt x="878" y="1178"/>
                        </a:cubicBezTo>
                        <a:cubicBezTo>
                          <a:pt x="846" y="1140"/>
                          <a:pt x="838" y="1089"/>
                          <a:pt x="800" y="1055"/>
                        </a:cubicBezTo>
                        <a:cubicBezTo>
                          <a:pt x="773" y="1030"/>
                          <a:pt x="737" y="1015"/>
                          <a:pt x="711" y="989"/>
                        </a:cubicBezTo>
                        <a:cubicBezTo>
                          <a:pt x="663" y="940"/>
                          <a:pt x="612" y="880"/>
                          <a:pt x="545" y="855"/>
                        </a:cubicBezTo>
                        <a:cubicBezTo>
                          <a:pt x="476" y="830"/>
                          <a:pt x="395" y="812"/>
                          <a:pt x="322" y="800"/>
                        </a:cubicBezTo>
                        <a:cubicBezTo>
                          <a:pt x="270" y="804"/>
                          <a:pt x="218" y="803"/>
                          <a:pt x="167" y="811"/>
                        </a:cubicBezTo>
                        <a:cubicBezTo>
                          <a:pt x="107" y="820"/>
                          <a:pt x="61" y="867"/>
                          <a:pt x="0" y="867"/>
                        </a:cubicBezTo>
                        <a:cubicBezTo>
                          <a:pt x="4" y="804"/>
                          <a:pt x="3" y="741"/>
                          <a:pt x="11" y="678"/>
                        </a:cubicBezTo>
                        <a:cubicBezTo>
                          <a:pt x="22" y="594"/>
                          <a:pt x="94" y="557"/>
                          <a:pt x="133" y="489"/>
                        </a:cubicBezTo>
                        <a:cubicBezTo>
                          <a:pt x="157" y="447"/>
                          <a:pt x="171" y="374"/>
                          <a:pt x="211" y="344"/>
                        </a:cubicBezTo>
                        <a:cubicBezTo>
                          <a:pt x="226" y="333"/>
                          <a:pt x="243" y="324"/>
                          <a:pt x="256" y="311"/>
                        </a:cubicBezTo>
                        <a:cubicBezTo>
                          <a:pt x="288" y="279"/>
                          <a:pt x="296" y="225"/>
                          <a:pt x="333" y="200"/>
                        </a:cubicBezTo>
                        <a:cubicBezTo>
                          <a:pt x="384" y="166"/>
                          <a:pt x="421" y="141"/>
                          <a:pt x="478" y="122"/>
                        </a:cubicBezTo>
                        <a:cubicBezTo>
                          <a:pt x="535" y="66"/>
                          <a:pt x="604" y="0"/>
                          <a:pt x="689" y="0"/>
                        </a:cubicBezTo>
                        <a:cubicBezTo>
                          <a:pt x="726" y="0"/>
                          <a:pt x="763" y="7"/>
                          <a:pt x="800" y="11"/>
                        </a:cubicBezTo>
                        <a:close/>
                      </a:path>
                    </a:pathLst>
                  </a:custGeom>
                  <a:gradFill rotWithShape="0">
                    <a:gsLst>
                      <a:gs pos="0">
                        <a:schemeClr val="bg1"/>
                      </a:gs>
                      <a:gs pos="100000">
                        <a:srgbClr val="99CCFF"/>
                      </a:gs>
                    </a:gsLst>
                    <a:path path="rect">
                      <a:fillToRect l="50000" t="50000" r="50000" b="50000"/>
                    </a:path>
                  </a:gradFill>
                  <a:ln w="19050">
                    <a:solidFill>
                      <a:srgbClr val="4E3A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13" name="Group 12"/>
                  <p:cNvGrpSpPr/>
                  <p:nvPr/>
                </p:nvGrpSpPr>
                <p:grpSpPr bwMode="auto">
                  <a:xfrm>
                    <a:off x="3214" y="2401"/>
                    <a:ext cx="1488" cy="1152"/>
                    <a:chOff x="2640" y="1728"/>
                    <a:chExt cx="1488" cy="1152"/>
                  </a:xfrm>
                </p:grpSpPr>
                <p:sp>
                  <p:nvSpPr>
                    <p:cNvPr id="14" name="Freeform 13"/>
                    <p:cNvSpPr>
                      <a:spLocks noChangeArrowheads="1"/>
                    </p:cNvSpPr>
                    <p:nvPr>
                      <p:custDataLst>
                        <p:tags r:id="rId9"/>
                      </p:custDataLst>
                    </p:nvPr>
                  </p:nvSpPr>
                  <p:spPr bwMode="auto">
                    <a:xfrm>
                      <a:off x="3264" y="1728"/>
                      <a:ext cx="720" cy="1104"/>
                    </a:xfrm>
                    <a:custGeom>
                      <a:avLst/>
                      <a:gdLst>
                        <a:gd name="T0" fmla="*/ 0 w 720"/>
                        <a:gd name="T1" fmla="*/ 0 h 1104"/>
                        <a:gd name="T2" fmla="*/ 288 w 720"/>
                        <a:gd name="T3" fmla="*/ 240 h 1104"/>
                        <a:gd name="T4" fmla="*/ 432 w 720"/>
                        <a:gd name="T5" fmla="*/ 432 h 1104"/>
                        <a:gd name="T6" fmla="*/ 624 w 720"/>
                        <a:gd name="T7" fmla="*/ 720 h 1104"/>
                        <a:gd name="T8" fmla="*/ 720 w 720"/>
                        <a:gd name="T9" fmla="*/ 1104 h 1104"/>
                      </a:gdLst>
                      <a:ahLst/>
                      <a:cxnLst>
                        <a:cxn ang="0">
                          <a:pos x="T0" y="T1"/>
                        </a:cxn>
                        <a:cxn ang="0">
                          <a:pos x="T2" y="T3"/>
                        </a:cxn>
                        <a:cxn ang="0">
                          <a:pos x="T4" y="T5"/>
                        </a:cxn>
                        <a:cxn ang="0">
                          <a:pos x="T6" y="T7"/>
                        </a:cxn>
                        <a:cxn ang="0">
                          <a:pos x="T8" y="T9"/>
                        </a:cxn>
                      </a:cxnLst>
                      <a:rect l="0" t="0" r="r" b="b"/>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 name="Freeform 14"/>
                    <p:cNvSpPr>
                      <a:spLocks noChangeArrowheads="1"/>
                    </p:cNvSpPr>
                    <p:nvPr>
                      <p:custDataLst>
                        <p:tags r:id="rId10"/>
                      </p:custDataLst>
                    </p:nvPr>
                  </p:nvSpPr>
                  <p:spPr bwMode="auto">
                    <a:xfrm>
                      <a:off x="3024" y="1776"/>
                      <a:ext cx="720" cy="1008"/>
                    </a:xfrm>
                    <a:custGeom>
                      <a:avLst/>
                      <a:gdLst>
                        <a:gd name="T0" fmla="*/ 0 w 720"/>
                        <a:gd name="T1" fmla="*/ 0 h 1104"/>
                        <a:gd name="T2" fmla="*/ 288 w 720"/>
                        <a:gd name="T3" fmla="*/ 240 h 1104"/>
                        <a:gd name="T4" fmla="*/ 432 w 720"/>
                        <a:gd name="T5" fmla="*/ 432 h 1104"/>
                        <a:gd name="T6" fmla="*/ 624 w 720"/>
                        <a:gd name="T7" fmla="*/ 720 h 1104"/>
                        <a:gd name="T8" fmla="*/ 720 w 720"/>
                        <a:gd name="T9" fmla="*/ 1104 h 1104"/>
                      </a:gdLst>
                      <a:ahLst/>
                      <a:cxnLst>
                        <a:cxn ang="0">
                          <a:pos x="T0" y="T1"/>
                        </a:cxn>
                        <a:cxn ang="0">
                          <a:pos x="T2" y="T3"/>
                        </a:cxn>
                        <a:cxn ang="0">
                          <a:pos x="T4" y="T5"/>
                        </a:cxn>
                        <a:cxn ang="0">
                          <a:pos x="T6" y="T7"/>
                        </a:cxn>
                        <a:cxn ang="0">
                          <a:pos x="T8" y="T9"/>
                        </a:cxn>
                      </a:cxnLst>
                      <a:rect l="0" t="0" r="r" b="b"/>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 name="Freeform 15"/>
                    <p:cNvSpPr>
                      <a:spLocks noChangeArrowheads="1"/>
                    </p:cNvSpPr>
                    <p:nvPr>
                      <p:custDataLst>
                        <p:tags r:id="rId11"/>
                      </p:custDataLst>
                    </p:nvPr>
                  </p:nvSpPr>
                  <p:spPr bwMode="auto">
                    <a:xfrm>
                      <a:off x="2832" y="1872"/>
                      <a:ext cx="720" cy="960"/>
                    </a:xfrm>
                    <a:custGeom>
                      <a:avLst/>
                      <a:gdLst>
                        <a:gd name="T0" fmla="*/ 0 w 720"/>
                        <a:gd name="T1" fmla="*/ 0 h 1104"/>
                        <a:gd name="T2" fmla="*/ 288 w 720"/>
                        <a:gd name="T3" fmla="*/ 240 h 1104"/>
                        <a:gd name="T4" fmla="*/ 432 w 720"/>
                        <a:gd name="T5" fmla="*/ 432 h 1104"/>
                        <a:gd name="T6" fmla="*/ 624 w 720"/>
                        <a:gd name="T7" fmla="*/ 720 h 1104"/>
                        <a:gd name="T8" fmla="*/ 720 w 720"/>
                        <a:gd name="T9" fmla="*/ 1104 h 1104"/>
                      </a:gdLst>
                      <a:ahLst/>
                      <a:cxnLst>
                        <a:cxn ang="0">
                          <a:pos x="T0" y="T1"/>
                        </a:cxn>
                        <a:cxn ang="0">
                          <a:pos x="T2" y="T3"/>
                        </a:cxn>
                        <a:cxn ang="0">
                          <a:pos x="T4" y="T5"/>
                        </a:cxn>
                        <a:cxn ang="0">
                          <a:pos x="T6" y="T7"/>
                        </a:cxn>
                        <a:cxn ang="0">
                          <a:pos x="T8" y="T9"/>
                        </a:cxn>
                      </a:cxnLst>
                      <a:rect l="0" t="0" r="r" b="b"/>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7" name="Freeform 16"/>
                    <p:cNvSpPr>
                      <a:spLocks noChangeArrowheads="1"/>
                    </p:cNvSpPr>
                    <p:nvPr>
                      <p:custDataLst>
                        <p:tags r:id="rId12"/>
                      </p:custDataLst>
                    </p:nvPr>
                  </p:nvSpPr>
                  <p:spPr bwMode="auto">
                    <a:xfrm>
                      <a:off x="2640" y="2016"/>
                      <a:ext cx="768" cy="864"/>
                    </a:xfrm>
                    <a:custGeom>
                      <a:avLst/>
                      <a:gdLst>
                        <a:gd name="T0" fmla="*/ 0 w 720"/>
                        <a:gd name="T1" fmla="*/ 0 h 1104"/>
                        <a:gd name="T2" fmla="*/ 288 w 720"/>
                        <a:gd name="T3" fmla="*/ 240 h 1104"/>
                        <a:gd name="T4" fmla="*/ 432 w 720"/>
                        <a:gd name="T5" fmla="*/ 432 h 1104"/>
                        <a:gd name="T6" fmla="*/ 624 w 720"/>
                        <a:gd name="T7" fmla="*/ 720 h 1104"/>
                        <a:gd name="T8" fmla="*/ 720 w 720"/>
                        <a:gd name="T9" fmla="*/ 1104 h 1104"/>
                      </a:gdLst>
                      <a:ahLst/>
                      <a:cxnLst>
                        <a:cxn ang="0">
                          <a:pos x="T0" y="T1"/>
                        </a:cxn>
                        <a:cxn ang="0">
                          <a:pos x="T2" y="T3"/>
                        </a:cxn>
                        <a:cxn ang="0">
                          <a:pos x="T4" y="T5"/>
                        </a:cxn>
                        <a:cxn ang="0">
                          <a:pos x="T6" y="T7"/>
                        </a:cxn>
                        <a:cxn ang="0">
                          <a:pos x="T8" y="T9"/>
                        </a:cxn>
                      </a:cxnLst>
                      <a:rect l="0" t="0" r="r" b="b"/>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 name="Freeform 17"/>
                    <p:cNvSpPr>
                      <a:spLocks noChangeArrowheads="1"/>
                    </p:cNvSpPr>
                    <p:nvPr>
                      <p:custDataLst>
                        <p:tags r:id="rId13"/>
                      </p:custDataLst>
                    </p:nvPr>
                  </p:nvSpPr>
                  <p:spPr bwMode="auto">
                    <a:xfrm>
                      <a:off x="2640" y="1824"/>
                      <a:ext cx="960" cy="432"/>
                    </a:xfrm>
                    <a:custGeom>
                      <a:avLst/>
                      <a:gdLst>
                        <a:gd name="T0" fmla="*/ 0 w 960"/>
                        <a:gd name="T1" fmla="*/ 432 h 432"/>
                        <a:gd name="T2" fmla="*/ 240 w 960"/>
                        <a:gd name="T3" fmla="*/ 240 h 432"/>
                        <a:gd name="T4" fmla="*/ 528 w 960"/>
                        <a:gd name="T5" fmla="*/ 96 h 432"/>
                        <a:gd name="T6" fmla="*/ 960 w 960"/>
                        <a:gd name="T7" fmla="*/ 0 h 432"/>
                      </a:gdLst>
                      <a:ahLst/>
                      <a:cxnLst>
                        <a:cxn ang="0">
                          <a:pos x="T0" y="T1"/>
                        </a:cxn>
                        <a:cxn ang="0">
                          <a:pos x="T2" y="T3"/>
                        </a:cxn>
                        <a:cxn ang="0">
                          <a:pos x="T4" y="T5"/>
                        </a:cxn>
                        <a:cxn ang="0">
                          <a:pos x="T6" y="T7"/>
                        </a:cxn>
                      </a:cxnLst>
                      <a:rect l="0" t="0" r="r" b="b"/>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9" name="Freeform 18"/>
                    <p:cNvSpPr>
                      <a:spLocks noChangeArrowheads="1"/>
                    </p:cNvSpPr>
                    <p:nvPr>
                      <p:custDataLst>
                        <p:tags r:id="rId14"/>
                      </p:custDataLst>
                    </p:nvPr>
                  </p:nvSpPr>
                  <p:spPr bwMode="auto">
                    <a:xfrm>
                      <a:off x="2832" y="1968"/>
                      <a:ext cx="960" cy="384"/>
                    </a:xfrm>
                    <a:custGeom>
                      <a:avLst/>
                      <a:gdLst>
                        <a:gd name="T0" fmla="*/ 0 w 960"/>
                        <a:gd name="T1" fmla="*/ 432 h 432"/>
                        <a:gd name="T2" fmla="*/ 240 w 960"/>
                        <a:gd name="T3" fmla="*/ 240 h 432"/>
                        <a:gd name="T4" fmla="*/ 528 w 960"/>
                        <a:gd name="T5" fmla="*/ 96 h 432"/>
                        <a:gd name="T6" fmla="*/ 960 w 960"/>
                        <a:gd name="T7" fmla="*/ 0 h 432"/>
                      </a:gdLst>
                      <a:ahLst/>
                      <a:cxnLst>
                        <a:cxn ang="0">
                          <a:pos x="T0" y="T1"/>
                        </a:cxn>
                        <a:cxn ang="0">
                          <a:pos x="T2" y="T3"/>
                        </a:cxn>
                        <a:cxn ang="0">
                          <a:pos x="T4" y="T5"/>
                        </a:cxn>
                        <a:cxn ang="0">
                          <a:pos x="T6" y="T7"/>
                        </a:cxn>
                      </a:cxnLst>
                      <a:rect l="0" t="0" r="r" b="b"/>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0" name="Freeform 19"/>
                    <p:cNvSpPr>
                      <a:spLocks noChangeArrowheads="1"/>
                    </p:cNvSpPr>
                    <p:nvPr>
                      <p:custDataLst>
                        <p:tags r:id="rId15"/>
                      </p:custDataLst>
                    </p:nvPr>
                  </p:nvSpPr>
                  <p:spPr bwMode="auto">
                    <a:xfrm>
                      <a:off x="3024" y="2160"/>
                      <a:ext cx="864" cy="336"/>
                    </a:xfrm>
                    <a:custGeom>
                      <a:avLst/>
                      <a:gdLst>
                        <a:gd name="T0" fmla="*/ 0 w 960"/>
                        <a:gd name="T1" fmla="*/ 432 h 432"/>
                        <a:gd name="T2" fmla="*/ 240 w 960"/>
                        <a:gd name="T3" fmla="*/ 240 h 432"/>
                        <a:gd name="T4" fmla="*/ 528 w 960"/>
                        <a:gd name="T5" fmla="*/ 96 h 432"/>
                        <a:gd name="T6" fmla="*/ 960 w 960"/>
                        <a:gd name="T7" fmla="*/ 0 h 432"/>
                      </a:gdLst>
                      <a:ahLst/>
                      <a:cxnLst>
                        <a:cxn ang="0">
                          <a:pos x="T0" y="T1"/>
                        </a:cxn>
                        <a:cxn ang="0">
                          <a:pos x="T2" y="T3"/>
                        </a:cxn>
                        <a:cxn ang="0">
                          <a:pos x="T4" y="T5"/>
                        </a:cxn>
                        <a:cxn ang="0">
                          <a:pos x="T6" y="T7"/>
                        </a:cxn>
                      </a:cxnLst>
                      <a:rect l="0" t="0" r="r" b="b"/>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1" name="Freeform 20"/>
                    <p:cNvSpPr>
                      <a:spLocks noChangeArrowheads="1"/>
                    </p:cNvSpPr>
                    <p:nvPr>
                      <p:custDataLst>
                        <p:tags r:id="rId16"/>
                      </p:custDataLst>
                    </p:nvPr>
                  </p:nvSpPr>
                  <p:spPr bwMode="auto">
                    <a:xfrm>
                      <a:off x="3120" y="2352"/>
                      <a:ext cx="864" cy="336"/>
                    </a:xfrm>
                    <a:custGeom>
                      <a:avLst/>
                      <a:gdLst>
                        <a:gd name="T0" fmla="*/ 0 w 960"/>
                        <a:gd name="T1" fmla="*/ 432 h 432"/>
                        <a:gd name="T2" fmla="*/ 240 w 960"/>
                        <a:gd name="T3" fmla="*/ 240 h 432"/>
                        <a:gd name="T4" fmla="*/ 528 w 960"/>
                        <a:gd name="T5" fmla="*/ 96 h 432"/>
                        <a:gd name="T6" fmla="*/ 960 w 960"/>
                        <a:gd name="T7" fmla="*/ 0 h 432"/>
                      </a:gdLst>
                      <a:ahLst/>
                      <a:cxnLst>
                        <a:cxn ang="0">
                          <a:pos x="T0" y="T1"/>
                        </a:cxn>
                        <a:cxn ang="0">
                          <a:pos x="T2" y="T3"/>
                        </a:cxn>
                        <a:cxn ang="0">
                          <a:pos x="T4" y="T5"/>
                        </a:cxn>
                        <a:cxn ang="0">
                          <a:pos x="T6" y="T7"/>
                        </a:cxn>
                      </a:cxnLst>
                      <a:rect l="0" t="0" r="r" b="b"/>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 name="Freeform 21"/>
                    <p:cNvSpPr>
                      <a:spLocks noChangeArrowheads="1"/>
                    </p:cNvSpPr>
                    <p:nvPr>
                      <p:custDataLst>
                        <p:tags r:id="rId17"/>
                      </p:custDataLst>
                    </p:nvPr>
                  </p:nvSpPr>
                  <p:spPr bwMode="auto">
                    <a:xfrm>
                      <a:off x="3168" y="2544"/>
                      <a:ext cx="960" cy="336"/>
                    </a:xfrm>
                    <a:custGeom>
                      <a:avLst/>
                      <a:gdLst>
                        <a:gd name="T0" fmla="*/ 0 w 960"/>
                        <a:gd name="T1" fmla="*/ 432 h 432"/>
                        <a:gd name="T2" fmla="*/ 240 w 960"/>
                        <a:gd name="T3" fmla="*/ 240 h 432"/>
                        <a:gd name="T4" fmla="*/ 528 w 960"/>
                        <a:gd name="T5" fmla="*/ 96 h 432"/>
                        <a:gd name="T6" fmla="*/ 960 w 960"/>
                        <a:gd name="T7" fmla="*/ 0 h 432"/>
                      </a:gdLst>
                      <a:ahLst/>
                      <a:cxnLst>
                        <a:cxn ang="0">
                          <a:pos x="T0" y="T1"/>
                        </a:cxn>
                        <a:cxn ang="0">
                          <a:pos x="T2" y="T3"/>
                        </a:cxn>
                        <a:cxn ang="0">
                          <a:pos x="T4" y="T5"/>
                        </a:cxn>
                        <a:cxn ang="0">
                          <a:pos x="T6" y="T7"/>
                        </a:cxn>
                      </a:cxnLst>
                      <a:rect l="0" t="0" r="r" b="b"/>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grpSp>
            <p:sp>
              <p:nvSpPr>
                <p:cNvPr id="23" name="Freeform 22"/>
                <p:cNvSpPr>
                  <a:spLocks noChangeArrowheads="1"/>
                </p:cNvSpPr>
                <p:nvPr>
                  <p:custDataLst>
                    <p:tags r:id="rId18"/>
                  </p:custDataLst>
                </p:nvPr>
              </p:nvSpPr>
              <p:spPr bwMode="auto">
                <a:xfrm rot="1243955">
                  <a:off x="3070" y="2401"/>
                  <a:ext cx="1778" cy="1278"/>
                </a:xfrm>
                <a:custGeom>
                  <a:avLst/>
                  <a:gdLst>
                    <a:gd name="T0" fmla="*/ 800 w 1778"/>
                    <a:gd name="T1" fmla="*/ 11 h 1278"/>
                    <a:gd name="T2" fmla="*/ 856 w 1778"/>
                    <a:gd name="T3" fmla="*/ 22 h 1278"/>
                    <a:gd name="T4" fmla="*/ 922 w 1778"/>
                    <a:gd name="T5" fmla="*/ 44 h 1278"/>
                    <a:gd name="T6" fmla="*/ 1022 w 1778"/>
                    <a:gd name="T7" fmla="*/ 89 h 1278"/>
                    <a:gd name="T8" fmla="*/ 1056 w 1778"/>
                    <a:gd name="T9" fmla="*/ 100 h 1278"/>
                    <a:gd name="T10" fmla="*/ 1089 w 1778"/>
                    <a:gd name="T11" fmla="*/ 122 h 1278"/>
                    <a:gd name="T12" fmla="*/ 1122 w 1778"/>
                    <a:gd name="T13" fmla="*/ 133 h 1278"/>
                    <a:gd name="T14" fmla="*/ 1178 w 1778"/>
                    <a:gd name="T15" fmla="*/ 167 h 1278"/>
                    <a:gd name="T16" fmla="*/ 1211 w 1778"/>
                    <a:gd name="T17" fmla="*/ 200 h 1278"/>
                    <a:gd name="T18" fmla="*/ 1256 w 1778"/>
                    <a:gd name="T19" fmla="*/ 222 h 1278"/>
                    <a:gd name="T20" fmla="*/ 1278 w 1778"/>
                    <a:gd name="T21" fmla="*/ 255 h 1278"/>
                    <a:gd name="T22" fmla="*/ 1345 w 1778"/>
                    <a:gd name="T23" fmla="*/ 289 h 1278"/>
                    <a:gd name="T24" fmla="*/ 1423 w 1778"/>
                    <a:gd name="T25" fmla="*/ 333 h 1278"/>
                    <a:gd name="T26" fmla="*/ 1511 w 1778"/>
                    <a:gd name="T27" fmla="*/ 433 h 1278"/>
                    <a:gd name="T28" fmla="*/ 1534 w 1778"/>
                    <a:gd name="T29" fmla="*/ 467 h 1278"/>
                    <a:gd name="T30" fmla="*/ 1600 w 1778"/>
                    <a:gd name="T31" fmla="*/ 511 h 1278"/>
                    <a:gd name="T32" fmla="*/ 1667 w 1778"/>
                    <a:gd name="T33" fmla="*/ 611 h 1278"/>
                    <a:gd name="T34" fmla="*/ 1700 w 1778"/>
                    <a:gd name="T35" fmla="*/ 644 h 1278"/>
                    <a:gd name="T36" fmla="*/ 1756 w 1778"/>
                    <a:gd name="T37" fmla="*/ 733 h 1278"/>
                    <a:gd name="T38" fmla="*/ 1778 w 1778"/>
                    <a:gd name="T39" fmla="*/ 789 h 1278"/>
                    <a:gd name="T40" fmla="*/ 1567 w 1778"/>
                    <a:gd name="T41" fmla="*/ 855 h 1278"/>
                    <a:gd name="T42" fmla="*/ 1434 w 1778"/>
                    <a:gd name="T43" fmla="*/ 900 h 1278"/>
                    <a:gd name="T44" fmla="*/ 1367 w 1778"/>
                    <a:gd name="T45" fmla="*/ 922 h 1278"/>
                    <a:gd name="T46" fmla="*/ 1289 w 1778"/>
                    <a:gd name="T47" fmla="*/ 978 h 1278"/>
                    <a:gd name="T48" fmla="*/ 1256 w 1778"/>
                    <a:gd name="T49" fmla="*/ 1000 h 1278"/>
                    <a:gd name="T50" fmla="*/ 1122 w 1778"/>
                    <a:gd name="T51" fmla="*/ 1089 h 1278"/>
                    <a:gd name="T52" fmla="*/ 1022 w 1778"/>
                    <a:gd name="T53" fmla="*/ 1144 h 1278"/>
                    <a:gd name="T54" fmla="*/ 956 w 1778"/>
                    <a:gd name="T55" fmla="*/ 1278 h 1278"/>
                    <a:gd name="T56" fmla="*/ 878 w 1778"/>
                    <a:gd name="T57" fmla="*/ 1178 h 1278"/>
                    <a:gd name="T58" fmla="*/ 800 w 1778"/>
                    <a:gd name="T59" fmla="*/ 1055 h 1278"/>
                    <a:gd name="T60" fmla="*/ 711 w 1778"/>
                    <a:gd name="T61" fmla="*/ 989 h 1278"/>
                    <a:gd name="T62" fmla="*/ 545 w 1778"/>
                    <a:gd name="T63" fmla="*/ 855 h 1278"/>
                    <a:gd name="T64" fmla="*/ 322 w 1778"/>
                    <a:gd name="T65" fmla="*/ 800 h 1278"/>
                    <a:gd name="T66" fmla="*/ 167 w 1778"/>
                    <a:gd name="T67" fmla="*/ 811 h 1278"/>
                    <a:gd name="T68" fmla="*/ 0 w 1778"/>
                    <a:gd name="T69" fmla="*/ 867 h 1278"/>
                    <a:gd name="T70" fmla="*/ 11 w 1778"/>
                    <a:gd name="T71" fmla="*/ 678 h 1278"/>
                    <a:gd name="T72" fmla="*/ 133 w 1778"/>
                    <a:gd name="T73" fmla="*/ 489 h 1278"/>
                    <a:gd name="T74" fmla="*/ 211 w 1778"/>
                    <a:gd name="T75" fmla="*/ 344 h 1278"/>
                    <a:gd name="T76" fmla="*/ 256 w 1778"/>
                    <a:gd name="T77" fmla="*/ 311 h 1278"/>
                    <a:gd name="T78" fmla="*/ 333 w 1778"/>
                    <a:gd name="T79" fmla="*/ 200 h 1278"/>
                    <a:gd name="T80" fmla="*/ 478 w 1778"/>
                    <a:gd name="T81" fmla="*/ 122 h 1278"/>
                    <a:gd name="T82" fmla="*/ 689 w 1778"/>
                    <a:gd name="T83" fmla="*/ 0 h 1278"/>
                    <a:gd name="T84" fmla="*/ 800 w 1778"/>
                    <a:gd name="T85" fmla="*/ 11 h 1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78" h="1278">
                      <a:moveTo>
                        <a:pt x="800" y="11"/>
                      </a:moveTo>
                      <a:cubicBezTo>
                        <a:pt x="819" y="15"/>
                        <a:pt x="838" y="17"/>
                        <a:pt x="856" y="22"/>
                      </a:cubicBezTo>
                      <a:cubicBezTo>
                        <a:pt x="878" y="28"/>
                        <a:pt x="922" y="44"/>
                        <a:pt x="922" y="44"/>
                      </a:cubicBezTo>
                      <a:cubicBezTo>
                        <a:pt x="975" y="80"/>
                        <a:pt x="944" y="63"/>
                        <a:pt x="1022" y="89"/>
                      </a:cubicBezTo>
                      <a:cubicBezTo>
                        <a:pt x="1033" y="93"/>
                        <a:pt x="1056" y="100"/>
                        <a:pt x="1056" y="100"/>
                      </a:cubicBezTo>
                      <a:cubicBezTo>
                        <a:pt x="1067" y="107"/>
                        <a:pt x="1077" y="116"/>
                        <a:pt x="1089" y="122"/>
                      </a:cubicBezTo>
                      <a:cubicBezTo>
                        <a:pt x="1099" y="127"/>
                        <a:pt x="1112" y="127"/>
                        <a:pt x="1122" y="133"/>
                      </a:cubicBezTo>
                      <a:cubicBezTo>
                        <a:pt x="1205" y="182"/>
                        <a:pt x="1079" y="131"/>
                        <a:pt x="1178" y="167"/>
                      </a:cubicBezTo>
                      <a:cubicBezTo>
                        <a:pt x="1189" y="178"/>
                        <a:pt x="1198" y="191"/>
                        <a:pt x="1211" y="200"/>
                      </a:cubicBezTo>
                      <a:cubicBezTo>
                        <a:pt x="1225" y="210"/>
                        <a:pt x="1243" y="211"/>
                        <a:pt x="1256" y="222"/>
                      </a:cubicBezTo>
                      <a:cubicBezTo>
                        <a:pt x="1266" y="230"/>
                        <a:pt x="1269" y="246"/>
                        <a:pt x="1278" y="255"/>
                      </a:cubicBezTo>
                      <a:cubicBezTo>
                        <a:pt x="1301" y="278"/>
                        <a:pt x="1316" y="280"/>
                        <a:pt x="1345" y="289"/>
                      </a:cubicBezTo>
                      <a:cubicBezTo>
                        <a:pt x="1370" y="306"/>
                        <a:pt x="1402" y="312"/>
                        <a:pt x="1423" y="333"/>
                      </a:cubicBezTo>
                      <a:cubicBezTo>
                        <a:pt x="1564" y="474"/>
                        <a:pt x="1419" y="372"/>
                        <a:pt x="1511" y="433"/>
                      </a:cubicBezTo>
                      <a:cubicBezTo>
                        <a:pt x="1519" y="444"/>
                        <a:pt x="1524" y="458"/>
                        <a:pt x="1534" y="467"/>
                      </a:cubicBezTo>
                      <a:cubicBezTo>
                        <a:pt x="1554" y="484"/>
                        <a:pt x="1600" y="511"/>
                        <a:pt x="1600" y="511"/>
                      </a:cubicBezTo>
                      <a:cubicBezTo>
                        <a:pt x="1652" y="589"/>
                        <a:pt x="1630" y="556"/>
                        <a:pt x="1667" y="611"/>
                      </a:cubicBezTo>
                      <a:cubicBezTo>
                        <a:pt x="1676" y="624"/>
                        <a:pt x="1691" y="631"/>
                        <a:pt x="1700" y="644"/>
                      </a:cubicBezTo>
                      <a:cubicBezTo>
                        <a:pt x="1721" y="672"/>
                        <a:pt x="1756" y="733"/>
                        <a:pt x="1756" y="733"/>
                      </a:cubicBezTo>
                      <a:cubicBezTo>
                        <a:pt x="1770" y="775"/>
                        <a:pt x="1762" y="756"/>
                        <a:pt x="1778" y="789"/>
                      </a:cubicBezTo>
                      <a:cubicBezTo>
                        <a:pt x="1708" y="812"/>
                        <a:pt x="1639" y="837"/>
                        <a:pt x="1567" y="855"/>
                      </a:cubicBezTo>
                      <a:cubicBezTo>
                        <a:pt x="1530" y="893"/>
                        <a:pt x="1483" y="885"/>
                        <a:pt x="1434" y="900"/>
                      </a:cubicBezTo>
                      <a:cubicBezTo>
                        <a:pt x="1411" y="907"/>
                        <a:pt x="1367" y="922"/>
                        <a:pt x="1367" y="922"/>
                      </a:cubicBezTo>
                      <a:cubicBezTo>
                        <a:pt x="1341" y="941"/>
                        <a:pt x="1315" y="960"/>
                        <a:pt x="1289" y="978"/>
                      </a:cubicBezTo>
                      <a:cubicBezTo>
                        <a:pt x="1278" y="986"/>
                        <a:pt x="1256" y="1000"/>
                        <a:pt x="1256" y="1000"/>
                      </a:cubicBezTo>
                      <a:cubicBezTo>
                        <a:pt x="1220" y="1054"/>
                        <a:pt x="1184" y="1069"/>
                        <a:pt x="1122" y="1089"/>
                      </a:cubicBezTo>
                      <a:cubicBezTo>
                        <a:pt x="1089" y="1111"/>
                        <a:pt x="1056" y="1122"/>
                        <a:pt x="1022" y="1144"/>
                      </a:cubicBezTo>
                      <a:cubicBezTo>
                        <a:pt x="1000" y="1189"/>
                        <a:pt x="978" y="1233"/>
                        <a:pt x="956" y="1278"/>
                      </a:cubicBezTo>
                      <a:cubicBezTo>
                        <a:pt x="939" y="1207"/>
                        <a:pt x="921" y="1230"/>
                        <a:pt x="878" y="1178"/>
                      </a:cubicBezTo>
                      <a:cubicBezTo>
                        <a:pt x="846" y="1140"/>
                        <a:pt x="838" y="1089"/>
                        <a:pt x="800" y="1055"/>
                      </a:cubicBezTo>
                      <a:cubicBezTo>
                        <a:pt x="773" y="1030"/>
                        <a:pt x="737" y="1015"/>
                        <a:pt x="711" y="989"/>
                      </a:cubicBezTo>
                      <a:cubicBezTo>
                        <a:pt x="663" y="940"/>
                        <a:pt x="612" y="880"/>
                        <a:pt x="545" y="855"/>
                      </a:cubicBezTo>
                      <a:cubicBezTo>
                        <a:pt x="476" y="830"/>
                        <a:pt x="395" y="812"/>
                        <a:pt x="322" y="800"/>
                      </a:cubicBezTo>
                      <a:cubicBezTo>
                        <a:pt x="270" y="804"/>
                        <a:pt x="218" y="803"/>
                        <a:pt x="167" y="811"/>
                      </a:cubicBezTo>
                      <a:cubicBezTo>
                        <a:pt x="107" y="820"/>
                        <a:pt x="61" y="867"/>
                        <a:pt x="0" y="867"/>
                      </a:cubicBezTo>
                      <a:cubicBezTo>
                        <a:pt x="4" y="804"/>
                        <a:pt x="3" y="741"/>
                        <a:pt x="11" y="678"/>
                      </a:cubicBezTo>
                      <a:cubicBezTo>
                        <a:pt x="22" y="594"/>
                        <a:pt x="94" y="557"/>
                        <a:pt x="133" y="489"/>
                      </a:cubicBezTo>
                      <a:cubicBezTo>
                        <a:pt x="157" y="447"/>
                        <a:pt x="171" y="374"/>
                        <a:pt x="211" y="344"/>
                      </a:cubicBezTo>
                      <a:cubicBezTo>
                        <a:pt x="226" y="333"/>
                        <a:pt x="243" y="324"/>
                        <a:pt x="256" y="311"/>
                      </a:cubicBezTo>
                      <a:cubicBezTo>
                        <a:pt x="288" y="279"/>
                        <a:pt x="296" y="225"/>
                        <a:pt x="333" y="200"/>
                      </a:cubicBezTo>
                      <a:cubicBezTo>
                        <a:pt x="384" y="166"/>
                        <a:pt x="421" y="141"/>
                        <a:pt x="478" y="122"/>
                      </a:cubicBezTo>
                      <a:cubicBezTo>
                        <a:pt x="535" y="66"/>
                        <a:pt x="604" y="0"/>
                        <a:pt x="689" y="0"/>
                      </a:cubicBezTo>
                      <a:cubicBezTo>
                        <a:pt x="726" y="0"/>
                        <a:pt x="763" y="7"/>
                        <a:pt x="800" y="11"/>
                      </a:cubicBez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graphicFrame>
            <p:nvGraphicFramePr>
              <p:cNvPr id="24" name="Object 23"/>
              <p:cNvGraphicFramePr/>
              <p:nvPr>
                <p:custDataLst>
                  <p:tags r:id="rId19"/>
                </p:custDataLst>
              </p:nvPr>
            </p:nvGraphicFramePr>
            <p:xfrm>
              <a:off x="3305" y="2281"/>
              <a:ext cx="219" cy="255"/>
            </p:xfrm>
            <a:graphic>
              <a:graphicData uri="http://schemas.openxmlformats.org/presentationml/2006/ole">
                <mc:AlternateContent xmlns:mc="http://schemas.openxmlformats.org/markup-compatibility/2006">
                  <mc:Choice xmlns:v="urn:schemas-microsoft-com:vml" Requires="v">
                    <p:oleObj spid="_x0000_s2050" name="" r:id="rId20" imgW="3352800" imgH="4267200" progId="Equation.3">
                      <p:embed/>
                    </p:oleObj>
                  </mc:Choice>
                  <mc:Fallback>
                    <p:oleObj name="" r:id="rId20" imgW="3352800" imgH="4267200" progId="Equation.3">
                      <p:embed/>
                      <p:pic>
                        <p:nvPicPr>
                          <p:cNvPr id="0" name="图片 2049" descr="image9"/>
                          <p:cNvPicPr/>
                          <p:nvPr/>
                        </p:nvPicPr>
                        <p:blipFill>
                          <a:blip r:embed="rId21"/>
                          <a:stretch>
                            <a:fillRect/>
                          </a:stretch>
                        </p:blipFill>
                        <p:spPr>
                          <a:xfrm>
                            <a:off x="3305" y="2281"/>
                            <a:ext cx="219" cy="255"/>
                          </a:xfrm>
                          <a:prstGeom prst="rect">
                            <a:avLst/>
                          </a:prstGeom>
                          <a:noFill/>
                          <a:ln w="38100">
                            <a:noFill/>
                          </a:ln>
                        </p:spPr>
                      </p:pic>
                    </p:oleObj>
                  </mc:Fallback>
                </mc:AlternateContent>
              </a:graphicData>
            </a:graphic>
          </p:graphicFrame>
        </p:grpSp>
        <p:grpSp>
          <p:nvGrpSpPr>
            <p:cNvPr id="25" name="Group 24"/>
            <p:cNvGrpSpPr/>
            <p:nvPr/>
          </p:nvGrpSpPr>
          <p:grpSpPr bwMode="auto">
            <a:xfrm>
              <a:off x="4567237" y="2740019"/>
              <a:ext cx="3600450" cy="2744788"/>
              <a:chOff x="2967" y="2159"/>
              <a:chExt cx="2268" cy="1729"/>
            </a:xfrm>
          </p:grpSpPr>
          <p:grpSp>
            <p:nvGrpSpPr>
              <p:cNvPr id="26" name="Group 25"/>
              <p:cNvGrpSpPr/>
              <p:nvPr/>
            </p:nvGrpSpPr>
            <p:grpSpPr bwMode="auto">
              <a:xfrm>
                <a:off x="2967" y="2159"/>
                <a:ext cx="2268" cy="1729"/>
                <a:chOff x="2880" y="2026"/>
                <a:chExt cx="2355" cy="1873"/>
              </a:xfrm>
            </p:grpSpPr>
            <p:sp>
              <p:nvSpPr>
                <p:cNvPr id="27" name="Arc 26"/>
                <p:cNvSpPr>
                  <a:spLocks noChangeArrowheads="1"/>
                </p:cNvSpPr>
                <p:nvPr>
                  <p:custDataLst>
                    <p:tags r:id="rId22"/>
                  </p:custDataLst>
                </p:nvPr>
              </p:nvSpPr>
              <p:spPr bwMode="auto">
                <a:xfrm rot="304380" flipH="1">
                  <a:off x="4029" y="3162"/>
                  <a:ext cx="1195" cy="241"/>
                </a:xfrm>
                <a:custGeom>
                  <a:avLst/>
                  <a:gdLst>
                    <a:gd name="T0" fmla="*/ -1 w 18089"/>
                    <a:gd name="T1" fmla="*/ 0 h 21600"/>
                    <a:gd name="T2" fmla="*/ 18088 w 18089"/>
                    <a:gd name="T3" fmla="*/ 9795 h 21600"/>
                    <a:gd name="T4" fmla="*/ -1 w 18089"/>
                    <a:gd name="T5" fmla="*/ 0 h 21600"/>
                    <a:gd name="T6" fmla="*/ 18088 w 18089"/>
                    <a:gd name="T7" fmla="*/ 9795 h 21600"/>
                    <a:gd name="T8" fmla="*/ 0 w 18089"/>
                    <a:gd name="T9" fmla="*/ 21600 h 21600"/>
                    <a:gd name="T10" fmla="*/ -1 w 18089"/>
                    <a:gd name="T11" fmla="*/ 0 h 21600"/>
                  </a:gdLst>
                  <a:ahLst/>
                  <a:cxnLst>
                    <a:cxn ang="0">
                      <a:pos x="T0" y="T1"/>
                    </a:cxn>
                    <a:cxn ang="0">
                      <a:pos x="T2" y="T3"/>
                    </a:cxn>
                    <a:cxn ang="0">
                      <a:pos x="T4" y="T5"/>
                    </a:cxn>
                    <a:cxn ang="0">
                      <a:pos x="T6" y="T7"/>
                    </a:cxn>
                    <a:cxn ang="0">
                      <a:pos x="T8" y="T9"/>
                    </a:cxn>
                    <a:cxn ang="0">
                      <a:pos x="T10" y="T11"/>
                    </a:cxn>
                  </a:cxnLst>
                  <a:rect l="0" t="0" r="r" b="b"/>
                  <a:pathLst>
                    <a:path w="18089" h="21600" fill="none">
                      <a:moveTo>
                        <a:pt x="-1" y="0"/>
                      </a:moveTo>
                      <a:cubicBezTo>
                        <a:pt x="7297" y="0"/>
                        <a:pt x="14100" y="3684"/>
                        <a:pt x="18088" y="9795"/>
                      </a:cubicBezTo>
                    </a:path>
                    <a:path w="18089" h="21600" stroke="0">
                      <a:moveTo>
                        <a:pt x="-1" y="0"/>
                      </a:moveTo>
                      <a:cubicBezTo>
                        <a:pt x="7297" y="0"/>
                        <a:pt x="14100" y="3684"/>
                        <a:pt x="18088" y="9795"/>
                      </a:cubicBezTo>
                      <a:lnTo>
                        <a:pt x="0" y="21600"/>
                      </a:lnTo>
                      <a:lnTo>
                        <a:pt x="-1" y="0"/>
                      </a:lnTo>
                      <a:close/>
                    </a:path>
                  </a:pathLst>
                </a:custGeom>
                <a:noFill/>
                <a:ln w="12700">
                  <a:solidFill>
                    <a:srgbClr val="FF0000"/>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28" name="Group 27"/>
                <p:cNvGrpSpPr/>
                <p:nvPr/>
              </p:nvGrpSpPr>
              <p:grpSpPr bwMode="auto">
                <a:xfrm>
                  <a:off x="2880" y="2026"/>
                  <a:ext cx="2355" cy="1873"/>
                  <a:chOff x="2880" y="2026"/>
                  <a:chExt cx="2355" cy="1873"/>
                </a:xfrm>
              </p:grpSpPr>
              <p:sp>
                <p:nvSpPr>
                  <p:cNvPr id="29" name="Freeform 28"/>
                  <p:cNvSpPr>
                    <a:spLocks noChangeArrowheads="1"/>
                  </p:cNvSpPr>
                  <p:nvPr>
                    <p:custDataLst>
                      <p:tags r:id="rId23"/>
                    </p:custDataLst>
                  </p:nvPr>
                </p:nvSpPr>
                <p:spPr bwMode="auto">
                  <a:xfrm>
                    <a:off x="2880" y="2938"/>
                    <a:ext cx="336" cy="288"/>
                  </a:xfrm>
                  <a:custGeom>
                    <a:avLst/>
                    <a:gdLst>
                      <a:gd name="T0" fmla="*/ 336 w 336"/>
                      <a:gd name="T1" fmla="*/ 0 h 288"/>
                      <a:gd name="T2" fmla="*/ 0 w 336"/>
                      <a:gd name="T3" fmla="*/ 288 h 288"/>
                    </a:gdLst>
                    <a:ahLst/>
                    <a:cxnLst>
                      <a:cxn ang="0">
                        <a:pos x="T0" y="T1"/>
                      </a:cxn>
                      <a:cxn ang="0">
                        <a:pos x="T2" y="T3"/>
                      </a:cxn>
                    </a:cxnLst>
                    <a:rect l="0" t="0" r="r" b="b"/>
                    <a:pathLst>
                      <a:path w="336" h="288">
                        <a:moveTo>
                          <a:pt x="336" y="0"/>
                        </a:moveTo>
                        <a:cubicBezTo>
                          <a:pt x="196" y="116"/>
                          <a:pt x="56" y="232"/>
                          <a:pt x="0" y="288"/>
                        </a:cubicBezTo>
                      </a:path>
                    </a:pathLst>
                  </a:custGeom>
                  <a:noFill/>
                  <a:ln w="1270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0" name="Line 29"/>
                  <p:cNvSpPr>
                    <a:spLocks noChangeShapeType="1"/>
                  </p:cNvSpPr>
                  <p:nvPr>
                    <p:custDataLst>
                      <p:tags r:id="rId24"/>
                    </p:custDataLst>
                  </p:nvPr>
                </p:nvSpPr>
                <p:spPr bwMode="auto">
                  <a:xfrm flipH="1">
                    <a:off x="2976" y="3034"/>
                    <a:ext cx="432" cy="336"/>
                  </a:xfrm>
                  <a:prstGeom prst="line">
                    <a:avLst/>
                  </a:prstGeom>
                  <a:noFill/>
                  <a:ln w="127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 name="Line 30"/>
                  <p:cNvSpPr>
                    <a:spLocks noChangeShapeType="1"/>
                  </p:cNvSpPr>
                  <p:nvPr>
                    <p:custDataLst>
                      <p:tags r:id="rId25"/>
                    </p:custDataLst>
                  </p:nvPr>
                </p:nvSpPr>
                <p:spPr bwMode="auto">
                  <a:xfrm flipH="1">
                    <a:off x="3168" y="3178"/>
                    <a:ext cx="432" cy="288"/>
                  </a:xfrm>
                  <a:prstGeom prst="line">
                    <a:avLst/>
                  </a:prstGeom>
                  <a:noFill/>
                  <a:ln w="127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2" name="Line 31"/>
                  <p:cNvSpPr>
                    <a:spLocks noChangeShapeType="1"/>
                  </p:cNvSpPr>
                  <p:nvPr>
                    <p:custDataLst>
                      <p:tags r:id="rId26"/>
                    </p:custDataLst>
                  </p:nvPr>
                </p:nvSpPr>
                <p:spPr bwMode="auto">
                  <a:xfrm flipH="1">
                    <a:off x="3216" y="3370"/>
                    <a:ext cx="480" cy="240"/>
                  </a:xfrm>
                  <a:prstGeom prst="line">
                    <a:avLst/>
                  </a:prstGeom>
                  <a:noFill/>
                  <a:ln w="127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3" name="Line 32"/>
                  <p:cNvSpPr>
                    <a:spLocks noChangeShapeType="1"/>
                  </p:cNvSpPr>
                  <p:nvPr>
                    <p:custDataLst>
                      <p:tags r:id="rId27"/>
                    </p:custDataLst>
                  </p:nvPr>
                </p:nvSpPr>
                <p:spPr bwMode="auto">
                  <a:xfrm flipH="1">
                    <a:off x="3312" y="3504"/>
                    <a:ext cx="432" cy="192"/>
                  </a:xfrm>
                  <a:prstGeom prst="line">
                    <a:avLst/>
                  </a:prstGeom>
                  <a:noFill/>
                  <a:ln w="12700">
                    <a:solidFill>
                      <a:srgbClr val="FF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4" name="Arc 33"/>
                  <p:cNvSpPr>
                    <a:spLocks noChangeArrowheads="1"/>
                  </p:cNvSpPr>
                  <p:nvPr>
                    <p:custDataLst>
                      <p:tags r:id="rId28"/>
                    </p:custDataLst>
                  </p:nvPr>
                </p:nvSpPr>
                <p:spPr bwMode="auto">
                  <a:xfrm>
                    <a:off x="4080" y="3467"/>
                    <a:ext cx="1155" cy="432"/>
                  </a:xfrm>
                  <a:custGeom>
                    <a:avLst/>
                    <a:gdLst>
                      <a:gd name="T0" fmla="*/ -1 w 20792"/>
                      <a:gd name="T1" fmla="*/ 0 h 21600"/>
                      <a:gd name="T2" fmla="*/ 20791 w 20792"/>
                      <a:gd name="T3" fmla="*/ 15746 h 21600"/>
                      <a:gd name="T4" fmla="*/ -1 w 20792"/>
                      <a:gd name="T5" fmla="*/ 0 h 21600"/>
                      <a:gd name="T6" fmla="*/ 20791 w 20792"/>
                      <a:gd name="T7" fmla="*/ 15746 h 21600"/>
                      <a:gd name="T8" fmla="*/ 0 w 20792"/>
                      <a:gd name="T9" fmla="*/ 21600 h 21600"/>
                      <a:gd name="T10" fmla="*/ -1 w 20792"/>
                      <a:gd name="T11" fmla="*/ 0 h 21600"/>
                    </a:gdLst>
                    <a:ahLst/>
                    <a:cxnLst>
                      <a:cxn ang="0">
                        <a:pos x="T0" y="T1"/>
                      </a:cxn>
                      <a:cxn ang="0">
                        <a:pos x="T2" y="T3"/>
                      </a:cxn>
                      <a:cxn ang="0">
                        <a:pos x="T4" y="T5"/>
                      </a:cxn>
                      <a:cxn ang="0">
                        <a:pos x="T6" y="T7"/>
                      </a:cxn>
                      <a:cxn ang="0">
                        <a:pos x="T8" y="T9"/>
                      </a:cxn>
                      <a:cxn ang="0">
                        <a:pos x="T10" y="T11"/>
                      </a:cxn>
                    </a:cxnLst>
                    <a:rect l="0" t="0" r="r" b="b"/>
                    <a:pathLst>
                      <a:path w="20792" h="21600" fill="none">
                        <a:moveTo>
                          <a:pt x="-1" y="0"/>
                        </a:moveTo>
                        <a:cubicBezTo>
                          <a:pt x="9674" y="0"/>
                          <a:pt x="18169" y="6433"/>
                          <a:pt x="20791" y="15746"/>
                        </a:cubicBezTo>
                      </a:path>
                      <a:path w="20792" h="21600" stroke="0">
                        <a:moveTo>
                          <a:pt x="-1" y="0"/>
                        </a:moveTo>
                        <a:cubicBezTo>
                          <a:pt x="9674" y="0"/>
                          <a:pt x="18169" y="6433"/>
                          <a:pt x="20791" y="15746"/>
                        </a:cubicBezTo>
                        <a:lnTo>
                          <a:pt x="0" y="21600"/>
                        </a:lnTo>
                        <a:lnTo>
                          <a:pt x="-1" y="0"/>
                        </a:lnTo>
                        <a:close/>
                      </a:path>
                    </a:pathLst>
                  </a:custGeom>
                  <a:noFill/>
                  <a:ln w="12700">
                    <a:solidFill>
                      <a:srgbClr val="FF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 name="Arc 34"/>
                  <p:cNvSpPr>
                    <a:spLocks noChangeArrowheads="1"/>
                  </p:cNvSpPr>
                  <p:nvPr>
                    <p:custDataLst>
                      <p:tags r:id="rId29"/>
                    </p:custDataLst>
                  </p:nvPr>
                </p:nvSpPr>
                <p:spPr bwMode="auto">
                  <a:xfrm flipH="1">
                    <a:off x="4028" y="2842"/>
                    <a:ext cx="1207" cy="384"/>
                  </a:xfrm>
                  <a:custGeom>
                    <a:avLst/>
                    <a:gdLst>
                      <a:gd name="T0" fmla="*/ -1 w 17843"/>
                      <a:gd name="T1" fmla="*/ 0 h 21600"/>
                      <a:gd name="T2" fmla="*/ 17842 w 17843"/>
                      <a:gd name="T3" fmla="*/ 9426 h 21600"/>
                      <a:gd name="T4" fmla="*/ -1 w 17843"/>
                      <a:gd name="T5" fmla="*/ 0 h 21600"/>
                      <a:gd name="T6" fmla="*/ 17842 w 17843"/>
                      <a:gd name="T7" fmla="*/ 9426 h 21600"/>
                      <a:gd name="T8" fmla="*/ 0 w 17843"/>
                      <a:gd name="T9" fmla="*/ 21600 h 21600"/>
                      <a:gd name="T10" fmla="*/ -1 w 17843"/>
                      <a:gd name="T11" fmla="*/ 0 h 21600"/>
                    </a:gdLst>
                    <a:ahLst/>
                    <a:cxnLst>
                      <a:cxn ang="0">
                        <a:pos x="T0" y="T1"/>
                      </a:cxn>
                      <a:cxn ang="0">
                        <a:pos x="T2" y="T3"/>
                      </a:cxn>
                      <a:cxn ang="0">
                        <a:pos x="T4" y="T5"/>
                      </a:cxn>
                      <a:cxn ang="0">
                        <a:pos x="T6" y="T7"/>
                      </a:cxn>
                      <a:cxn ang="0">
                        <a:pos x="T8" y="T9"/>
                      </a:cxn>
                      <a:cxn ang="0">
                        <a:pos x="T10" y="T11"/>
                      </a:cxn>
                    </a:cxnLst>
                    <a:rect l="0" t="0" r="r" b="b"/>
                    <a:pathLst>
                      <a:path w="17843" h="21600" fill="none">
                        <a:moveTo>
                          <a:pt x="-1" y="0"/>
                        </a:moveTo>
                        <a:cubicBezTo>
                          <a:pt x="7139" y="0"/>
                          <a:pt x="13818" y="3528"/>
                          <a:pt x="17842" y="9426"/>
                        </a:cubicBezTo>
                      </a:path>
                      <a:path w="17843" h="21600" stroke="0">
                        <a:moveTo>
                          <a:pt x="-1" y="0"/>
                        </a:moveTo>
                        <a:cubicBezTo>
                          <a:pt x="7139" y="0"/>
                          <a:pt x="13818" y="3528"/>
                          <a:pt x="17842" y="9426"/>
                        </a:cubicBezTo>
                        <a:lnTo>
                          <a:pt x="0" y="21600"/>
                        </a:lnTo>
                        <a:lnTo>
                          <a:pt x="-1" y="0"/>
                        </a:lnTo>
                        <a:close/>
                      </a:path>
                    </a:pathLst>
                  </a:custGeom>
                  <a:noFill/>
                  <a:ln w="12700">
                    <a:solidFill>
                      <a:srgbClr val="FF0000"/>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6" name="Arc 35"/>
                  <p:cNvSpPr>
                    <a:spLocks noChangeArrowheads="1"/>
                  </p:cNvSpPr>
                  <p:nvPr>
                    <p:custDataLst>
                      <p:tags r:id="rId30"/>
                    </p:custDataLst>
                  </p:nvPr>
                </p:nvSpPr>
                <p:spPr bwMode="auto">
                  <a:xfrm rot="20781422" flipH="1">
                    <a:off x="3744" y="2506"/>
                    <a:ext cx="1360" cy="144"/>
                  </a:xfrm>
                  <a:custGeom>
                    <a:avLst/>
                    <a:gdLst>
                      <a:gd name="T0" fmla="*/ -1 w 21111"/>
                      <a:gd name="T1" fmla="*/ 0 h 21600"/>
                      <a:gd name="T2" fmla="*/ 21111 w 21111"/>
                      <a:gd name="T3" fmla="*/ 17031 h 21600"/>
                      <a:gd name="T4" fmla="*/ -1 w 21111"/>
                      <a:gd name="T5" fmla="*/ 0 h 21600"/>
                      <a:gd name="T6" fmla="*/ 21111 w 21111"/>
                      <a:gd name="T7" fmla="*/ 17031 h 21600"/>
                      <a:gd name="T8" fmla="*/ 0 w 21111"/>
                      <a:gd name="T9" fmla="*/ 21600 h 21600"/>
                      <a:gd name="T10" fmla="*/ -1 w 21111"/>
                      <a:gd name="T11" fmla="*/ 0 h 21600"/>
                    </a:gdLst>
                    <a:ahLst/>
                    <a:cxnLst>
                      <a:cxn ang="0">
                        <a:pos x="T0" y="T1"/>
                      </a:cxn>
                      <a:cxn ang="0">
                        <a:pos x="T2" y="T3"/>
                      </a:cxn>
                      <a:cxn ang="0">
                        <a:pos x="T4" y="T5"/>
                      </a:cxn>
                      <a:cxn ang="0">
                        <a:pos x="T6" y="T7"/>
                      </a:cxn>
                      <a:cxn ang="0">
                        <a:pos x="T8" y="T9"/>
                      </a:cxn>
                      <a:cxn ang="0">
                        <a:pos x="T10" y="T11"/>
                      </a:cxn>
                    </a:cxnLst>
                    <a:rect l="0" t="0" r="r" b="b"/>
                    <a:pathLst>
                      <a:path w="21111" h="21600" fill="none">
                        <a:moveTo>
                          <a:pt x="-1" y="0"/>
                        </a:moveTo>
                        <a:cubicBezTo>
                          <a:pt x="10169" y="0"/>
                          <a:pt x="18960" y="7092"/>
                          <a:pt x="21111" y="17031"/>
                        </a:cubicBezTo>
                      </a:path>
                      <a:path w="21111" h="21600" stroke="0">
                        <a:moveTo>
                          <a:pt x="-1" y="0"/>
                        </a:moveTo>
                        <a:cubicBezTo>
                          <a:pt x="10169" y="0"/>
                          <a:pt x="18960" y="7092"/>
                          <a:pt x="21111" y="17031"/>
                        </a:cubicBezTo>
                        <a:lnTo>
                          <a:pt x="0" y="21600"/>
                        </a:lnTo>
                        <a:lnTo>
                          <a:pt x="-1" y="0"/>
                        </a:lnTo>
                        <a:close/>
                      </a:path>
                    </a:pathLst>
                  </a:custGeom>
                  <a:noFill/>
                  <a:ln w="12700">
                    <a:solidFill>
                      <a:srgbClr val="FF0000"/>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 name="Line 36"/>
                  <p:cNvSpPr>
                    <a:spLocks noChangeShapeType="1"/>
                  </p:cNvSpPr>
                  <p:nvPr>
                    <p:custDataLst>
                      <p:tags r:id="rId31"/>
                    </p:custDataLst>
                  </p:nvPr>
                </p:nvSpPr>
                <p:spPr bwMode="auto">
                  <a:xfrm flipV="1">
                    <a:off x="3552" y="2026"/>
                    <a:ext cx="768" cy="672"/>
                  </a:xfrm>
                  <a:prstGeom prst="line">
                    <a:avLst/>
                  </a:prstGeom>
                  <a:noFill/>
                  <a:ln w="127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38" name="Object 37"/>
              <p:cNvGraphicFramePr/>
              <p:nvPr>
                <p:custDataLst>
                  <p:tags r:id="rId32"/>
                </p:custDataLst>
              </p:nvPr>
            </p:nvGraphicFramePr>
            <p:xfrm>
              <a:off x="4826" y="2549"/>
              <a:ext cx="237" cy="265"/>
            </p:xfrm>
            <a:graphic>
              <a:graphicData uri="http://schemas.openxmlformats.org/presentationml/2006/ole">
                <mc:AlternateContent xmlns:mc="http://schemas.openxmlformats.org/markup-compatibility/2006">
                  <mc:Choice xmlns:v="urn:schemas-microsoft-com:vml" Requires="v">
                    <p:oleObj spid="_x0000_s2051" name="" r:id="rId33" imgW="3657600" imgH="4572000" progId="Equation.3">
                      <p:embed/>
                    </p:oleObj>
                  </mc:Choice>
                  <mc:Fallback>
                    <p:oleObj name="" r:id="rId33" imgW="3657600" imgH="4572000" progId="Equation.3">
                      <p:embed/>
                      <p:pic>
                        <p:nvPicPr>
                          <p:cNvPr id="0" name="图片 2050" descr="image10"/>
                          <p:cNvPicPr/>
                          <p:nvPr/>
                        </p:nvPicPr>
                        <p:blipFill>
                          <a:blip r:embed="rId34"/>
                          <a:stretch>
                            <a:fillRect/>
                          </a:stretch>
                        </p:blipFill>
                        <p:spPr>
                          <a:xfrm>
                            <a:off x="4826" y="2549"/>
                            <a:ext cx="237" cy="265"/>
                          </a:xfrm>
                          <a:prstGeom prst="rect">
                            <a:avLst/>
                          </a:prstGeom>
                          <a:noFill/>
                          <a:ln w="38100">
                            <a:noFill/>
                          </a:ln>
                        </p:spPr>
                      </p:pic>
                    </p:oleObj>
                  </mc:Fallback>
                </mc:AlternateContent>
              </a:graphicData>
            </a:graphic>
          </p:graphicFrame>
        </p:grpSp>
        <p:sp>
          <p:nvSpPr>
            <p:cNvPr id="39" name="Rectangle 41"/>
            <p:cNvSpPr>
              <a:spLocks noChangeArrowheads="1"/>
            </p:cNvSpPr>
            <p:nvPr>
              <p:custDataLst>
                <p:tags r:id="rId35"/>
              </p:custDataLst>
            </p:nvPr>
          </p:nvSpPr>
          <p:spPr bwMode="auto">
            <a:xfrm>
              <a:off x="4429124" y="2574919"/>
              <a:ext cx="3962400" cy="2819401"/>
            </a:xfrm>
            <a:prstGeom prst="rect">
              <a:avLst/>
            </a:prstGeom>
            <a:solidFill>
              <a:schemeClr val="bg1"/>
            </a:solidFill>
            <a:ln w="9525">
              <a:solidFill>
                <a:srgbClr val="0066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40" name="AutoShape 42"/>
            <p:cNvSpPr>
              <a:spLocks noChangeArrowheads="1"/>
            </p:cNvSpPr>
            <p:nvPr>
              <p:custDataLst>
                <p:tags r:id="rId36"/>
              </p:custDataLst>
            </p:nvPr>
          </p:nvSpPr>
          <p:spPr bwMode="auto">
            <a:xfrm rot="9725049">
              <a:off x="5524499" y="3354381"/>
              <a:ext cx="1544638" cy="1295400"/>
            </a:xfrm>
            <a:prstGeom prst="parallelogram">
              <a:avLst>
                <a:gd name="adj" fmla="val 33034"/>
              </a:avLst>
            </a:prstGeom>
            <a:solidFill>
              <a:srgbClr val="C5E5E7"/>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graphicFrame>
          <p:nvGraphicFramePr>
            <p:cNvPr id="41" name="Object 43"/>
            <p:cNvGraphicFramePr/>
            <p:nvPr>
              <p:custDataLst>
                <p:tags r:id="rId37"/>
              </p:custDataLst>
            </p:nvPr>
          </p:nvGraphicFramePr>
          <p:xfrm>
            <a:off x="5724524" y="2973381"/>
            <a:ext cx="347663" cy="404813"/>
          </p:xfrm>
          <a:graphic>
            <a:graphicData uri="http://schemas.openxmlformats.org/presentationml/2006/ole">
              <mc:AlternateContent xmlns:mc="http://schemas.openxmlformats.org/markup-compatibility/2006">
                <mc:Choice xmlns:v="urn:schemas-microsoft-com:vml" Requires="v">
                  <p:oleObj spid="_x0000_s2052" name="" r:id="rId38" imgW="3352800" imgH="4267200" progId="Equation.3">
                    <p:embed/>
                  </p:oleObj>
                </mc:Choice>
                <mc:Fallback>
                  <p:oleObj name="" r:id="rId38" imgW="3352800" imgH="4267200" progId="Equation.3">
                    <p:embed/>
                    <p:pic>
                      <p:nvPicPr>
                        <p:cNvPr id="0" name="图片 2051" descr="image9"/>
                        <p:cNvPicPr/>
                        <p:nvPr/>
                      </p:nvPicPr>
                      <p:blipFill>
                        <a:blip r:embed="rId21"/>
                        <a:stretch>
                          <a:fillRect/>
                        </a:stretch>
                      </p:blipFill>
                      <p:spPr>
                        <a:xfrm>
                          <a:off x="5724524" y="2973381"/>
                          <a:ext cx="347663" cy="404813"/>
                        </a:xfrm>
                        <a:prstGeom prst="rect">
                          <a:avLst/>
                        </a:prstGeom>
                        <a:noFill/>
                        <a:ln w="38100">
                          <a:noFill/>
                        </a:ln>
                      </p:spPr>
                    </p:pic>
                  </p:oleObj>
                </mc:Fallback>
              </mc:AlternateContent>
            </a:graphicData>
          </a:graphic>
        </p:graphicFrame>
        <p:sp>
          <p:nvSpPr>
            <p:cNvPr id="42" name="Line 44"/>
            <p:cNvSpPr>
              <a:spLocks noChangeShapeType="1"/>
            </p:cNvSpPr>
            <p:nvPr>
              <p:custDataLst>
                <p:tags r:id="rId39"/>
              </p:custDataLst>
            </p:nvPr>
          </p:nvSpPr>
          <p:spPr bwMode="auto">
            <a:xfrm>
              <a:off x="6562724" y="3582981"/>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3" name="Line 45"/>
            <p:cNvSpPr>
              <a:spLocks noChangeShapeType="1"/>
            </p:cNvSpPr>
            <p:nvPr>
              <p:custDataLst>
                <p:tags r:id="rId40"/>
              </p:custDataLst>
            </p:nvPr>
          </p:nvSpPr>
          <p:spPr bwMode="auto">
            <a:xfrm>
              <a:off x="6257924" y="3659181"/>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4" name="Line 46"/>
            <p:cNvSpPr>
              <a:spLocks noChangeShapeType="1"/>
            </p:cNvSpPr>
            <p:nvPr>
              <p:custDataLst>
                <p:tags r:id="rId41"/>
              </p:custDataLst>
            </p:nvPr>
          </p:nvSpPr>
          <p:spPr bwMode="auto">
            <a:xfrm>
              <a:off x="6105524" y="3749669"/>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5" name="Line 47"/>
            <p:cNvSpPr>
              <a:spLocks noChangeShapeType="1"/>
            </p:cNvSpPr>
            <p:nvPr>
              <p:custDataLst>
                <p:tags r:id="rId42"/>
              </p:custDataLst>
            </p:nvPr>
          </p:nvSpPr>
          <p:spPr bwMode="auto">
            <a:xfrm>
              <a:off x="5233987" y="3582981"/>
              <a:ext cx="533400"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6" name="Line 48"/>
            <p:cNvSpPr>
              <a:spLocks noChangeShapeType="1"/>
            </p:cNvSpPr>
            <p:nvPr>
              <p:custDataLst>
                <p:tags r:id="rId43"/>
              </p:custDataLst>
            </p:nvPr>
          </p:nvSpPr>
          <p:spPr bwMode="auto">
            <a:xfrm>
              <a:off x="5038724" y="3659181"/>
              <a:ext cx="728663"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7" name="Line 49"/>
            <p:cNvSpPr>
              <a:spLocks noChangeShapeType="1"/>
            </p:cNvSpPr>
            <p:nvPr>
              <p:custDataLst>
                <p:tags r:id="rId44"/>
              </p:custDataLst>
            </p:nvPr>
          </p:nvSpPr>
          <p:spPr bwMode="auto">
            <a:xfrm>
              <a:off x="4886324" y="3749669"/>
              <a:ext cx="881063"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8" name="Line 50"/>
            <p:cNvSpPr>
              <a:spLocks noChangeShapeType="1"/>
            </p:cNvSpPr>
            <p:nvPr>
              <p:custDataLst>
                <p:tags r:id="rId45"/>
              </p:custDataLst>
            </p:nvPr>
          </p:nvSpPr>
          <p:spPr bwMode="auto">
            <a:xfrm>
              <a:off x="6562724" y="3949694"/>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9" name="Line 51"/>
            <p:cNvSpPr>
              <a:spLocks noChangeShapeType="1"/>
            </p:cNvSpPr>
            <p:nvPr>
              <p:custDataLst>
                <p:tags r:id="rId46"/>
              </p:custDataLst>
            </p:nvPr>
          </p:nvSpPr>
          <p:spPr bwMode="auto">
            <a:xfrm>
              <a:off x="6257924" y="4025894"/>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0" name="Line 52"/>
            <p:cNvSpPr>
              <a:spLocks noChangeShapeType="1"/>
            </p:cNvSpPr>
            <p:nvPr>
              <p:custDataLst>
                <p:tags r:id="rId47"/>
              </p:custDataLst>
            </p:nvPr>
          </p:nvSpPr>
          <p:spPr bwMode="auto">
            <a:xfrm>
              <a:off x="6105524" y="4116382"/>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1" name="Line 53"/>
            <p:cNvSpPr>
              <a:spLocks noChangeShapeType="1"/>
            </p:cNvSpPr>
            <p:nvPr>
              <p:custDataLst>
                <p:tags r:id="rId48"/>
              </p:custDataLst>
            </p:nvPr>
          </p:nvSpPr>
          <p:spPr bwMode="auto">
            <a:xfrm>
              <a:off x="5233987" y="3949694"/>
              <a:ext cx="533400"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52" name="Line 54"/>
            <p:cNvSpPr>
              <a:spLocks noChangeShapeType="1"/>
            </p:cNvSpPr>
            <p:nvPr>
              <p:custDataLst>
                <p:tags r:id="rId49"/>
              </p:custDataLst>
            </p:nvPr>
          </p:nvSpPr>
          <p:spPr bwMode="auto">
            <a:xfrm>
              <a:off x="5038724" y="4025894"/>
              <a:ext cx="728663"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53" name="Line 55"/>
            <p:cNvSpPr>
              <a:spLocks noChangeShapeType="1"/>
            </p:cNvSpPr>
            <p:nvPr>
              <p:custDataLst>
                <p:tags r:id="rId50"/>
              </p:custDataLst>
            </p:nvPr>
          </p:nvSpPr>
          <p:spPr bwMode="auto">
            <a:xfrm>
              <a:off x="4886324" y="4116382"/>
              <a:ext cx="881063"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54" name="Line 56"/>
            <p:cNvSpPr>
              <a:spLocks noChangeShapeType="1"/>
            </p:cNvSpPr>
            <p:nvPr>
              <p:custDataLst>
                <p:tags r:id="rId51"/>
              </p:custDataLst>
            </p:nvPr>
          </p:nvSpPr>
          <p:spPr bwMode="auto">
            <a:xfrm>
              <a:off x="6562724" y="4344982"/>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5" name="Line 57"/>
            <p:cNvSpPr>
              <a:spLocks noChangeShapeType="1"/>
            </p:cNvSpPr>
            <p:nvPr>
              <p:custDataLst>
                <p:tags r:id="rId52"/>
              </p:custDataLst>
            </p:nvPr>
          </p:nvSpPr>
          <p:spPr bwMode="auto">
            <a:xfrm>
              <a:off x="6257924" y="4421182"/>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6" name="Line 58"/>
            <p:cNvSpPr>
              <a:spLocks noChangeShapeType="1"/>
            </p:cNvSpPr>
            <p:nvPr>
              <p:custDataLst>
                <p:tags r:id="rId53"/>
              </p:custDataLst>
            </p:nvPr>
          </p:nvSpPr>
          <p:spPr bwMode="auto">
            <a:xfrm>
              <a:off x="6105524" y="4511670"/>
              <a:ext cx="1219200" cy="0"/>
            </a:xfrm>
            <a:prstGeom prst="line">
              <a:avLst/>
            </a:prstGeom>
            <a:noFill/>
            <a:ln w="9525">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7" name="Line 59"/>
            <p:cNvSpPr>
              <a:spLocks noChangeShapeType="1"/>
            </p:cNvSpPr>
            <p:nvPr>
              <p:custDataLst>
                <p:tags r:id="rId54"/>
              </p:custDataLst>
            </p:nvPr>
          </p:nvSpPr>
          <p:spPr bwMode="auto">
            <a:xfrm>
              <a:off x="5233987" y="4344982"/>
              <a:ext cx="533400"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58" name="Line 60"/>
            <p:cNvSpPr>
              <a:spLocks noChangeShapeType="1"/>
            </p:cNvSpPr>
            <p:nvPr>
              <p:custDataLst>
                <p:tags r:id="rId55"/>
              </p:custDataLst>
            </p:nvPr>
          </p:nvSpPr>
          <p:spPr bwMode="auto">
            <a:xfrm>
              <a:off x="5038724" y="4421182"/>
              <a:ext cx="728663"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59" name="Line 61"/>
            <p:cNvSpPr>
              <a:spLocks noChangeShapeType="1"/>
            </p:cNvSpPr>
            <p:nvPr>
              <p:custDataLst>
                <p:tags r:id="rId56"/>
              </p:custDataLst>
            </p:nvPr>
          </p:nvSpPr>
          <p:spPr bwMode="auto">
            <a:xfrm>
              <a:off x="4886324" y="4511670"/>
              <a:ext cx="881063" cy="0"/>
            </a:xfrm>
            <a:prstGeom prst="line">
              <a:avLst/>
            </a:prstGeom>
            <a:noFill/>
            <a:ln w="9525">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0" name="Object 62"/>
            <p:cNvGraphicFramePr/>
            <p:nvPr>
              <p:custDataLst>
                <p:tags r:id="rId57"/>
              </p:custDataLst>
            </p:nvPr>
          </p:nvGraphicFramePr>
          <p:xfrm>
            <a:off x="7781924" y="3887781"/>
            <a:ext cx="376238" cy="420688"/>
          </p:xfrm>
          <a:graphic>
            <a:graphicData uri="http://schemas.openxmlformats.org/presentationml/2006/ole">
              <mc:AlternateContent xmlns:mc="http://schemas.openxmlformats.org/markup-compatibility/2006">
                <mc:Choice xmlns:v="urn:schemas-microsoft-com:vml" Requires="v">
                  <p:oleObj spid="_x0000_s2053" name="" r:id="rId58" imgW="3657600" imgH="4572000" progId="Equation.3">
                    <p:embed/>
                  </p:oleObj>
                </mc:Choice>
                <mc:Fallback>
                  <p:oleObj name="" r:id="rId58" imgW="3657600" imgH="4572000" progId="Equation.3">
                    <p:embed/>
                    <p:pic>
                      <p:nvPicPr>
                        <p:cNvPr id="0" name="图片 2052" descr="image10"/>
                        <p:cNvPicPr/>
                        <p:nvPr/>
                      </p:nvPicPr>
                      <p:blipFill>
                        <a:blip r:embed="rId34"/>
                        <a:stretch>
                          <a:fillRect/>
                        </a:stretch>
                      </p:blipFill>
                      <p:spPr>
                        <a:xfrm>
                          <a:off x="7781924" y="3887781"/>
                          <a:ext cx="376238" cy="420688"/>
                        </a:xfrm>
                        <a:prstGeom prst="rect">
                          <a:avLst/>
                        </a:prstGeom>
                        <a:noFill/>
                        <a:ln w="38100">
                          <a:noFill/>
                        </a:ln>
                      </p:spPr>
                    </p:pic>
                  </p:oleObj>
                </mc:Fallback>
              </mc:AlternateContent>
            </a:graphicData>
          </a:graphic>
        </p:graphicFrame>
        <p:graphicFrame>
          <p:nvGraphicFramePr>
            <p:cNvPr id="61" name="Object 63"/>
            <p:cNvGraphicFramePr/>
            <p:nvPr>
              <p:custDataLst>
                <p:tags r:id="rId59"/>
              </p:custDataLst>
            </p:nvPr>
          </p:nvGraphicFramePr>
          <p:xfrm>
            <a:off x="7705724" y="3125781"/>
            <a:ext cx="407988" cy="504825"/>
          </p:xfrm>
          <a:graphic>
            <a:graphicData uri="http://schemas.openxmlformats.org/presentationml/2006/ole">
              <mc:AlternateContent xmlns:mc="http://schemas.openxmlformats.org/markup-compatibility/2006">
                <mc:Choice xmlns:v="urn:schemas-microsoft-com:vml" Requires="v">
                  <p:oleObj spid="_x0000_s2054" name="" r:id="rId60" imgW="3962400" imgH="5486400" progId="Equation.3">
                    <p:embed/>
                  </p:oleObj>
                </mc:Choice>
                <mc:Fallback>
                  <p:oleObj name="" r:id="rId60" imgW="3962400" imgH="5486400" progId="Equation.3">
                    <p:embed/>
                    <p:pic>
                      <p:nvPicPr>
                        <p:cNvPr id="0" name="图片 2053" descr="image11"/>
                        <p:cNvPicPr/>
                        <p:nvPr/>
                      </p:nvPicPr>
                      <p:blipFill>
                        <a:blip r:embed="rId61"/>
                        <a:stretch>
                          <a:fillRect/>
                        </a:stretch>
                      </p:blipFill>
                      <p:spPr>
                        <a:xfrm>
                          <a:off x="7705724" y="3125781"/>
                          <a:ext cx="407988" cy="504825"/>
                        </a:xfrm>
                        <a:prstGeom prst="rect">
                          <a:avLst/>
                        </a:prstGeom>
                        <a:noFill/>
                        <a:ln w="38100">
                          <a:noFill/>
                        </a:ln>
                      </p:spPr>
                    </p:pic>
                  </p:oleObj>
                </mc:Fallback>
              </mc:AlternateContent>
            </a:graphicData>
          </a:graphic>
        </p:graphicFrame>
      </p:grpSp>
      <p:grpSp>
        <p:nvGrpSpPr>
          <p:cNvPr id="62" name="组合 61"/>
          <p:cNvGrpSpPr/>
          <p:nvPr/>
        </p:nvGrpSpPr>
        <p:grpSpPr>
          <a:xfrm>
            <a:off x="4845412" y="3064657"/>
            <a:ext cx="3962400" cy="2491523"/>
            <a:chOff x="6597761" y="3872448"/>
            <a:chExt cx="3962400" cy="2491523"/>
          </a:xfrm>
        </p:grpSpPr>
        <p:sp>
          <p:nvSpPr>
            <p:cNvPr id="66" name="AutoShape 25"/>
            <p:cNvSpPr>
              <a:spLocks noChangeArrowheads="1"/>
            </p:cNvSpPr>
            <p:nvPr>
              <p:custDataLst>
                <p:tags r:id="rId62"/>
              </p:custDataLst>
            </p:nvPr>
          </p:nvSpPr>
          <p:spPr bwMode="auto">
            <a:xfrm rot="9313545">
              <a:off x="7597886" y="4844734"/>
              <a:ext cx="1371600" cy="685800"/>
            </a:xfrm>
            <a:prstGeom prst="parallelogram">
              <a:avLst>
                <a:gd name="adj" fmla="val 47324"/>
              </a:avLst>
            </a:prstGeom>
            <a:solidFill>
              <a:schemeClr val="accent1">
                <a:alpha val="50195"/>
              </a:schemeClr>
            </a:solidFill>
            <a:ln w="9525">
              <a:solidFill>
                <a:schemeClr val="tx1"/>
              </a:solidFill>
              <a:prstDash val="dash"/>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67" name="Line 26"/>
            <p:cNvSpPr>
              <a:spLocks noChangeShapeType="1"/>
            </p:cNvSpPr>
            <p:nvPr>
              <p:custDataLst>
                <p:tags r:id="rId63"/>
              </p:custDataLst>
            </p:nvPr>
          </p:nvSpPr>
          <p:spPr bwMode="auto">
            <a:xfrm>
              <a:off x="7797911" y="5792472"/>
              <a:ext cx="6858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8" name="Arc 27"/>
            <p:cNvSpPr>
              <a:spLocks noChangeArrowheads="1"/>
            </p:cNvSpPr>
            <p:nvPr>
              <p:custDataLst>
                <p:tags r:id="rId64"/>
              </p:custDataLst>
            </p:nvPr>
          </p:nvSpPr>
          <p:spPr bwMode="auto">
            <a:xfrm flipV="1">
              <a:off x="7826486" y="5200334"/>
              <a:ext cx="152400" cy="1524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9" name="Rectangle 9"/>
            <p:cNvSpPr>
              <a:spLocks noChangeArrowheads="1"/>
            </p:cNvSpPr>
            <p:nvPr>
              <p:custDataLst>
                <p:tags r:id="rId65"/>
              </p:custDataLst>
            </p:nvPr>
          </p:nvSpPr>
          <p:spPr bwMode="auto">
            <a:xfrm>
              <a:off x="6597761" y="3872448"/>
              <a:ext cx="3962400" cy="2491523"/>
            </a:xfrm>
            <a:prstGeom prst="rect">
              <a:avLst/>
            </a:prstGeom>
            <a:noFill/>
            <a:ln w="9525">
              <a:solidFill>
                <a:srgbClr val="006666"/>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70" name="Line 10"/>
            <p:cNvSpPr>
              <a:spLocks noChangeShapeType="1"/>
            </p:cNvSpPr>
            <p:nvPr>
              <p:custDataLst>
                <p:tags r:id="rId66"/>
              </p:custDataLst>
            </p:nvPr>
          </p:nvSpPr>
          <p:spPr bwMode="auto">
            <a:xfrm flipH="1">
              <a:off x="9161573" y="5376547"/>
              <a:ext cx="152400"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 name="Object 65"/>
            <p:cNvGraphicFramePr/>
            <p:nvPr>
              <p:custDataLst>
                <p:tags r:id="rId67"/>
              </p:custDataLst>
            </p:nvPr>
          </p:nvGraphicFramePr>
          <p:xfrm>
            <a:off x="8191611" y="4692334"/>
            <a:ext cx="360362" cy="457200"/>
          </p:xfrm>
          <a:graphic>
            <a:graphicData uri="http://schemas.openxmlformats.org/presentationml/2006/ole">
              <mc:AlternateContent xmlns:mc="http://schemas.openxmlformats.org/markup-compatibility/2006">
                <mc:Choice xmlns:v="urn:schemas-microsoft-com:vml" Requires="v">
                  <p:oleObj spid="_x0000_s2055" name="" r:id="rId68" imgW="3352800" imgH="4267200" progId="Equation.3">
                    <p:embed/>
                  </p:oleObj>
                </mc:Choice>
                <mc:Fallback>
                  <p:oleObj name="" r:id="rId68" imgW="3352800" imgH="4267200" progId="Equation.3">
                    <p:embed/>
                    <p:pic>
                      <p:nvPicPr>
                        <p:cNvPr id="0" name="图片 2054" descr="image12"/>
                        <p:cNvPicPr/>
                        <p:nvPr/>
                      </p:nvPicPr>
                      <p:blipFill>
                        <a:blip r:embed="rId69"/>
                        <a:stretch>
                          <a:fillRect/>
                        </a:stretch>
                      </p:blipFill>
                      <p:spPr>
                        <a:xfrm>
                          <a:off x="8191611" y="4692334"/>
                          <a:ext cx="360362" cy="457200"/>
                        </a:xfrm>
                        <a:prstGeom prst="rect">
                          <a:avLst/>
                        </a:prstGeom>
                        <a:noFill/>
                        <a:ln w="38100">
                          <a:noFill/>
                        </a:ln>
                      </p:spPr>
                    </p:pic>
                  </p:oleObj>
                </mc:Fallback>
              </mc:AlternateContent>
            </a:graphicData>
          </a:graphic>
        </p:graphicFrame>
        <p:sp>
          <p:nvSpPr>
            <p:cNvPr id="72" name="AutoShape 12"/>
            <p:cNvSpPr>
              <a:spLocks noChangeArrowheads="1"/>
            </p:cNvSpPr>
            <p:nvPr>
              <p:custDataLst>
                <p:tags r:id="rId70"/>
              </p:custDataLst>
            </p:nvPr>
          </p:nvSpPr>
          <p:spPr bwMode="auto">
            <a:xfrm rot="2762319">
              <a:off x="7944755" y="4674079"/>
              <a:ext cx="1400175" cy="969962"/>
            </a:xfrm>
            <a:prstGeom prst="parallelogram">
              <a:avLst>
                <a:gd name="adj" fmla="val 36516"/>
              </a:avLst>
            </a:prstGeom>
            <a:gradFill rotWithShape="0">
              <a:gsLst>
                <a:gs pos="0">
                  <a:schemeClr val="bg1"/>
                </a:gs>
                <a:gs pos="100000">
                  <a:srgbClr val="B1D8FF"/>
                </a:gs>
              </a:gsLst>
              <a:path path="shape">
                <a:fillToRect l="50000" t="50000" r="50000" b="50000"/>
              </a:path>
            </a:gradFill>
            <a:ln w="19050">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73" name="Line 13"/>
            <p:cNvSpPr>
              <a:spLocks noChangeShapeType="1"/>
            </p:cNvSpPr>
            <p:nvPr>
              <p:custDataLst>
                <p:tags r:id="rId71"/>
              </p:custDataLst>
            </p:nvPr>
          </p:nvSpPr>
          <p:spPr bwMode="auto">
            <a:xfrm flipV="1">
              <a:off x="9036161" y="5260659"/>
              <a:ext cx="1219200" cy="0"/>
            </a:xfrm>
            <a:prstGeom prst="line">
              <a:avLst/>
            </a:prstGeom>
            <a:noFill/>
            <a:ln w="19050">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4" name="Line 14"/>
            <p:cNvSpPr>
              <a:spLocks noChangeShapeType="1"/>
            </p:cNvSpPr>
            <p:nvPr>
              <p:custDataLst>
                <p:tags r:id="rId72"/>
              </p:custDataLst>
            </p:nvPr>
          </p:nvSpPr>
          <p:spPr bwMode="auto">
            <a:xfrm flipV="1">
              <a:off x="8807561" y="5370197"/>
              <a:ext cx="1295400" cy="0"/>
            </a:xfrm>
            <a:prstGeom prst="line">
              <a:avLst/>
            </a:prstGeom>
            <a:noFill/>
            <a:ln w="19050">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 name="Line 15"/>
            <p:cNvSpPr>
              <a:spLocks noChangeShapeType="1"/>
            </p:cNvSpPr>
            <p:nvPr>
              <p:custDataLst>
                <p:tags r:id="rId73"/>
              </p:custDataLst>
            </p:nvPr>
          </p:nvSpPr>
          <p:spPr bwMode="auto">
            <a:xfrm flipV="1">
              <a:off x="8469423" y="5489259"/>
              <a:ext cx="1371600" cy="0"/>
            </a:xfrm>
            <a:prstGeom prst="line">
              <a:avLst/>
            </a:prstGeom>
            <a:noFill/>
            <a:ln w="19050">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6" name="Line 16"/>
            <p:cNvSpPr>
              <a:spLocks noChangeShapeType="1"/>
            </p:cNvSpPr>
            <p:nvPr>
              <p:custDataLst>
                <p:tags r:id="rId74"/>
              </p:custDataLst>
            </p:nvPr>
          </p:nvSpPr>
          <p:spPr bwMode="auto">
            <a:xfrm flipH="1">
              <a:off x="8890111" y="4919347"/>
              <a:ext cx="152400"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7" name="Line 17"/>
            <p:cNvSpPr>
              <a:spLocks noChangeShapeType="1"/>
            </p:cNvSpPr>
            <p:nvPr>
              <p:custDataLst>
                <p:tags r:id="rId75"/>
              </p:custDataLst>
            </p:nvPr>
          </p:nvSpPr>
          <p:spPr bwMode="auto">
            <a:xfrm flipV="1">
              <a:off x="8764698" y="4803459"/>
              <a:ext cx="1219200" cy="0"/>
            </a:xfrm>
            <a:prstGeom prst="line">
              <a:avLst/>
            </a:prstGeom>
            <a:noFill/>
            <a:ln w="19050">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8" name="Line 18"/>
            <p:cNvSpPr>
              <a:spLocks noChangeShapeType="1"/>
            </p:cNvSpPr>
            <p:nvPr>
              <p:custDataLst>
                <p:tags r:id="rId76"/>
              </p:custDataLst>
            </p:nvPr>
          </p:nvSpPr>
          <p:spPr bwMode="auto">
            <a:xfrm flipV="1">
              <a:off x="7240698" y="5365434"/>
              <a:ext cx="914400"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9" name="Line 19"/>
            <p:cNvSpPr>
              <a:spLocks noChangeShapeType="1"/>
            </p:cNvSpPr>
            <p:nvPr>
              <p:custDataLst>
                <p:tags r:id="rId77"/>
              </p:custDataLst>
            </p:nvPr>
          </p:nvSpPr>
          <p:spPr bwMode="auto">
            <a:xfrm flipV="1">
              <a:off x="6826361" y="5484497"/>
              <a:ext cx="1447800" cy="4762"/>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80" name="Line 20"/>
            <p:cNvSpPr>
              <a:spLocks noChangeShapeType="1"/>
            </p:cNvSpPr>
            <p:nvPr>
              <p:custDataLst>
                <p:tags r:id="rId78"/>
              </p:custDataLst>
            </p:nvPr>
          </p:nvSpPr>
          <p:spPr bwMode="auto">
            <a:xfrm flipV="1">
              <a:off x="7469298" y="5255897"/>
              <a:ext cx="609600"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81" name="Line 21"/>
            <p:cNvSpPr>
              <a:spLocks noChangeShapeType="1"/>
            </p:cNvSpPr>
            <p:nvPr>
              <p:custDataLst>
                <p:tags r:id="rId79"/>
              </p:custDataLst>
            </p:nvPr>
          </p:nvSpPr>
          <p:spPr bwMode="auto">
            <a:xfrm flipV="1">
              <a:off x="7131161" y="4912997"/>
              <a:ext cx="914400"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82" name="Line 22"/>
            <p:cNvSpPr>
              <a:spLocks noChangeShapeType="1"/>
            </p:cNvSpPr>
            <p:nvPr>
              <p:custDataLst>
                <p:tags r:id="rId80"/>
              </p:custDataLst>
            </p:nvPr>
          </p:nvSpPr>
          <p:spPr bwMode="auto">
            <a:xfrm flipV="1">
              <a:off x="6840648" y="5032059"/>
              <a:ext cx="1023938"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83" name="Line 23"/>
            <p:cNvSpPr>
              <a:spLocks noChangeShapeType="1"/>
            </p:cNvSpPr>
            <p:nvPr>
              <p:custDataLst>
                <p:tags r:id="rId81"/>
              </p:custDataLst>
            </p:nvPr>
          </p:nvSpPr>
          <p:spPr bwMode="auto">
            <a:xfrm flipV="1">
              <a:off x="7316898" y="4803459"/>
              <a:ext cx="990600" cy="0"/>
            </a:xfrm>
            <a:prstGeom prst="line">
              <a:avLst/>
            </a:prstGeom>
            <a:noFill/>
            <a:ln w="19050">
              <a:solidFill>
                <a:srgbClr val="FF6600"/>
              </a:solidFill>
              <a:round/>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84" name="Group 28"/>
            <p:cNvGrpSpPr/>
            <p:nvPr/>
          </p:nvGrpSpPr>
          <p:grpSpPr bwMode="auto">
            <a:xfrm>
              <a:off x="8121762" y="4041459"/>
              <a:ext cx="2281237" cy="1182688"/>
              <a:chOff x="3840" y="2400"/>
              <a:chExt cx="1437" cy="745"/>
            </a:xfrm>
          </p:grpSpPr>
          <p:graphicFrame>
            <p:nvGraphicFramePr>
              <p:cNvPr id="85" name="Object 66"/>
              <p:cNvGraphicFramePr/>
              <p:nvPr>
                <p:custDataLst>
                  <p:tags r:id="rId82"/>
                </p:custDataLst>
              </p:nvPr>
            </p:nvGraphicFramePr>
            <p:xfrm>
              <a:off x="5040" y="2880"/>
              <a:ext cx="237" cy="265"/>
            </p:xfrm>
            <a:graphic>
              <a:graphicData uri="http://schemas.openxmlformats.org/presentationml/2006/ole">
                <mc:AlternateContent xmlns:mc="http://schemas.openxmlformats.org/markup-compatibility/2006">
                  <mc:Choice xmlns:v="urn:schemas-microsoft-com:vml" Requires="v">
                    <p:oleObj spid="_x0000_s2056" name="" r:id="rId83" imgW="3657600" imgH="4572000" progId="Equation.3">
                      <p:embed/>
                    </p:oleObj>
                  </mc:Choice>
                  <mc:Fallback>
                    <p:oleObj name="" r:id="rId83" imgW="3657600" imgH="4572000" progId="Equation.3">
                      <p:embed/>
                      <p:pic>
                        <p:nvPicPr>
                          <p:cNvPr id="0" name="图片 2055" descr="image13"/>
                          <p:cNvPicPr/>
                          <p:nvPr/>
                        </p:nvPicPr>
                        <p:blipFill>
                          <a:blip r:embed="rId84"/>
                          <a:stretch>
                            <a:fillRect/>
                          </a:stretch>
                        </p:blipFill>
                        <p:spPr>
                          <a:xfrm>
                            <a:off x="5040" y="2880"/>
                            <a:ext cx="237" cy="265"/>
                          </a:xfrm>
                          <a:prstGeom prst="rect">
                            <a:avLst/>
                          </a:prstGeom>
                          <a:noFill/>
                          <a:ln w="38100">
                            <a:noFill/>
                          </a:ln>
                        </p:spPr>
                      </p:pic>
                    </p:oleObj>
                  </mc:Fallback>
                </mc:AlternateContent>
              </a:graphicData>
            </a:graphic>
          </p:graphicFrame>
          <p:graphicFrame>
            <p:nvGraphicFramePr>
              <p:cNvPr id="86" name="Object 67"/>
              <p:cNvGraphicFramePr/>
              <p:nvPr>
                <p:custDataLst>
                  <p:tags r:id="rId85"/>
                </p:custDataLst>
              </p:nvPr>
            </p:nvGraphicFramePr>
            <p:xfrm>
              <a:off x="3840" y="2496"/>
              <a:ext cx="219" cy="255"/>
            </p:xfrm>
            <a:graphic>
              <a:graphicData uri="http://schemas.openxmlformats.org/presentationml/2006/ole">
                <mc:AlternateContent xmlns:mc="http://schemas.openxmlformats.org/markup-compatibility/2006">
                  <mc:Choice xmlns:v="urn:schemas-microsoft-com:vml" Requires="v">
                    <p:oleObj spid="_x0000_s2057" name="" r:id="rId86" imgW="3352800" imgH="4267200" progId="Equation.3">
                      <p:embed/>
                    </p:oleObj>
                  </mc:Choice>
                  <mc:Fallback>
                    <p:oleObj name="" r:id="rId86" imgW="3352800" imgH="4267200" progId="Equation.3">
                      <p:embed/>
                      <p:pic>
                        <p:nvPicPr>
                          <p:cNvPr id="0" name="图片 2056" descr="image14"/>
                          <p:cNvPicPr/>
                          <p:nvPr/>
                        </p:nvPicPr>
                        <p:blipFill>
                          <a:blip r:embed="rId87"/>
                          <a:stretch>
                            <a:fillRect/>
                          </a:stretch>
                        </p:blipFill>
                        <p:spPr>
                          <a:xfrm>
                            <a:off x="3840" y="2496"/>
                            <a:ext cx="219" cy="255"/>
                          </a:xfrm>
                          <a:prstGeom prst="rect">
                            <a:avLst/>
                          </a:prstGeom>
                          <a:noFill/>
                          <a:ln w="38100">
                            <a:noFill/>
                          </a:ln>
                        </p:spPr>
                      </p:pic>
                    </p:oleObj>
                  </mc:Fallback>
                </mc:AlternateContent>
              </a:graphicData>
            </a:graphic>
          </p:graphicFrame>
          <p:graphicFrame>
            <p:nvGraphicFramePr>
              <p:cNvPr id="87" name="Object 68"/>
              <p:cNvGraphicFramePr/>
              <p:nvPr>
                <p:custDataLst>
                  <p:tags r:id="rId88"/>
                </p:custDataLst>
              </p:nvPr>
            </p:nvGraphicFramePr>
            <p:xfrm>
              <a:off x="4752" y="2400"/>
              <a:ext cx="323" cy="358"/>
            </p:xfrm>
            <a:graphic>
              <a:graphicData uri="http://schemas.openxmlformats.org/presentationml/2006/ole">
                <mc:AlternateContent xmlns:mc="http://schemas.openxmlformats.org/markup-compatibility/2006">
                  <mc:Choice xmlns:v="urn:schemas-microsoft-com:vml" Requires="v">
                    <p:oleObj spid="_x0000_s2058" name="" r:id="rId89" imgW="276860" imgH="386080" progId="Equation.3">
                      <p:embed/>
                    </p:oleObj>
                  </mc:Choice>
                  <mc:Fallback>
                    <p:oleObj name="" r:id="rId89" imgW="276860" imgH="386080" progId="Equation.3">
                      <p:embed/>
                      <p:pic>
                        <p:nvPicPr>
                          <p:cNvPr id="0" name="图片 2057" descr="image15"/>
                          <p:cNvPicPr/>
                          <p:nvPr/>
                        </p:nvPicPr>
                        <p:blipFill>
                          <a:blip r:embed="rId90"/>
                          <a:stretch>
                            <a:fillRect/>
                          </a:stretch>
                        </p:blipFill>
                        <p:spPr>
                          <a:xfrm>
                            <a:off x="4752" y="2400"/>
                            <a:ext cx="323" cy="358"/>
                          </a:xfrm>
                          <a:prstGeom prst="rect">
                            <a:avLst/>
                          </a:prstGeom>
                          <a:noFill/>
                          <a:ln w="38100">
                            <a:noFill/>
                          </a:ln>
                        </p:spPr>
                      </p:pic>
                    </p:oleObj>
                  </mc:Fallback>
                </mc:AlternateContent>
              </a:graphicData>
            </a:graphic>
          </p:graphicFrame>
          <p:sp>
            <p:nvSpPr>
              <p:cNvPr id="88" name="Arc 32"/>
              <p:cNvSpPr>
                <a:spLocks noChangeArrowheads="1"/>
              </p:cNvSpPr>
              <p:nvPr>
                <p:custDataLst>
                  <p:tags r:id="rId91"/>
                </p:custDataLst>
              </p:nvPr>
            </p:nvSpPr>
            <p:spPr bwMode="auto">
              <a:xfrm>
                <a:off x="4464" y="2727"/>
                <a:ext cx="92" cy="314"/>
              </a:xfrm>
              <a:custGeom>
                <a:avLst/>
                <a:gdLst>
                  <a:gd name="T0" fmla="*/ -1 w 20733"/>
                  <a:gd name="T1" fmla="*/ 0 h 21600"/>
                  <a:gd name="T2" fmla="*/ 20733 w 20733"/>
                  <a:gd name="T3" fmla="*/ 15541 h 21600"/>
                  <a:gd name="T4" fmla="*/ -1 w 20733"/>
                  <a:gd name="T5" fmla="*/ 0 h 21600"/>
                  <a:gd name="T6" fmla="*/ 20733 w 20733"/>
                  <a:gd name="T7" fmla="*/ 15541 h 21600"/>
                  <a:gd name="T8" fmla="*/ 0 w 20733"/>
                  <a:gd name="T9" fmla="*/ 21600 h 21600"/>
                  <a:gd name="T10" fmla="*/ -1 w 20733"/>
                  <a:gd name="T11" fmla="*/ 0 h 21600"/>
                </a:gdLst>
                <a:ahLst/>
                <a:cxnLst>
                  <a:cxn ang="0">
                    <a:pos x="T0" y="T1"/>
                  </a:cxn>
                  <a:cxn ang="0">
                    <a:pos x="T2" y="T3"/>
                  </a:cxn>
                  <a:cxn ang="0">
                    <a:pos x="T4" y="T5"/>
                  </a:cxn>
                  <a:cxn ang="0">
                    <a:pos x="T6" y="T7"/>
                  </a:cxn>
                  <a:cxn ang="0">
                    <a:pos x="T8" y="T9"/>
                  </a:cxn>
                  <a:cxn ang="0">
                    <a:pos x="T10" y="T11"/>
                  </a:cxn>
                </a:cxnLst>
                <a:rect l="0" t="0" r="r" b="b"/>
                <a:pathLst>
                  <a:path w="20733" h="21600" fill="none">
                    <a:moveTo>
                      <a:pt x="-1" y="0"/>
                    </a:moveTo>
                    <a:cubicBezTo>
                      <a:pt x="9596" y="0"/>
                      <a:pt x="18041" y="6330"/>
                      <a:pt x="20733" y="15541"/>
                    </a:cubicBezTo>
                  </a:path>
                  <a:path w="20733" h="21600" stroke="0">
                    <a:moveTo>
                      <a:pt x="-1" y="0"/>
                    </a:moveTo>
                    <a:cubicBezTo>
                      <a:pt x="9596" y="0"/>
                      <a:pt x="18041" y="6330"/>
                      <a:pt x="20733" y="15541"/>
                    </a:cubicBezTo>
                    <a:lnTo>
                      <a:pt x="0" y="21600"/>
                    </a:lnTo>
                    <a:lnTo>
                      <a:pt x="-1" y="0"/>
                    </a:lnTo>
                    <a:close/>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89" name="Object 69"/>
              <p:cNvGraphicFramePr/>
              <p:nvPr>
                <p:custDataLst>
                  <p:tags r:id="rId92"/>
                </p:custDataLst>
              </p:nvPr>
            </p:nvGraphicFramePr>
            <p:xfrm>
              <a:off x="4320" y="2736"/>
              <a:ext cx="168" cy="269"/>
            </p:xfrm>
            <a:graphic>
              <a:graphicData uri="http://schemas.openxmlformats.org/presentationml/2006/ole">
                <mc:AlternateContent xmlns:mc="http://schemas.openxmlformats.org/markup-compatibility/2006">
                  <mc:Choice xmlns:v="urn:schemas-microsoft-com:vml" Requires="v">
                    <p:oleObj spid="_x0000_s2059" name="" r:id="rId93" imgW="3048000" imgH="4267200" progId="Equation.3">
                      <p:embed/>
                    </p:oleObj>
                  </mc:Choice>
                  <mc:Fallback>
                    <p:oleObj name="" r:id="rId93" imgW="3048000" imgH="4267200" progId="Equation.3">
                      <p:embed/>
                      <p:pic>
                        <p:nvPicPr>
                          <p:cNvPr id="0" name="图片 2058" descr="image16"/>
                          <p:cNvPicPr/>
                          <p:nvPr/>
                        </p:nvPicPr>
                        <p:blipFill>
                          <a:blip r:embed="rId94"/>
                          <a:stretch>
                            <a:fillRect/>
                          </a:stretch>
                        </p:blipFill>
                        <p:spPr>
                          <a:xfrm>
                            <a:off x="4320" y="2736"/>
                            <a:ext cx="168" cy="269"/>
                          </a:xfrm>
                          <a:prstGeom prst="rect">
                            <a:avLst/>
                          </a:prstGeom>
                          <a:solidFill>
                            <a:srgbClr val="FFFFFF">
                              <a:alpha val="50195"/>
                            </a:srgbClr>
                          </a:solidFill>
                          <a:ln w="38100">
                            <a:noFill/>
                          </a:ln>
                        </p:spPr>
                      </p:pic>
                    </p:oleObj>
                  </mc:Fallback>
                </mc:AlternateContent>
              </a:graphicData>
            </a:graphic>
          </p:graphicFrame>
          <p:sp>
            <p:nvSpPr>
              <p:cNvPr id="90" name="Line 34"/>
              <p:cNvSpPr>
                <a:spLocks noChangeShapeType="1"/>
              </p:cNvSpPr>
              <p:nvPr>
                <p:custDataLst>
                  <p:tags r:id="rId95"/>
                </p:custDataLst>
              </p:nvPr>
            </p:nvSpPr>
            <p:spPr bwMode="auto">
              <a:xfrm flipV="1">
                <a:off x="4092" y="2592"/>
                <a:ext cx="612" cy="346"/>
              </a:xfrm>
              <a:prstGeom prst="line">
                <a:avLst/>
              </a:prstGeom>
              <a:noFill/>
              <a:ln w="28575">
                <a:solidFill>
                  <a:srgbClr val="3333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1" name="Line 35"/>
            <p:cNvSpPr>
              <a:spLocks noChangeShapeType="1"/>
            </p:cNvSpPr>
            <p:nvPr>
              <p:custDataLst>
                <p:tags r:id="rId96"/>
              </p:custDataLst>
            </p:nvPr>
          </p:nvSpPr>
          <p:spPr bwMode="auto">
            <a:xfrm flipV="1">
              <a:off x="8536098" y="4912997"/>
              <a:ext cx="1295400" cy="0"/>
            </a:xfrm>
            <a:prstGeom prst="line">
              <a:avLst/>
            </a:prstGeom>
            <a:noFill/>
            <a:ln w="19050">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92" name="Line 36"/>
            <p:cNvSpPr>
              <a:spLocks noChangeShapeType="1"/>
            </p:cNvSpPr>
            <p:nvPr>
              <p:custDataLst>
                <p:tags r:id="rId97"/>
              </p:custDataLst>
            </p:nvPr>
          </p:nvSpPr>
          <p:spPr bwMode="auto">
            <a:xfrm flipV="1">
              <a:off x="8197961" y="5032059"/>
              <a:ext cx="1371600" cy="0"/>
            </a:xfrm>
            <a:prstGeom prst="line">
              <a:avLst/>
            </a:prstGeom>
            <a:noFill/>
            <a:ln w="19050">
              <a:solidFill>
                <a:srgbClr val="FF66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93" name="Text Box 37"/>
          <p:cNvSpPr txBox="1">
            <a:spLocks noChangeArrowheads="1"/>
          </p:cNvSpPr>
          <p:nvPr>
            <p:custDataLst>
              <p:tags r:id="rId98"/>
            </p:custDataLst>
          </p:nvPr>
        </p:nvSpPr>
        <p:spPr bwMode="auto">
          <a:xfrm>
            <a:off x="5003844" y="2434351"/>
            <a:ext cx="3024188"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800" b="1" dirty="0">
                <a:solidFill>
                  <a:schemeClr val="bg2"/>
                </a:solidFill>
                <a:latin typeface="宋体" panose="02010600030101010101" pitchFamily="2" charset="-122"/>
              </a:rPr>
              <a:t>引入</a:t>
            </a:r>
            <a:r>
              <a:rPr lang="zh-CN" altLang="en-US" sz="2800" b="1" dirty="0">
                <a:solidFill>
                  <a:srgbClr val="CC0000"/>
                </a:solidFill>
                <a:latin typeface="宋体" panose="02010600030101010101" pitchFamily="2" charset="-122"/>
              </a:rPr>
              <a:t>面积矢量</a:t>
            </a:r>
            <a:endParaRPr lang="en-US" altLang="zh-CN" sz="2800" dirty="0">
              <a:solidFill>
                <a:srgbClr val="CC0000"/>
              </a:solidFill>
              <a:latin typeface="宋体" panose="02010600030101010101" pitchFamily="2" charset="-122"/>
              <a:sym typeface="Symbol" panose="05050102010706020507" pitchFamily="18" charset="2"/>
            </a:endParaRPr>
          </a:p>
        </p:txBody>
      </p:sp>
      <p:graphicFrame>
        <p:nvGraphicFramePr>
          <p:cNvPr id="94" name="Object 70"/>
          <p:cNvGraphicFramePr/>
          <p:nvPr>
            <p:custDataLst>
              <p:tags r:id="rId99"/>
            </p:custDataLst>
          </p:nvPr>
        </p:nvGraphicFramePr>
        <p:xfrm>
          <a:off x="7311753" y="2492096"/>
          <a:ext cx="1281113" cy="600920"/>
        </p:xfrm>
        <a:graphic>
          <a:graphicData uri="http://schemas.openxmlformats.org/presentationml/2006/ole">
            <mc:AlternateContent xmlns:mc="http://schemas.openxmlformats.org/markup-compatibility/2006">
              <mc:Choice xmlns:v="urn:schemas-microsoft-com:vml" Requires="v">
                <p:oleObj spid="_x0000_s2060" name="" r:id="rId100" imgW="11887200" imgH="5791200" progId="Equation.3">
                  <p:embed/>
                </p:oleObj>
              </mc:Choice>
              <mc:Fallback>
                <p:oleObj name="" r:id="rId100" imgW="11887200" imgH="5791200" progId="Equation.3">
                  <p:embed/>
                  <p:pic>
                    <p:nvPicPr>
                      <p:cNvPr id="0" name="图片 2059" descr="image17"/>
                      <p:cNvPicPr/>
                      <p:nvPr/>
                    </p:nvPicPr>
                    <p:blipFill>
                      <a:blip r:embed="rId101"/>
                      <a:stretch>
                        <a:fillRect/>
                      </a:stretch>
                    </p:blipFill>
                    <p:spPr>
                      <a:xfrm>
                        <a:off x="7311753" y="2492096"/>
                        <a:ext cx="1281113" cy="600920"/>
                      </a:xfrm>
                      <a:prstGeom prst="rect">
                        <a:avLst/>
                      </a:prstGeom>
                      <a:noFill/>
                      <a:ln w="9525">
                        <a:noFill/>
                      </a:ln>
                    </p:spPr>
                  </p:pic>
                </p:oleObj>
              </mc:Fallback>
            </mc:AlternateContent>
          </a:graphicData>
        </a:graphic>
      </p:graphicFrame>
      <p:graphicFrame>
        <p:nvGraphicFramePr>
          <p:cNvPr id="99" name="Object 74"/>
          <p:cNvGraphicFramePr/>
          <p:nvPr>
            <p:custDataLst>
              <p:tags r:id="rId102"/>
            </p:custDataLst>
          </p:nvPr>
        </p:nvGraphicFramePr>
        <p:xfrm>
          <a:off x="5225431" y="5733619"/>
          <a:ext cx="2086299" cy="559898"/>
        </p:xfrm>
        <a:graphic>
          <a:graphicData uri="http://schemas.openxmlformats.org/presentationml/2006/ole">
            <mc:AlternateContent xmlns:mc="http://schemas.openxmlformats.org/markup-compatibility/2006">
              <mc:Choice xmlns:v="urn:schemas-microsoft-com:vml" Requires="v">
                <p:oleObj spid="_x0000_s2061" name="" r:id="rId103" imgW="21031200" imgH="5486400" progId="Equation.3">
                  <p:embed/>
                </p:oleObj>
              </mc:Choice>
              <mc:Fallback>
                <p:oleObj name="" r:id="rId103" imgW="21031200" imgH="5486400" progId="Equation.3">
                  <p:embed/>
                  <p:pic>
                    <p:nvPicPr>
                      <p:cNvPr id="0" name="图片 2060" descr="image18"/>
                      <p:cNvPicPr/>
                      <p:nvPr/>
                    </p:nvPicPr>
                    <p:blipFill>
                      <a:blip r:embed="rId104"/>
                      <a:stretch>
                        <a:fillRect/>
                      </a:stretch>
                    </p:blipFill>
                    <p:spPr>
                      <a:xfrm>
                        <a:off x="5225431" y="5733619"/>
                        <a:ext cx="2086299" cy="559898"/>
                      </a:xfrm>
                      <a:prstGeom prst="rect">
                        <a:avLst/>
                      </a:prstGeom>
                      <a:noFill/>
                      <a:ln w="9525">
                        <a:noFill/>
                      </a:ln>
                    </p:spPr>
                  </p:pic>
                </p:oleObj>
              </mc:Fallback>
            </mc:AlternateContent>
          </a:graphicData>
        </a:graphic>
      </p:graphicFrame>
      <p:graphicFrame>
        <p:nvGraphicFramePr>
          <p:cNvPr id="100" name="Object 75"/>
          <p:cNvGraphicFramePr/>
          <p:nvPr>
            <p:custDataLst>
              <p:tags r:id="rId105"/>
            </p:custDataLst>
          </p:nvPr>
        </p:nvGraphicFramePr>
        <p:xfrm>
          <a:off x="7324743" y="5740014"/>
          <a:ext cx="1258552" cy="462758"/>
        </p:xfrm>
        <a:graphic>
          <a:graphicData uri="http://schemas.openxmlformats.org/presentationml/2006/ole">
            <mc:AlternateContent xmlns:mc="http://schemas.openxmlformats.org/markup-compatibility/2006">
              <mc:Choice xmlns:v="urn:schemas-microsoft-com:vml" Requires="v">
                <p:oleObj spid="_x0000_s2062" name="" r:id="rId106" imgW="10972800" imgH="4876800" progId="Equation.3">
                  <p:embed/>
                </p:oleObj>
              </mc:Choice>
              <mc:Fallback>
                <p:oleObj name="" r:id="rId106" imgW="10972800" imgH="4876800" progId="Equation.3">
                  <p:embed/>
                  <p:pic>
                    <p:nvPicPr>
                      <p:cNvPr id="0" name="图片 2061" descr="image19"/>
                      <p:cNvPicPr/>
                      <p:nvPr/>
                    </p:nvPicPr>
                    <p:blipFill>
                      <a:blip r:embed="rId107"/>
                      <a:stretch>
                        <a:fillRect/>
                      </a:stretch>
                    </p:blipFill>
                    <p:spPr>
                      <a:xfrm>
                        <a:off x="7324743" y="5740014"/>
                        <a:ext cx="1258552" cy="462758"/>
                      </a:xfrm>
                      <a:prstGeom prst="rect">
                        <a:avLst/>
                      </a:prstGeom>
                      <a:noFill/>
                      <a:ln w="9525">
                        <a:noFill/>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linds(horizontal)">
                                      <p:cBhvr>
                                        <p:cTn id="7" dur="5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08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heckerboard(across)">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2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linds(horizontal)">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grpId="0" nodeType="click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blinds(vertical)">
                                      <p:cBhvr>
                                        <p:cTn id="40" dur="500"/>
                                        <p:tgtEl>
                                          <p:spTgt spid="9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94"/>
                                        </p:tgtEl>
                                        <p:attrNameLst>
                                          <p:attrName>style.visibility</p:attrName>
                                        </p:attrNameLst>
                                      </p:cBhvr>
                                      <p:to>
                                        <p:strVal val="visible"/>
                                      </p:to>
                                    </p:set>
                                    <p:animEffect transition="in" filter="blinds(horizontal)">
                                      <p:cBhvr>
                                        <p:cTn id="45" dur="500"/>
                                        <p:tgtEl>
                                          <p:spTgt spid="9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99"/>
                                        </p:tgtEl>
                                        <p:attrNameLst>
                                          <p:attrName>style.visibility</p:attrName>
                                        </p:attrNameLst>
                                      </p:cBhvr>
                                      <p:to>
                                        <p:strVal val="visible"/>
                                      </p:to>
                                    </p:set>
                                    <p:animEffect transition="in" filter="blinds(horizontal)">
                                      <p:cBhvr>
                                        <p:cTn id="50" dur="500"/>
                                        <p:tgtEl>
                                          <p:spTgt spid="9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blinds(horizontal)">
                                      <p:cBhvr>
                                        <p:cTn id="55"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3087" grpId="0"/>
      <p:bldP spid="3" grpId="0"/>
      <p:bldP spid="5" grpId="0"/>
      <p:bldP spid="9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ext Box 2"/>
          <p:cNvSpPr txBox="1"/>
          <p:nvPr/>
        </p:nvSpPr>
        <p:spPr>
          <a:xfrm>
            <a:off x="755650" y="981075"/>
            <a:ext cx="6934200" cy="579438"/>
          </a:xfrm>
          <a:prstGeom prst="rect">
            <a:avLst/>
          </a:prstGeom>
          <a:noFill/>
          <a:ln w="9525">
            <a:noFill/>
          </a:ln>
        </p:spPr>
        <p:txBody>
          <a:bodyPr anchor="t" anchorCtr="0">
            <a:spAutoFit/>
          </a:bodyPr>
          <a:p>
            <a:pPr>
              <a:spcBef>
                <a:spcPct val="50000"/>
              </a:spcBef>
              <a:buBlip>
                <a:blip r:embed="rId1"/>
              </a:buBlip>
            </a:pPr>
            <a:r>
              <a:rPr lang="en-US" altLang="zh-CN" sz="3200" b="1" dirty="0">
                <a:solidFill>
                  <a:srgbClr val="CC0000"/>
                </a:solidFill>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非匀强电场，曲面</a:t>
            </a:r>
            <a:r>
              <a:rPr lang="en-US" altLang="zh-CN" sz="3200" i="1" dirty="0">
                <a:latin typeface="Times New Roman" panose="02020603050405020304" pitchFamily="18" charset="0"/>
                <a:ea typeface="宋体" panose="02010600030101010101" pitchFamily="2" charset="-122"/>
              </a:rPr>
              <a:t>S</a:t>
            </a:r>
            <a:r>
              <a:rPr lang="en-US" altLang="zh-CN" sz="3200" b="1" dirty="0">
                <a:latin typeface="Times New Roman" panose="02020603050405020304" pitchFamily="18" charset="0"/>
                <a:ea typeface="宋体" panose="02010600030101010101" pitchFamily="2" charset="-122"/>
              </a:rPr>
              <a:t> .</a:t>
            </a:r>
            <a:endParaRPr lang="en-US" altLang="zh-CN" sz="3200" b="1" dirty="0">
              <a:latin typeface="Times New Roman" panose="02020603050405020304" pitchFamily="18" charset="0"/>
              <a:ea typeface="宋体" panose="02010600030101010101" pitchFamily="2" charset="-122"/>
            </a:endParaRPr>
          </a:p>
        </p:txBody>
      </p:sp>
      <p:graphicFrame>
        <p:nvGraphicFramePr>
          <p:cNvPr id="21507" name="Object 3"/>
          <p:cNvGraphicFramePr/>
          <p:nvPr/>
        </p:nvGraphicFramePr>
        <p:xfrm>
          <a:off x="714375" y="4857750"/>
          <a:ext cx="3697288" cy="944563"/>
        </p:xfrm>
        <a:graphic>
          <a:graphicData uri="http://schemas.openxmlformats.org/presentationml/2006/ole">
            <mc:AlternateContent xmlns:mc="http://schemas.openxmlformats.org/markup-compatibility/2006">
              <mc:Choice xmlns:v="urn:schemas-microsoft-com:vml" Requires="v">
                <p:oleObj spid="_x0000_s3132" name="" r:id="rId2" imgW="31699200" imgH="7924800" progId="Equation.3">
                  <p:embed/>
                </p:oleObj>
              </mc:Choice>
              <mc:Fallback>
                <p:oleObj name="" r:id="rId2" imgW="31699200" imgH="7924800" progId="Equation.3">
                  <p:embed/>
                  <p:pic>
                    <p:nvPicPr>
                      <p:cNvPr id="0" name="图片 3131"/>
                      <p:cNvPicPr/>
                      <p:nvPr/>
                    </p:nvPicPr>
                    <p:blipFill>
                      <a:blip r:embed="rId3"/>
                      <a:stretch>
                        <a:fillRect/>
                      </a:stretch>
                    </p:blipFill>
                    <p:spPr>
                      <a:xfrm>
                        <a:off x="714375" y="4857750"/>
                        <a:ext cx="3697288" cy="944563"/>
                      </a:xfrm>
                      <a:prstGeom prst="rect">
                        <a:avLst/>
                      </a:prstGeom>
                      <a:noFill/>
                      <a:ln w="38100">
                        <a:noFill/>
                        <a:miter/>
                      </a:ln>
                    </p:spPr>
                  </p:pic>
                </p:oleObj>
              </mc:Fallback>
            </mc:AlternateContent>
          </a:graphicData>
        </a:graphic>
      </p:graphicFrame>
      <p:graphicFrame>
        <p:nvGraphicFramePr>
          <p:cNvPr id="21508" name="Object 4"/>
          <p:cNvGraphicFramePr/>
          <p:nvPr/>
        </p:nvGraphicFramePr>
        <p:xfrm>
          <a:off x="3779838" y="1700213"/>
          <a:ext cx="2133600" cy="658812"/>
        </p:xfrm>
        <a:graphic>
          <a:graphicData uri="http://schemas.openxmlformats.org/presentationml/2006/ole">
            <mc:AlternateContent xmlns:mc="http://schemas.openxmlformats.org/markup-compatibility/2006">
              <mc:Choice xmlns:v="urn:schemas-microsoft-com:vml" Requires="v">
                <p:oleObj spid="_x0000_s3129" name="" r:id="rId4" imgW="17373600" imgH="5486400" progId="Equation.3">
                  <p:embed/>
                </p:oleObj>
              </mc:Choice>
              <mc:Fallback>
                <p:oleObj name="" r:id="rId4" imgW="17373600" imgH="5486400" progId="Equation.3">
                  <p:embed/>
                  <p:pic>
                    <p:nvPicPr>
                      <p:cNvPr id="0" name="图片 3128"/>
                      <p:cNvPicPr/>
                      <p:nvPr/>
                    </p:nvPicPr>
                    <p:blipFill>
                      <a:blip r:embed="rId5"/>
                      <a:stretch>
                        <a:fillRect/>
                      </a:stretch>
                    </p:blipFill>
                    <p:spPr>
                      <a:xfrm>
                        <a:off x="3779838" y="1700213"/>
                        <a:ext cx="2133600" cy="658812"/>
                      </a:xfrm>
                      <a:prstGeom prst="rect">
                        <a:avLst/>
                      </a:prstGeom>
                      <a:noFill/>
                      <a:ln w="38100">
                        <a:noFill/>
                        <a:miter/>
                      </a:ln>
                    </p:spPr>
                  </p:pic>
                </p:oleObj>
              </mc:Fallback>
            </mc:AlternateContent>
          </a:graphicData>
        </a:graphic>
      </p:graphicFrame>
      <p:graphicFrame>
        <p:nvGraphicFramePr>
          <p:cNvPr id="21509" name="Object 5"/>
          <p:cNvGraphicFramePr/>
          <p:nvPr/>
        </p:nvGraphicFramePr>
        <p:xfrm>
          <a:off x="611188" y="4005263"/>
          <a:ext cx="4248150" cy="682625"/>
        </p:xfrm>
        <a:graphic>
          <a:graphicData uri="http://schemas.openxmlformats.org/presentationml/2006/ole">
            <mc:AlternateContent xmlns:mc="http://schemas.openxmlformats.org/markup-compatibility/2006">
              <mc:Choice xmlns:v="urn:schemas-microsoft-com:vml" Requires="v">
                <p:oleObj spid="_x0000_s3134" name="" r:id="rId6" imgW="36576000" imgH="5791200" progId="Equation.3">
                  <p:embed/>
                </p:oleObj>
              </mc:Choice>
              <mc:Fallback>
                <p:oleObj name="" r:id="rId6" imgW="36576000" imgH="5791200" progId="Equation.3">
                  <p:embed/>
                  <p:pic>
                    <p:nvPicPr>
                      <p:cNvPr id="0" name="图片 3133"/>
                      <p:cNvPicPr/>
                      <p:nvPr/>
                    </p:nvPicPr>
                    <p:blipFill>
                      <a:blip r:embed="rId7"/>
                      <a:stretch>
                        <a:fillRect/>
                      </a:stretch>
                    </p:blipFill>
                    <p:spPr>
                      <a:xfrm>
                        <a:off x="611188" y="4005263"/>
                        <a:ext cx="4248150" cy="682625"/>
                      </a:xfrm>
                      <a:prstGeom prst="rect">
                        <a:avLst/>
                      </a:prstGeom>
                      <a:noFill/>
                      <a:ln w="38100">
                        <a:noFill/>
                        <a:miter/>
                      </a:ln>
                    </p:spPr>
                  </p:pic>
                </p:oleObj>
              </mc:Fallback>
            </mc:AlternateContent>
          </a:graphicData>
        </a:graphic>
      </p:graphicFrame>
      <p:sp>
        <p:nvSpPr>
          <p:cNvPr id="26629" name="Rectangle 6"/>
          <p:cNvSpPr/>
          <p:nvPr/>
        </p:nvSpPr>
        <p:spPr>
          <a:xfrm>
            <a:off x="5003800" y="2997200"/>
            <a:ext cx="3962400" cy="28194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26630" name="Freeform 7"/>
          <p:cNvSpPr/>
          <p:nvPr/>
        </p:nvSpPr>
        <p:spPr>
          <a:xfrm rot="1243955">
            <a:off x="5384800" y="3635375"/>
            <a:ext cx="2822575" cy="2028825"/>
          </a:xfrm>
          <a:custGeom>
            <a:avLst/>
            <a:gdLst/>
            <a:ahLst/>
            <a:cxnLst>
              <a:cxn ang="0">
                <a:pos x="1270000" y="17463"/>
              </a:cxn>
              <a:cxn ang="0">
                <a:pos x="1358900" y="34925"/>
              </a:cxn>
              <a:cxn ang="0">
                <a:pos x="1463675" y="69850"/>
              </a:cxn>
              <a:cxn ang="0">
                <a:pos x="1622425" y="141288"/>
              </a:cxn>
              <a:cxn ang="0">
                <a:pos x="1676400" y="158750"/>
              </a:cxn>
              <a:cxn ang="0">
                <a:pos x="1728788" y="193675"/>
              </a:cxn>
              <a:cxn ang="0">
                <a:pos x="1781175" y="211138"/>
              </a:cxn>
              <a:cxn ang="0">
                <a:pos x="1870075" y="265113"/>
              </a:cxn>
              <a:cxn ang="0">
                <a:pos x="1922463" y="317500"/>
              </a:cxn>
              <a:cxn ang="0">
                <a:pos x="1993900" y="352425"/>
              </a:cxn>
              <a:cxn ang="0">
                <a:pos x="2028825" y="404813"/>
              </a:cxn>
              <a:cxn ang="0">
                <a:pos x="2135188" y="458788"/>
              </a:cxn>
              <a:cxn ang="0">
                <a:pos x="2259013" y="528638"/>
              </a:cxn>
              <a:cxn ang="0">
                <a:pos x="2398713" y="687388"/>
              </a:cxn>
              <a:cxn ang="0">
                <a:pos x="2435225" y="741363"/>
              </a:cxn>
              <a:cxn ang="0">
                <a:pos x="2540000" y="811213"/>
              </a:cxn>
              <a:cxn ang="0">
                <a:pos x="2646363" y="969963"/>
              </a:cxn>
              <a:cxn ang="0">
                <a:pos x="2698750" y="1022350"/>
              </a:cxn>
              <a:cxn ang="0">
                <a:pos x="2787650" y="1163638"/>
              </a:cxn>
              <a:cxn ang="0">
                <a:pos x="2822575" y="1252538"/>
              </a:cxn>
              <a:cxn ang="0">
                <a:pos x="2487613" y="1357313"/>
              </a:cxn>
              <a:cxn ang="0">
                <a:pos x="2276475" y="1428750"/>
              </a:cxn>
              <a:cxn ang="0">
                <a:pos x="2170113" y="1463675"/>
              </a:cxn>
              <a:cxn ang="0">
                <a:pos x="2046288" y="1552575"/>
              </a:cxn>
              <a:cxn ang="0">
                <a:pos x="1993900" y="1587500"/>
              </a:cxn>
              <a:cxn ang="0">
                <a:pos x="1781175" y="1728788"/>
              </a:cxn>
              <a:cxn ang="0">
                <a:pos x="1622425" y="1816100"/>
              </a:cxn>
              <a:cxn ang="0">
                <a:pos x="1517650" y="2028825"/>
              </a:cxn>
              <a:cxn ang="0">
                <a:pos x="1393825" y="1870075"/>
              </a:cxn>
              <a:cxn ang="0">
                <a:pos x="1270000" y="1674813"/>
              </a:cxn>
              <a:cxn ang="0">
                <a:pos x="1128713" y="1570038"/>
              </a:cxn>
              <a:cxn ang="0">
                <a:pos x="865188" y="1357313"/>
              </a:cxn>
              <a:cxn ang="0">
                <a:pos x="511175" y="1270000"/>
              </a:cxn>
              <a:cxn ang="0">
                <a:pos x="265113" y="1287463"/>
              </a:cxn>
              <a:cxn ang="0">
                <a:pos x="0" y="1376363"/>
              </a:cxn>
              <a:cxn ang="0">
                <a:pos x="17463" y="1076325"/>
              </a:cxn>
              <a:cxn ang="0">
                <a:pos x="211138" y="776288"/>
              </a:cxn>
              <a:cxn ang="0">
                <a:pos x="334963" y="546100"/>
              </a:cxn>
              <a:cxn ang="0">
                <a:pos x="406400" y="493713"/>
              </a:cxn>
              <a:cxn ang="0">
                <a:pos x="528638" y="317500"/>
              </a:cxn>
              <a:cxn ang="0">
                <a:pos x="758825" y="193675"/>
              </a:cxn>
              <a:cxn ang="0">
                <a:pos x="1093788" y="0"/>
              </a:cxn>
              <a:cxn ang="0">
                <a:pos x="1270000" y="17463"/>
              </a:cxn>
            </a:cxnLst>
            <a:pathLst>
              <a:path w="1778" h="1278">
                <a:moveTo>
                  <a:pt x="800" y="11"/>
                </a:moveTo>
                <a:cubicBezTo>
                  <a:pt x="819" y="15"/>
                  <a:pt x="838" y="17"/>
                  <a:pt x="856" y="22"/>
                </a:cubicBezTo>
                <a:cubicBezTo>
                  <a:pt x="878" y="28"/>
                  <a:pt x="922" y="44"/>
                  <a:pt x="922" y="44"/>
                </a:cubicBezTo>
                <a:cubicBezTo>
                  <a:pt x="975" y="80"/>
                  <a:pt x="944" y="63"/>
                  <a:pt x="1022" y="89"/>
                </a:cubicBezTo>
                <a:cubicBezTo>
                  <a:pt x="1033" y="93"/>
                  <a:pt x="1056" y="100"/>
                  <a:pt x="1056" y="100"/>
                </a:cubicBezTo>
                <a:cubicBezTo>
                  <a:pt x="1067" y="107"/>
                  <a:pt x="1077" y="116"/>
                  <a:pt x="1089" y="122"/>
                </a:cubicBezTo>
                <a:cubicBezTo>
                  <a:pt x="1099" y="127"/>
                  <a:pt x="1112" y="127"/>
                  <a:pt x="1122" y="133"/>
                </a:cubicBezTo>
                <a:cubicBezTo>
                  <a:pt x="1205" y="182"/>
                  <a:pt x="1079" y="131"/>
                  <a:pt x="1178" y="167"/>
                </a:cubicBezTo>
                <a:cubicBezTo>
                  <a:pt x="1189" y="178"/>
                  <a:pt x="1198" y="191"/>
                  <a:pt x="1211" y="200"/>
                </a:cubicBezTo>
                <a:cubicBezTo>
                  <a:pt x="1225" y="210"/>
                  <a:pt x="1243" y="211"/>
                  <a:pt x="1256" y="222"/>
                </a:cubicBezTo>
                <a:cubicBezTo>
                  <a:pt x="1266" y="230"/>
                  <a:pt x="1269" y="246"/>
                  <a:pt x="1278" y="255"/>
                </a:cubicBezTo>
                <a:cubicBezTo>
                  <a:pt x="1301" y="278"/>
                  <a:pt x="1316" y="280"/>
                  <a:pt x="1345" y="289"/>
                </a:cubicBezTo>
                <a:cubicBezTo>
                  <a:pt x="1370" y="306"/>
                  <a:pt x="1402" y="312"/>
                  <a:pt x="1423" y="333"/>
                </a:cubicBezTo>
                <a:cubicBezTo>
                  <a:pt x="1564" y="474"/>
                  <a:pt x="1419" y="372"/>
                  <a:pt x="1511" y="433"/>
                </a:cubicBezTo>
                <a:cubicBezTo>
                  <a:pt x="1519" y="444"/>
                  <a:pt x="1524" y="458"/>
                  <a:pt x="1534" y="467"/>
                </a:cubicBezTo>
                <a:cubicBezTo>
                  <a:pt x="1554" y="484"/>
                  <a:pt x="1600" y="511"/>
                  <a:pt x="1600" y="511"/>
                </a:cubicBezTo>
                <a:cubicBezTo>
                  <a:pt x="1652" y="589"/>
                  <a:pt x="1630" y="556"/>
                  <a:pt x="1667" y="611"/>
                </a:cubicBezTo>
                <a:cubicBezTo>
                  <a:pt x="1676" y="624"/>
                  <a:pt x="1691" y="631"/>
                  <a:pt x="1700" y="644"/>
                </a:cubicBezTo>
                <a:cubicBezTo>
                  <a:pt x="1721" y="672"/>
                  <a:pt x="1756" y="733"/>
                  <a:pt x="1756" y="733"/>
                </a:cubicBezTo>
                <a:cubicBezTo>
                  <a:pt x="1770" y="775"/>
                  <a:pt x="1762" y="756"/>
                  <a:pt x="1778" y="789"/>
                </a:cubicBezTo>
                <a:cubicBezTo>
                  <a:pt x="1708" y="812"/>
                  <a:pt x="1639" y="837"/>
                  <a:pt x="1567" y="855"/>
                </a:cubicBezTo>
                <a:cubicBezTo>
                  <a:pt x="1530" y="893"/>
                  <a:pt x="1483" y="885"/>
                  <a:pt x="1434" y="900"/>
                </a:cubicBezTo>
                <a:cubicBezTo>
                  <a:pt x="1411" y="907"/>
                  <a:pt x="1367" y="922"/>
                  <a:pt x="1367" y="922"/>
                </a:cubicBezTo>
                <a:cubicBezTo>
                  <a:pt x="1341" y="941"/>
                  <a:pt x="1315" y="960"/>
                  <a:pt x="1289" y="978"/>
                </a:cubicBezTo>
                <a:cubicBezTo>
                  <a:pt x="1278" y="986"/>
                  <a:pt x="1256" y="1000"/>
                  <a:pt x="1256" y="1000"/>
                </a:cubicBezTo>
                <a:cubicBezTo>
                  <a:pt x="1220" y="1054"/>
                  <a:pt x="1184" y="1069"/>
                  <a:pt x="1122" y="1089"/>
                </a:cubicBezTo>
                <a:cubicBezTo>
                  <a:pt x="1089" y="1111"/>
                  <a:pt x="1056" y="1122"/>
                  <a:pt x="1022" y="1144"/>
                </a:cubicBezTo>
                <a:cubicBezTo>
                  <a:pt x="1000" y="1189"/>
                  <a:pt x="978" y="1233"/>
                  <a:pt x="956" y="1278"/>
                </a:cubicBezTo>
                <a:cubicBezTo>
                  <a:pt x="939" y="1207"/>
                  <a:pt x="921" y="1230"/>
                  <a:pt x="878" y="1178"/>
                </a:cubicBezTo>
                <a:cubicBezTo>
                  <a:pt x="846" y="1140"/>
                  <a:pt x="838" y="1089"/>
                  <a:pt x="800" y="1055"/>
                </a:cubicBezTo>
                <a:cubicBezTo>
                  <a:pt x="773" y="1030"/>
                  <a:pt x="737" y="1015"/>
                  <a:pt x="711" y="989"/>
                </a:cubicBezTo>
                <a:cubicBezTo>
                  <a:pt x="663" y="940"/>
                  <a:pt x="612" y="880"/>
                  <a:pt x="545" y="855"/>
                </a:cubicBezTo>
                <a:cubicBezTo>
                  <a:pt x="476" y="830"/>
                  <a:pt x="395" y="812"/>
                  <a:pt x="322" y="800"/>
                </a:cubicBezTo>
                <a:cubicBezTo>
                  <a:pt x="270" y="804"/>
                  <a:pt x="218" y="803"/>
                  <a:pt x="167" y="811"/>
                </a:cubicBezTo>
                <a:cubicBezTo>
                  <a:pt x="107" y="820"/>
                  <a:pt x="61" y="867"/>
                  <a:pt x="0" y="867"/>
                </a:cubicBezTo>
                <a:cubicBezTo>
                  <a:pt x="4" y="804"/>
                  <a:pt x="3" y="741"/>
                  <a:pt x="11" y="678"/>
                </a:cubicBezTo>
                <a:cubicBezTo>
                  <a:pt x="22" y="594"/>
                  <a:pt x="94" y="557"/>
                  <a:pt x="133" y="489"/>
                </a:cubicBezTo>
                <a:cubicBezTo>
                  <a:pt x="157" y="447"/>
                  <a:pt x="171" y="374"/>
                  <a:pt x="211" y="344"/>
                </a:cubicBezTo>
                <a:cubicBezTo>
                  <a:pt x="226" y="333"/>
                  <a:pt x="243" y="324"/>
                  <a:pt x="256" y="311"/>
                </a:cubicBezTo>
                <a:cubicBezTo>
                  <a:pt x="288" y="279"/>
                  <a:pt x="296" y="225"/>
                  <a:pt x="333" y="200"/>
                </a:cubicBezTo>
                <a:cubicBezTo>
                  <a:pt x="384" y="166"/>
                  <a:pt x="421" y="141"/>
                  <a:pt x="478" y="122"/>
                </a:cubicBezTo>
                <a:cubicBezTo>
                  <a:pt x="535" y="66"/>
                  <a:pt x="604" y="0"/>
                  <a:pt x="689" y="0"/>
                </a:cubicBezTo>
                <a:cubicBezTo>
                  <a:pt x="726" y="0"/>
                  <a:pt x="763" y="7"/>
                  <a:pt x="800" y="11"/>
                </a:cubicBezTo>
                <a:close/>
              </a:path>
            </a:pathLst>
          </a:custGeom>
          <a:gradFill rotWithShape="0">
            <a:gsLst>
              <a:gs pos="0">
                <a:schemeClr val="bg1"/>
              </a:gs>
              <a:gs pos="100000">
                <a:srgbClr val="99CCFF"/>
              </a:gs>
            </a:gsLst>
            <a:path path="rect">
              <a:fillToRect l="50000" t="50000" r="50000" b="50000"/>
            </a:path>
            <a:tileRect/>
          </a:gradFill>
          <a:ln w="19050" cap="flat" cmpd="sng">
            <a:solidFill>
              <a:srgbClr val="4E3A00"/>
            </a:solidFill>
            <a:prstDash val="solid"/>
            <a:round/>
            <a:headEnd type="none" w="med" len="med"/>
            <a:tailEnd type="none" w="med" len="med"/>
          </a:ln>
        </p:spPr>
        <p:txBody>
          <a:bodyPr/>
          <a:p>
            <a:endParaRPr lang="zh-CN" altLang="en-US"/>
          </a:p>
        </p:txBody>
      </p:sp>
      <p:sp>
        <p:nvSpPr>
          <p:cNvPr id="26631" name="Freeform 8"/>
          <p:cNvSpPr/>
          <p:nvPr/>
        </p:nvSpPr>
        <p:spPr>
          <a:xfrm>
            <a:off x="5080000" y="4473575"/>
            <a:ext cx="533400" cy="457200"/>
          </a:xfrm>
          <a:custGeom>
            <a:avLst/>
            <a:gdLst/>
            <a:ahLst/>
            <a:cxnLst>
              <a:cxn ang="0">
                <a:pos x="533400" y="0"/>
              </a:cxn>
              <a:cxn ang="0">
                <a:pos x="0" y="457200"/>
              </a:cxn>
            </a:cxnLst>
            <a:pathLst>
              <a:path w="336" h="288">
                <a:moveTo>
                  <a:pt x="336" y="0"/>
                </a:moveTo>
                <a:cubicBezTo>
                  <a:pt x="196" y="116"/>
                  <a:pt x="56" y="232"/>
                  <a:pt x="0" y="288"/>
                </a:cubicBezTo>
              </a:path>
            </a:pathLst>
          </a:custGeom>
          <a:noFill/>
          <a:ln w="12700" cap="flat" cmpd="sng">
            <a:solidFill>
              <a:srgbClr val="FF0000"/>
            </a:solidFill>
            <a:prstDash val="solid"/>
            <a:round/>
            <a:headEnd type="none" w="sm" len="lg"/>
            <a:tailEnd type="none" w="sm" len="lg"/>
          </a:ln>
        </p:spPr>
        <p:txBody>
          <a:bodyPr/>
          <a:p>
            <a:endParaRPr lang="zh-CN" altLang="en-US"/>
          </a:p>
        </p:txBody>
      </p:sp>
      <p:sp>
        <p:nvSpPr>
          <p:cNvPr id="26632" name="Line 9"/>
          <p:cNvSpPr/>
          <p:nvPr/>
        </p:nvSpPr>
        <p:spPr>
          <a:xfrm flipH="1">
            <a:off x="5232400" y="4625975"/>
            <a:ext cx="685800" cy="533400"/>
          </a:xfrm>
          <a:prstGeom prst="line">
            <a:avLst/>
          </a:prstGeom>
          <a:ln w="12700" cap="flat" cmpd="sng">
            <a:solidFill>
              <a:srgbClr val="FF0000"/>
            </a:solidFill>
            <a:prstDash val="solid"/>
            <a:round/>
            <a:headEnd type="none" w="sm" len="lg"/>
            <a:tailEnd type="none" w="sm" len="lg"/>
          </a:ln>
        </p:spPr>
      </p:sp>
      <p:sp>
        <p:nvSpPr>
          <p:cNvPr id="26633" name="Line 10"/>
          <p:cNvSpPr/>
          <p:nvPr/>
        </p:nvSpPr>
        <p:spPr>
          <a:xfrm flipH="1">
            <a:off x="5537200" y="4854575"/>
            <a:ext cx="685800" cy="457200"/>
          </a:xfrm>
          <a:prstGeom prst="line">
            <a:avLst/>
          </a:prstGeom>
          <a:ln w="12700" cap="flat" cmpd="sng">
            <a:solidFill>
              <a:srgbClr val="FF0000"/>
            </a:solidFill>
            <a:prstDash val="solid"/>
            <a:round/>
            <a:headEnd type="none" w="sm" len="lg"/>
            <a:tailEnd type="none" w="sm" len="lg"/>
          </a:ln>
        </p:spPr>
      </p:sp>
      <p:sp>
        <p:nvSpPr>
          <p:cNvPr id="26634" name="Line 11"/>
          <p:cNvSpPr/>
          <p:nvPr/>
        </p:nvSpPr>
        <p:spPr>
          <a:xfrm flipH="1">
            <a:off x="5613400" y="5159375"/>
            <a:ext cx="762000" cy="381000"/>
          </a:xfrm>
          <a:prstGeom prst="line">
            <a:avLst/>
          </a:prstGeom>
          <a:ln w="12700" cap="flat" cmpd="sng">
            <a:solidFill>
              <a:srgbClr val="FF0000"/>
            </a:solidFill>
            <a:prstDash val="solid"/>
            <a:round/>
            <a:headEnd type="none" w="sm" len="lg"/>
            <a:tailEnd type="none" w="sm" len="lg"/>
          </a:ln>
        </p:spPr>
      </p:sp>
      <p:sp>
        <p:nvSpPr>
          <p:cNvPr id="26635" name="Line 12"/>
          <p:cNvSpPr/>
          <p:nvPr/>
        </p:nvSpPr>
        <p:spPr>
          <a:xfrm flipH="1">
            <a:off x="5765800" y="5387975"/>
            <a:ext cx="685800" cy="304800"/>
          </a:xfrm>
          <a:prstGeom prst="line">
            <a:avLst/>
          </a:prstGeom>
          <a:ln w="12700" cap="flat" cmpd="sng">
            <a:solidFill>
              <a:srgbClr val="FF0000"/>
            </a:solidFill>
            <a:prstDash val="solid"/>
            <a:round/>
            <a:headEnd type="none" w="sm" len="lg"/>
            <a:tailEnd type="none" w="sm" len="lg"/>
          </a:ln>
        </p:spPr>
      </p:sp>
      <p:sp>
        <p:nvSpPr>
          <p:cNvPr id="26636" name="Arc 13"/>
          <p:cNvSpPr/>
          <p:nvPr/>
        </p:nvSpPr>
        <p:spPr>
          <a:xfrm>
            <a:off x="6985000" y="5207000"/>
            <a:ext cx="1833563" cy="685800"/>
          </a:xfrm>
          <a:custGeom>
            <a:avLst/>
            <a:gdLst/>
            <a:ahLst/>
            <a:cxnLst>
              <a:cxn ang="0">
                <a:pos x="-88" y="0"/>
              </a:cxn>
              <a:cxn ang="0">
                <a:pos x="1833475" y="499936"/>
              </a:cxn>
              <a:cxn ang="0">
                <a:pos x="-88" y="0"/>
              </a:cxn>
              <a:cxn ang="0">
                <a:pos x="1833475" y="499936"/>
              </a:cxn>
              <a:cxn ang="0">
                <a:pos x="0" y="685800"/>
              </a:cxn>
              <a:cxn ang="0">
                <a:pos x="-88" y="0"/>
              </a:cxn>
            </a:cxnLst>
            <a:pathLst>
              <a:path w="20792" h="21600" fill="none">
                <a:moveTo>
                  <a:pt x="-1" y="0"/>
                </a:moveTo>
                <a:cubicBezTo>
                  <a:pt x="9674" y="0"/>
                  <a:pt x="18169" y="6433"/>
                  <a:pt x="20791" y="15746"/>
                </a:cubicBezTo>
              </a:path>
              <a:path w="20792" h="21600" stroke="0">
                <a:moveTo>
                  <a:pt x="-1" y="0"/>
                </a:moveTo>
                <a:cubicBezTo>
                  <a:pt x="9674" y="0"/>
                  <a:pt x="18169" y="6433"/>
                  <a:pt x="20791" y="15746"/>
                </a:cubicBezTo>
                <a:lnTo>
                  <a:pt x="0" y="21600"/>
                </a:lnTo>
                <a:lnTo>
                  <a:pt x="-1" y="0"/>
                </a:lnTo>
                <a:close/>
              </a:path>
            </a:pathLst>
          </a:custGeom>
          <a:noFill/>
          <a:ln w="12700" cap="flat" cmpd="sng">
            <a:solidFill>
              <a:srgbClr val="FF0000"/>
            </a:solidFill>
            <a:prstDash val="solid"/>
            <a:round/>
            <a:headEnd type="none" w="sm" len="lg"/>
            <a:tailEnd type="triangle" w="sm" len="lg"/>
          </a:ln>
        </p:spPr>
        <p:txBody>
          <a:bodyPr/>
          <a:p>
            <a:endParaRPr lang="zh-CN" altLang="en-US"/>
          </a:p>
        </p:txBody>
      </p:sp>
      <p:sp>
        <p:nvSpPr>
          <p:cNvPr id="26637" name="Arc 14"/>
          <p:cNvSpPr/>
          <p:nvPr/>
        </p:nvSpPr>
        <p:spPr>
          <a:xfrm rot="304380" flipH="1">
            <a:off x="6904038" y="4845050"/>
            <a:ext cx="1897062" cy="382588"/>
          </a:xfrm>
          <a:custGeom>
            <a:avLst/>
            <a:gdLst/>
            <a:ahLst/>
            <a:cxnLst>
              <a:cxn ang="0">
                <a:pos x="-105" y="0"/>
              </a:cxn>
              <a:cxn ang="0">
                <a:pos x="1896957" y="173493"/>
              </a:cxn>
              <a:cxn ang="0">
                <a:pos x="-105" y="0"/>
              </a:cxn>
              <a:cxn ang="0">
                <a:pos x="1896957" y="173493"/>
              </a:cxn>
              <a:cxn ang="0">
                <a:pos x="0" y="382588"/>
              </a:cxn>
              <a:cxn ang="0">
                <a:pos x="-105" y="0"/>
              </a:cxn>
            </a:cxnLst>
            <a:pathLst>
              <a:path w="18089" h="21600" fill="none">
                <a:moveTo>
                  <a:pt x="-1" y="0"/>
                </a:moveTo>
                <a:cubicBezTo>
                  <a:pt x="7297" y="0"/>
                  <a:pt x="14100" y="3684"/>
                  <a:pt x="18088" y="9795"/>
                </a:cubicBezTo>
              </a:path>
              <a:path w="18089" h="21600" stroke="0">
                <a:moveTo>
                  <a:pt x="-1" y="0"/>
                </a:moveTo>
                <a:cubicBezTo>
                  <a:pt x="7297" y="0"/>
                  <a:pt x="14100" y="3684"/>
                  <a:pt x="18088" y="9795"/>
                </a:cubicBezTo>
                <a:lnTo>
                  <a:pt x="0" y="21600"/>
                </a:lnTo>
                <a:lnTo>
                  <a:pt x="-1" y="0"/>
                </a:lnTo>
                <a:close/>
              </a:path>
            </a:pathLst>
          </a:custGeom>
          <a:noFill/>
          <a:ln w="12700" cap="flat" cmpd="sng">
            <a:solidFill>
              <a:srgbClr val="FF0000"/>
            </a:solidFill>
            <a:prstDash val="solid"/>
            <a:round/>
            <a:headEnd type="triangle" w="sm" len="lg"/>
            <a:tailEnd type="none" w="sm" len="lg"/>
          </a:ln>
        </p:spPr>
        <p:txBody>
          <a:bodyPr/>
          <a:p>
            <a:endParaRPr lang="zh-CN" altLang="en-US"/>
          </a:p>
        </p:txBody>
      </p:sp>
      <p:sp>
        <p:nvSpPr>
          <p:cNvPr id="26638" name="Arc 15"/>
          <p:cNvSpPr/>
          <p:nvPr/>
        </p:nvSpPr>
        <p:spPr>
          <a:xfrm flipH="1">
            <a:off x="6902450" y="4321175"/>
            <a:ext cx="1916113" cy="609600"/>
          </a:xfrm>
          <a:custGeom>
            <a:avLst/>
            <a:gdLst/>
            <a:ahLst/>
            <a:cxnLst>
              <a:cxn ang="0">
                <a:pos x="-107" y="0"/>
              </a:cxn>
              <a:cxn ang="0">
                <a:pos x="1916006" y="266023"/>
              </a:cxn>
              <a:cxn ang="0">
                <a:pos x="-107" y="0"/>
              </a:cxn>
              <a:cxn ang="0">
                <a:pos x="1916006" y="266023"/>
              </a:cxn>
              <a:cxn ang="0">
                <a:pos x="0" y="609600"/>
              </a:cxn>
              <a:cxn ang="0">
                <a:pos x="-107" y="0"/>
              </a:cxn>
            </a:cxnLst>
            <a:pathLst>
              <a:path w="17843" h="21600" fill="none">
                <a:moveTo>
                  <a:pt x="-1" y="0"/>
                </a:moveTo>
                <a:cubicBezTo>
                  <a:pt x="7139" y="0"/>
                  <a:pt x="13818" y="3528"/>
                  <a:pt x="17842" y="9426"/>
                </a:cubicBezTo>
              </a:path>
              <a:path w="17843" h="21600" stroke="0">
                <a:moveTo>
                  <a:pt x="-1" y="0"/>
                </a:moveTo>
                <a:cubicBezTo>
                  <a:pt x="7139" y="0"/>
                  <a:pt x="13818" y="3528"/>
                  <a:pt x="17842" y="9426"/>
                </a:cubicBezTo>
                <a:lnTo>
                  <a:pt x="0" y="21600"/>
                </a:lnTo>
                <a:lnTo>
                  <a:pt x="-1" y="0"/>
                </a:lnTo>
                <a:close/>
              </a:path>
            </a:pathLst>
          </a:custGeom>
          <a:noFill/>
          <a:ln w="12700" cap="flat" cmpd="sng">
            <a:solidFill>
              <a:srgbClr val="FF0000"/>
            </a:solidFill>
            <a:prstDash val="solid"/>
            <a:round/>
            <a:headEnd type="triangle" w="sm" len="lg"/>
            <a:tailEnd type="none" w="sm" len="lg"/>
          </a:ln>
        </p:spPr>
        <p:txBody>
          <a:bodyPr/>
          <a:p>
            <a:endParaRPr lang="zh-CN" altLang="en-US"/>
          </a:p>
        </p:txBody>
      </p:sp>
      <p:sp>
        <p:nvSpPr>
          <p:cNvPr id="26639" name="Arc 16"/>
          <p:cNvSpPr/>
          <p:nvPr/>
        </p:nvSpPr>
        <p:spPr>
          <a:xfrm rot="-818578" flipH="1">
            <a:off x="6451600" y="3787775"/>
            <a:ext cx="2159000" cy="228600"/>
          </a:xfrm>
          <a:custGeom>
            <a:avLst/>
            <a:gdLst/>
            <a:ahLst/>
            <a:cxnLst>
              <a:cxn ang="0">
                <a:pos x="-102" y="0"/>
              </a:cxn>
              <a:cxn ang="0">
                <a:pos x="2159000" y="180245"/>
              </a:cxn>
              <a:cxn ang="0">
                <a:pos x="-102" y="0"/>
              </a:cxn>
              <a:cxn ang="0">
                <a:pos x="2159000" y="180245"/>
              </a:cxn>
              <a:cxn ang="0">
                <a:pos x="0" y="228600"/>
              </a:cxn>
              <a:cxn ang="0">
                <a:pos x="-102" y="0"/>
              </a:cxn>
            </a:cxnLst>
            <a:pathLst>
              <a:path w="21111" h="21600" fill="none">
                <a:moveTo>
                  <a:pt x="-1" y="0"/>
                </a:moveTo>
                <a:cubicBezTo>
                  <a:pt x="10169" y="0"/>
                  <a:pt x="18960" y="7092"/>
                  <a:pt x="21111" y="17031"/>
                </a:cubicBezTo>
              </a:path>
              <a:path w="21111" h="21600" stroke="0">
                <a:moveTo>
                  <a:pt x="-1" y="0"/>
                </a:moveTo>
                <a:cubicBezTo>
                  <a:pt x="10169" y="0"/>
                  <a:pt x="18960" y="7092"/>
                  <a:pt x="21111" y="17031"/>
                </a:cubicBezTo>
                <a:lnTo>
                  <a:pt x="0" y="21600"/>
                </a:lnTo>
                <a:lnTo>
                  <a:pt x="-1" y="0"/>
                </a:lnTo>
                <a:close/>
              </a:path>
            </a:pathLst>
          </a:custGeom>
          <a:noFill/>
          <a:ln w="12700" cap="flat" cmpd="sng">
            <a:solidFill>
              <a:srgbClr val="FF0000"/>
            </a:solidFill>
            <a:prstDash val="solid"/>
            <a:round/>
            <a:headEnd type="triangle" w="sm" len="lg"/>
            <a:tailEnd type="none" w="sm" len="lg"/>
          </a:ln>
        </p:spPr>
        <p:txBody>
          <a:bodyPr/>
          <a:p>
            <a:endParaRPr lang="zh-CN" altLang="en-US"/>
          </a:p>
        </p:txBody>
      </p:sp>
      <p:grpSp>
        <p:nvGrpSpPr>
          <p:cNvPr id="2" name="Group 17"/>
          <p:cNvGrpSpPr/>
          <p:nvPr/>
        </p:nvGrpSpPr>
        <p:grpSpPr>
          <a:xfrm>
            <a:off x="5381625" y="3636963"/>
            <a:ext cx="2822575" cy="2028825"/>
            <a:chOff x="3360" y="864"/>
            <a:chExt cx="1778" cy="1278"/>
          </a:xfrm>
        </p:grpSpPr>
        <p:sp>
          <p:nvSpPr>
            <p:cNvPr id="26641" name="Freeform 18"/>
            <p:cNvSpPr/>
            <p:nvPr/>
          </p:nvSpPr>
          <p:spPr>
            <a:xfrm rot="1243955">
              <a:off x="3360" y="864"/>
              <a:ext cx="1778" cy="1278"/>
            </a:xfrm>
            <a:custGeom>
              <a:avLst/>
              <a:gdLst/>
              <a:ahLst/>
              <a:cxnLst>
                <a:cxn ang="0">
                  <a:pos x="800" y="11"/>
                </a:cxn>
                <a:cxn ang="0">
                  <a:pos x="856" y="22"/>
                </a:cxn>
                <a:cxn ang="0">
                  <a:pos x="922" y="44"/>
                </a:cxn>
                <a:cxn ang="0">
                  <a:pos x="1022" y="89"/>
                </a:cxn>
                <a:cxn ang="0">
                  <a:pos x="1056" y="100"/>
                </a:cxn>
                <a:cxn ang="0">
                  <a:pos x="1089" y="122"/>
                </a:cxn>
                <a:cxn ang="0">
                  <a:pos x="1122" y="133"/>
                </a:cxn>
                <a:cxn ang="0">
                  <a:pos x="1178" y="167"/>
                </a:cxn>
                <a:cxn ang="0">
                  <a:pos x="1211" y="200"/>
                </a:cxn>
                <a:cxn ang="0">
                  <a:pos x="1256" y="222"/>
                </a:cxn>
                <a:cxn ang="0">
                  <a:pos x="1278" y="255"/>
                </a:cxn>
                <a:cxn ang="0">
                  <a:pos x="1345" y="289"/>
                </a:cxn>
                <a:cxn ang="0">
                  <a:pos x="1423" y="333"/>
                </a:cxn>
                <a:cxn ang="0">
                  <a:pos x="1511" y="433"/>
                </a:cxn>
                <a:cxn ang="0">
                  <a:pos x="1534" y="467"/>
                </a:cxn>
                <a:cxn ang="0">
                  <a:pos x="1600" y="511"/>
                </a:cxn>
                <a:cxn ang="0">
                  <a:pos x="1667" y="611"/>
                </a:cxn>
                <a:cxn ang="0">
                  <a:pos x="1700" y="644"/>
                </a:cxn>
                <a:cxn ang="0">
                  <a:pos x="1756" y="733"/>
                </a:cxn>
                <a:cxn ang="0">
                  <a:pos x="1778" y="789"/>
                </a:cxn>
                <a:cxn ang="0">
                  <a:pos x="1567" y="855"/>
                </a:cxn>
                <a:cxn ang="0">
                  <a:pos x="1434" y="900"/>
                </a:cxn>
                <a:cxn ang="0">
                  <a:pos x="1367" y="922"/>
                </a:cxn>
                <a:cxn ang="0">
                  <a:pos x="1289" y="978"/>
                </a:cxn>
                <a:cxn ang="0">
                  <a:pos x="1256" y="1000"/>
                </a:cxn>
                <a:cxn ang="0">
                  <a:pos x="1122" y="1089"/>
                </a:cxn>
                <a:cxn ang="0">
                  <a:pos x="1022" y="1144"/>
                </a:cxn>
                <a:cxn ang="0">
                  <a:pos x="956" y="1278"/>
                </a:cxn>
                <a:cxn ang="0">
                  <a:pos x="878" y="1178"/>
                </a:cxn>
                <a:cxn ang="0">
                  <a:pos x="800" y="1055"/>
                </a:cxn>
                <a:cxn ang="0">
                  <a:pos x="711" y="989"/>
                </a:cxn>
                <a:cxn ang="0">
                  <a:pos x="545" y="855"/>
                </a:cxn>
                <a:cxn ang="0">
                  <a:pos x="322" y="800"/>
                </a:cxn>
                <a:cxn ang="0">
                  <a:pos x="167" y="811"/>
                </a:cxn>
                <a:cxn ang="0">
                  <a:pos x="0" y="867"/>
                </a:cxn>
                <a:cxn ang="0">
                  <a:pos x="11" y="678"/>
                </a:cxn>
                <a:cxn ang="0">
                  <a:pos x="133" y="489"/>
                </a:cxn>
                <a:cxn ang="0">
                  <a:pos x="211" y="344"/>
                </a:cxn>
                <a:cxn ang="0">
                  <a:pos x="256" y="311"/>
                </a:cxn>
                <a:cxn ang="0">
                  <a:pos x="333" y="200"/>
                </a:cxn>
                <a:cxn ang="0">
                  <a:pos x="478" y="122"/>
                </a:cxn>
                <a:cxn ang="0">
                  <a:pos x="689" y="0"/>
                </a:cxn>
                <a:cxn ang="0">
                  <a:pos x="800" y="11"/>
                </a:cxn>
              </a:cxnLst>
              <a:pathLst>
                <a:path w="1778" h="1278">
                  <a:moveTo>
                    <a:pt x="800" y="11"/>
                  </a:moveTo>
                  <a:cubicBezTo>
                    <a:pt x="819" y="15"/>
                    <a:pt x="838" y="17"/>
                    <a:pt x="856" y="22"/>
                  </a:cubicBezTo>
                  <a:cubicBezTo>
                    <a:pt x="878" y="28"/>
                    <a:pt x="922" y="44"/>
                    <a:pt x="922" y="44"/>
                  </a:cubicBezTo>
                  <a:cubicBezTo>
                    <a:pt x="975" y="80"/>
                    <a:pt x="944" y="63"/>
                    <a:pt x="1022" y="89"/>
                  </a:cubicBezTo>
                  <a:cubicBezTo>
                    <a:pt x="1033" y="93"/>
                    <a:pt x="1056" y="100"/>
                    <a:pt x="1056" y="100"/>
                  </a:cubicBezTo>
                  <a:cubicBezTo>
                    <a:pt x="1067" y="107"/>
                    <a:pt x="1077" y="116"/>
                    <a:pt x="1089" y="122"/>
                  </a:cubicBezTo>
                  <a:cubicBezTo>
                    <a:pt x="1099" y="127"/>
                    <a:pt x="1112" y="127"/>
                    <a:pt x="1122" y="133"/>
                  </a:cubicBezTo>
                  <a:cubicBezTo>
                    <a:pt x="1205" y="182"/>
                    <a:pt x="1079" y="131"/>
                    <a:pt x="1178" y="167"/>
                  </a:cubicBezTo>
                  <a:cubicBezTo>
                    <a:pt x="1189" y="178"/>
                    <a:pt x="1198" y="191"/>
                    <a:pt x="1211" y="200"/>
                  </a:cubicBezTo>
                  <a:cubicBezTo>
                    <a:pt x="1225" y="210"/>
                    <a:pt x="1243" y="211"/>
                    <a:pt x="1256" y="222"/>
                  </a:cubicBezTo>
                  <a:cubicBezTo>
                    <a:pt x="1266" y="230"/>
                    <a:pt x="1269" y="246"/>
                    <a:pt x="1278" y="255"/>
                  </a:cubicBezTo>
                  <a:cubicBezTo>
                    <a:pt x="1301" y="278"/>
                    <a:pt x="1316" y="280"/>
                    <a:pt x="1345" y="289"/>
                  </a:cubicBezTo>
                  <a:cubicBezTo>
                    <a:pt x="1370" y="306"/>
                    <a:pt x="1402" y="312"/>
                    <a:pt x="1423" y="333"/>
                  </a:cubicBezTo>
                  <a:cubicBezTo>
                    <a:pt x="1564" y="474"/>
                    <a:pt x="1419" y="372"/>
                    <a:pt x="1511" y="433"/>
                  </a:cubicBezTo>
                  <a:cubicBezTo>
                    <a:pt x="1519" y="444"/>
                    <a:pt x="1524" y="458"/>
                    <a:pt x="1534" y="467"/>
                  </a:cubicBezTo>
                  <a:cubicBezTo>
                    <a:pt x="1554" y="484"/>
                    <a:pt x="1600" y="511"/>
                    <a:pt x="1600" y="511"/>
                  </a:cubicBezTo>
                  <a:cubicBezTo>
                    <a:pt x="1652" y="589"/>
                    <a:pt x="1630" y="556"/>
                    <a:pt x="1667" y="611"/>
                  </a:cubicBezTo>
                  <a:cubicBezTo>
                    <a:pt x="1676" y="624"/>
                    <a:pt x="1691" y="631"/>
                    <a:pt x="1700" y="644"/>
                  </a:cubicBezTo>
                  <a:cubicBezTo>
                    <a:pt x="1721" y="672"/>
                    <a:pt x="1756" y="733"/>
                    <a:pt x="1756" y="733"/>
                  </a:cubicBezTo>
                  <a:cubicBezTo>
                    <a:pt x="1770" y="775"/>
                    <a:pt x="1762" y="756"/>
                    <a:pt x="1778" y="789"/>
                  </a:cubicBezTo>
                  <a:cubicBezTo>
                    <a:pt x="1708" y="812"/>
                    <a:pt x="1639" y="837"/>
                    <a:pt x="1567" y="855"/>
                  </a:cubicBezTo>
                  <a:cubicBezTo>
                    <a:pt x="1530" y="893"/>
                    <a:pt x="1483" y="885"/>
                    <a:pt x="1434" y="900"/>
                  </a:cubicBezTo>
                  <a:cubicBezTo>
                    <a:pt x="1411" y="907"/>
                    <a:pt x="1367" y="922"/>
                    <a:pt x="1367" y="922"/>
                  </a:cubicBezTo>
                  <a:cubicBezTo>
                    <a:pt x="1341" y="941"/>
                    <a:pt x="1315" y="960"/>
                    <a:pt x="1289" y="978"/>
                  </a:cubicBezTo>
                  <a:cubicBezTo>
                    <a:pt x="1278" y="986"/>
                    <a:pt x="1256" y="1000"/>
                    <a:pt x="1256" y="1000"/>
                  </a:cubicBezTo>
                  <a:cubicBezTo>
                    <a:pt x="1220" y="1054"/>
                    <a:pt x="1184" y="1069"/>
                    <a:pt x="1122" y="1089"/>
                  </a:cubicBezTo>
                  <a:cubicBezTo>
                    <a:pt x="1089" y="1111"/>
                    <a:pt x="1056" y="1122"/>
                    <a:pt x="1022" y="1144"/>
                  </a:cubicBezTo>
                  <a:cubicBezTo>
                    <a:pt x="1000" y="1189"/>
                    <a:pt x="978" y="1233"/>
                    <a:pt x="956" y="1278"/>
                  </a:cubicBezTo>
                  <a:cubicBezTo>
                    <a:pt x="939" y="1207"/>
                    <a:pt x="921" y="1230"/>
                    <a:pt x="878" y="1178"/>
                  </a:cubicBezTo>
                  <a:cubicBezTo>
                    <a:pt x="846" y="1140"/>
                    <a:pt x="838" y="1089"/>
                    <a:pt x="800" y="1055"/>
                  </a:cubicBezTo>
                  <a:cubicBezTo>
                    <a:pt x="773" y="1030"/>
                    <a:pt x="737" y="1015"/>
                    <a:pt x="711" y="989"/>
                  </a:cubicBezTo>
                  <a:cubicBezTo>
                    <a:pt x="663" y="940"/>
                    <a:pt x="612" y="880"/>
                    <a:pt x="545" y="855"/>
                  </a:cubicBezTo>
                  <a:cubicBezTo>
                    <a:pt x="476" y="830"/>
                    <a:pt x="395" y="812"/>
                    <a:pt x="322" y="800"/>
                  </a:cubicBezTo>
                  <a:cubicBezTo>
                    <a:pt x="270" y="804"/>
                    <a:pt x="218" y="803"/>
                    <a:pt x="167" y="811"/>
                  </a:cubicBezTo>
                  <a:cubicBezTo>
                    <a:pt x="107" y="820"/>
                    <a:pt x="61" y="867"/>
                    <a:pt x="0" y="867"/>
                  </a:cubicBezTo>
                  <a:cubicBezTo>
                    <a:pt x="4" y="804"/>
                    <a:pt x="3" y="741"/>
                    <a:pt x="11" y="678"/>
                  </a:cubicBezTo>
                  <a:cubicBezTo>
                    <a:pt x="22" y="594"/>
                    <a:pt x="94" y="557"/>
                    <a:pt x="133" y="489"/>
                  </a:cubicBezTo>
                  <a:cubicBezTo>
                    <a:pt x="157" y="447"/>
                    <a:pt x="171" y="374"/>
                    <a:pt x="211" y="344"/>
                  </a:cubicBezTo>
                  <a:cubicBezTo>
                    <a:pt x="226" y="333"/>
                    <a:pt x="243" y="324"/>
                    <a:pt x="256" y="311"/>
                  </a:cubicBezTo>
                  <a:cubicBezTo>
                    <a:pt x="288" y="279"/>
                    <a:pt x="296" y="225"/>
                    <a:pt x="333" y="200"/>
                  </a:cubicBezTo>
                  <a:cubicBezTo>
                    <a:pt x="384" y="166"/>
                    <a:pt x="421" y="141"/>
                    <a:pt x="478" y="122"/>
                  </a:cubicBezTo>
                  <a:cubicBezTo>
                    <a:pt x="535" y="66"/>
                    <a:pt x="604" y="0"/>
                    <a:pt x="689" y="0"/>
                  </a:cubicBezTo>
                  <a:cubicBezTo>
                    <a:pt x="726" y="0"/>
                    <a:pt x="763" y="7"/>
                    <a:pt x="800" y="11"/>
                  </a:cubicBezTo>
                  <a:close/>
                </a:path>
              </a:pathLst>
            </a:custGeom>
            <a:noFill/>
            <a:ln w="19050" cap="flat" cmpd="sng">
              <a:solidFill>
                <a:schemeClr val="tx1"/>
              </a:solidFill>
              <a:prstDash val="solid"/>
              <a:round/>
              <a:headEnd type="none" w="med" len="med"/>
              <a:tailEnd type="none" w="med" len="med"/>
            </a:ln>
          </p:spPr>
          <p:txBody>
            <a:bodyPr/>
            <a:p>
              <a:endParaRPr lang="zh-CN" altLang="en-US"/>
            </a:p>
          </p:txBody>
        </p:sp>
        <p:grpSp>
          <p:nvGrpSpPr>
            <p:cNvPr id="26642" name="Group 19"/>
            <p:cNvGrpSpPr/>
            <p:nvPr/>
          </p:nvGrpSpPr>
          <p:grpSpPr>
            <a:xfrm>
              <a:off x="3504" y="864"/>
              <a:ext cx="1488" cy="1152"/>
              <a:chOff x="2640" y="1728"/>
              <a:chExt cx="1488" cy="1152"/>
            </a:xfrm>
          </p:grpSpPr>
          <p:sp>
            <p:nvSpPr>
              <p:cNvPr id="26643" name="Freeform 20"/>
              <p:cNvSpPr/>
              <p:nvPr/>
            </p:nvSpPr>
            <p:spPr>
              <a:xfrm>
                <a:off x="3264" y="1728"/>
                <a:ext cx="720" cy="1104"/>
              </a:xfrm>
              <a:custGeom>
                <a:avLst/>
                <a:gdLst/>
                <a:ahLst/>
                <a:cxnLst>
                  <a:cxn ang="0">
                    <a:pos x="0" y="0"/>
                  </a:cxn>
                  <a:cxn ang="0">
                    <a:pos x="288" y="240"/>
                  </a:cxn>
                  <a:cxn ang="0">
                    <a:pos x="432" y="432"/>
                  </a:cxn>
                  <a:cxn ang="0">
                    <a:pos x="624" y="720"/>
                  </a:cxn>
                  <a:cxn ang="0">
                    <a:pos x="720" y="1104"/>
                  </a:cxn>
                </a:cxnLst>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44" name="Freeform 21"/>
              <p:cNvSpPr/>
              <p:nvPr/>
            </p:nvSpPr>
            <p:spPr>
              <a:xfrm>
                <a:off x="3024" y="1776"/>
                <a:ext cx="720" cy="1008"/>
              </a:xfrm>
              <a:custGeom>
                <a:avLst/>
                <a:gdLst/>
                <a:ahLst/>
                <a:cxnLst>
                  <a:cxn ang="0">
                    <a:pos x="0" y="0"/>
                  </a:cxn>
                  <a:cxn ang="0">
                    <a:pos x="288" y="219"/>
                  </a:cxn>
                  <a:cxn ang="0">
                    <a:pos x="432" y="394"/>
                  </a:cxn>
                  <a:cxn ang="0">
                    <a:pos x="624" y="657"/>
                  </a:cxn>
                  <a:cxn ang="0">
                    <a:pos x="720" y="1008"/>
                  </a:cxn>
                </a:cxnLst>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45" name="Freeform 22"/>
              <p:cNvSpPr/>
              <p:nvPr/>
            </p:nvSpPr>
            <p:spPr>
              <a:xfrm>
                <a:off x="2832" y="1872"/>
                <a:ext cx="720" cy="960"/>
              </a:xfrm>
              <a:custGeom>
                <a:avLst/>
                <a:gdLst/>
                <a:ahLst/>
                <a:cxnLst>
                  <a:cxn ang="0">
                    <a:pos x="0" y="0"/>
                  </a:cxn>
                  <a:cxn ang="0">
                    <a:pos x="288" y="209"/>
                  </a:cxn>
                  <a:cxn ang="0">
                    <a:pos x="432" y="376"/>
                  </a:cxn>
                  <a:cxn ang="0">
                    <a:pos x="624" y="626"/>
                  </a:cxn>
                  <a:cxn ang="0">
                    <a:pos x="720" y="960"/>
                  </a:cxn>
                </a:cxnLst>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46" name="Freeform 23"/>
              <p:cNvSpPr/>
              <p:nvPr/>
            </p:nvSpPr>
            <p:spPr>
              <a:xfrm>
                <a:off x="2640" y="2016"/>
                <a:ext cx="768" cy="864"/>
              </a:xfrm>
              <a:custGeom>
                <a:avLst/>
                <a:gdLst/>
                <a:ahLst/>
                <a:cxnLst>
                  <a:cxn ang="0">
                    <a:pos x="0" y="0"/>
                  </a:cxn>
                  <a:cxn ang="0">
                    <a:pos x="307" y="188"/>
                  </a:cxn>
                  <a:cxn ang="0">
                    <a:pos x="461" y="338"/>
                  </a:cxn>
                  <a:cxn ang="0">
                    <a:pos x="666" y="563"/>
                  </a:cxn>
                  <a:cxn ang="0">
                    <a:pos x="768" y="864"/>
                  </a:cxn>
                </a:cxnLst>
                <a:pathLst>
                  <a:path w="720" h="1104">
                    <a:moveTo>
                      <a:pt x="0" y="0"/>
                    </a:moveTo>
                    <a:cubicBezTo>
                      <a:pt x="108" y="84"/>
                      <a:pt x="216" y="168"/>
                      <a:pt x="288" y="240"/>
                    </a:cubicBezTo>
                    <a:cubicBezTo>
                      <a:pt x="360" y="312"/>
                      <a:pt x="376" y="352"/>
                      <a:pt x="432" y="432"/>
                    </a:cubicBezTo>
                    <a:cubicBezTo>
                      <a:pt x="488" y="512"/>
                      <a:pt x="576" y="608"/>
                      <a:pt x="624" y="720"/>
                    </a:cubicBezTo>
                    <a:cubicBezTo>
                      <a:pt x="672" y="832"/>
                      <a:pt x="704" y="1040"/>
                      <a:pt x="720" y="1104"/>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47" name="Freeform 24"/>
              <p:cNvSpPr/>
              <p:nvPr/>
            </p:nvSpPr>
            <p:spPr>
              <a:xfrm>
                <a:off x="2640" y="1824"/>
                <a:ext cx="960" cy="432"/>
              </a:xfrm>
              <a:custGeom>
                <a:avLst/>
                <a:gdLst/>
                <a:ahLst/>
                <a:cxnLst>
                  <a:cxn ang="0">
                    <a:pos x="0" y="432"/>
                  </a:cxn>
                  <a:cxn ang="0">
                    <a:pos x="240" y="240"/>
                  </a:cxn>
                  <a:cxn ang="0">
                    <a:pos x="528" y="96"/>
                  </a:cxn>
                  <a:cxn ang="0">
                    <a:pos x="960" y="0"/>
                  </a:cxn>
                </a:cxnLst>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48" name="Freeform 25"/>
              <p:cNvSpPr/>
              <p:nvPr/>
            </p:nvSpPr>
            <p:spPr>
              <a:xfrm>
                <a:off x="2832" y="1968"/>
                <a:ext cx="960" cy="384"/>
              </a:xfrm>
              <a:custGeom>
                <a:avLst/>
                <a:gdLst/>
                <a:ahLst/>
                <a:cxnLst>
                  <a:cxn ang="0">
                    <a:pos x="0" y="384"/>
                  </a:cxn>
                  <a:cxn ang="0">
                    <a:pos x="240" y="213"/>
                  </a:cxn>
                  <a:cxn ang="0">
                    <a:pos x="528" y="85"/>
                  </a:cxn>
                  <a:cxn ang="0">
                    <a:pos x="960" y="0"/>
                  </a:cxn>
                </a:cxnLst>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49" name="Freeform 26"/>
              <p:cNvSpPr/>
              <p:nvPr/>
            </p:nvSpPr>
            <p:spPr>
              <a:xfrm>
                <a:off x="3024" y="2160"/>
                <a:ext cx="864" cy="336"/>
              </a:xfrm>
              <a:custGeom>
                <a:avLst/>
                <a:gdLst/>
                <a:ahLst/>
                <a:cxnLst>
                  <a:cxn ang="0">
                    <a:pos x="0" y="336"/>
                  </a:cxn>
                  <a:cxn ang="0">
                    <a:pos x="216" y="187"/>
                  </a:cxn>
                  <a:cxn ang="0">
                    <a:pos x="475" y="75"/>
                  </a:cxn>
                  <a:cxn ang="0">
                    <a:pos x="864" y="0"/>
                  </a:cxn>
                </a:cxnLst>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50" name="Freeform 27"/>
              <p:cNvSpPr/>
              <p:nvPr/>
            </p:nvSpPr>
            <p:spPr>
              <a:xfrm>
                <a:off x="3120" y="2352"/>
                <a:ext cx="864" cy="336"/>
              </a:xfrm>
              <a:custGeom>
                <a:avLst/>
                <a:gdLst/>
                <a:ahLst/>
                <a:cxnLst>
                  <a:cxn ang="0">
                    <a:pos x="0" y="336"/>
                  </a:cxn>
                  <a:cxn ang="0">
                    <a:pos x="216" y="187"/>
                  </a:cxn>
                  <a:cxn ang="0">
                    <a:pos x="475" y="75"/>
                  </a:cxn>
                  <a:cxn ang="0">
                    <a:pos x="864" y="0"/>
                  </a:cxn>
                </a:cxnLst>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26651" name="Freeform 28"/>
              <p:cNvSpPr/>
              <p:nvPr/>
            </p:nvSpPr>
            <p:spPr>
              <a:xfrm>
                <a:off x="3168" y="2544"/>
                <a:ext cx="960" cy="336"/>
              </a:xfrm>
              <a:custGeom>
                <a:avLst/>
                <a:gdLst/>
                <a:ahLst/>
                <a:cxnLst>
                  <a:cxn ang="0">
                    <a:pos x="0" y="336"/>
                  </a:cxn>
                  <a:cxn ang="0">
                    <a:pos x="240" y="187"/>
                  </a:cxn>
                  <a:cxn ang="0">
                    <a:pos x="528" y="75"/>
                  </a:cxn>
                  <a:cxn ang="0">
                    <a:pos x="960" y="0"/>
                  </a:cxn>
                </a:cxnLst>
                <a:pathLst>
                  <a:path w="960" h="432">
                    <a:moveTo>
                      <a:pt x="0" y="432"/>
                    </a:moveTo>
                    <a:cubicBezTo>
                      <a:pt x="76" y="364"/>
                      <a:pt x="152" y="296"/>
                      <a:pt x="240" y="240"/>
                    </a:cubicBezTo>
                    <a:cubicBezTo>
                      <a:pt x="328" y="184"/>
                      <a:pt x="408" y="136"/>
                      <a:pt x="528" y="96"/>
                    </a:cubicBezTo>
                    <a:cubicBezTo>
                      <a:pt x="648" y="56"/>
                      <a:pt x="888" y="16"/>
                      <a:pt x="960" y="0"/>
                    </a:cubicBezTo>
                  </a:path>
                </a:pathLst>
              </a:custGeom>
              <a:noFill/>
              <a:ln w="12700" cap="flat" cmpd="sng">
                <a:solidFill>
                  <a:srgbClr val="0000FF"/>
                </a:solidFill>
                <a:prstDash val="solid"/>
                <a:round/>
                <a:headEnd type="none" w="med" len="med"/>
                <a:tailEnd type="none" w="med" len="med"/>
              </a:ln>
            </p:spPr>
            <p:txBody>
              <a:bodyPr/>
              <a:p>
                <a:endParaRPr lang="zh-CN" altLang="en-US"/>
              </a:p>
            </p:txBody>
          </p:sp>
        </p:grpSp>
      </p:grpSp>
      <p:graphicFrame>
        <p:nvGraphicFramePr>
          <p:cNvPr id="26652" name="Object 29"/>
          <p:cNvGraphicFramePr/>
          <p:nvPr/>
        </p:nvGraphicFramePr>
        <p:xfrm>
          <a:off x="7229475" y="5435600"/>
          <a:ext cx="346075" cy="404813"/>
        </p:xfrm>
        <a:graphic>
          <a:graphicData uri="http://schemas.openxmlformats.org/presentationml/2006/ole">
            <mc:AlternateContent xmlns:mc="http://schemas.openxmlformats.org/markup-compatibility/2006">
              <mc:Choice xmlns:v="urn:schemas-microsoft-com:vml" Requires="v">
                <p:oleObj spid="_x0000_s3139" name="" r:id="rId8" imgW="3352800" imgH="4267200" progId="Equation.3">
                  <p:embed/>
                </p:oleObj>
              </mc:Choice>
              <mc:Fallback>
                <p:oleObj name="" r:id="rId8" imgW="3352800" imgH="4267200" progId="Equation.3">
                  <p:embed/>
                  <p:pic>
                    <p:nvPicPr>
                      <p:cNvPr id="0" name="图片 3138"/>
                      <p:cNvPicPr/>
                      <p:nvPr/>
                    </p:nvPicPr>
                    <p:blipFill>
                      <a:blip r:embed="rId9"/>
                      <a:stretch>
                        <a:fillRect/>
                      </a:stretch>
                    </p:blipFill>
                    <p:spPr>
                      <a:xfrm>
                        <a:off x="7229475" y="5435600"/>
                        <a:ext cx="346075" cy="404813"/>
                      </a:xfrm>
                      <a:prstGeom prst="rect">
                        <a:avLst/>
                      </a:prstGeom>
                      <a:noFill/>
                      <a:ln w="38100">
                        <a:noFill/>
                        <a:miter/>
                      </a:ln>
                    </p:spPr>
                  </p:pic>
                </p:oleObj>
              </mc:Fallback>
            </mc:AlternateContent>
          </a:graphicData>
        </a:graphic>
      </p:graphicFrame>
      <p:sp>
        <p:nvSpPr>
          <p:cNvPr id="26653" name="Line 30"/>
          <p:cNvSpPr/>
          <p:nvPr/>
        </p:nvSpPr>
        <p:spPr>
          <a:xfrm flipV="1">
            <a:off x="6146800" y="3025775"/>
            <a:ext cx="1219200" cy="1066800"/>
          </a:xfrm>
          <a:prstGeom prst="line">
            <a:avLst/>
          </a:prstGeom>
          <a:ln w="12700" cap="flat" cmpd="sng">
            <a:solidFill>
              <a:srgbClr val="FF0000"/>
            </a:solidFill>
            <a:prstDash val="solid"/>
            <a:round/>
            <a:headEnd type="none" w="sm" len="lg"/>
            <a:tailEnd type="triangle" w="sm" len="lg"/>
          </a:ln>
        </p:spPr>
      </p:sp>
      <p:grpSp>
        <p:nvGrpSpPr>
          <p:cNvPr id="4" name="Group 31"/>
          <p:cNvGrpSpPr/>
          <p:nvPr/>
        </p:nvGrpSpPr>
        <p:grpSpPr>
          <a:xfrm>
            <a:off x="6223000" y="2997200"/>
            <a:ext cx="1655763" cy="1931988"/>
            <a:chOff x="3648" y="672"/>
            <a:chExt cx="1043" cy="1217"/>
          </a:xfrm>
        </p:grpSpPr>
        <p:graphicFrame>
          <p:nvGraphicFramePr>
            <p:cNvPr id="26655" name="Object 32"/>
            <p:cNvGraphicFramePr/>
            <p:nvPr/>
          </p:nvGraphicFramePr>
          <p:xfrm>
            <a:off x="4368" y="672"/>
            <a:ext cx="323" cy="384"/>
          </p:xfrm>
          <a:graphic>
            <a:graphicData uri="http://schemas.openxmlformats.org/presentationml/2006/ole">
              <mc:AlternateContent xmlns:mc="http://schemas.openxmlformats.org/markup-compatibility/2006">
                <mc:Choice xmlns:v="urn:schemas-microsoft-com:vml" Requires="v">
                  <p:oleObj spid="_x0000_s3136" name="" r:id="rId10" imgW="342900" imgH="469900" progId="Equation.3">
                    <p:embed/>
                  </p:oleObj>
                </mc:Choice>
                <mc:Fallback>
                  <p:oleObj name="" r:id="rId10" imgW="342900" imgH="469900" progId="Equation.3">
                    <p:embed/>
                    <p:pic>
                      <p:nvPicPr>
                        <p:cNvPr id="0" name="图片 3135"/>
                        <p:cNvPicPr/>
                        <p:nvPr/>
                      </p:nvPicPr>
                      <p:blipFill>
                        <a:blip r:embed="rId11">
                          <a:clrChange>
                            <a:clrFrom>
                              <a:srgbClr val="000000"/>
                            </a:clrFrom>
                            <a:clrTo>
                              <a:srgbClr val="000000"/>
                            </a:clrTo>
                          </a:clrChange>
                        </a:blip>
                        <a:stretch>
                          <a:fillRect/>
                        </a:stretch>
                      </p:blipFill>
                      <p:spPr>
                        <a:xfrm>
                          <a:off x="4368" y="672"/>
                          <a:ext cx="323" cy="384"/>
                        </a:xfrm>
                        <a:prstGeom prst="rect">
                          <a:avLst/>
                        </a:prstGeom>
                        <a:noFill/>
                        <a:ln w="38100">
                          <a:noFill/>
                          <a:miter/>
                        </a:ln>
                      </p:spPr>
                    </p:pic>
                  </p:oleObj>
                </mc:Fallback>
              </mc:AlternateContent>
            </a:graphicData>
          </a:graphic>
        </p:graphicFrame>
        <p:sp>
          <p:nvSpPr>
            <p:cNvPr id="26656" name="Freeform 33" descr="深色上对角线"/>
            <p:cNvSpPr/>
            <p:nvPr/>
          </p:nvSpPr>
          <p:spPr>
            <a:xfrm>
              <a:off x="3936" y="1578"/>
              <a:ext cx="326" cy="246"/>
            </a:xfrm>
            <a:custGeom>
              <a:avLst/>
              <a:gdLst/>
              <a:ahLst/>
              <a:cxnLst>
                <a:cxn ang="0">
                  <a:pos x="0" y="72"/>
                </a:cxn>
                <a:cxn ang="0">
                  <a:pos x="96" y="32"/>
                </a:cxn>
                <a:cxn ang="0">
                  <a:pos x="196" y="0"/>
                </a:cxn>
                <a:cxn ang="0">
                  <a:pos x="260" y="80"/>
                </a:cxn>
                <a:cxn ang="0">
                  <a:pos x="326" y="180"/>
                </a:cxn>
                <a:cxn ang="0">
                  <a:pos x="224" y="208"/>
                </a:cxn>
                <a:cxn ang="0">
                  <a:pos x="130" y="246"/>
                </a:cxn>
                <a:cxn ang="0">
                  <a:pos x="92" y="168"/>
                </a:cxn>
                <a:cxn ang="0">
                  <a:pos x="0" y="72"/>
                </a:cxn>
              </a:cxnLst>
              <a:pathLst>
                <a:path w="326" h="246">
                  <a:moveTo>
                    <a:pt x="0" y="72"/>
                  </a:moveTo>
                  <a:lnTo>
                    <a:pt x="96" y="32"/>
                  </a:lnTo>
                  <a:lnTo>
                    <a:pt x="196" y="0"/>
                  </a:lnTo>
                  <a:lnTo>
                    <a:pt x="260" y="80"/>
                  </a:lnTo>
                  <a:lnTo>
                    <a:pt x="326" y="180"/>
                  </a:lnTo>
                  <a:lnTo>
                    <a:pt x="224" y="208"/>
                  </a:lnTo>
                  <a:lnTo>
                    <a:pt x="130" y="246"/>
                  </a:lnTo>
                  <a:lnTo>
                    <a:pt x="92" y="168"/>
                  </a:lnTo>
                  <a:lnTo>
                    <a:pt x="0" y="72"/>
                  </a:lnTo>
                  <a:close/>
                </a:path>
              </a:pathLst>
            </a:custGeom>
            <a:pattFill prst="dkUpDiag">
              <a:fgClr>
                <a:srgbClr val="0000FF"/>
              </a:fgClr>
              <a:bgClr>
                <a:schemeClr val="bg1"/>
              </a:bgClr>
            </a:pattFill>
            <a:ln w="9525">
              <a:noFill/>
            </a:ln>
          </p:spPr>
          <p:txBody>
            <a:bodyPr/>
            <a:p>
              <a:endParaRPr lang="zh-CN" altLang="en-US"/>
            </a:p>
          </p:txBody>
        </p:sp>
        <p:sp>
          <p:nvSpPr>
            <p:cNvPr id="26657" name="Line 34"/>
            <p:cNvSpPr/>
            <p:nvPr/>
          </p:nvSpPr>
          <p:spPr>
            <a:xfrm flipV="1">
              <a:off x="4032" y="978"/>
              <a:ext cx="384" cy="716"/>
            </a:xfrm>
            <a:prstGeom prst="line">
              <a:avLst/>
            </a:prstGeom>
            <a:ln w="38100" cap="flat" cmpd="sng">
              <a:solidFill>
                <a:srgbClr val="333399"/>
              </a:solidFill>
              <a:prstDash val="solid"/>
              <a:round/>
              <a:headEnd type="none" w="med" len="med"/>
              <a:tailEnd type="triangle" w="sm" len="lg"/>
            </a:ln>
          </p:spPr>
        </p:sp>
        <p:graphicFrame>
          <p:nvGraphicFramePr>
            <p:cNvPr id="26658" name="Object 35"/>
            <p:cNvGraphicFramePr/>
            <p:nvPr/>
          </p:nvGraphicFramePr>
          <p:xfrm>
            <a:off x="3648" y="1632"/>
            <a:ext cx="336" cy="257"/>
          </p:xfrm>
          <a:graphic>
            <a:graphicData uri="http://schemas.openxmlformats.org/presentationml/2006/ole">
              <mc:AlternateContent xmlns:mc="http://schemas.openxmlformats.org/markup-compatibility/2006">
                <mc:Choice xmlns:v="urn:schemas-microsoft-com:vml" Requires="v">
                  <p:oleObj spid="_x0000_s3140" name="" r:id="rId12" imgW="5181600" imgH="4267200" progId="Equation.3">
                    <p:embed/>
                  </p:oleObj>
                </mc:Choice>
                <mc:Fallback>
                  <p:oleObj name="" r:id="rId12" imgW="5181600" imgH="4267200" progId="Equation.3">
                    <p:embed/>
                    <p:pic>
                      <p:nvPicPr>
                        <p:cNvPr id="0" name="图片 3139"/>
                        <p:cNvPicPr/>
                        <p:nvPr/>
                      </p:nvPicPr>
                      <p:blipFill>
                        <a:blip r:embed="rId13"/>
                        <a:stretch>
                          <a:fillRect/>
                        </a:stretch>
                      </p:blipFill>
                      <p:spPr>
                        <a:xfrm>
                          <a:off x="3648" y="1632"/>
                          <a:ext cx="336" cy="257"/>
                        </a:xfrm>
                        <a:prstGeom prst="rect">
                          <a:avLst/>
                        </a:prstGeom>
                        <a:solidFill>
                          <a:schemeClr val="bg1">
                            <a:alpha val="50195"/>
                          </a:schemeClr>
                        </a:solidFill>
                        <a:ln w="38100">
                          <a:noFill/>
                          <a:miter/>
                        </a:ln>
                      </p:spPr>
                    </p:pic>
                  </p:oleObj>
                </mc:Fallback>
              </mc:AlternateContent>
            </a:graphicData>
          </a:graphic>
        </p:graphicFrame>
      </p:grpSp>
      <p:grpSp>
        <p:nvGrpSpPr>
          <p:cNvPr id="5" name="Group 36"/>
          <p:cNvGrpSpPr/>
          <p:nvPr/>
        </p:nvGrpSpPr>
        <p:grpSpPr>
          <a:xfrm>
            <a:off x="6840538" y="3697288"/>
            <a:ext cx="1839912" cy="914400"/>
            <a:chOff x="1488" y="2496"/>
            <a:chExt cx="1159" cy="576"/>
          </a:xfrm>
        </p:grpSpPr>
        <p:graphicFrame>
          <p:nvGraphicFramePr>
            <p:cNvPr id="26660" name="Object 37"/>
            <p:cNvGraphicFramePr/>
            <p:nvPr/>
          </p:nvGraphicFramePr>
          <p:xfrm>
            <a:off x="1776" y="2640"/>
            <a:ext cx="211" cy="240"/>
          </p:xfrm>
          <a:graphic>
            <a:graphicData uri="http://schemas.openxmlformats.org/presentationml/2006/ole">
              <mc:AlternateContent xmlns:mc="http://schemas.openxmlformats.org/markup-compatibility/2006">
                <mc:Choice xmlns:v="urn:schemas-microsoft-com:vml" Requires="v">
                  <p:oleObj spid="_x0000_s3137" name="" r:id="rId14" imgW="3048000" imgH="4267200" progId="Equation.3">
                    <p:embed/>
                  </p:oleObj>
                </mc:Choice>
                <mc:Fallback>
                  <p:oleObj name="" r:id="rId14" imgW="3048000" imgH="4267200" progId="Equation.3">
                    <p:embed/>
                    <p:pic>
                      <p:nvPicPr>
                        <p:cNvPr id="0" name="图片 3136"/>
                        <p:cNvPicPr/>
                        <p:nvPr/>
                      </p:nvPicPr>
                      <p:blipFill>
                        <a:blip r:embed="rId15"/>
                        <a:stretch>
                          <a:fillRect/>
                        </a:stretch>
                      </p:blipFill>
                      <p:spPr>
                        <a:xfrm>
                          <a:off x="1776" y="2640"/>
                          <a:ext cx="211" cy="240"/>
                        </a:xfrm>
                        <a:prstGeom prst="rect">
                          <a:avLst/>
                        </a:prstGeom>
                        <a:solidFill>
                          <a:schemeClr val="bg1">
                            <a:alpha val="50195"/>
                          </a:schemeClr>
                        </a:solidFill>
                        <a:ln w="38100">
                          <a:noFill/>
                          <a:miter/>
                        </a:ln>
                      </p:spPr>
                    </p:pic>
                  </p:oleObj>
                </mc:Fallback>
              </mc:AlternateContent>
            </a:graphicData>
          </a:graphic>
        </p:graphicFrame>
        <p:sp>
          <p:nvSpPr>
            <p:cNvPr id="26661" name="Arc 38"/>
            <p:cNvSpPr/>
            <p:nvPr/>
          </p:nvSpPr>
          <p:spPr>
            <a:xfrm>
              <a:off x="1641" y="2832"/>
              <a:ext cx="135" cy="144"/>
            </a:xfrm>
            <a:custGeom>
              <a:avLst/>
              <a:gdLst/>
              <a:ahLst/>
              <a:cxnLst>
                <a:cxn ang="0">
                  <a:pos x="0" y="0"/>
                </a:cxn>
                <a:cxn ang="0">
                  <a:pos x="135" y="102"/>
                </a:cxn>
                <a:cxn ang="0">
                  <a:pos x="0" y="0"/>
                </a:cxn>
                <a:cxn ang="0">
                  <a:pos x="135" y="102"/>
                </a:cxn>
                <a:cxn ang="0">
                  <a:pos x="0" y="144"/>
                </a:cxn>
                <a:cxn ang="0">
                  <a:pos x="0" y="0"/>
                </a:cxn>
              </a:cxnLst>
              <a:pathLst>
                <a:path w="20648" h="21600" fill="none">
                  <a:moveTo>
                    <a:pt x="-1" y="0"/>
                  </a:moveTo>
                  <a:cubicBezTo>
                    <a:pt x="9486" y="0"/>
                    <a:pt x="17862" y="6189"/>
                    <a:pt x="20647" y="15257"/>
                  </a:cubicBezTo>
                </a:path>
                <a:path w="20648" h="21600" stroke="0">
                  <a:moveTo>
                    <a:pt x="-1" y="0"/>
                  </a:moveTo>
                  <a:cubicBezTo>
                    <a:pt x="9486" y="0"/>
                    <a:pt x="17862" y="6189"/>
                    <a:pt x="20647" y="15257"/>
                  </a:cubicBezTo>
                  <a:lnTo>
                    <a:pt x="0" y="21600"/>
                  </a:lnTo>
                  <a:lnTo>
                    <a:pt x="-1" y="0"/>
                  </a:lnTo>
                  <a:close/>
                </a:path>
              </a:pathLst>
            </a:custGeom>
            <a:noFill/>
            <a:ln w="28575" cap="flat" cmpd="sng">
              <a:solidFill>
                <a:schemeClr val="tx1"/>
              </a:solidFill>
              <a:prstDash val="solid"/>
              <a:round/>
              <a:headEnd type="none" w="sm" len="lg"/>
              <a:tailEnd type="none" w="sm" len="lg"/>
            </a:ln>
          </p:spPr>
          <p:txBody>
            <a:bodyPr/>
            <a:p>
              <a:endParaRPr lang="zh-CN" altLang="en-US"/>
            </a:p>
          </p:txBody>
        </p:sp>
        <p:graphicFrame>
          <p:nvGraphicFramePr>
            <p:cNvPr id="26662" name="Object 39"/>
            <p:cNvGraphicFramePr/>
            <p:nvPr/>
          </p:nvGraphicFramePr>
          <p:xfrm>
            <a:off x="2409" y="2496"/>
            <a:ext cx="238" cy="265"/>
          </p:xfrm>
          <a:graphic>
            <a:graphicData uri="http://schemas.openxmlformats.org/presentationml/2006/ole">
              <mc:AlternateContent xmlns:mc="http://schemas.openxmlformats.org/markup-compatibility/2006">
                <mc:Choice xmlns:v="urn:schemas-microsoft-com:vml" Requires="v">
                  <p:oleObj spid="_x0000_s3138" name="" r:id="rId16" imgW="3657600" imgH="4572000" progId="Equation.3">
                    <p:embed/>
                  </p:oleObj>
                </mc:Choice>
                <mc:Fallback>
                  <p:oleObj name="" r:id="rId16" imgW="3657600" imgH="4572000" progId="Equation.3">
                    <p:embed/>
                    <p:pic>
                      <p:nvPicPr>
                        <p:cNvPr id="0" name="图片 3137"/>
                        <p:cNvPicPr/>
                        <p:nvPr/>
                      </p:nvPicPr>
                      <p:blipFill>
                        <a:blip r:embed="rId17"/>
                        <a:stretch>
                          <a:fillRect/>
                        </a:stretch>
                      </p:blipFill>
                      <p:spPr>
                        <a:xfrm>
                          <a:off x="2409" y="2496"/>
                          <a:ext cx="238" cy="265"/>
                        </a:xfrm>
                        <a:prstGeom prst="rect">
                          <a:avLst/>
                        </a:prstGeom>
                        <a:noFill/>
                        <a:ln w="38100">
                          <a:noFill/>
                          <a:miter/>
                        </a:ln>
                      </p:spPr>
                    </p:pic>
                  </p:oleObj>
                </mc:Fallback>
              </mc:AlternateContent>
            </a:graphicData>
          </a:graphic>
        </p:graphicFrame>
        <p:sp>
          <p:nvSpPr>
            <p:cNvPr id="26663" name="Line 40"/>
            <p:cNvSpPr/>
            <p:nvPr/>
          </p:nvSpPr>
          <p:spPr>
            <a:xfrm flipV="1">
              <a:off x="1488" y="2688"/>
              <a:ext cx="912" cy="384"/>
            </a:xfrm>
            <a:prstGeom prst="line">
              <a:avLst/>
            </a:prstGeom>
            <a:ln w="28575" cap="flat" cmpd="sng">
              <a:solidFill>
                <a:srgbClr val="FF0000"/>
              </a:solidFill>
              <a:prstDash val="solid"/>
              <a:round/>
              <a:headEnd type="none" w="med" len="med"/>
              <a:tailEnd type="triangle" w="sm" len="lg"/>
            </a:ln>
          </p:spPr>
        </p:sp>
      </p:grpSp>
      <p:sp>
        <p:nvSpPr>
          <p:cNvPr id="21545" name="Text Box 41"/>
          <p:cNvSpPr txBox="1"/>
          <p:nvPr/>
        </p:nvSpPr>
        <p:spPr>
          <a:xfrm>
            <a:off x="900113" y="1681163"/>
            <a:ext cx="3024187" cy="519112"/>
          </a:xfrm>
          <a:prstGeom prst="rect">
            <a:avLst/>
          </a:prstGeom>
          <a:noFill/>
          <a:ln w="9525">
            <a:noFill/>
          </a:ln>
        </p:spPr>
        <p:txBody>
          <a:bodyPr anchor="t" anchorCtr="0">
            <a:spAutoFit/>
          </a:bodyPr>
          <a:p>
            <a:r>
              <a:rPr lang="zh-CN" altLang="en-US" sz="2800" b="1" dirty="0">
                <a:solidFill>
                  <a:srgbClr val="CC0000"/>
                </a:solidFill>
                <a:latin typeface="宋体" panose="02010600030101010101" pitchFamily="2" charset="-122"/>
                <a:ea typeface="宋体" panose="02010600030101010101" pitchFamily="2" charset="-122"/>
              </a:rPr>
              <a:t>定义：</a:t>
            </a:r>
            <a:r>
              <a:rPr lang="zh-CN" altLang="en-US" sz="2800" b="1" dirty="0">
                <a:solidFill>
                  <a:srgbClr val="3333FF"/>
                </a:solidFill>
                <a:latin typeface="宋体" panose="02010600030101010101" pitchFamily="2" charset="-122"/>
                <a:ea typeface="宋体" panose="02010600030101010101" pitchFamily="2" charset="-122"/>
              </a:rPr>
              <a:t>矢量面元</a:t>
            </a:r>
            <a:endParaRPr lang="zh-CN" altLang="en-US" sz="2800" b="1" dirty="0">
              <a:solidFill>
                <a:srgbClr val="3333FF"/>
              </a:solidFill>
              <a:latin typeface="宋体" panose="02010600030101010101" pitchFamily="2" charset="-122"/>
              <a:ea typeface="宋体" panose="02010600030101010101" pitchFamily="2" charset="-122"/>
            </a:endParaRPr>
          </a:p>
        </p:txBody>
      </p:sp>
      <p:sp>
        <p:nvSpPr>
          <p:cNvPr id="21546" name="Text Box 42"/>
          <p:cNvSpPr txBox="1"/>
          <p:nvPr/>
        </p:nvSpPr>
        <p:spPr>
          <a:xfrm>
            <a:off x="1763713" y="2349500"/>
            <a:ext cx="6970712" cy="519113"/>
          </a:xfrm>
          <a:prstGeom prst="rect">
            <a:avLst/>
          </a:prstGeom>
          <a:noFill/>
          <a:ln w="9525">
            <a:noFill/>
          </a:ln>
        </p:spPr>
        <p:txBody>
          <a:bodyPr wrap="none" anchor="t" anchorCtr="0">
            <a:spAutoFit/>
          </a:bodyPr>
          <a:p>
            <a:pPr eaLnBrk="0" hangingPunct="0"/>
            <a:r>
              <a:rPr lang="zh-CN" altLang="en-US" sz="2800" b="1" dirty="0">
                <a:latin typeface="宋体" panose="02010600030101010101" pitchFamily="2" charset="-122"/>
                <a:ea typeface="宋体" panose="02010600030101010101" pitchFamily="2" charset="-122"/>
              </a:rPr>
              <a:t>大小等于面元的面积，方向取其法线方向。</a:t>
            </a:r>
            <a:endParaRPr lang="zh-CN" altLang="en-US" sz="2800" b="1" dirty="0">
              <a:latin typeface="宋体" panose="02010600030101010101" pitchFamily="2" charset="-122"/>
              <a:ea typeface="宋体" panose="02010600030101010101" pitchFamily="2" charset="-122"/>
            </a:endParaRPr>
          </a:p>
        </p:txBody>
      </p:sp>
      <p:sp>
        <p:nvSpPr>
          <p:cNvPr id="21547" name="Text Box 43"/>
          <p:cNvSpPr txBox="1"/>
          <p:nvPr/>
        </p:nvSpPr>
        <p:spPr>
          <a:xfrm>
            <a:off x="684213" y="3213100"/>
            <a:ext cx="2378075" cy="579438"/>
          </a:xfrm>
          <a:prstGeom prst="rect">
            <a:avLst/>
          </a:prstGeom>
          <a:noFill/>
          <a:ln w="9525">
            <a:noFill/>
          </a:ln>
        </p:spPr>
        <p:txBody>
          <a:bodyPr wrap="none" anchor="t" anchorCtr="0">
            <a:spAutoFit/>
          </a:bodyPr>
          <a:p>
            <a:r>
              <a:rPr lang="zh-CN" altLang="en-US" sz="2800" b="1" dirty="0">
                <a:latin typeface="宋体" panose="02010600030101010101" pitchFamily="2" charset="-122"/>
                <a:ea typeface="宋体" panose="02010600030101010101" pitchFamily="2" charset="-122"/>
              </a:rPr>
              <a:t>此时电通量</a:t>
            </a:r>
            <a:r>
              <a:rPr lang="zh-CN" altLang="en-US" sz="3200" b="1" dirty="0">
                <a:latin typeface="楷体_GB2312" pitchFamily="49" charset="-122"/>
                <a:ea typeface="楷体_GB2312" pitchFamily="49" charset="-122"/>
              </a:rPr>
              <a:t>：</a:t>
            </a:r>
            <a:endParaRPr lang="zh-CN" altLang="en-US" sz="3200" b="1" dirty="0">
              <a:latin typeface="楷体_GB2312" pitchFamily="49" charset="-122"/>
              <a:ea typeface="楷体_GB2312" pitchFamily="49" charset="-122"/>
            </a:endParaRPr>
          </a:p>
        </p:txBody>
      </p:sp>
      <p:sp>
        <p:nvSpPr>
          <p:cNvPr id="26667" name="Text Box 44"/>
          <p:cNvSpPr txBox="1"/>
          <p:nvPr/>
        </p:nvSpPr>
        <p:spPr>
          <a:xfrm>
            <a:off x="1214438" y="214313"/>
            <a:ext cx="2952750" cy="579437"/>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宋体" panose="02010600030101010101" pitchFamily="2" charset="-122"/>
                <a:ea typeface="宋体" panose="02010600030101010101" pitchFamily="2" charset="-122"/>
              </a:rPr>
              <a:t>电场强度通量</a:t>
            </a:r>
            <a:endParaRPr lang="zh-CN" altLang="en-US" sz="3200" b="1" dirty="0">
              <a:solidFill>
                <a:srgbClr val="333399"/>
              </a:solidFill>
              <a:latin typeface="宋体" panose="02010600030101010101" pitchFamily="2" charset="-122"/>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1545"/>
                                        </p:tgtEl>
                                        <p:attrNameLst>
                                          <p:attrName>style.visibility</p:attrName>
                                        </p:attrNameLst>
                                      </p:cBhvr>
                                      <p:to>
                                        <p:strVal val="visible"/>
                                      </p:to>
                                    </p:set>
                                    <p:animEffect transition="in" filter="checkerboard(across)">
                                      <p:cBhvr>
                                        <p:cTn id="22" dur="500"/>
                                        <p:tgtEl>
                                          <p:spTgt spid="2154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21508"/>
                                        </p:tgtEl>
                                        <p:attrNameLst>
                                          <p:attrName>style.visibility</p:attrName>
                                        </p:attrNameLst>
                                      </p:cBhvr>
                                      <p:to>
                                        <p:strVal val="visible"/>
                                      </p:to>
                                    </p:set>
                                    <p:animEffect transition="in" filter="blinds(vertical)">
                                      <p:cBhvr>
                                        <p:cTn id="27" dur="500"/>
                                        <p:tgtEl>
                                          <p:spTgt spid="2150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1546"/>
                                        </p:tgtEl>
                                        <p:attrNameLst>
                                          <p:attrName>style.visibility</p:attrName>
                                        </p:attrNameLst>
                                      </p:cBhvr>
                                      <p:to>
                                        <p:strVal val="visible"/>
                                      </p:to>
                                    </p:set>
                                    <p:animEffect transition="in" filter="box(out)">
                                      <p:cBhvr>
                                        <p:cTn id="32" dur="500"/>
                                        <p:tgtEl>
                                          <p:spTgt spid="2154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547"/>
                                        </p:tgtEl>
                                        <p:attrNameLst>
                                          <p:attrName>style.visibility</p:attrName>
                                        </p:attrNameLst>
                                      </p:cBhvr>
                                      <p:to>
                                        <p:strVal val="visible"/>
                                      </p:to>
                                    </p:set>
                                    <p:animEffect transition="in" filter="blinds(horizontal)">
                                      <p:cBhvr>
                                        <p:cTn id="37" dur="500"/>
                                        <p:tgtEl>
                                          <p:spTgt spid="2154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21509"/>
                                        </p:tgtEl>
                                        <p:attrNameLst>
                                          <p:attrName>style.visibility</p:attrName>
                                        </p:attrNameLst>
                                      </p:cBhvr>
                                      <p:to>
                                        <p:strVal val="visible"/>
                                      </p:to>
                                    </p:set>
                                    <p:animEffect transition="in" filter="blinds(vertical)">
                                      <p:cBhvr>
                                        <p:cTn id="42" dur="500"/>
                                        <p:tgtEl>
                                          <p:spTgt spid="2150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nodeType="clickEffect">
                                  <p:stCondLst>
                                    <p:cond delay="0"/>
                                  </p:stCondLst>
                                  <p:childTnLst>
                                    <p:set>
                                      <p:cBhvr>
                                        <p:cTn id="46" dur="1" fill="hold">
                                          <p:stCondLst>
                                            <p:cond delay="0"/>
                                          </p:stCondLst>
                                        </p:cTn>
                                        <p:tgtEl>
                                          <p:spTgt spid="21507"/>
                                        </p:tgtEl>
                                        <p:attrNameLst>
                                          <p:attrName>style.visibility</p:attrName>
                                        </p:attrNameLst>
                                      </p:cBhvr>
                                      <p:to>
                                        <p:strVal val="visible"/>
                                      </p:to>
                                    </p:set>
                                    <p:animEffect transition="in" filter="blinds(vertical)">
                                      <p:cBhvr>
                                        <p:cTn id="4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45" grpId="0"/>
      <p:bldP spid="21546" grpId="0"/>
      <p:bldP spid="215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2"/>
          <p:cNvSpPr txBox="1"/>
          <p:nvPr/>
        </p:nvSpPr>
        <p:spPr>
          <a:xfrm>
            <a:off x="323850" y="908050"/>
            <a:ext cx="5410200" cy="579438"/>
          </a:xfrm>
          <a:prstGeom prst="rect">
            <a:avLst/>
          </a:prstGeom>
          <a:noFill/>
          <a:ln w="9525">
            <a:noFill/>
          </a:ln>
        </p:spPr>
        <p:txBody>
          <a:bodyPr anchor="t" anchorCtr="0">
            <a:spAutoFit/>
          </a:bodyPr>
          <a:p>
            <a:pPr>
              <a:spcBef>
                <a:spcPct val="50000"/>
              </a:spcBef>
              <a:buBlip>
                <a:blip r:embed="rId1"/>
              </a:buBlip>
            </a:pPr>
            <a:r>
              <a:rPr lang="en-US" altLang="zh-CN" sz="3200" b="1" dirty="0">
                <a:solidFill>
                  <a:srgbClr val="CC0000"/>
                </a:solidFill>
                <a:latin typeface="Times New Roman" panose="02020603050405020304" pitchFamily="18" charset="0"/>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非均匀电场，闭合曲面</a:t>
            </a:r>
            <a:r>
              <a:rPr lang="en-US" altLang="zh-CN" sz="2800" i="1" dirty="0">
                <a:latin typeface="宋体" panose="02010600030101010101" pitchFamily="2" charset="-122"/>
                <a:ea typeface="宋体" panose="02010600030101010101" pitchFamily="2" charset="-122"/>
              </a:rPr>
              <a:t>S</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p:txBody>
      </p:sp>
      <p:grpSp>
        <p:nvGrpSpPr>
          <p:cNvPr id="27650" name="Group 3"/>
          <p:cNvGrpSpPr/>
          <p:nvPr/>
        </p:nvGrpSpPr>
        <p:grpSpPr>
          <a:xfrm>
            <a:off x="5072063" y="1071563"/>
            <a:ext cx="3962400" cy="2895600"/>
            <a:chOff x="2880" y="2016"/>
            <a:chExt cx="2496" cy="1824"/>
          </a:xfrm>
        </p:grpSpPr>
        <p:sp>
          <p:nvSpPr>
            <p:cNvPr id="27651" name="Rectangle 4"/>
            <p:cNvSpPr/>
            <p:nvPr/>
          </p:nvSpPr>
          <p:spPr>
            <a:xfrm>
              <a:off x="2880" y="2064"/>
              <a:ext cx="2496" cy="1776"/>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27652" name="Freeform 5"/>
            <p:cNvSpPr/>
            <p:nvPr/>
          </p:nvSpPr>
          <p:spPr>
            <a:xfrm>
              <a:off x="2928" y="2880"/>
              <a:ext cx="336" cy="288"/>
            </a:xfrm>
            <a:custGeom>
              <a:avLst/>
              <a:gdLst/>
              <a:ahLst/>
              <a:cxnLst>
                <a:cxn ang="0">
                  <a:pos x="336" y="0"/>
                </a:cxn>
                <a:cxn ang="0">
                  <a:pos x="0" y="288"/>
                </a:cxn>
              </a:cxnLst>
              <a:pathLst>
                <a:path w="336" h="288">
                  <a:moveTo>
                    <a:pt x="336" y="0"/>
                  </a:moveTo>
                  <a:cubicBezTo>
                    <a:pt x="196" y="116"/>
                    <a:pt x="56" y="232"/>
                    <a:pt x="0" y="288"/>
                  </a:cubicBezTo>
                </a:path>
              </a:pathLst>
            </a:custGeom>
            <a:noFill/>
            <a:ln w="12700" cap="flat" cmpd="sng">
              <a:solidFill>
                <a:srgbClr val="FF0000"/>
              </a:solidFill>
              <a:prstDash val="solid"/>
              <a:round/>
              <a:headEnd type="none" w="sm" len="lg"/>
              <a:tailEnd type="none" w="sm" len="lg"/>
            </a:ln>
          </p:spPr>
          <p:txBody>
            <a:bodyPr/>
            <a:p>
              <a:endParaRPr lang="zh-CN" altLang="en-US"/>
            </a:p>
          </p:txBody>
        </p:sp>
        <p:sp>
          <p:nvSpPr>
            <p:cNvPr id="27653" name="Line 6"/>
            <p:cNvSpPr/>
            <p:nvPr/>
          </p:nvSpPr>
          <p:spPr>
            <a:xfrm flipH="1">
              <a:off x="2976" y="3024"/>
              <a:ext cx="432" cy="288"/>
            </a:xfrm>
            <a:prstGeom prst="line">
              <a:avLst/>
            </a:prstGeom>
            <a:ln w="12700" cap="flat" cmpd="sng">
              <a:solidFill>
                <a:srgbClr val="FF0000"/>
              </a:solidFill>
              <a:prstDash val="solid"/>
              <a:round/>
              <a:headEnd type="none" w="sm" len="lg"/>
              <a:tailEnd type="none" w="sm" len="lg"/>
            </a:ln>
          </p:spPr>
        </p:sp>
        <p:sp>
          <p:nvSpPr>
            <p:cNvPr id="27654" name="Line 7"/>
            <p:cNvSpPr/>
            <p:nvPr/>
          </p:nvSpPr>
          <p:spPr>
            <a:xfrm flipH="1">
              <a:off x="3120" y="3168"/>
              <a:ext cx="432" cy="288"/>
            </a:xfrm>
            <a:prstGeom prst="line">
              <a:avLst/>
            </a:prstGeom>
            <a:ln w="12700" cap="flat" cmpd="sng">
              <a:solidFill>
                <a:srgbClr val="FF0000"/>
              </a:solidFill>
              <a:prstDash val="solid"/>
              <a:round/>
              <a:headEnd type="none" w="sm" len="lg"/>
              <a:tailEnd type="none" w="sm" len="lg"/>
            </a:ln>
          </p:spPr>
        </p:sp>
        <p:graphicFrame>
          <p:nvGraphicFramePr>
            <p:cNvPr id="27655" name="Object 8"/>
            <p:cNvGraphicFramePr/>
            <p:nvPr/>
          </p:nvGraphicFramePr>
          <p:xfrm>
            <a:off x="4032" y="3360"/>
            <a:ext cx="218" cy="255"/>
          </p:xfrm>
          <a:graphic>
            <a:graphicData uri="http://schemas.openxmlformats.org/presentationml/2006/ole">
              <mc:AlternateContent xmlns:mc="http://schemas.openxmlformats.org/markup-compatibility/2006">
                <mc:Choice xmlns:v="urn:schemas-microsoft-com:vml" Requires="v">
                  <p:oleObj spid="_x0000_s3107" name="" r:id="rId2" imgW="3352800" imgH="4267200" progId="Equation.3">
                    <p:embed/>
                  </p:oleObj>
                </mc:Choice>
                <mc:Fallback>
                  <p:oleObj name="" r:id="rId2" imgW="3352800" imgH="4267200" progId="Equation.3">
                    <p:embed/>
                    <p:pic>
                      <p:nvPicPr>
                        <p:cNvPr id="0" name="图片 3106"/>
                        <p:cNvPicPr/>
                        <p:nvPr/>
                      </p:nvPicPr>
                      <p:blipFill>
                        <a:blip r:embed="rId3"/>
                        <a:stretch>
                          <a:fillRect/>
                        </a:stretch>
                      </p:blipFill>
                      <p:spPr>
                        <a:xfrm>
                          <a:off x="4032" y="3360"/>
                          <a:ext cx="218" cy="255"/>
                        </a:xfrm>
                        <a:prstGeom prst="rect">
                          <a:avLst/>
                        </a:prstGeom>
                        <a:noFill/>
                        <a:ln w="38100">
                          <a:noFill/>
                          <a:miter/>
                        </a:ln>
                      </p:spPr>
                    </p:pic>
                  </p:oleObj>
                </mc:Fallback>
              </mc:AlternateContent>
            </a:graphicData>
          </a:graphic>
        </p:graphicFrame>
        <p:sp>
          <p:nvSpPr>
            <p:cNvPr id="27656" name="Freeform 9"/>
            <p:cNvSpPr/>
            <p:nvPr/>
          </p:nvSpPr>
          <p:spPr>
            <a:xfrm>
              <a:off x="3168" y="2400"/>
              <a:ext cx="1648" cy="1104"/>
            </a:xfrm>
            <a:custGeom>
              <a:avLst/>
              <a:gdLst/>
              <a:ahLst/>
              <a:cxnLst>
                <a:cxn ang="0">
                  <a:pos x="200" y="890"/>
                </a:cxn>
                <a:cxn ang="0">
                  <a:pos x="8" y="687"/>
                </a:cxn>
                <a:cxn ang="0">
                  <a:pos x="248" y="214"/>
                </a:cxn>
                <a:cxn ang="0">
                  <a:pos x="776" y="11"/>
                </a:cxn>
                <a:cxn ang="0">
                  <a:pos x="1400" y="146"/>
                </a:cxn>
                <a:cxn ang="0">
                  <a:pos x="1640" y="687"/>
                </a:cxn>
                <a:cxn ang="0">
                  <a:pos x="1352" y="1093"/>
                </a:cxn>
                <a:cxn ang="0">
                  <a:pos x="968" y="755"/>
                </a:cxn>
                <a:cxn ang="0">
                  <a:pos x="728" y="687"/>
                </a:cxn>
                <a:cxn ang="0">
                  <a:pos x="392" y="890"/>
                </a:cxn>
                <a:cxn ang="0">
                  <a:pos x="200" y="890"/>
                </a:cxn>
              </a:cxnLst>
              <a:pathLst>
                <a:path w="1648" h="784">
                  <a:moveTo>
                    <a:pt x="200" y="632"/>
                  </a:moveTo>
                  <a:cubicBezTo>
                    <a:pt x="136" y="608"/>
                    <a:pt x="0" y="568"/>
                    <a:pt x="8" y="488"/>
                  </a:cubicBezTo>
                  <a:cubicBezTo>
                    <a:pt x="16" y="408"/>
                    <a:pt x="120" y="232"/>
                    <a:pt x="248" y="152"/>
                  </a:cubicBezTo>
                  <a:cubicBezTo>
                    <a:pt x="376" y="72"/>
                    <a:pt x="584" y="16"/>
                    <a:pt x="776" y="8"/>
                  </a:cubicBezTo>
                  <a:cubicBezTo>
                    <a:pt x="968" y="0"/>
                    <a:pt x="1256" y="24"/>
                    <a:pt x="1400" y="104"/>
                  </a:cubicBezTo>
                  <a:cubicBezTo>
                    <a:pt x="1544" y="184"/>
                    <a:pt x="1648" y="376"/>
                    <a:pt x="1640" y="488"/>
                  </a:cubicBezTo>
                  <a:cubicBezTo>
                    <a:pt x="1632" y="600"/>
                    <a:pt x="1464" y="768"/>
                    <a:pt x="1352" y="776"/>
                  </a:cubicBezTo>
                  <a:cubicBezTo>
                    <a:pt x="1240" y="784"/>
                    <a:pt x="1072" y="584"/>
                    <a:pt x="968" y="536"/>
                  </a:cubicBezTo>
                  <a:cubicBezTo>
                    <a:pt x="864" y="488"/>
                    <a:pt x="824" y="472"/>
                    <a:pt x="728" y="488"/>
                  </a:cubicBezTo>
                  <a:cubicBezTo>
                    <a:pt x="632" y="504"/>
                    <a:pt x="480" y="608"/>
                    <a:pt x="392" y="632"/>
                  </a:cubicBezTo>
                  <a:cubicBezTo>
                    <a:pt x="304" y="656"/>
                    <a:pt x="264" y="656"/>
                    <a:pt x="200" y="632"/>
                  </a:cubicBezTo>
                  <a:close/>
                </a:path>
              </a:pathLst>
            </a:custGeom>
            <a:gradFill rotWithShape="0">
              <a:gsLst>
                <a:gs pos="0">
                  <a:schemeClr val="bg1"/>
                </a:gs>
                <a:gs pos="100000">
                  <a:srgbClr val="AAE2F4"/>
                </a:gs>
              </a:gsLst>
              <a:path path="rect">
                <a:fillToRect l="50000" t="50000" r="50000" b="50000"/>
              </a:path>
              <a:tileRect/>
            </a:gradFill>
            <a:ln w="3175" cap="flat" cmpd="sng">
              <a:solidFill>
                <a:schemeClr val="tx1"/>
              </a:solidFill>
              <a:prstDash val="sysDot"/>
              <a:round/>
              <a:headEnd type="none" w="med" len="med"/>
              <a:tailEnd type="none" w="med" len="med"/>
            </a:ln>
          </p:spPr>
          <p:txBody>
            <a:bodyPr/>
            <a:p>
              <a:endParaRPr lang="zh-CN" altLang="en-US"/>
            </a:p>
          </p:txBody>
        </p:sp>
        <p:sp>
          <p:nvSpPr>
            <p:cNvPr id="27657" name="Line 10"/>
            <p:cNvSpPr/>
            <p:nvPr/>
          </p:nvSpPr>
          <p:spPr>
            <a:xfrm flipV="1">
              <a:off x="3936" y="2256"/>
              <a:ext cx="384" cy="288"/>
            </a:xfrm>
            <a:prstGeom prst="line">
              <a:avLst/>
            </a:prstGeom>
            <a:ln w="12700" cap="flat" cmpd="sng">
              <a:solidFill>
                <a:srgbClr val="FF0000"/>
              </a:solidFill>
              <a:prstDash val="solid"/>
              <a:round/>
              <a:headEnd type="none" w="sm" len="lg"/>
              <a:tailEnd type="triangle" w="sm" len="lg"/>
            </a:ln>
          </p:spPr>
        </p:sp>
        <p:sp>
          <p:nvSpPr>
            <p:cNvPr id="27658" name="Arc 11"/>
            <p:cNvSpPr/>
            <p:nvPr/>
          </p:nvSpPr>
          <p:spPr>
            <a:xfrm flipH="1">
              <a:off x="4416" y="2688"/>
              <a:ext cx="864" cy="384"/>
            </a:xfrm>
            <a:custGeom>
              <a:avLst/>
              <a:gdLst/>
              <a:ahLst/>
              <a:cxnLst>
                <a:cxn ang="0">
                  <a:pos x="0" y="0"/>
                </a:cxn>
                <a:cxn ang="0">
                  <a:pos x="864" y="168"/>
                </a:cxn>
                <a:cxn ang="0">
                  <a:pos x="0" y="0"/>
                </a:cxn>
                <a:cxn ang="0">
                  <a:pos x="864" y="168"/>
                </a:cxn>
                <a:cxn ang="0">
                  <a:pos x="0" y="384"/>
                </a:cxn>
                <a:cxn ang="0">
                  <a:pos x="0" y="0"/>
                </a:cxn>
              </a:cxnLst>
              <a:pathLst>
                <a:path w="17843" h="21600" fill="none">
                  <a:moveTo>
                    <a:pt x="-1" y="0"/>
                  </a:moveTo>
                  <a:cubicBezTo>
                    <a:pt x="7139" y="0"/>
                    <a:pt x="13818" y="3528"/>
                    <a:pt x="17842" y="9426"/>
                  </a:cubicBezTo>
                </a:path>
                <a:path w="17843" h="21600" stroke="0">
                  <a:moveTo>
                    <a:pt x="-1" y="0"/>
                  </a:moveTo>
                  <a:cubicBezTo>
                    <a:pt x="7139" y="0"/>
                    <a:pt x="13818" y="3528"/>
                    <a:pt x="17842" y="9426"/>
                  </a:cubicBezTo>
                  <a:lnTo>
                    <a:pt x="0" y="21600"/>
                  </a:lnTo>
                  <a:lnTo>
                    <a:pt x="-1" y="0"/>
                  </a:lnTo>
                  <a:close/>
                </a:path>
              </a:pathLst>
            </a:custGeom>
            <a:noFill/>
            <a:ln w="12700" cap="flat" cmpd="sng">
              <a:solidFill>
                <a:srgbClr val="FF0000"/>
              </a:solidFill>
              <a:prstDash val="solid"/>
              <a:round/>
              <a:headEnd type="triangle" w="sm" len="lg"/>
              <a:tailEnd type="none" w="sm" len="lg"/>
            </a:ln>
          </p:spPr>
          <p:txBody>
            <a:bodyPr/>
            <a:p>
              <a:endParaRPr lang="zh-CN" altLang="en-US"/>
            </a:p>
          </p:txBody>
        </p:sp>
        <p:sp>
          <p:nvSpPr>
            <p:cNvPr id="27659" name="Arc 12"/>
            <p:cNvSpPr/>
            <p:nvPr/>
          </p:nvSpPr>
          <p:spPr>
            <a:xfrm rot="304380" flipH="1">
              <a:off x="4416" y="3120"/>
              <a:ext cx="863" cy="241"/>
            </a:xfrm>
            <a:custGeom>
              <a:avLst/>
              <a:gdLst/>
              <a:ahLst/>
              <a:cxnLst>
                <a:cxn ang="0">
                  <a:pos x="0" y="0"/>
                </a:cxn>
                <a:cxn ang="0">
                  <a:pos x="863" y="49"/>
                </a:cxn>
                <a:cxn ang="0">
                  <a:pos x="0" y="0"/>
                </a:cxn>
                <a:cxn ang="0">
                  <a:pos x="863" y="49"/>
                </a:cxn>
                <a:cxn ang="0">
                  <a:pos x="0" y="241"/>
                </a:cxn>
                <a:cxn ang="0">
                  <a:pos x="0" y="0"/>
                </a:cxn>
              </a:cxnLst>
              <a:pathLst>
                <a:path w="13060" h="21600" fill="none">
                  <a:moveTo>
                    <a:pt x="-1" y="0"/>
                  </a:moveTo>
                  <a:cubicBezTo>
                    <a:pt x="4716" y="0"/>
                    <a:pt x="9303" y="1543"/>
                    <a:pt x="13060" y="4395"/>
                  </a:cubicBezTo>
                </a:path>
                <a:path w="13060" h="21600" stroke="0">
                  <a:moveTo>
                    <a:pt x="-1" y="0"/>
                  </a:moveTo>
                  <a:cubicBezTo>
                    <a:pt x="4716" y="0"/>
                    <a:pt x="9303" y="1543"/>
                    <a:pt x="13060" y="4395"/>
                  </a:cubicBezTo>
                  <a:lnTo>
                    <a:pt x="0" y="21600"/>
                  </a:lnTo>
                  <a:lnTo>
                    <a:pt x="-1" y="0"/>
                  </a:lnTo>
                  <a:close/>
                </a:path>
              </a:pathLst>
            </a:custGeom>
            <a:noFill/>
            <a:ln w="12700" cap="flat" cmpd="sng">
              <a:solidFill>
                <a:srgbClr val="FF0000"/>
              </a:solidFill>
              <a:prstDash val="solid"/>
              <a:round/>
              <a:headEnd type="triangle" w="sm" len="lg"/>
              <a:tailEnd type="none" w="sm" len="lg"/>
            </a:ln>
          </p:spPr>
          <p:txBody>
            <a:bodyPr/>
            <a:p>
              <a:endParaRPr lang="zh-CN" altLang="en-US"/>
            </a:p>
          </p:txBody>
        </p:sp>
        <p:sp>
          <p:nvSpPr>
            <p:cNvPr id="27660" name="Arc 13"/>
            <p:cNvSpPr/>
            <p:nvPr/>
          </p:nvSpPr>
          <p:spPr>
            <a:xfrm>
              <a:off x="4560" y="3360"/>
              <a:ext cx="723" cy="432"/>
            </a:xfrm>
            <a:custGeom>
              <a:avLst/>
              <a:gdLst/>
              <a:ahLst/>
              <a:cxnLst>
                <a:cxn ang="0">
                  <a:pos x="0" y="0"/>
                </a:cxn>
                <a:cxn ang="0">
                  <a:pos x="723" y="315"/>
                </a:cxn>
                <a:cxn ang="0">
                  <a:pos x="0" y="0"/>
                </a:cxn>
                <a:cxn ang="0">
                  <a:pos x="723" y="315"/>
                </a:cxn>
                <a:cxn ang="0">
                  <a:pos x="0" y="432"/>
                </a:cxn>
                <a:cxn ang="0">
                  <a:pos x="0" y="0"/>
                </a:cxn>
              </a:cxnLst>
              <a:pathLst>
                <a:path w="20792" h="21600" fill="none">
                  <a:moveTo>
                    <a:pt x="-1" y="0"/>
                  </a:moveTo>
                  <a:cubicBezTo>
                    <a:pt x="9674" y="0"/>
                    <a:pt x="18169" y="6433"/>
                    <a:pt x="20791" y="15746"/>
                  </a:cubicBezTo>
                </a:path>
                <a:path w="20792" h="21600" stroke="0">
                  <a:moveTo>
                    <a:pt x="-1" y="0"/>
                  </a:moveTo>
                  <a:cubicBezTo>
                    <a:pt x="9674" y="0"/>
                    <a:pt x="18169" y="6433"/>
                    <a:pt x="20791" y="15746"/>
                  </a:cubicBezTo>
                  <a:lnTo>
                    <a:pt x="0" y="21600"/>
                  </a:lnTo>
                  <a:lnTo>
                    <a:pt x="-1" y="0"/>
                  </a:lnTo>
                  <a:close/>
                </a:path>
              </a:pathLst>
            </a:custGeom>
            <a:noFill/>
            <a:ln w="12700" cap="flat" cmpd="sng">
              <a:solidFill>
                <a:srgbClr val="FF0000"/>
              </a:solidFill>
              <a:prstDash val="solid"/>
              <a:round/>
              <a:headEnd type="none" w="sm" len="lg"/>
              <a:tailEnd type="triangle" w="sm" len="lg"/>
            </a:ln>
          </p:spPr>
          <p:txBody>
            <a:bodyPr/>
            <a:p>
              <a:endParaRPr lang="zh-CN" altLang="en-US"/>
            </a:p>
          </p:txBody>
        </p:sp>
        <p:sp>
          <p:nvSpPr>
            <p:cNvPr id="27661" name="Arc 14"/>
            <p:cNvSpPr/>
            <p:nvPr/>
          </p:nvSpPr>
          <p:spPr>
            <a:xfrm>
              <a:off x="4368" y="2449"/>
              <a:ext cx="50" cy="96"/>
            </a:xfrm>
            <a:custGeom>
              <a:avLst/>
              <a:gdLst/>
              <a:ahLst/>
              <a:cxnLst>
                <a:cxn ang="0">
                  <a:pos x="0" y="0"/>
                </a:cxn>
                <a:cxn ang="0">
                  <a:pos x="50" y="96"/>
                </a:cxn>
                <a:cxn ang="0">
                  <a:pos x="0" y="0"/>
                </a:cxn>
                <a:cxn ang="0">
                  <a:pos x="50" y="96"/>
                </a:cxn>
                <a:cxn ang="0">
                  <a:pos x="0" y="96"/>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flat" cmpd="sng">
              <a:solidFill>
                <a:schemeClr val="tx1"/>
              </a:solidFill>
              <a:prstDash val="solid"/>
              <a:round/>
              <a:headEnd type="none" w="sm" len="lg"/>
              <a:tailEnd type="none" w="sm" len="lg"/>
            </a:ln>
          </p:spPr>
          <p:txBody>
            <a:bodyPr/>
            <a:p>
              <a:endParaRPr lang="zh-CN" altLang="en-US"/>
            </a:p>
          </p:txBody>
        </p:sp>
        <p:sp>
          <p:nvSpPr>
            <p:cNvPr id="27662" name="Line 15"/>
            <p:cNvSpPr/>
            <p:nvPr/>
          </p:nvSpPr>
          <p:spPr>
            <a:xfrm flipH="1">
              <a:off x="3216" y="3024"/>
              <a:ext cx="192" cy="480"/>
            </a:xfrm>
            <a:prstGeom prst="line">
              <a:avLst/>
            </a:prstGeom>
            <a:ln w="28575" cap="flat" cmpd="sng">
              <a:solidFill>
                <a:schemeClr val="accent2"/>
              </a:solidFill>
              <a:prstDash val="dash"/>
              <a:round/>
              <a:headEnd type="none" w="med" len="med"/>
              <a:tailEnd type="triangle" w="sm" len="lg"/>
            </a:ln>
          </p:spPr>
        </p:sp>
        <p:graphicFrame>
          <p:nvGraphicFramePr>
            <p:cNvPr id="27663" name="Object 16"/>
            <p:cNvGraphicFramePr/>
            <p:nvPr/>
          </p:nvGraphicFramePr>
          <p:xfrm>
            <a:off x="4608" y="2016"/>
            <a:ext cx="323" cy="384"/>
          </p:xfrm>
          <a:graphic>
            <a:graphicData uri="http://schemas.openxmlformats.org/presentationml/2006/ole">
              <mc:AlternateContent xmlns:mc="http://schemas.openxmlformats.org/markup-compatibility/2006">
                <mc:Choice xmlns:v="urn:schemas-microsoft-com:vml" Requires="v">
                  <p:oleObj spid="_x0000_s3108" name="" r:id="rId4" imgW="342900" imgH="469900" progId="Equation.3">
                    <p:embed/>
                  </p:oleObj>
                </mc:Choice>
                <mc:Fallback>
                  <p:oleObj name="" r:id="rId4" imgW="342900" imgH="469900" progId="Equation.3">
                    <p:embed/>
                    <p:pic>
                      <p:nvPicPr>
                        <p:cNvPr id="0" name="图片 3107"/>
                        <p:cNvPicPr/>
                        <p:nvPr/>
                      </p:nvPicPr>
                      <p:blipFill>
                        <a:blip r:embed="rId5">
                          <a:clrChange>
                            <a:clrFrom>
                              <a:srgbClr val="000000"/>
                            </a:clrFrom>
                            <a:clrTo>
                              <a:srgbClr val="000000"/>
                            </a:clrTo>
                          </a:clrChange>
                        </a:blip>
                        <a:stretch>
                          <a:fillRect/>
                        </a:stretch>
                      </p:blipFill>
                      <p:spPr>
                        <a:xfrm>
                          <a:off x="4608" y="2016"/>
                          <a:ext cx="323" cy="384"/>
                        </a:xfrm>
                        <a:prstGeom prst="rect">
                          <a:avLst/>
                        </a:prstGeom>
                        <a:noFill/>
                        <a:ln w="38100">
                          <a:noFill/>
                          <a:miter/>
                        </a:ln>
                      </p:spPr>
                    </p:pic>
                  </p:oleObj>
                </mc:Fallback>
              </mc:AlternateContent>
            </a:graphicData>
          </a:graphic>
        </p:graphicFrame>
        <p:graphicFrame>
          <p:nvGraphicFramePr>
            <p:cNvPr id="27664" name="Object 17"/>
            <p:cNvGraphicFramePr/>
            <p:nvPr/>
          </p:nvGraphicFramePr>
          <p:xfrm>
            <a:off x="5040" y="2400"/>
            <a:ext cx="238" cy="265"/>
          </p:xfrm>
          <a:graphic>
            <a:graphicData uri="http://schemas.openxmlformats.org/presentationml/2006/ole">
              <mc:AlternateContent xmlns:mc="http://schemas.openxmlformats.org/markup-compatibility/2006">
                <mc:Choice xmlns:v="urn:schemas-microsoft-com:vml" Requires="v">
                  <p:oleObj spid="_x0000_s3111" name="" r:id="rId6" imgW="3657600" imgH="4572000" progId="Equation.3">
                    <p:embed/>
                  </p:oleObj>
                </mc:Choice>
                <mc:Fallback>
                  <p:oleObj name="" r:id="rId6" imgW="3657600" imgH="4572000" progId="Equation.3">
                    <p:embed/>
                    <p:pic>
                      <p:nvPicPr>
                        <p:cNvPr id="0" name="图片 3110"/>
                        <p:cNvPicPr/>
                        <p:nvPr/>
                      </p:nvPicPr>
                      <p:blipFill>
                        <a:blip r:embed="rId7"/>
                        <a:stretch>
                          <a:fillRect/>
                        </a:stretch>
                      </p:blipFill>
                      <p:spPr>
                        <a:xfrm>
                          <a:off x="5040" y="2400"/>
                          <a:ext cx="238" cy="265"/>
                        </a:xfrm>
                        <a:prstGeom prst="rect">
                          <a:avLst/>
                        </a:prstGeom>
                        <a:noFill/>
                        <a:ln w="38100">
                          <a:noFill/>
                          <a:miter/>
                        </a:ln>
                      </p:spPr>
                    </p:pic>
                  </p:oleObj>
                </mc:Fallback>
              </mc:AlternateContent>
            </a:graphicData>
          </a:graphic>
        </p:graphicFrame>
        <p:sp>
          <p:nvSpPr>
            <p:cNvPr id="27665" name="Line 18"/>
            <p:cNvSpPr/>
            <p:nvPr/>
          </p:nvSpPr>
          <p:spPr>
            <a:xfrm flipH="1">
              <a:off x="3159" y="3042"/>
              <a:ext cx="240" cy="144"/>
            </a:xfrm>
            <a:prstGeom prst="line">
              <a:avLst/>
            </a:prstGeom>
            <a:ln w="12700" cap="flat" cmpd="sng">
              <a:solidFill>
                <a:srgbClr val="FF0000"/>
              </a:solidFill>
              <a:prstDash val="dash"/>
              <a:round/>
              <a:headEnd type="none" w="sm" len="lg"/>
              <a:tailEnd type="none" w="sm" len="lg"/>
            </a:ln>
          </p:spPr>
        </p:sp>
        <p:graphicFrame>
          <p:nvGraphicFramePr>
            <p:cNvPr id="27666" name="Object 19"/>
            <p:cNvGraphicFramePr/>
            <p:nvPr/>
          </p:nvGraphicFramePr>
          <p:xfrm>
            <a:off x="3792" y="2736"/>
            <a:ext cx="238" cy="265"/>
          </p:xfrm>
          <a:graphic>
            <a:graphicData uri="http://schemas.openxmlformats.org/presentationml/2006/ole">
              <mc:AlternateContent xmlns:mc="http://schemas.openxmlformats.org/markup-compatibility/2006">
                <mc:Choice xmlns:v="urn:schemas-microsoft-com:vml" Requires="v">
                  <p:oleObj spid="_x0000_s3109" name="" r:id="rId8" imgW="3657600" imgH="4572000" progId="Equation.3">
                    <p:embed/>
                  </p:oleObj>
                </mc:Choice>
                <mc:Fallback>
                  <p:oleObj name="" r:id="rId8" imgW="3657600" imgH="4572000" progId="Equation.3">
                    <p:embed/>
                    <p:pic>
                      <p:nvPicPr>
                        <p:cNvPr id="0" name="图片 3108"/>
                        <p:cNvPicPr/>
                        <p:nvPr/>
                      </p:nvPicPr>
                      <p:blipFill>
                        <a:blip r:embed="rId7"/>
                        <a:stretch>
                          <a:fillRect/>
                        </a:stretch>
                      </p:blipFill>
                      <p:spPr>
                        <a:xfrm>
                          <a:off x="3792" y="2736"/>
                          <a:ext cx="238" cy="265"/>
                        </a:xfrm>
                        <a:prstGeom prst="rect">
                          <a:avLst/>
                        </a:prstGeom>
                        <a:noFill/>
                        <a:ln w="38100">
                          <a:noFill/>
                          <a:miter/>
                        </a:ln>
                      </p:spPr>
                    </p:pic>
                  </p:oleObj>
                </mc:Fallback>
              </mc:AlternateContent>
            </a:graphicData>
          </a:graphic>
        </p:graphicFrame>
        <p:graphicFrame>
          <p:nvGraphicFramePr>
            <p:cNvPr id="27667" name="Object 20"/>
            <p:cNvGraphicFramePr/>
            <p:nvPr/>
          </p:nvGraphicFramePr>
          <p:xfrm>
            <a:off x="3168" y="3408"/>
            <a:ext cx="323" cy="384"/>
          </p:xfrm>
          <a:graphic>
            <a:graphicData uri="http://schemas.openxmlformats.org/presentationml/2006/ole">
              <mc:AlternateContent xmlns:mc="http://schemas.openxmlformats.org/markup-compatibility/2006">
                <mc:Choice xmlns:v="urn:schemas-microsoft-com:vml" Requires="v">
                  <p:oleObj spid="_x0000_s3110" name="" r:id="rId9" imgW="342900" imgH="469900" progId="Equation.3">
                    <p:embed/>
                  </p:oleObj>
                </mc:Choice>
                <mc:Fallback>
                  <p:oleObj name="" r:id="rId9" imgW="342900" imgH="469900" progId="Equation.3">
                    <p:embed/>
                    <p:pic>
                      <p:nvPicPr>
                        <p:cNvPr id="0" name="图片 3109"/>
                        <p:cNvPicPr/>
                        <p:nvPr/>
                      </p:nvPicPr>
                      <p:blipFill>
                        <a:blip r:embed="rId10">
                          <a:clrChange>
                            <a:clrFrom>
                              <a:srgbClr val="000000"/>
                            </a:clrFrom>
                            <a:clrTo>
                              <a:srgbClr val="000000"/>
                            </a:clrTo>
                          </a:clrChange>
                        </a:blip>
                        <a:stretch>
                          <a:fillRect/>
                        </a:stretch>
                      </p:blipFill>
                      <p:spPr>
                        <a:xfrm>
                          <a:off x="3168" y="3408"/>
                          <a:ext cx="323" cy="384"/>
                        </a:xfrm>
                        <a:prstGeom prst="rect">
                          <a:avLst/>
                        </a:prstGeom>
                        <a:noFill/>
                        <a:ln w="38100">
                          <a:noFill/>
                          <a:miter/>
                        </a:ln>
                      </p:spPr>
                    </p:pic>
                  </p:oleObj>
                </mc:Fallback>
              </mc:AlternateContent>
            </a:graphicData>
          </a:graphic>
        </p:graphicFrame>
        <p:sp>
          <p:nvSpPr>
            <p:cNvPr id="27668" name="Oval 21" descr="深色上对角线"/>
            <p:cNvSpPr/>
            <p:nvPr/>
          </p:nvSpPr>
          <p:spPr>
            <a:xfrm>
              <a:off x="4080" y="2544"/>
              <a:ext cx="240" cy="192"/>
            </a:xfrm>
            <a:prstGeom prst="ellipse">
              <a:avLst/>
            </a:prstGeom>
            <a:pattFill prst="dkUpDiag">
              <a:fgClr>
                <a:srgbClr val="0000FF"/>
              </a:fgClr>
              <a:bgClr>
                <a:schemeClr val="bg1"/>
              </a:bgClr>
            </a:pattFill>
            <a:ln w="952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27669" name="Arc 22"/>
            <p:cNvSpPr/>
            <p:nvPr/>
          </p:nvSpPr>
          <p:spPr>
            <a:xfrm rot="-818578" flipH="1">
              <a:off x="4223" y="2460"/>
              <a:ext cx="952" cy="65"/>
            </a:xfrm>
            <a:custGeom>
              <a:avLst/>
              <a:gdLst/>
              <a:ahLst/>
              <a:cxnLst>
                <a:cxn ang="0">
                  <a:pos x="0" y="0"/>
                </a:cxn>
                <a:cxn ang="0">
                  <a:pos x="952" y="51"/>
                </a:cxn>
                <a:cxn ang="0">
                  <a:pos x="0" y="0"/>
                </a:cxn>
                <a:cxn ang="0">
                  <a:pos x="952" y="51"/>
                </a:cxn>
                <a:cxn ang="0">
                  <a:pos x="0" y="65"/>
                </a:cxn>
                <a:cxn ang="0">
                  <a:pos x="0" y="0"/>
                </a:cxn>
              </a:cxnLst>
              <a:pathLst>
                <a:path w="21111" h="21600" fill="none">
                  <a:moveTo>
                    <a:pt x="-1" y="0"/>
                  </a:moveTo>
                  <a:cubicBezTo>
                    <a:pt x="10169" y="0"/>
                    <a:pt x="18960" y="7092"/>
                    <a:pt x="21111" y="17031"/>
                  </a:cubicBezTo>
                </a:path>
                <a:path w="21111" h="21600" stroke="0">
                  <a:moveTo>
                    <a:pt x="-1" y="0"/>
                  </a:moveTo>
                  <a:cubicBezTo>
                    <a:pt x="10169" y="0"/>
                    <a:pt x="18960" y="7092"/>
                    <a:pt x="21111" y="17031"/>
                  </a:cubicBezTo>
                  <a:lnTo>
                    <a:pt x="0" y="21600"/>
                  </a:lnTo>
                  <a:lnTo>
                    <a:pt x="-1" y="0"/>
                  </a:lnTo>
                  <a:close/>
                </a:path>
              </a:pathLst>
            </a:custGeom>
            <a:noFill/>
            <a:ln w="12700" cap="flat" cmpd="sng">
              <a:solidFill>
                <a:srgbClr val="FF0000"/>
              </a:solidFill>
              <a:prstDash val="solid"/>
              <a:round/>
              <a:headEnd type="triangle" w="sm" len="lg"/>
              <a:tailEnd type="none" w="sm" len="lg"/>
            </a:ln>
          </p:spPr>
          <p:txBody>
            <a:bodyPr/>
            <a:p>
              <a:endParaRPr lang="zh-CN" altLang="en-US"/>
            </a:p>
          </p:txBody>
        </p:sp>
        <p:graphicFrame>
          <p:nvGraphicFramePr>
            <p:cNvPr id="27670" name="Object 23"/>
            <p:cNvGraphicFramePr/>
            <p:nvPr/>
          </p:nvGraphicFramePr>
          <p:xfrm>
            <a:off x="4464" y="2304"/>
            <a:ext cx="211" cy="240"/>
          </p:xfrm>
          <a:graphic>
            <a:graphicData uri="http://schemas.openxmlformats.org/presentationml/2006/ole">
              <mc:AlternateContent xmlns:mc="http://schemas.openxmlformats.org/markup-compatibility/2006">
                <mc:Choice xmlns:v="urn:schemas-microsoft-com:vml" Requires="v">
                  <p:oleObj spid="_x0000_s3106" name="" r:id="rId11" imgW="3048000" imgH="4267200" progId="Equation.3">
                    <p:embed/>
                  </p:oleObj>
                </mc:Choice>
                <mc:Fallback>
                  <p:oleObj name="" r:id="rId11" imgW="3048000" imgH="4267200" progId="Equation.3">
                    <p:embed/>
                    <p:pic>
                      <p:nvPicPr>
                        <p:cNvPr id="0" name="图片 3105"/>
                        <p:cNvPicPr/>
                        <p:nvPr/>
                      </p:nvPicPr>
                      <p:blipFill>
                        <a:blip r:embed="rId12"/>
                        <a:stretch>
                          <a:fillRect/>
                        </a:stretch>
                      </p:blipFill>
                      <p:spPr>
                        <a:xfrm>
                          <a:off x="4464" y="2304"/>
                          <a:ext cx="211" cy="240"/>
                        </a:xfrm>
                        <a:prstGeom prst="rect">
                          <a:avLst/>
                        </a:prstGeom>
                        <a:solidFill>
                          <a:schemeClr val="bg1">
                            <a:alpha val="50195"/>
                          </a:schemeClr>
                        </a:solidFill>
                        <a:ln w="38100">
                          <a:noFill/>
                          <a:miter/>
                        </a:ln>
                      </p:spPr>
                    </p:pic>
                  </p:oleObj>
                </mc:Fallback>
              </mc:AlternateContent>
            </a:graphicData>
          </a:graphic>
        </p:graphicFrame>
        <p:sp>
          <p:nvSpPr>
            <p:cNvPr id="27671" name="Line 24"/>
            <p:cNvSpPr/>
            <p:nvPr/>
          </p:nvSpPr>
          <p:spPr>
            <a:xfrm flipV="1">
              <a:off x="4176" y="2112"/>
              <a:ext cx="432" cy="542"/>
            </a:xfrm>
            <a:prstGeom prst="line">
              <a:avLst/>
            </a:prstGeom>
            <a:ln w="38100" cap="flat" cmpd="sng">
              <a:solidFill>
                <a:srgbClr val="333399"/>
              </a:solidFill>
              <a:prstDash val="solid"/>
              <a:round/>
              <a:headEnd type="none" w="med" len="med"/>
              <a:tailEnd type="triangle" w="sm" len="lg"/>
            </a:ln>
          </p:spPr>
        </p:sp>
        <p:sp>
          <p:nvSpPr>
            <p:cNvPr id="27672" name="Oval 25" descr="深色上对角线"/>
            <p:cNvSpPr/>
            <p:nvPr/>
          </p:nvSpPr>
          <p:spPr>
            <a:xfrm>
              <a:off x="3312" y="2928"/>
              <a:ext cx="240" cy="192"/>
            </a:xfrm>
            <a:prstGeom prst="ellipse">
              <a:avLst/>
            </a:prstGeom>
            <a:pattFill prst="dkUpDiag">
              <a:fgClr>
                <a:srgbClr val="0000FF"/>
              </a:fgClr>
              <a:bgClr>
                <a:schemeClr val="bg1"/>
              </a:bgClr>
            </a:pattFill>
            <a:ln w="952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27673" name="Line 26"/>
            <p:cNvSpPr/>
            <p:nvPr/>
          </p:nvSpPr>
          <p:spPr>
            <a:xfrm flipV="1">
              <a:off x="3408" y="2784"/>
              <a:ext cx="384" cy="240"/>
            </a:xfrm>
            <a:prstGeom prst="line">
              <a:avLst/>
            </a:prstGeom>
            <a:ln w="12700" cap="flat" cmpd="sng">
              <a:solidFill>
                <a:srgbClr val="FF0000"/>
              </a:solidFill>
              <a:prstDash val="dash"/>
              <a:round/>
              <a:headEnd type="none" w="sm" len="lg"/>
              <a:tailEnd type="triangle" w="sm" len="lg"/>
            </a:ln>
          </p:spPr>
        </p:sp>
        <p:sp>
          <p:nvSpPr>
            <p:cNvPr id="27674" name="Arc 27"/>
            <p:cNvSpPr/>
            <p:nvPr/>
          </p:nvSpPr>
          <p:spPr>
            <a:xfrm flipV="1">
              <a:off x="3360" y="2880"/>
              <a:ext cx="288" cy="336"/>
            </a:xfrm>
            <a:custGeom>
              <a:avLst/>
              <a:gdLst/>
              <a:ahLst/>
              <a:cxnLst>
                <a:cxn ang="0">
                  <a:pos x="0" y="0"/>
                </a:cxn>
                <a:cxn ang="0">
                  <a:pos x="288" y="336"/>
                </a:cxn>
                <a:cxn ang="0">
                  <a:pos x="0" y="0"/>
                </a:cxn>
                <a:cxn ang="0">
                  <a:pos x="288" y="336"/>
                </a:cxn>
                <a:cxn ang="0">
                  <a:pos x="0" y="336"/>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graphicFrame>
          <p:nvGraphicFramePr>
            <p:cNvPr id="27675" name="Object 28"/>
            <p:cNvGraphicFramePr/>
            <p:nvPr/>
          </p:nvGraphicFramePr>
          <p:xfrm>
            <a:off x="3552" y="3072"/>
            <a:ext cx="211" cy="240"/>
          </p:xfrm>
          <a:graphic>
            <a:graphicData uri="http://schemas.openxmlformats.org/presentationml/2006/ole">
              <mc:AlternateContent xmlns:mc="http://schemas.openxmlformats.org/markup-compatibility/2006">
                <mc:Choice xmlns:v="urn:schemas-microsoft-com:vml" Requires="v">
                  <p:oleObj spid="_x0000_s3112" name="" r:id="rId13" imgW="3048000" imgH="4267200" progId="Equation.3">
                    <p:embed/>
                  </p:oleObj>
                </mc:Choice>
                <mc:Fallback>
                  <p:oleObj name="" r:id="rId13" imgW="3048000" imgH="4267200" progId="Equation.3">
                    <p:embed/>
                    <p:pic>
                      <p:nvPicPr>
                        <p:cNvPr id="0" name="图片 3111"/>
                        <p:cNvPicPr/>
                        <p:nvPr/>
                      </p:nvPicPr>
                      <p:blipFill>
                        <a:blip r:embed="rId12"/>
                        <a:stretch>
                          <a:fillRect/>
                        </a:stretch>
                      </p:blipFill>
                      <p:spPr>
                        <a:xfrm>
                          <a:off x="3552" y="3072"/>
                          <a:ext cx="211" cy="240"/>
                        </a:xfrm>
                        <a:prstGeom prst="rect">
                          <a:avLst/>
                        </a:prstGeom>
                        <a:noFill/>
                        <a:ln w="38100">
                          <a:noFill/>
                          <a:miter/>
                        </a:ln>
                      </p:spPr>
                    </p:pic>
                  </p:oleObj>
                </mc:Fallback>
              </mc:AlternateContent>
            </a:graphicData>
          </a:graphic>
        </p:graphicFrame>
        <p:sp>
          <p:nvSpPr>
            <p:cNvPr id="27676" name="Line 29"/>
            <p:cNvSpPr/>
            <p:nvPr/>
          </p:nvSpPr>
          <p:spPr>
            <a:xfrm flipH="1">
              <a:off x="3255" y="3276"/>
              <a:ext cx="48" cy="144"/>
            </a:xfrm>
            <a:prstGeom prst="line">
              <a:avLst/>
            </a:prstGeom>
            <a:ln w="28575" cap="flat" cmpd="sng">
              <a:solidFill>
                <a:schemeClr val="accent2"/>
              </a:solidFill>
              <a:prstDash val="solid"/>
              <a:round/>
              <a:headEnd type="none" w="med" len="med"/>
              <a:tailEnd type="none" w="sm" len="lg"/>
            </a:ln>
          </p:spPr>
        </p:sp>
      </p:grpSp>
      <p:sp>
        <p:nvSpPr>
          <p:cNvPr id="22568" name="Text Box 40"/>
          <p:cNvSpPr txBox="1"/>
          <p:nvPr/>
        </p:nvSpPr>
        <p:spPr>
          <a:xfrm>
            <a:off x="323850" y="3286125"/>
            <a:ext cx="4643438" cy="523875"/>
          </a:xfrm>
          <a:prstGeom prst="rect">
            <a:avLst/>
          </a:prstGeom>
          <a:noFill/>
          <a:ln w="9525">
            <a:noFill/>
          </a:ln>
        </p:spPr>
        <p:txBody>
          <a:bodyPr anchor="t" anchorCtr="0">
            <a:spAutoFit/>
          </a:bodyPr>
          <a:p>
            <a:pPr>
              <a:spcBef>
                <a:spcPct val="50000"/>
              </a:spcBef>
            </a:pPr>
            <a:r>
              <a:rPr lang="zh-CN" altLang="en-US" sz="2800" b="1" dirty="0">
                <a:solidFill>
                  <a:srgbClr val="FF3300"/>
                </a:solidFill>
                <a:latin typeface="宋体" panose="02010600030101010101" pitchFamily="2" charset="-122"/>
                <a:ea typeface="宋体" panose="02010600030101010101" pitchFamily="2" charset="-122"/>
              </a:rPr>
              <a:t>规定：封闭曲面</a:t>
            </a:r>
            <a:r>
              <a:rPr lang="zh-CN" altLang="en-US" sz="2800" b="1" dirty="0">
                <a:solidFill>
                  <a:srgbClr val="0000FF"/>
                </a:solidFill>
                <a:latin typeface="宋体" panose="02010600030101010101" pitchFamily="2" charset="-122"/>
                <a:ea typeface="宋体" panose="02010600030101010101" pitchFamily="2" charset="-122"/>
              </a:rPr>
              <a:t>外法向</a:t>
            </a:r>
            <a:r>
              <a:rPr lang="zh-CN" altLang="en-US" sz="2800" b="1" dirty="0">
                <a:solidFill>
                  <a:srgbClr val="FF3300"/>
                </a:solidFill>
                <a:latin typeface="宋体" panose="02010600030101010101" pitchFamily="2" charset="-122"/>
                <a:ea typeface="宋体" panose="02010600030101010101" pitchFamily="2" charset="-122"/>
              </a:rPr>
              <a:t>为正</a:t>
            </a:r>
            <a:endParaRPr lang="zh-CN" altLang="en-US" sz="2800" b="1" dirty="0">
              <a:solidFill>
                <a:srgbClr val="FF3300"/>
              </a:solidFill>
              <a:latin typeface="宋体" panose="02010600030101010101" pitchFamily="2" charset="-122"/>
              <a:ea typeface="宋体" panose="02010600030101010101" pitchFamily="2" charset="-122"/>
            </a:endParaRPr>
          </a:p>
        </p:txBody>
      </p:sp>
      <p:sp>
        <p:nvSpPr>
          <p:cNvPr id="27678" name="Text Box 41"/>
          <p:cNvSpPr txBox="1"/>
          <p:nvPr/>
        </p:nvSpPr>
        <p:spPr>
          <a:xfrm>
            <a:off x="1143000" y="214313"/>
            <a:ext cx="2952750" cy="579437"/>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宋体" panose="02010600030101010101" pitchFamily="2" charset="-122"/>
                <a:ea typeface="宋体" panose="02010600030101010101" pitchFamily="2" charset="-122"/>
              </a:rPr>
              <a:t>电场强度通量</a:t>
            </a:r>
            <a:endParaRPr lang="zh-CN" altLang="en-US" sz="3200" b="1" dirty="0">
              <a:solidFill>
                <a:srgbClr val="333399"/>
              </a:solidFill>
              <a:latin typeface="宋体" panose="02010600030101010101" pitchFamily="2" charset="-122"/>
              <a:ea typeface="宋体" panose="02010600030101010101" pitchFamily="2" charset="-122"/>
            </a:endParaRPr>
          </a:p>
        </p:txBody>
      </p:sp>
      <p:graphicFrame>
        <p:nvGraphicFramePr>
          <p:cNvPr id="6146" name="Object 44"/>
          <p:cNvGraphicFramePr/>
          <p:nvPr/>
        </p:nvGraphicFramePr>
        <p:xfrm>
          <a:off x="1089025" y="5526088"/>
          <a:ext cx="2495550" cy="584200"/>
        </p:xfrm>
        <a:graphic>
          <a:graphicData uri="http://schemas.openxmlformats.org/presentationml/2006/ole">
            <mc:AlternateContent xmlns:mc="http://schemas.openxmlformats.org/markup-compatibility/2006">
              <mc:Choice xmlns:v="urn:schemas-microsoft-com:vml" Requires="v">
                <p:oleObj spid="_x0000_s3087" name="" r:id="rId14" imgW="24993600" imgH="5791200" progId="Equation.DSMT4">
                  <p:embed/>
                </p:oleObj>
              </mc:Choice>
              <mc:Fallback>
                <p:oleObj name="" r:id="rId14" imgW="24993600" imgH="5791200" progId="Equation.DSMT4">
                  <p:embed/>
                  <p:pic>
                    <p:nvPicPr>
                      <p:cNvPr id="0" name="图片 3086"/>
                      <p:cNvPicPr/>
                      <p:nvPr/>
                    </p:nvPicPr>
                    <p:blipFill>
                      <a:blip r:embed="rId15"/>
                      <a:stretch>
                        <a:fillRect/>
                      </a:stretch>
                    </p:blipFill>
                    <p:spPr>
                      <a:xfrm>
                        <a:off x="1089025" y="5526088"/>
                        <a:ext cx="2495550" cy="584200"/>
                      </a:xfrm>
                      <a:prstGeom prst="rect">
                        <a:avLst/>
                      </a:prstGeom>
                      <a:noFill/>
                      <a:ln w="38100">
                        <a:noFill/>
                        <a:miter/>
                      </a:ln>
                    </p:spPr>
                  </p:pic>
                </p:oleObj>
              </mc:Fallback>
            </mc:AlternateContent>
          </a:graphicData>
        </a:graphic>
      </p:graphicFrame>
      <p:graphicFrame>
        <p:nvGraphicFramePr>
          <p:cNvPr id="27680" name="Object 43"/>
          <p:cNvGraphicFramePr/>
          <p:nvPr/>
        </p:nvGraphicFramePr>
        <p:xfrm>
          <a:off x="1258888" y="1484313"/>
          <a:ext cx="2457450" cy="827087"/>
        </p:xfrm>
        <a:graphic>
          <a:graphicData uri="http://schemas.openxmlformats.org/presentationml/2006/ole">
            <mc:AlternateContent xmlns:mc="http://schemas.openxmlformats.org/markup-compatibility/2006">
              <mc:Choice xmlns:v="urn:schemas-microsoft-com:vml" Requires="v">
                <p:oleObj spid="_x0000_s3083" name="" r:id="rId16" imgW="19202400" imgH="7010400" progId="Equation.3">
                  <p:embed/>
                </p:oleObj>
              </mc:Choice>
              <mc:Fallback>
                <p:oleObj name="" r:id="rId16" imgW="19202400" imgH="7010400" progId="Equation.3">
                  <p:embed/>
                  <p:pic>
                    <p:nvPicPr>
                      <p:cNvPr id="0" name="图片 3082"/>
                      <p:cNvPicPr/>
                      <p:nvPr/>
                    </p:nvPicPr>
                    <p:blipFill>
                      <a:blip r:embed="rId17"/>
                      <a:stretch>
                        <a:fillRect/>
                      </a:stretch>
                    </p:blipFill>
                    <p:spPr>
                      <a:xfrm>
                        <a:off x="1258888" y="1484313"/>
                        <a:ext cx="2457450" cy="827087"/>
                      </a:xfrm>
                      <a:prstGeom prst="rect">
                        <a:avLst/>
                      </a:prstGeom>
                      <a:noFill/>
                      <a:ln w="38100">
                        <a:noFill/>
                        <a:miter/>
                      </a:ln>
                    </p:spPr>
                  </p:pic>
                </p:oleObj>
              </mc:Fallback>
            </mc:AlternateContent>
          </a:graphicData>
        </a:graphic>
      </p:graphicFrame>
      <p:graphicFrame>
        <p:nvGraphicFramePr>
          <p:cNvPr id="27681" name="Object 4"/>
          <p:cNvGraphicFramePr/>
          <p:nvPr/>
        </p:nvGraphicFramePr>
        <p:xfrm>
          <a:off x="1835150" y="2420938"/>
          <a:ext cx="2570163" cy="827087"/>
        </p:xfrm>
        <a:graphic>
          <a:graphicData uri="http://schemas.openxmlformats.org/presentationml/2006/ole">
            <mc:AlternateContent xmlns:mc="http://schemas.openxmlformats.org/markup-compatibility/2006">
              <mc:Choice xmlns:v="urn:schemas-microsoft-com:vml" Requires="v">
                <p:oleObj spid="_x0000_s3084" name="" r:id="rId18" imgW="20116800" imgH="7010400" progId="Equation.3">
                  <p:embed/>
                </p:oleObj>
              </mc:Choice>
              <mc:Fallback>
                <p:oleObj name="" r:id="rId18" imgW="20116800" imgH="7010400" progId="Equation.3">
                  <p:embed/>
                  <p:pic>
                    <p:nvPicPr>
                      <p:cNvPr id="0" name="图片 3083"/>
                      <p:cNvPicPr/>
                      <p:nvPr/>
                    </p:nvPicPr>
                    <p:blipFill>
                      <a:blip r:embed="rId19"/>
                      <a:stretch>
                        <a:fillRect/>
                      </a:stretch>
                    </p:blipFill>
                    <p:spPr>
                      <a:xfrm>
                        <a:off x="1835150" y="2420938"/>
                        <a:ext cx="2570163" cy="827087"/>
                      </a:xfrm>
                      <a:prstGeom prst="rect">
                        <a:avLst/>
                      </a:prstGeom>
                      <a:noFill/>
                      <a:ln w="38100">
                        <a:noFill/>
                        <a:miter/>
                      </a:ln>
                    </p:spPr>
                  </p:pic>
                </p:oleObj>
              </mc:Fallback>
            </mc:AlternateContent>
          </a:graphicData>
        </a:graphic>
      </p:graphicFrame>
      <p:grpSp>
        <p:nvGrpSpPr>
          <p:cNvPr id="3" name="Group 77"/>
          <p:cNvGrpSpPr/>
          <p:nvPr/>
        </p:nvGrpSpPr>
        <p:grpSpPr>
          <a:xfrm>
            <a:off x="1044575" y="4046538"/>
            <a:ext cx="2887663" cy="1292225"/>
            <a:chOff x="672" y="1824"/>
            <a:chExt cx="1819" cy="814"/>
          </a:xfrm>
        </p:grpSpPr>
        <p:graphicFrame>
          <p:nvGraphicFramePr>
            <p:cNvPr id="27683" name="Object 72"/>
            <p:cNvGraphicFramePr/>
            <p:nvPr/>
          </p:nvGraphicFramePr>
          <p:xfrm>
            <a:off x="1584" y="1824"/>
            <a:ext cx="907" cy="362"/>
          </p:xfrm>
          <a:graphic>
            <a:graphicData uri="http://schemas.openxmlformats.org/presentationml/2006/ole">
              <mc:AlternateContent xmlns:mc="http://schemas.openxmlformats.org/markup-compatibility/2006">
                <mc:Choice xmlns:v="urn:schemas-microsoft-com:vml" Requires="v">
                  <p:oleObj spid="_x0000_s3085" name="" r:id="rId20" imgW="11277600" imgH="4876800" progId="Equation.3">
                    <p:embed/>
                  </p:oleObj>
                </mc:Choice>
                <mc:Fallback>
                  <p:oleObj name="" r:id="rId20" imgW="11277600" imgH="4876800" progId="Equation.3">
                    <p:embed/>
                    <p:pic>
                      <p:nvPicPr>
                        <p:cNvPr id="0" name="图片 3084"/>
                        <p:cNvPicPr/>
                        <p:nvPr/>
                      </p:nvPicPr>
                      <p:blipFill>
                        <a:blip r:embed="rId21"/>
                        <a:stretch>
                          <a:fillRect/>
                        </a:stretch>
                      </p:blipFill>
                      <p:spPr>
                        <a:xfrm>
                          <a:off x="1584" y="1824"/>
                          <a:ext cx="907" cy="362"/>
                        </a:xfrm>
                        <a:prstGeom prst="rect">
                          <a:avLst/>
                        </a:prstGeom>
                        <a:noFill/>
                        <a:ln w="38100">
                          <a:noFill/>
                          <a:miter/>
                        </a:ln>
                      </p:spPr>
                    </p:pic>
                  </p:oleObj>
                </mc:Fallback>
              </mc:AlternateContent>
            </a:graphicData>
          </a:graphic>
        </p:graphicFrame>
        <p:graphicFrame>
          <p:nvGraphicFramePr>
            <p:cNvPr id="27684" name="Object 73"/>
            <p:cNvGraphicFramePr/>
            <p:nvPr/>
          </p:nvGraphicFramePr>
          <p:xfrm>
            <a:off x="1584" y="2256"/>
            <a:ext cx="907" cy="362"/>
          </p:xfrm>
          <a:graphic>
            <a:graphicData uri="http://schemas.openxmlformats.org/presentationml/2006/ole">
              <mc:AlternateContent xmlns:mc="http://schemas.openxmlformats.org/markup-compatibility/2006">
                <mc:Choice xmlns:v="urn:schemas-microsoft-com:vml" Requires="v">
                  <p:oleObj spid="_x0000_s3082" name="" r:id="rId22" imgW="11277600" imgH="4876800" progId="Equation.3">
                    <p:embed/>
                  </p:oleObj>
                </mc:Choice>
                <mc:Fallback>
                  <p:oleObj name="" r:id="rId22" imgW="11277600" imgH="4876800" progId="Equation.3">
                    <p:embed/>
                    <p:pic>
                      <p:nvPicPr>
                        <p:cNvPr id="0" name="图片 3081"/>
                        <p:cNvPicPr/>
                        <p:nvPr/>
                      </p:nvPicPr>
                      <p:blipFill>
                        <a:blip r:embed="rId23"/>
                        <a:stretch>
                          <a:fillRect/>
                        </a:stretch>
                      </p:blipFill>
                      <p:spPr>
                        <a:xfrm>
                          <a:off x="1584" y="2256"/>
                          <a:ext cx="907" cy="362"/>
                        </a:xfrm>
                        <a:prstGeom prst="rect">
                          <a:avLst/>
                        </a:prstGeom>
                        <a:noFill/>
                        <a:ln w="38100">
                          <a:noFill/>
                          <a:miter/>
                        </a:ln>
                      </p:spPr>
                    </p:pic>
                  </p:oleObj>
                </mc:Fallback>
              </mc:AlternateContent>
            </a:graphicData>
          </a:graphic>
        </p:graphicFrame>
        <p:sp>
          <p:nvSpPr>
            <p:cNvPr id="27685" name="Rectangle 74"/>
            <p:cNvSpPr/>
            <p:nvPr/>
          </p:nvSpPr>
          <p:spPr>
            <a:xfrm>
              <a:off x="672" y="1841"/>
              <a:ext cx="886" cy="365"/>
            </a:xfrm>
            <a:prstGeom prst="rect">
              <a:avLst/>
            </a:prstGeom>
            <a:noFill/>
            <a:ln w="9525">
              <a:noFill/>
            </a:ln>
          </p:spPr>
          <p:txBody>
            <a:bodyPr wrap="none" anchor="t" anchorCtr="0">
              <a:spAutoFit/>
            </a:bodyPr>
            <a:p>
              <a:pPr algn="ctr"/>
              <a:r>
                <a:rPr lang="en-US" altLang="zh-CN" sz="3200" b="1" dirty="0">
                  <a:solidFill>
                    <a:srgbClr val="000000"/>
                  </a:solidFill>
                  <a:latin typeface="Times New Roman" panose="02020603050405020304" pitchFamily="18" charset="0"/>
                  <a:ea typeface="宋体" panose="02010600030101010101" pitchFamily="2" charset="-122"/>
                </a:rPr>
                <a:t>“</a:t>
              </a:r>
              <a:r>
                <a:rPr lang="zh-CN" altLang="en-US" sz="3200" b="1" dirty="0">
                  <a:solidFill>
                    <a:srgbClr val="000000"/>
                  </a:solidFill>
                  <a:latin typeface="Times New Roman" panose="02020603050405020304" pitchFamily="18" charset="0"/>
                  <a:ea typeface="宋体" panose="02010600030101010101" pitchFamily="2" charset="-122"/>
                </a:rPr>
                <a:t>穿出”</a:t>
              </a:r>
              <a:endParaRPr lang="zh-CN" altLang="en-US" sz="3200" b="1" dirty="0">
                <a:solidFill>
                  <a:srgbClr val="000000"/>
                </a:solidFill>
                <a:latin typeface="Times New Roman" panose="02020603050405020304" pitchFamily="18" charset="0"/>
                <a:ea typeface="宋体" panose="02010600030101010101" pitchFamily="2" charset="-122"/>
              </a:endParaRPr>
            </a:p>
          </p:txBody>
        </p:sp>
        <p:sp>
          <p:nvSpPr>
            <p:cNvPr id="27686" name="Rectangle 75"/>
            <p:cNvSpPr/>
            <p:nvPr/>
          </p:nvSpPr>
          <p:spPr>
            <a:xfrm>
              <a:off x="672" y="2273"/>
              <a:ext cx="886" cy="365"/>
            </a:xfrm>
            <a:prstGeom prst="rect">
              <a:avLst/>
            </a:prstGeom>
            <a:noFill/>
            <a:ln w="9525">
              <a:noFill/>
            </a:ln>
          </p:spPr>
          <p:txBody>
            <a:bodyPr wrap="none" anchor="t" anchorCtr="0">
              <a:spAutoFit/>
            </a:bodyPr>
            <a:p>
              <a:pPr algn="ctr"/>
              <a:r>
                <a:rPr lang="en-US" altLang="zh-CN" sz="3200" b="1" dirty="0">
                  <a:solidFill>
                    <a:srgbClr val="000000"/>
                  </a:solidFill>
                  <a:latin typeface="Times New Roman" panose="02020603050405020304" pitchFamily="18" charset="0"/>
                  <a:ea typeface="宋体" panose="02010600030101010101" pitchFamily="2" charset="-122"/>
                </a:rPr>
                <a:t>“</a:t>
              </a:r>
              <a:r>
                <a:rPr lang="zh-CN" altLang="en-US" sz="3200" b="1" dirty="0">
                  <a:solidFill>
                    <a:srgbClr val="000000"/>
                  </a:solidFill>
                  <a:latin typeface="Times New Roman" panose="02020603050405020304" pitchFamily="18" charset="0"/>
                  <a:ea typeface="宋体" panose="02010600030101010101" pitchFamily="2" charset="-122"/>
                </a:rPr>
                <a:t>穿进”</a:t>
              </a:r>
              <a:endParaRPr lang="zh-CN" altLang="en-US" sz="3200" b="1" dirty="0">
                <a:solidFill>
                  <a:srgbClr val="000000"/>
                </a:solidFill>
                <a:latin typeface="Times New Roman" panose="02020603050405020304" pitchFamily="18" charset="0"/>
                <a:ea typeface="宋体" panose="02010600030101010101" pitchFamily="2" charset="-122"/>
              </a:endParaRPr>
            </a:p>
          </p:txBody>
        </p:sp>
      </p:grpSp>
      <p:grpSp>
        <p:nvGrpSpPr>
          <p:cNvPr id="27687" name="组合 7"/>
          <p:cNvGrpSpPr/>
          <p:nvPr/>
        </p:nvGrpSpPr>
        <p:grpSpPr>
          <a:xfrm>
            <a:off x="4302125" y="4135438"/>
            <a:ext cx="1739900" cy="519112"/>
            <a:chOff x="6776" y="6513"/>
            <a:chExt cx="2739" cy="816"/>
          </a:xfrm>
        </p:grpSpPr>
        <p:sp>
          <p:nvSpPr>
            <p:cNvPr id="27688" name="矩形 124936"/>
            <p:cNvSpPr/>
            <p:nvPr/>
          </p:nvSpPr>
          <p:spPr>
            <a:xfrm>
              <a:off x="7471" y="6513"/>
              <a:ext cx="2045" cy="720"/>
            </a:xfrm>
            <a:prstGeom prst="rect">
              <a:avLst/>
            </a:prstGeom>
            <a:noFill/>
            <a:ln w="9525">
              <a:noFill/>
            </a:ln>
          </p:spPr>
          <p:txBody>
            <a:bodyPr anchor="t" anchorCtr="0">
              <a:spAutoFit/>
            </a:bodyPr>
            <a:p>
              <a:pPr algn="ctr">
                <a:buClr>
                  <a:schemeClr val="bg1"/>
                </a:buClr>
              </a:pPr>
              <a:r>
                <a:rPr lang="zh-CN" altLang="en-US" sz="2400" b="1" dirty="0">
                  <a:latin typeface="楷体_GB2312" pitchFamily="49" charset="-122"/>
                  <a:ea typeface="楷体_GB2312" pitchFamily="49" charset="-122"/>
                </a:rPr>
                <a:t>为正</a:t>
              </a: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graphicFrame>
          <p:nvGraphicFramePr>
            <p:cNvPr id="27689" name="对象 5"/>
            <p:cNvGraphicFramePr/>
            <p:nvPr/>
          </p:nvGraphicFramePr>
          <p:xfrm>
            <a:off x="6776" y="6513"/>
            <a:ext cx="957" cy="816"/>
          </p:xfrm>
          <a:graphic>
            <a:graphicData uri="http://schemas.openxmlformats.org/presentationml/2006/ole">
              <mc:AlternateContent xmlns:mc="http://schemas.openxmlformats.org/markup-compatibility/2006">
                <mc:Choice xmlns:v="urn:schemas-microsoft-com:vml" Requires="v">
                  <p:oleObj spid="_x0000_s3086" name="" r:id="rId24" imgW="7010400" imgH="5486400" progId="Equation.3">
                    <p:embed/>
                  </p:oleObj>
                </mc:Choice>
                <mc:Fallback>
                  <p:oleObj name="" r:id="rId24" imgW="7010400" imgH="5486400" progId="Equation.3">
                    <p:embed/>
                    <p:pic>
                      <p:nvPicPr>
                        <p:cNvPr id="0" name="图片 3085"/>
                        <p:cNvPicPr/>
                        <p:nvPr/>
                      </p:nvPicPr>
                      <p:blipFill>
                        <a:blip r:embed="rId25"/>
                        <a:stretch>
                          <a:fillRect/>
                        </a:stretch>
                      </p:blipFill>
                      <p:spPr>
                        <a:xfrm>
                          <a:off x="6776" y="6513"/>
                          <a:ext cx="957" cy="816"/>
                        </a:xfrm>
                        <a:prstGeom prst="rect">
                          <a:avLst/>
                        </a:prstGeom>
                        <a:noFill/>
                        <a:ln w="38100">
                          <a:noFill/>
                          <a:miter/>
                        </a:ln>
                      </p:spPr>
                    </p:pic>
                  </p:oleObj>
                </mc:Fallback>
              </mc:AlternateContent>
            </a:graphicData>
          </a:graphic>
        </p:graphicFrame>
      </p:grpSp>
      <p:grpSp>
        <p:nvGrpSpPr>
          <p:cNvPr id="27690" name="组合 8"/>
          <p:cNvGrpSpPr/>
          <p:nvPr/>
        </p:nvGrpSpPr>
        <p:grpSpPr>
          <a:xfrm>
            <a:off x="4405313" y="4791075"/>
            <a:ext cx="1739900" cy="517525"/>
            <a:chOff x="6776" y="6513"/>
            <a:chExt cx="2740" cy="816"/>
          </a:xfrm>
        </p:grpSpPr>
        <p:sp>
          <p:nvSpPr>
            <p:cNvPr id="27691" name="矩形 9"/>
            <p:cNvSpPr/>
            <p:nvPr/>
          </p:nvSpPr>
          <p:spPr>
            <a:xfrm>
              <a:off x="7471" y="6513"/>
              <a:ext cx="2045" cy="725"/>
            </a:xfrm>
            <a:prstGeom prst="rect">
              <a:avLst/>
            </a:prstGeom>
            <a:noFill/>
            <a:ln w="9525">
              <a:noFill/>
            </a:ln>
          </p:spPr>
          <p:txBody>
            <a:bodyPr anchor="t" anchorCtr="0">
              <a:spAutoFit/>
            </a:bodyPr>
            <a:p>
              <a:pPr algn="ctr">
                <a:buClr>
                  <a:schemeClr val="bg1"/>
                </a:buClr>
              </a:pPr>
              <a:r>
                <a:rPr lang="zh-CN" altLang="en-US" sz="2400" b="1" dirty="0">
                  <a:latin typeface="楷体_GB2312" pitchFamily="49" charset="-122"/>
                  <a:ea typeface="楷体_GB2312" pitchFamily="49" charset="-122"/>
                </a:rPr>
                <a:t>为负</a:t>
              </a: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graphicFrame>
          <p:nvGraphicFramePr>
            <p:cNvPr id="27692" name="对象 10"/>
            <p:cNvGraphicFramePr/>
            <p:nvPr/>
          </p:nvGraphicFramePr>
          <p:xfrm>
            <a:off x="6776" y="6513"/>
            <a:ext cx="957" cy="816"/>
          </p:xfrm>
          <a:graphic>
            <a:graphicData uri="http://schemas.openxmlformats.org/presentationml/2006/ole">
              <mc:AlternateContent xmlns:mc="http://schemas.openxmlformats.org/markup-compatibility/2006">
                <mc:Choice xmlns:v="urn:schemas-microsoft-com:vml" Requires="v">
                  <p:oleObj spid="_x0000_s3081" name="" r:id="rId26" imgW="7010400" imgH="5486400" progId="Equation.3">
                    <p:embed/>
                  </p:oleObj>
                </mc:Choice>
                <mc:Fallback>
                  <p:oleObj name="" r:id="rId26" imgW="7010400" imgH="5486400" progId="Equation.3">
                    <p:embed/>
                    <p:pic>
                      <p:nvPicPr>
                        <p:cNvPr id="0" name="图片 3080"/>
                        <p:cNvPicPr/>
                        <p:nvPr/>
                      </p:nvPicPr>
                      <p:blipFill>
                        <a:blip r:embed="rId25"/>
                        <a:stretch>
                          <a:fillRect/>
                        </a:stretch>
                      </p:blipFill>
                      <p:spPr>
                        <a:xfrm>
                          <a:off x="6776" y="6513"/>
                          <a:ext cx="957" cy="816"/>
                        </a:xfrm>
                        <a:prstGeom prst="rect">
                          <a:avLst/>
                        </a:prstGeom>
                        <a:noFill/>
                        <a:ln w="38100">
                          <a:noFill/>
                          <a:miter/>
                        </a:ln>
                      </p:spPr>
                    </p:pic>
                  </p:oleObj>
                </mc:Fallback>
              </mc:AlternateContent>
            </a:graphicData>
          </a:graphic>
        </p:graphicFrame>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68"/>
                                        </p:tgtEl>
                                        <p:attrNameLst>
                                          <p:attrName>style.visibility</p:attrName>
                                        </p:attrNameLst>
                                      </p:cBhvr>
                                      <p:to>
                                        <p:strVal val="visible"/>
                                      </p:to>
                                    </p:set>
                                    <p:anim calcmode="lin" valueType="num">
                                      <p:cBhvr additive="base">
                                        <p:cTn id="7" dur="500" fill="hold"/>
                                        <p:tgtEl>
                                          <p:spTgt spid="22568"/>
                                        </p:tgtEl>
                                        <p:attrNameLst>
                                          <p:attrName>ppt_x</p:attrName>
                                        </p:attrNameLst>
                                      </p:cBhvr>
                                      <p:tavLst>
                                        <p:tav tm="0">
                                          <p:val>
                                            <p:strVal val="0-#ppt_w/2"/>
                                          </p:val>
                                        </p:tav>
                                        <p:tav tm="100000">
                                          <p:val>
                                            <p:strVal val="#ppt_x"/>
                                          </p:val>
                                        </p:tav>
                                      </p:tavLst>
                                    </p:anim>
                                    <p:anim calcmode="lin" valueType="num">
                                      <p:cBhvr additive="base">
                                        <p:cTn id="8" dur="500" fill="hold"/>
                                        <p:tgtEl>
                                          <p:spTgt spid="225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6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Text Box 2"/>
          <p:cNvSpPr txBox="1"/>
          <p:nvPr/>
        </p:nvSpPr>
        <p:spPr>
          <a:xfrm>
            <a:off x="755650" y="188913"/>
            <a:ext cx="7924800" cy="1260475"/>
          </a:xfrm>
          <a:prstGeom prst="rect">
            <a:avLst/>
          </a:prstGeom>
          <a:noFill/>
          <a:ln w="9525">
            <a:noFill/>
          </a:ln>
        </p:spPr>
        <p:txBody>
          <a:bodyPr anchor="t" anchorCtr="0">
            <a:spAutoFit/>
          </a:bodyPr>
          <a:p>
            <a:pPr>
              <a:lnSpc>
                <a:spcPct val="120000"/>
              </a:lnSpc>
            </a:pPr>
            <a:r>
              <a:rPr lang="en-US" altLang="zh-CN" sz="2800" b="1" dirty="0">
                <a:solidFill>
                  <a:srgbClr val="CC0000"/>
                </a:solidFill>
                <a:latin typeface="Times New Roman" panose="02020603050405020304" pitchFamily="18" charset="0"/>
                <a:ea typeface="宋体" panose="02010600030101010101" pitchFamily="2" charset="-122"/>
              </a:rPr>
              <a:t>        </a:t>
            </a:r>
            <a:r>
              <a:rPr lang="zh-CN" altLang="en-US" sz="3200" b="1" dirty="0">
                <a:solidFill>
                  <a:srgbClr val="CC0000"/>
                </a:solidFill>
                <a:latin typeface="Times New Roman" panose="02020603050405020304" pitchFamily="18" charset="0"/>
                <a:ea typeface="宋体" panose="02010600030101010101" pitchFamily="2" charset="-122"/>
              </a:rPr>
              <a:t>例</a:t>
            </a:r>
            <a:r>
              <a:rPr lang="en-US" altLang="zh-CN" sz="3200" b="1" dirty="0">
                <a:solidFill>
                  <a:srgbClr val="CC0000"/>
                </a:solidFill>
                <a:latin typeface="Times New Roman" panose="02020603050405020304" pitchFamily="18" charset="0"/>
                <a:ea typeface="宋体" panose="02010600030101010101" pitchFamily="2" charset="-122"/>
              </a:rPr>
              <a:t>1</a:t>
            </a:r>
            <a:r>
              <a:rPr lang="en-US" altLang="zh-CN" sz="3200" b="1" dirty="0">
                <a:solidFill>
                  <a:srgbClr val="1C1C1C"/>
                </a:solidFill>
                <a:latin typeface="Times New Roman" panose="02020603050405020304" pitchFamily="18" charset="0"/>
                <a:ea typeface="宋体" panose="02010600030101010101" pitchFamily="2" charset="-122"/>
              </a:rPr>
              <a:t>    </a:t>
            </a:r>
            <a:r>
              <a:rPr lang="zh-CN" altLang="en-US" sz="3200" b="1" dirty="0">
                <a:solidFill>
                  <a:srgbClr val="1C1C1C"/>
                </a:solidFill>
                <a:latin typeface="Times New Roman" panose="02020603050405020304" pitchFamily="18" charset="0"/>
                <a:ea typeface="宋体" panose="02010600030101010101" pitchFamily="2" charset="-122"/>
              </a:rPr>
              <a:t>三棱柱体放置在如图所示的匀强电场中</a:t>
            </a:r>
            <a:r>
              <a:rPr lang="en-US" altLang="zh-CN" sz="3200" b="1" dirty="0">
                <a:solidFill>
                  <a:srgbClr val="1C1C1C"/>
                </a:solidFill>
                <a:latin typeface="Times New Roman" panose="02020603050405020304" pitchFamily="18" charset="0"/>
                <a:ea typeface="宋体" panose="02010600030101010101" pitchFamily="2" charset="-122"/>
              </a:rPr>
              <a:t>.  </a:t>
            </a:r>
            <a:r>
              <a:rPr lang="zh-CN" altLang="en-US" sz="3200" b="1" dirty="0">
                <a:solidFill>
                  <a:srgbClr val="1C1C1C"/>
                </a:solidFill>
                <a:latin typeface="Times New Roman" panose="02020603050405020304" pitchFamily="18" charset="0"/>
                <a:ea typeface="宋体" panose="02010600030101010101" pitchFamily="2" charset="-122"/>
              </a:rPr>
              <a:t>求通过此三棱柱体的电场强度通量</a:t>
            </a:r>
            <a:r>
              <a:rPr lang="en-US" altLang="zh-CN" sz="3200" b="1" dirty="0">
                <a:solidFill>
                  <a:srgbClr val="1C1C1C"/>
                </a:solidFill>
                <a:latin typeface="Times New Roman" panose="02020603050405020304" pitchFamily="18" charset="0"/>
                <a:ea typeface="宋体" panose="02010600030101010101" pitchFamily="2" charset="-122"/>
              </a:rPr>
              <a:t>.</a:t>
            </a:r>
            <a:endParaRPr lang="en-US" altLang="zh-CN" sz="3200" b="1" dirty="0">
              <a:solidFill>
                <a:srgbClr val="1C1C1C"/>
              </a:solidFill>
              <a:latin typeface="Times New Roman" panose="02020603050405020304" pitchFamily="18" charset="0"/>
              <a:ea typeface="宋体" panose="02010600030101010101" pitchFamily="2" charset="-122"/>
            </a:endParaRPr>
          </a:p>
        </p:txBody>
      </p:sp>
      <p:sp>
        <p:nvSpPr>
          <p:cNvPr id="28674" name="Text Box 3"/>
          <p:cNvSpPr txBox="1"/>
          <p:nvPr/>
        </p:nvSpPr>
        <p:spPr>
          <a:xfrm>
            <a:off x="468313" y="1412875"/>
            <a:ext cx="762000" cy="579438"/>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Times New Roman" panose="02020603050405020304" pitchFamily="18" charset="0"/>
                <a:ea typeface="宋体" panose="02010600030101010101" pitchFamily="2" charset="-122"/>
              </a:rPr>
              <a:t>解</a:t>
            </a:r>
            <a:endParaRPr lang="zh-CN" altLang="en-US" sz="3200" b="1" dirty="0">
              <a:solidFill>
                <a:srgbClr val="CC0000"/>
              </a:solidFill>
              <a:latin typeface="Times New Roman" panose="02020603050405020304" pitchFamily="18" charset="0"/>
              <a:ea typeface="宋体" panose="02010600030101010101" pitchFamily="2" charset="-122"/>
            </a:endParaRPr>
          </a:p>
        </p:txBody>
      </p:sp>
      <p:graphicFrame>
        <p:nvGraphicFramePr>
          <p:cNvPr id="23556" name="Object 4"/>
          <p:cNvGraphicFramePr/>
          <p:nvPr/>
        </p:nvGraphicFramePr>
        <p:xfrm>
          <a:off x="1187450" y="1268413"/>
          <a:ext cx="2057400" cy="1230312"/>
        </p:xfrm>
        <a:graphic>
          <a:graphicData uri="http://schemas.openxmlformats.org/presentationml/2006/ole">
            <mc:AlternateContent xmlns:mc="http://schemas.openxmlformats.org/markup-compatibility/2006">
              <mc:Choice xmlns:v="urn:schemas-microsoft-com:vml" Requires="v">
                <p:oleObj spid="_x0000_s3080" name="" r:id="rId1" imgW="723900" imgH="431800" progId="Equation.3">
                  <p:embed/>
                </p:oleObj>
              </mc:Choice>
              <mc:Fallback>
                <p:oleObj name="" r:id="rId1" imgW="723900" imgH="431800" progId="Equation.3">
                  <p:embed/>
                  <p:pic>
                    <p:nvPicPr>
                      <p:cNvPr id="0" name="图片 3079"/>
                      <p:cNvPicPr/>
                      <p:nvPr/>
                    </p:nvPicPr>
                    <p:blipFill>
                      <a:blip r:embed="rId2"/>
                      <a:stretch>
                        <a:fillRect/>
                      </a:stretch>
                    </p:blipFill>
                    <p:spPr>
                      <a:xfrm>
                        <a:off x="1187450" y="1268413"/>
                        <a:ext cx="2057400" cy="1230312"/>
                      </a:xfrm>
                      <a:prstGeom prst="rect">
                        <a:avLst/>
                      </a:prstGeom>
                      <a:noFill/>
                      <a:ln w="38100">
                        <a:noFill/>
                        <a:miter/>
                      </a:ln>
                    </p:spPr>
                  </p:pic>
                </p:oleObj>
              </mc:Fallback>
            </mc:AlternateContent>
          </a:graphicData>
        </a:graphic>
      </p:graphicFrame>
      <p:sp>
        <p:nvSpPr>
          <p:cNvPr id="28676" name="Rectangle 5"/>
          <p:cNvSpPr/>
          <p:nvPr/>
        </p:nvSpPr>
        <p:spPr>
          <a:xfrm>
            <a:off x="4716463" y="1773238"/>
            <a:ext cx="4191000" cy="3048000"/>
          </a:xfrm>
          <a:prstGeom prst="rect">
            <a:avLst/>
          </a:prstGeom>
          <a:solidFill>
            <a:schemeClr val="bg1"/>
          </a:solidFill>
          <a:ln w="9525" cap="flat" cmpd="sng">
            <a:solidFill>
              <a:srgbClr val="006666"/>
            </a:solidFill>
            <a:prstDash val="solid"/>
            <a:miter/>
            <a:headEnd type="none" w="med" len="med"/>
            <a:tailEnd type="none" w="sm" len="lg"/>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28677" name="Line 6"/>
          <p:cNvSpPr/>
          <p:nvPr/>
        </p:nvSpPr>
        <p:spPr>
          <a:xfrm flipV="1">
            <a:off x="5580063" y="3308350"/>
            <a:ext cx="2514600" cy="14288"/>
          </a:xfrm>
          <a:prstGeom prst="line">
            <a:avLst/>
          </a:prstGeom>
          <a:ln w="19050" cap="flat" cmpd="sng">
            <a:solidFill>
              <a:schemeClr val="tx1"/>
            </a:solidFill>
            <a:prstDash val="dash"/>
            <a:round/>
            <a:headEnd type="none" w="med" len="med"/>
            <a:tailEnd type="triangle" w="sm" len="lg"/>
          </a:ln>
        </p:spPr>
      </p:sp>
      <p:sp>
        <p:nvSpPr>
          <p:cNvPr id="28678" name="Line 7"/>
          <p:cNvSpPr/>
          <p:nvPr/>
        </p:nvSpPr>
        <p:spPr>
          <a:xfrm flipV="1">
            <a:off x="5565775" y="1493838"/>
            <a:ext cx="0" cy="1828800"/>
          </a:xfrm>
          <a:prstGeom prst="line">
            <a:avLst/>
          </a:prstGeom>
          <a:ln w="19050" cap="flat" cmpd="sng">
            <a:solidFill>
              <a:schemeClr val="tx1"/>
            </a:solidFill>
            <a:prstDash val="dash"/>
            <a:round/>
            <a:headEnd type="none" w="med" len="med"/>
            <a:tailEnd type="triangle" w="sm" len="lg"/>
          </a:ln>
        </p:spPr>
      </p:sp>
      <p:sp>
        <p:nvSpPr>
          <p:cNvPr id="28679" name="Line 8"/>
          <p:cNvSpPr/>
          <p:nvPr/>
        </p:nvSpPr>
        <p:spPr>
          <a:xfrm flipH="1">
            <a:off x="4665663" y="3322638"/>
            <a:ext cx="900112" cy="762000"/>
          </a:xfrm>
          <a:prstGeom prst="line">
            <a:avLst/>
          </a:prstGeom>
          <a:ln w="19050" cap="flat" cmpd="sng">
            <a:solidFill>
              <a:schemeClr val="tx1"/>
            </a:solidFill>
            <a:prstDash val="dash"/>
            <a:round/>
            <a:headEnd type="none" w="med" len="med"/>
            <a:tailEnd type="triangle" w="sm" len="lg"/>
          </a:ln>
        </p:spPr>
      </p:sp>
      <p:graphicFrame>
        <p:nvGraphicFramePr>
          <p:cNvPr id="28680" name="Object 9"/>
          <p:cNvGraphicFramePr/>
          <p:nvPr/>
        </p:nvGraphicFramePr>
        <p:xfrm>
          <a:off x="7866063" y="3322638"/>
          <a:ext cx="414337" cy="457200"/>
        </p:xfrm>
        <a:graphic>
          <a:graphicData uri="http://schemas.openxmlformats.org/presentationml/2006/ole">
            <mc:AlternateContent xmlns:mc="http://schemas.openxmlformats.org/markup-compatibility/2006">
              <mc:Choice xmlns:v="urn:schemas-microsoft-com:vml" Requires="v">
                <p:oleObj spid="_x0000_s3099" name="" r:id="rId3" imgW="127000" imgH="139700" progId="Equation.3">
                  <p:embed/>
                </p:oleObj>
              </mc:Choice>
              <mc:Fallback>
                <p:oleObj name="" r:id="rId3" imgW="127000" imgH="139700" progId="Equation.3">
                  <p:embed/>
                  <p:pic>
                    <p:nvPicPr>
                      <p:cNvPr id="0" name="图片 3098"/>
                      <p:cNvPicPr/>
                      <p:nvPr/>
                    </p:nvPicPr>
                    <p:blipFill>
                      <a:blip r:embed="rId4"/>
                      <a:stretch>
                        <a:fillRect/>
                      </a:stretch>
                    </p:blipFill>
                    <p:spPr>
                      <a:xfrm>
                        <a:off x="7866063" y="3322638"/>
                        <a:ext cx="414337" cy="457200"/>
                      </a:xfrm>
                      <a:prstGeom prst="rect">
                        <a:avLst/>
                      </a:prstGeom>
                      <a:noFill/>
                      <a:ln w="38100">
                        <a:noFill/>
                        <a:miter/>
                      </a:ln>
                    </p:spPr>
                  </p:pic>
                </p:oleObj>
              </mc:Fallback>
            </mc:AlternateContent>
          </a:graphicData>
        </a:graphic>
      </p:graphicFrame>
      <p:graphicFrame>
        <p:nvGraphicFramePr>
          <p:cNvPr id="28681" name="Object 10"/>
          <p:cNvGraphicFramePr/>
          <p:nvPr/>
        </p:nvGraphicFramePr>
        <p:xfrm>
          <a:off x="5122863" y="1493838"/>
          <a:ext cx="387350" cy="457200"/>
        </p:xfrm>
        <a:graphic>
          <a:graphicData uri="http://schemas.openxmlformats.org/presentationml/2006/ole">
            <mc:AlternateContent xmlns:mc="http://schemas.openxmlformats.org/markup-compatibility/2006">
              <mc:Choice xmlns:v="urn:schemas-microsoft-com:vml" Requires="v">
                <p:oleObj spid="_x0000_s3091" name="" r:id="rId5" imgW="139700" imgH="165100" progId="Equation.3">
                  <p:embed/>
                </p:oleObj>
              </mc:Choice>
              <mc:Fallback>
                <p:oleObj name="" r:id="rId5" imgW="139700" imgH="165100" progId="Equation.3">
                  <p:embed/>
                  <p:pic>
                    <p:nvPicPr>
                      <p:cNvPr id="0" name="图片 3090"/>
                      <p:cNvPicPr/>
                      <p:nvPr/>
                    </p:nvPicPr>
                    <p:blipFill>
                      <a:blip r:embed="rId6"/>
                      <a:stretch>
                        <a:fillRect/>
                      </a:stretch>
                    </p:blipFill>
                    <p:spPr>
                      <a:xfrm>
                        <a:off x="5122863" y="1493838"/>
                        <a:ext cx="387350" cy="457200"/>
                      </a:xfrm>
                      <a:prstGeom prst="rect">
                        <a:avLst/>
                      </a:prstGeom>
                      <a:noFill/>
                      <a:ln w="38100">
                        <a:noFill/>
                        <a:miter/>
                      </a:ln>
                    </p:spPr>
                  </p:pic>
                </p:oleObj>
              </mc:Fallback>
            </mc:AlternateContent>
          </a:graphicData>
        </a:graphic>
      </p:graphicFrame>
      <p:graphicFrame>
        <p:nvGraphicFramePr>
          <p:cNvPr id="28682" name="Object 11"/>
          <p:cNvGraphicFramePr/>
          <p:nvPr/>
        </p:nvGraphicFramePr>
        <p:xfrm>
          <a:off x="4284663" y="3932238"/>
          <a:ext cx="381000" cy="381000"/>
        </p:xfrm>
        <a:graphic>
          <a:graphicData uri="http://schemas.openxmlformats.org/presentationml/2006/ole">
            <mc:AlternateContent xmlns:mc="http://schemas.openxmlformats.org/markup-compatibility/2006">
              <mc:Choice xmlns:v="urn:schemas-microsoft-com:vml" Requires="v">
                <p:oleObj spid="_x0000_s3090" name="" r:id="rId7" imgW="127000" imgH="127000" progId="Equation.3">
                  <p:embed/>
                </p:oleObj>
              </mc:Choice>
              <mc:Fallback>
                <p:oleObj name="" r:id="rId7" imgW="127000" imgH="127000" progId="Equation.3">
                  <p:embed/>
                  <p:pic>
                    <p:nvPicPr>
                      <p:cNvPr id="0" name="图片 3089"/>
                      <p:cNvPicPr/>
                      <p:nvPr/>
                    </p:nvPicPr>
                    <p:blipFill>
                      <a:blip r:embed="rId8"/>
                      <a:stretch>
                        <a:fillRect/>
                      </a:stretch>
                    </p:blipFill>
                    <p:spPr>
                      <a:xfrm>
                        <a:off x="4284663" y="3932238"/>
                        <a:ext cx="381000" cy="381000"/>
                      </a:xfrm>
                      <a:prstGeom prst="rect">
                        <a:avLst/>
                      </a:prstGeom>
                      <a:noFill/>
                      <a:ln w="38100">
                        <a:noFill/>
                        <a:miter/>
                      </a:ln>
                    </p:spPr>
                  </p:pic>
                </p:oleObj>
              </mc:Fallback>
            </mc:AlternateContent>
          </a:graphicData>
        </a:graphic>
      </p:graphicFrame>
      <p:sp>
        <p:nvSpPr>
          <p:cNvPr id="28683" name="Line 12"/>
          <p:cNvSpPr/>
          <p:nvPr/>
        </p:nvSpPr>
        <p:spPr>
          <a:xfrm>
            <a:off x="4665663" y="2484438"/>
            <a:ext cx="533400" cy="0"/>
          </a:xfrm>
          <a:prstGeom prst="line">
            <a:avLst/>
          </a:prstGeom>
          <a:ln w="28575" cap="flat" cmpd="sng">
            <a:solidFill>
              <a:srgbClr val="FF0000"/>
            </a:solidFill>
            <a:prstDash val="solid"/>
            <a:round/>
            <a:headEnd type="none" w="med" len="med"/>
            <a:tailEnd type="none" w="sm" len="lg"/>
          </a:ln>
        </p:spPr>
      </p:sp>
      <p:sp>
        <p:nvSpPr>
          <p:cNvPr id="28684" name="Line 13"/>
          <p:cNvSpPr/>
          <p:nvPr/>
        </p:nvSpPr>
        <p:spPr>
          <a:xfrm>
            <a:off x="4665663" y="3017838"/>
            <a:ext cx="533400" cy="0"/>
          </a:xfrm>
          <a:prstGeom prst="line">
            <a:avLst/>
          </a:prstGeom>
          <a:ln w="28575" cap="flat" cmpd="sng">
            <a:solidFill>
              <a:srgbClr val="FF0000"/>
            </a:solidFill>
            <a:prstDash val="solid"/>
            <a:round/>
            <a:headEnd type="none" w="med" len="med"/>
            <a:tailEnd type="none" w="sm" len="lg"/>
          </a:ln>
        </p:spPr>
      </p:sp>
      <p:sp>
        <p:nvSpPr>
          <p:cNvPr id="28685" name="Line 14"/>
          <p:cNvSpPr/>
          <p:nvPr/>
        </p:nvSpPr>
        <p:spPr>
          <a:xfrm>
            <a:off x="4665663" y="3551238"/>
            <a:ext cx="533400" cy="0"/>
          </a:xfrm>
          <a:prstGeom prst="line">
            <a:avLst/>
          </a:prstGeom>
          <a:ln w="28575" cap="flat" cmpd="sng">
            <a:solidFill>
              <a:srgbClr val="FF0000"/>
            </a:solidFill>
            <a:prstDash val="solid"/>
            <a:round/>
            <a:headEnd type="none" w="med" len="med"/>
            <a:tailEnd type="none" w="sm" len="lg"/>
          </a:ln>
        </p:spPr>
      </p:sp>
      <p:sp>
        <p:nvSpPr>
          <p:cNvPr id="28686" name="Line 15"/>
          <p:cNvSpPr/>
          <p:nvPr/>
        </p:nvSpPr>
        <p:spPr>
          <a:xfrm>
            <a:off x="5275263" y="2484438"/>
            <a:ext cx="762000" cy="0"/>
          </a:xfrm>
          <a:prstGeom prst="line">
            <a:avLst/>
          </a:prstGeom>
          <a:ln w="28575" cap="flat" cmpd="sng">
            <a:solidFill>
              <a:srgbClr val="FF0000"/>
            </a:solidFill>
            <a:prstDash val="dash"/>
            <a:round/>
            <a:headEnd type="none" w="med" len="med"/>
            <a:tailEnd type="none" w="sm" len="lg"/>
          </a:ln>
        </p:spPr>
      </p:sp>
      <p:sp>
        <p:nvSpPr>
          <p:cNvPr id="28687" name="Line 16"/>
          <p:cNvSpPr/>
          <p:nvPr/>
        </p:nvSpPr>
        <p:spPr>
          <a:xfrm>
            <a:off x="5351463" y="3551238"/>
            <a:ext cx="1524000" cy="0"/>
          </a:xfrm>
          <a:prstGeom prst="line">
            <a:avLst/>
          </a:prstGeom>
          <a:ln w="28575" cap="flat" cmpd="sng">
            <a:solidFill>
              <a:srgbClr val="FF0000"/>
            </a:solidFill>
            <a:prstDash val="dash"/>
            <a:round/>
            <a:headEnd type="none" w="med" len="med"/>
            <a:tailEnd type="none" w="sm" len="lg"/>
          </a:ln>
        </p:spPr>
      </p:sp>
      <p:sp>
        <p:nvSpPr>
          <p:cNvPr id="28688" name="Line 17"/>
          <p:cNvSpPr/>
          <p:nvPr/>
        </p:nvSpPr>
        <p:spPr>
          <a:xfrm>
            <a:off x="5351463" y="3017838"/>
            <a:ext cx="990600" cy="0"/>
          </a:xfrm>
          <a:prstGeom prst="line">
            <a:avLst/>
          </a:prstGeom>
          <a:ln w="28575" cap="flat" cmpd="sng">
            <a:solidFill>
              <a:srgbClr val="FF0000"/>
            </a:solidFill>
            <a:prstDash val="dash"/>
            <a:round/>
            <a:headEnd type="none" w="med" len="med"/>
            <a:tailEnd type="none" w="sm" len="lg"/>
          </a:ln>
        </p:spPr>
      </p:sp>
      <p:graphicFrame>
        <p:nvGraphicFramePr>
          <p:cNvPr id="28689" name="Object 18"/>
          <p:cNvGraphicFramePr/>
          <p:nvPr/>
        </p:nvGraphicFramePr>
        <p:xfrm>
          <a:off x="7561263" y="1874838"/>
          <a:ext cx="425450" cy="533400"/>
        </p:xfrm>
        <a:graphic>
          <a:graphicData uri="http://schemas.openxmlformats.org/presentationml/2006/ole">
            <mc:AlternateContent xmlns:mc="http://schemas.openxmlformats.org/markup-compatibility/2006">
              <mc:Choice xmlns:v="urn:schemas-microsoft-com:vml" Requires="v">
                <p:oleObj spid="_x0000_s3093" name="" r:id="rId9" imgW="317500" imgH="406400" progId="Equation.3">
                  <p:embed/>
                </p:oleObj>
              </mc:Choice>
              <mc:Fallback>
                <p:oleObj name="" r:id="rId9" imgW="317500" imgH="406400" progId="Equation.3">
                  <p:embed/>
                  <p:pic>
                    <p:nvPicPr>
                      <p:cNvPr id="0" name="图片 3092"/>
                      <p:cNvPicPr/>
                      <p:nvPr/>
                    </p:nvPicPr>
                    <p:blipFill>
                      <a:blip r:embed="rId10">
                        <a:clrChange>
                          <a:clrFrom>
                            <a:srgbClr val="000000"/>
                          </a:clrFrom>
                          <a:clrTo>
                            <a:srgbClr val="FF0000"/>
                          </a:clrTo>
                        </a:clrChange>
                      </a:blip>
                      <a:stretch>
                        <a:fillRect/>
                      </a:stretch>
                    </p:blipFill>
                    <p:spPr>
                      <a:xfrm>
                        <a:off x="7561263" y="1874838"/>
                        <a:ext cx="425450" cy="533400"/>
                      </a:xfrm>
                      <a:prstGeom prst="rect">
                        <a:avLst/>
                      </a:prstGeom>
                      <a:noFill/>
                      <a:ln w="38100">
                        <a:noFill/>
                        <a:miter/>
                      </a:ln>
                    </p:spPr>
                  </p:pic>
                </p:oleObj>
              </mc:Fallback>
            </mc:AlternateContent>
          </a:graphicData>
        </a:graphic>
      </p:graphicFrame>
      <p:graphicFrame>
        <p:nvGraphicFramePr>
          <p:cNvPr id="28690" name="Object 19"/>
          <p:cNvGraphicFramePr/>
          <p:nvPr/>
        </p:nvGraphicFramePr>
        <p:xfrm>
          <a:off x="5580063" y="3017838"/>
          <a:ext cx="347662" cy="381000"/>
        </p:xfrm>
        <a:graphic>
          <a:graphicData uri="http://schemas.openxmlformats.org/presentationml/2006/ole">
            <mc:AlternateContent xmlns:mc="http://schemas.openxmlformats.org/markup-compatibility/2006">
              <mc:Choice xmlns:v="urn:schemas-microsoft-com:vml" Requires="v">
                <p:oleObj spid="_x0000_s3092" name="" r:id="rId11" imgW="127000" imgH="139700" progId="Equation.3">
                  <p:embed/>
                </p:oleObj>
              </mc:Choice>
              <mc:Fallback>
                <p:oleObj name="" r:id="rId11" imgW="127000" imgH="139700" progId="Equation.3">
                  <p:embed/>
                  <p:pic>
                    <p:nvPicPr>
                      <p:cNvPr id="0" name="图片 3091"/>
                      <p:cNvPicPr/>
                      <p:nvPr/>
                    </p:nvPicPr>
                    <p:blipFill>
                      <a:blip r:embed="rId12"/>
                      <a:stretch>
                        <a:fillRect/>
                      </a:stretch>
                    </p:blipFill>
                    <p:spPr>
                      <a:xfrm>
                        <a:off x="5580063" y="3017838"/>
                        <a:ext cx="347662" cy="381000"/>
                      </a:xfrm>
                      <a:prstGeom prst="rect">
                        <a:avLst/>
                      </a:prstGeom>
                      <a:solidFill>
                        <a:schemeClr val="bg1">
                          <a:alpha val="50195"/>
                        </a:schemeClr>
                      </a:solidFill>
                      <a:ln w="38100">
                        <a:noFill/>
                        <a:miter/>
                      </a:ln>
                    </p:spPr>
                  </p:pic>
                </p:oleObj>
              </mc:Fallback>
            </mc:AlternateContent>
          </a:graphicData>
        </a:graphic>
      </p:graphicFrame>
      <p:sp>
        <p:nvSpPr>
          <p:cNvPr id="28691" name="Line 20"/>
          <p:cNvSpPr/>
          <p:nvPr/>
        </p:nvSpPr>
        <p:spPr>
          <a:xfrm flipH="1">
            <a:off x="5060950" y="3779838"/>
            <a:ext cx="1981200" cy="0"/>
          </a:xfrm>
          <a:prstGeom prst="line">
            <a:avLst/>
          </a:prstGeom>
          <a:ln w="28575" cap="flat" cmpd="sng">
            <a:solidFill>
              <a:schemeClr val="tx1"/>
            </a:solidFill>
            <a:prstDash val="solid"/>
            <a:round/>
            <a:headEnd type="none" w="med" len="med"/>
            <a:tailEnd type="none" w="med" len="med"/>
          </a:ln>
        </p:spPr>
      </p:sp>
      <p:sp>
        <p:nvSpPr>
          <p:cNvPr id="28692" name="AutoShape 21"/>
          <p:cNvSpPr/>
          <p:nvPr/>
        </p:nvSpPr>
        <p:spPr>
          <a:xfrm rot="1958638">
            <a:off x="5045075" y="2560638"/>
            <a:ext cx="2514600" cy="666750"/>
          </a:xfrm>
          <a:prstGeom prst="parallelogram">
            <a:avLst>
              <a:gd name="adj" fmla="val 21825"/>
            </a:avLst>
          </a:prstGeom>
          <a:solidFill>
            <a:schemeClr val="accent1">
              <a:alpha val="50195"/>
            </a:schemeClr>
          </a:solid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28693" name="Line 22"/>
          <p:cNvSpPr/>
          <p:nvPr/>
        </p:nvSpPr>
        <p:spPr>
          <a:xfrm>
            <a:off x="6342063" y="3017838"/>
            <a:ext cx="1447800" cy="0"/>
          </a:xfrm>
          <a:prstGeom prst="line">
            <a:avLst/>
          </a:prstGeom>
          <a:ln w="28575" cap="flat" cmpd="sng">
            <a:solidFill>
              <a:srgbClr val="FF0000"/>
            </a:solidFill>
            <a:prstDash val="solid"/>
            <a:round/>
            <a:headEnd type="none" w="med" len="med"/>
            <a:tailEnd type="triangle" w="sm" len="lg"/>
          </a:ln>
        </p:spPr>
      </p:sp>
      <p:sp>
        <p:nvSpPr>
          <p:cNvPr id="28694" name="Line 23"/>
          <p:cNvSpPr/>
          <p:nvPr/>
        </p:nvSpPr>
        <p:spPr>
          <a:xfrm>
            <a:off x="7104063" y="3551238"/>
            <a:ext cx="685800" cy="0"/>
          </a:xfrm>
          <a:prstGeom prst="line">
            <a:avLst/>
          </a:prstGeom>
          <a:ln w="28575" cap="flat" cmpd="sng">
            <a:solidFill>
              <a:srgbClr val="FF0000"/>
            </a:solidFill>
            <a:prstDash val="solid"/>
            <a:round/>
            <a:headEnd type="none" w="med" len="med"/>
            <a:tailEnd type="triangle" w="sm" len="lg"/>
          </a:ln>
        </p:spPr>
      </p:sp>
      <p:sp>
        <p:nvSpPr>
          <p:cNvPr id="28695" name="Line 24"/>
          <p:cNvSpPr/>
          <p:nvPr/>
        </p:nvSpPr>
        <p:spPr>
          <a:xfrm>
            <a:off x="5580063" y="2484438"/>
            <a:ext cx="2209800" cy="0"/>
          </a:xfrm>
          <a:prstGeom prst="line">
            <a:avLst/>
          </a:prstGeom>
          <a:ln w="28575" cap="flat" cmpd="sng">
            <a:solidFill>
              <a:srgbClr val="FF0000"/>
            </a:solidFill>
            <a:prstDash val="solid"/>
            <a:round/>
            <a:headEnd type="none" w="med" len="med"/>
            <a:tailEnd type="triangle" w="sm" len="lg"/>
          </a:ln>
        </p:spPr>
      </p:sp>
      <p:graphicFrame>
        <p:nvGraphicFramePr>
          <p:cNvPr id="28696" name="Object 25"/>
          <p:cNvGraphicFramePr/>
          <p:nvPr/>
        </p:nvGraphicFramePr>
        <p:xfrm>
          <a:off x="4894263" y="3779838"/>
          <a:ext cx="409575" cy="331787"/>
        </p:xfrm>
        <a:graphic>
          <a:graphicData uri="http://schemas.openxmlformats.org/presentationml/2006/ole">
            <mc:AlternateContent xmlns:mc="http://schemas.openxmlformats.org/markup-compatibility/2006">
              <mc:Choice xmlns:v="urn:schemas-microsoft-com:vml" Requires="v">
                <p:oleObj spid="_x0000_s3094" name="" r:id="rId13" imgW="203200" imgH="165100" progId="Equation.3">
                  <p:embed/>
                </p:oleObj>
              </mc:Choice>
              <mc:Fallback>
                <p:oleObj name="" r:id="rId13" imgW="203200" imgH="165100" progId="Equation.3">
                  <p:embed/>
                  <p:pic>
                    <p:nvPicPr>
                      <p:cNvPr id="0" name="图片 3093"/>
                      <p:cNvPicPr/>
                      <p:nvPr/>
                    </p:nvPicPr>
                    <p:blipFill>
                      <a:blip r:embed="rId14"/>
                      <a:stretch>
                        <a:fillRect/>
                      </a:stretch>
                    </p:blipFill>
                    <p:spPr>
                      <a:xfrm>
                        <a:off x="4894263" y="3779838"/>
                        <a:ext cx="409575" cy="331787"/>
                      </a:xfrm>
                      <a:prstGeom prst="rect">
                        <a:avLst/>
                      </a:prstGeom>
                      <a:noFill/>
                      <a:ln w="38100">
                        <a:noFill/>
                        <a:miter/>
                      </a:ln>
                    </p:spPr>
                  </p:pic>
                </p:oleObj>
              </mc:Fallback>
            </mc:AlternateContent>
          </a:graphicData>
        </a:graphic>
      </p:graphicFrame>
      <p:graphicFrame>
        <p:nvGraphicFramePr>
          <p:cNvPr id="28697" name="Object 26"/>
          <p:cNvGraphicFramePr/>
          <p:nvPr/>
        </p:nvGraphicFramePr>
        <p:xfrm>
          <a:off x="4818063" y="2103438"/>
          <a:ext cx="358775" cy="357187"/>
        </p:xfrm>
        <a:graphic>
          <a:graphicData uri="http://schemas.openxmlformats.org/presentationml/2006/ole">
            <mc:AlternateContent xmlns:mc="http://schemas.openxmlformats.org/markup-compatibility/2006">
              <mc:Choice xmlns:v="urn:schemas-microsoft-com:vml" Requires="v">
                <p:oleObj spid="_x0000_s3095" name="" r:id="rId15" imgW="177800" imgH="177800" progId="Equation.3">
                  <p:embed/>
                </p:oleObj>
              </mc:Choice>
              <mc:Fallback>
                <p:oleObj name="" r:id="rId15" imgW="177800" imgH="177800" progId="Equation.3">
                  <p:embed/>
                  <p:pic>
                    <p:nvPicPr>
                      <p:cNvPr id="0" name="图片 3094"/>
                      <p:cNvPicPr/>
                      <p:nvPr/>
                    </p:nvPicPr>
                    <p:blipFill>
                      <a:blip r:embed="rId16"/>
                      <a:stretch>
                        <a:fillRect/>
                      </a:stretch>
                    </p:blipFill>
                    <p:spPr>
                      <a:xfrm>
                        <a:off x="4818063" y="2103438"/>
                        <a:ext cx="358775" cy="357187"/>
                      </a:xfrm>
                      <a:prstGeom prst="rect">
                        <a:avLst/>
                      </a:prstGeom>
                      <a:noFill/>
                      <a:ln w="38100">
                        <a:noFill/>
                        <a:miter/>
                      </a:ln>
                    </p:spPr>
                  </p:pic>
                </p:oleObj>
              </mc:Fallback>
            </mc:AlternateContent>
          </a:graphicData>
        </a:graphic>
      </p:graphicFrame>
      <p:graphicFrame>
        <p:nvGraphicFramePr>
          <p:cNvPr id="28698" name="Object 27"/>
          <p:cNvGraphicFramePr/>
          <p:nvPr/>
        </p:nvGraphicFramePr>
        <p:xfrm>
          <a:off x="5580063" y="1722438"/>
          <a:ext cx="307975" cy="331787"/>
        </p:xfrm>
        <a:graphic>
          <a:graphicData uri="http://schemas.openxmlformats.org/presentationml/2006/ole">
            <mc:AlternateContent xmlns:mc="http://schemas.openxmlformats.org/markup-compatibility/2006">
              <mc:Choice xmlns:v="urn:schemas-microsoft-com:vml" Requires="v">
                <p:oleObj spid="_x0000_s3088" name="" r:id="rId17" imgW="152400" imgH="165100" progId="Equation.3">
                  <p:embed/>
                </p:oleObj>
              </mc:Choice>
              <mc:Fallback>
                <p:oleObj name="" r:id="rId17" imgW="152400" imgH="165100" progId="Equation.3">
                  <p:embed/>
                  <p:pic>
                    <p:nvPicPr>
                      <p:cNvPr id="0" name="图片 3087"/>
                      <p:cNvPicPr/>
                      <p:nvPr/>
                    </p:nvPicPr>
                    <p:blipFill>
                      <a:blip r:embed="rId18"/>
                      <a:stretch>
                        <a:fillRect/>
                      </a:stretch>
                    </p:blipFill>
                    <p:spPr>
                      <a:xfrm>
                        <a:off x="5580063" y="1722438"/>
                        <a:ext cx="307975" cy="331787"/>
                      </a:xfrm>
                      <a:prstGeom prst="rect">
                        <a:avLst/>
                      </a:prstGeom>
                      <a:noFill/>
                      <a:ln w="38100">
                        <a:noFill/>
                        <a:miter/>
                      </a:ln>
                    </p:spPr>
                  </p:pic>
                </p:oleObj>
              </mc:Fallback>
            </mc:AlternateContent>
          </a:graphicData>
        </a:graphic>
      </p:graphicFrame>
      <p:graphicFrame>
        <p:nvGraphicFramePr>
          <p:cNvPr id="28699" name="Object 28"/>
          <p:cNvGraphicFramePr/>
          <p:nvPr/>
        </p:nvGraphicFramePr>
        <p:xfrm>
          <a:off x="7561263" y="3017838"/>
          <a:ext cx="307975" cy="331787"/>
        </p:xfrm>
        <a:graphic>
          <a:graphicData uri="http://schemas.openxmlformats.org/presentationml/2006/ole">
            <mc:AlternateContent xmlns:mc="http://schemas.openxmlformats.org/markup-compatibility/2006">
              <mc:Choice xmlns:v="urn:schemas-microsoft-com:vml" Requires="v">
                <p:oleObj spid="_x0000_s3096" name="" r:id="rId19" imgW="152400" imgH="165100" progId="Equation.3">
                  <p:embed/>
                </p:oleObj>
              </mc:Choice>
              <mc:Fallback>
                <p:oleObj name="" r:id="rId19" imgW="152400" imgH="165100" progId="Equation.3">
                  <p:embed/>
                  <p:pic>
                    <p:nvPicPr>
                      <p:cNvPr id="0" name="图片 3095"/>
                      <p:cNvPicPr/>
                      <p:nvPr/>
                    </p:nvPicPr>
                    <p:blipFill>
                      <a:blip r:embed="rId20"/>
                      <a:stretch>
                        <a:fillRect/>
                      </a:stretch>
                    </p:blipFill>
                    <p:spPr>
                      <a:xfrm>
                        <a:off x="7561263" y="3017838"/>
                        <a:ext cx="307975" cy="331787"/>
                      </a:xfrm>
                      <a:prstGeom prst="rect">
                        <a:avLst/>
                      </a:prstGeom>
                      <a:solidFill>
                        <a:schemeClr val="bg1">
                          <a:alpha val="50195"/>
                        </a:schemeClr>
                      </a:solidFill>
                      <a:ln w="38100">
                        <a:noFill/>
                        <a:miter/>
                      </a:ln>
                    </p:spPr>
                  </p:pic>
                </p:oleObj>
              </mc:Fallback>
            </mc:AlternateContent>
          </a:graphicData>
        </a:graphic>
      </p:graphicFrame>
      <p:graphicFrame>
        <p:nvGraphicFramePr>
          <p:cNvPr id="28700" name="Object 29"/>
          <p:cNvGraphicFramePr/>
          <p:nvPr/>
        </p:nvGraphicFramePr>
        <p:xfrm>
          <a:off x="6951663" y="3779838"/>
          <a:ext cx="307975" cy="407987"/>
        </p:xfrm>
        <a:graphic>
          <a:graphicData uri="http://schemas.openxmlformats.org/presentationml/2006/ole">
            <mc:AlternateContent xmlns:mc="http://schemas.openxmlformats.org/markup-compatibility/2006">
              <mc:Choice xmlns:v="urn:schemas-microsoft-com:vml" Requires="v">
                <p:oleObj spid="_x0000_s3097" name="" r:id="rId21" imgW="152400" imgH="203200" progId="Equation.3">
                  <p:embed/>
                </p:oleObj>
              </mc:Choice>
              <mc:Fallback>
                <p:oleObj name="" r:id="rId21" imgW="152400" imgH="203200" progId="Equation.3">
                  <p:embed/>
                  <p:pic>
                    <p:nvPicPr>
                      <p:cNvPr id="0" name="图片 3096"/>
                      <p:cNvPicPr/>
                      <p:nvPr/>
                    </p:nvPicPr>
                    <p:blipFill>
                      <a:blip r:embed="rId22"/>
                      <a:stretch>
                        <a:fillRect/>
                      </a:stretch>
                    </p:blipFill>
                    <p:spPr>
                      <a:xfrm>
                        <a:off x="6951663" y="3779838"/>
                        <a:ext cx="307975" cy="407987"/>
                      </a:xfrm>
                      <a:prstGeom prst="rect">
                        <a:avLst/>
                      </a:prstGeom>
                      <a:noFill/>
                      <a:ln w="38100">
                        <a:noFill/>
                        <a:miter/>
                      </a:ln>
                    </p:spPr>
                  </p:pic>
                </p:oleObj>
              </mc:Fallback>
            </mc:AlternateContent>
          </a:graphicData>
        </a:graphic>
      </p:graphicFrame>
      <p:grpSp>
        <p:nvGrpSpPr>
          <p:cNvPr id="2" name="Group 30"/>
          <p:cNvGrpSpPr/>
          <p:nvPr/>
        </p:nvGrpSpPr>
        <p:grpSpPr>
          <a:xfrm>
            <a:off x="4284663" y="1874838"/>
            <a:ext cx="3149600" cy="2438400"/>
            <a:chOff x="2832" y="2256"/>
            <a:chExt cx="1984" cy="1536"/>
          </a:xfrm>
        </p:grpSpPr>
        <p:sp>
          <p:nvSpPr>
            <p:cNvPr id="28702" name="Line 31"/>
            <p:cNvSpPr/>
            <p:nvPr/>
          </p:nvSpPr>
          <p:spPr>
            <a:xfrm flipV="1">
              <a:off x="3978" y="3312"/>
              <a:ext cx="0" cy="192"/>
            </a:xfrm>
            <a:prstGeom prst="line">
              <a:avLst/>
            </a:prstGeom>
            <a:ln w="28575" cap="flat" cmpd="sng">
              <a:solidFill>
                <a:srgbClr val="0000FF"/>
              </a:solidFill>
              <a:prstDash val="sysDot"/>
              <a:round/>
              <a:headEnd type="none" w="med" len="med"/>
              <a:tailEnd type="none" w="sm" len="lg"/>
            </a:ln>
          </p:spPr>
        </p:sp>
        <p:grpSp>
          <p:nvGrpSpPr>
            <p:cNvPr id="28703" name="Group 32"/>
            <p:cNvGrpSpPr/>
            <p:nvPr/>
          </p:nvGrpSpPr>
          <p:grpSpPr>
            <a:xfrm>
              <a:off x="2832" y="2256"/>
              <a:ext cx="1984" cy="1536"/>
              <a:chOff x="2832" y="2256"/>
              <a:chExt cx="1984" cy="1536"/>
            </a:xfrm>
          </p:grpSpPr>
          <p:sp>
            <p:nvSpPr>
              <p:cNvPr id="28704" name="Line 33"/>
              <p:cNvSpPr/>
              <p:nvPr/>
            </p:nvSpPr>
            <p:spPr>
              <a:xfrm>
                <a:off x="3978" y="3504"/>
                <a:ext cx="0" cy="288"/>
              </a:xfrm>
              <a:prstGeom prst="line">
                <a:avLst/>
              </a:prstGeom>
              <a:ln w="28575" cap="flat" cmpd="sng">
                <a:solidFill>
                  <a:srgbClr val="0000FF"/>
                </a:solidFill>
                <a:prstDash val="solid"/>
                <a:round/>
                <a:headEnd type="none" w="med" len="med"/>
                <a:tailEnd type="triangle" w="sm" len="lg"/>
              </a:ln>
            </p:spPr>
          </p:sp>
          <p:graphicFrame>
            <p:nvGraphicFramePr>
              <p:cNvPr id="28705" name="Object 34"/>
              <p:cNvGraphicFramePr/>
              <p:nvPr/>
            </p:nvGraphicFramePr>
            <p:xfrm>
              <a:off x="4026" y="3408"/>
              <a:ext cx="224" cy="336"/>
            </p:xfrm>
            <a:graphic>
              <a:graphicData uri="http://schemas.openxmlformats.org/presentationml/2006/ole">
                <mc:AlternateContent xmlns:mc="http://schemas.openxmlformats.org/markup-compatibility/2006">
                  <mc:Choice xmlns:v="urn:schemas-microsoft-com:vml" Requires="v">
                    <p:oleObj spid="_x0000_s3098" name="" r:id="rId23" imgW="342900" imgH="469900" progId="Equation.3">
                      <p:embed/>
                    </p:oleObj>
                  </mc:Choice>
                  <mc:Fallback>
                    <p:oleObj name="" r:id="rId23" imgW="342900" imgH="469900" progId="Equation.3">
                      <p:embed/>
                      <p:pic>
                        <p:nvPicPr>
                          <p:cNvPr id="0" name="图片 3097"/>
                          <p:cNvPicPr/>
                          <p:nvPr/>
                        </p:nvPicPr>
                        <p:blipFill>
                          <a:blip r:embed="rId24">
                            <a:clrChange>
                              <a:clrFrom>
                                <a:srgbClr val="000000"/>
                              </a:clrFrom>
                              <a:clrTo>
                                <a:srgbClr val="0000FF"/>
                              </a:clrTo>
                            </a:clrChange>
                          </a:blip>
                          <a:stretch>
                            <a:fillRect/>
                          </a:stretch>
                        </p:blipFill>
                        <p:spPr>
                          <a:xfrm>
                            <a:off x="4026" y="3408"/>
                            <a:ext cx="224" cy="336"/>
                          </a:xfrm>
                          <a:prstGeom prst="rect">
                            <a:avLst/>
                          </a:prstGeom>
                          <a:noFill/>
                          <a:ln w="38100">
                            <a:noFill/>
                            <a:miter/>
                          </a:ln>
                        </p:spPr>
                      </p:pic>
                    </p:oleObj>
                  </mc:Fallback>
                </mc:AlternateContent>
              </a:graphicData>
            </a:graphic>
          </p:graphicFrame>
          <p:sp>
            <p:nvSpPr>
              <p:cNvPr id="28706" name="Line 35"/>
              <p:cNvSpPr/>
              <p:nvPr/>
            </p:nvSpPr>
            <p:spPr>
              <a:xfrm flipH="1">
                <a:off x="2922" y="2976"/>
                <a:ext cx="384" cy="0"/>
              </a:xfrm>
              <a:prstGeom prst="line">
                <a:avLst/>
              </a:prstGeom>
              <a:ln w="28575" cap="flat" cmpd="sng">
                <a:solidFill>
                  <a:srgbClr val="0000FF"/>
                </a:solidFill>
                <a:prstDash val="solid"/>
                <a:round/>
                <a:headEnd type="none" w="med" len="med"/>
                <a:tailEnd type="triangle" w="sm" len="lg"/>
              </a:ln>
            </p:spPr>
          </p:sp>
          <p:sp>
            <p:nvSpPr>
              <p:cNvPr id="28707" name="Line 36"/>
              <p:cNvSpPr/>
              <p:nvPr/>
            </p:nvSpPr>
            <p:spPr>
              <a:xfrm flipV="1">
                <a:off x="3306" y="2976"/>
                <a:ext cx="192" cy="0"/>
              </a:xfrm>
              <a:prstGeom prst="line">
                <a:avLst/>
              </a:prstGeom>
              <a:ln w="28575" cap="flat" cmpd="sng">
                <a:solidFill>
                  <a:srgbClr val="0000FF"/>
                </a:solidFill>
                <a:prstDash val="sysDot"/>
                <a:round/>
                <a:headEnd type="none" w="med" len="med"/>
                <a:tailEnd type="none" w="sm" len="lg"/>
              </a:ln>
            </p:spPr>
          </p:sp>
          <p:graphicFrame>
            <p:nvGraphicFramePr>
              <p:cNvPr id="28708" name="Object 37"/>
              <p:cNvGraphicFramePr/>
              <p:nvPr/>
            </p:nvGraphicFramePr>
            <p:xfrm>
              <a:off x="2832" y="2976"/>
              <a:ext cx="257" cy="336"/>
            </p:xfrm>
            <a:graphic>
              <a:graphicData uri="http://schemas.openxmlformats.org/presentationml/2006/ole">
                <mc:AlternateContent xmlns:mc="http://schemas.openxmlformats.org/markup-compatibility/2006">
                  <mc:Choice xmlns:v="urn:schemas-microsoft-com:vml" Requires="v">
                    <p:oleObj spid="_x0000_s3089" name="" r:id="rId25" imgW="342900" imgH="469900" progId="Equation.3">
                      <p:embed/>
                    </p:oleObj>
                  </mc:Choice>
                  <mc:Fallback>
                    <p:oleObj name="" r:id="rId25" imgW="342900" imgH="469900" progId="Equation.3">
                      <p:embed/>
                      <p:pic>
                        <p:nvPicPr>
                          <p:cNvPr id="0" name="图片 3088"/>
                          <p:cNvPicPr/>
                          <p:nvPr/>
                        </p:nvPicPr>
                        <p:blipFill>
                          <a:blip r:embed="rId26">
                            <a:clrChange>
                              <a:clrFrom>
                                <a:srgbClr val="000000"/>
                              </a:clrFrom>
                              <a:clrTo>
                                <a:srgbClr val="0000FF"/>
                              </a:clrTo>
                            </a:clrChange>
                          </a:blip>
                          <a:stretch>
                            <a:fillRect/>
                          </a:stretch>
                        </p:blipFill>
                        <p:spPr>
                          <a:xfrm>
                            <a:off x="2832" y="2976"/>
                            <a:ext cx="257" cy="336"/>
                          </a:xfrm>
                          <a:prstGeom prst="rect">
                            <a:avLst/>
                          </a:prstGeom>
                          <a:noFill/>
                          <a:ln w="38100">
                            <a:noFill/>
                            <a:miter/>
                          </a:ln>
                        </p:spPr>
                      </p:pic>
                    </p:oleObj>
                  </mc:Fallback>
                </mc:AlternateContent>
              </a:graphicData>
            </a:graphic>
          </p:graphicFrame>
          <p:sp>
            <p:nvSpPr>
              <p:cNvPr id="28709" name="Line 38"/>
              <p:cNvSpPr/>
              <p:nvPr/>
            </p:nvSpPr>
            <p:spPr>
              <a:xfrm flipV="1">
                <a:off x="4122" y="2400"/>
                <a:ext cx="432" cy="576"/>
              </a:xfrm>
              <a:prstGeom prst="line">
                <a:avLst/>
              </a:prstGeom>
              <a:ln w="28575" cap="flat" cmpd="sng">
                <a:solidFill>
                  <a:srgbClr val="0000FF"/>
                </a:solidFill>
                <a:prstDash val="solid"/>
                <a:round/>
                <a:headEnd type="none" w="med" len="med"/>
                <a:tailEnd type="triangle" w="sm" len="lg"/>
              </a:ln>
            </p:spPr>
          </p:sp>
          <p:graphicFrame>
            <p:nvGraphicFramePr>
              <p:cNvPr id="28710" name="Object 39"/>
              <p:cNvGraphicFramePr/>
              <p:nvPr/>
            </p:nvGraphicFramePr>
            <p:xfrm>
              <a:off x="4560" y="2256"/>
              <a:ext cx="256" cy="336"/>
            </p:xfrm>
            <a:graphic>
              <a:graphicData uri="http://schemas.openxmlformats.org/presentationml/2006/ole">
                <mc:AlternateContent xmlns:mc="http://schemas.openxmlformats.org/markup-compatibility/2006">
                  <mc:Choice xmlns:v="urn:schemas-microsoft-com:vml" Requires="v">
                    <p:oleObj spid="_x0000_s3104" name="" r:id="rId27" imgW="342900" imgH="469900" progId="Equation.3">
                      <p:embed/>
                    </p:oleObj>
                  </mc:Choice>
                  <mc:Fallback>
                    <p:oleObj name="" r:id="rId27" imgW="342900" imgH="469900" progId="Equation.3">
                      <p:embed/>
                      <p:pic>
                        <p:nvPicPr>
                          <p:cNvPr id="0" name="图片 3103"/>
                          <p:cNvPicPr/>
                          <p:nvPr/>
                        </p:nvPicPr>
                        <p:blipFill>
                          <a:blip r:embed="rId28">
                            <a:clrChange>
                              <a:clrFrom>
                                <a:srgbClr val="000000"/>
                              </a:clrFrom>
                              <a:clrTo>
                                <a:srgbClr val="0000FF"/>
                              </a:clrTo>
                            </a:clrChange>
                          </a:blip>
                          <a:stretch>
                            <a:fillRect/>
                          </a:stretch>
                        </p:blipFill>
                        <p:spPr>
                          <a:xfrm>
                            <a:off x="4560" y="2256"/>
                            <a:ext cx="256" cy="336"/>
                          </a:xfrm>
                          <a:prstGeom prst="rect">
                            <a:avLst/>
                          </a:prstGeom>
                          <a:noFill/>
                          <a:ln w="38100">
                            <a:noFill/>
                            <a:miter/>
                          </a:ln>
                        </p:spPr>
                      </p:pic>
                    </p:oleObj>
                  </mc:Fallback>
                </mc:AlternateContent>
              </a:graphicData>
            </a:graphic>
          </p:graphicFrame>
          <p:sp>
            <p:nvSpPr>
              <p:cNvPr id="28711" name="Freeform 40"/>
              <p:cNvSpPr/>
              <p:nvPr/>
            </p:nvSpPr>
            <p:spPr>
              <a:xfrm>
                <a:off x="4314" y="2736"/>
                <a:ext cx="144" cy="240"/>
              </a:xfrm>
              <a:custGeom>
                <a:avLst/>
                <a:gdLst/>
                <a:ahLst/>
                <a:cxnLst>
                  <a:cxn ang="0">
                    <a:pos x="0" y="0"/>
                  </a:cxn>
                  <a:cxn ang="0">
                    <a:pos x="96" y="96"/>
                  </a:cxn>
                  <a:cxn ang="0">
                    <a:pos x="144" y="240"/>
                  </a:cxn>
                </a:cxnLst>
                <a:pathLst>
                  <a:path w="144" h="240">
                    <a:moveTo>
                      <a:pt x="0" y="0"/>
                    </a:moveTo>
                    <a:cubicBezTo>
                      <a:pt x="36" y="28"/>
                      <a:pt x="72" y="56"/>
                      <a:pt x="96" y="96"/>
                    </a:cubicBezTo>
                    <a:cubicBezTo>
                      <a:pt x="120" y="136"/>
                      <a:pt x="132" y="188"/>
                      <a:pt x="144" y="240"/>
                    </a:cubicBezTo>
                  </a:path>
                </a:pathLst>
              </a:custGeom>
              <a:noFill/>
              <a:ln w="28575" cap="flat" cmpd="sng">
                <a:solidFill>
                  <a:srgbClr val="FF0000"/>
                </a:solidFill>
                <a:prstDash val="solid"/>
                <a:round/>
                <a:headEnd type="none" w="med" len="med"/>
                <a:tailEnd type="none" w="sm" len="lg"/>
              </a:ln>
            </p:spPr>
            <p:txBody>
              <a:bodyPr/>
              <a:p>
                <a:endParaRPr lang="zh-CN" altLang="en-US"/>
              </a:p>
            </p:txBody>
          </p:sp>
          <p:graphicFrame>
            <p:nvGraphicFramePr>
              <p:cNvPr id="28712" name="Object 41"/>
              <p:cNvGraphicFramePr/>
              <p:nvPr/>
            </p:nvGraphicFramePr>
            <p:xfrm>
              <a:off x="4410" y="2592"/>
              <a:ext cx="206" cy="288"/>
            </p:xfrm>
            <a:graphic>
              <a:graphicData uri="http://schemas.openxmlformats.org/presentationml/2006/ole">
                <mc:AlternateContent xmlns:mc="http://schemas.openxmlformats.org/markup-compatibility/2006">
                  <mc:Choice xmlns:v="urn:schemas-microsoft-com:vml" Requires="v">
                    <p:oleObj spid="_x0000_s3100" name="" r:id="rId29" imgW="254000" imgH="393700" progId="Equation.3">
                      <p:embed/>
                    </p:oleObj>
                  </mc:Choice>
                  <mc:Fallback>
                    <p:oleObj name="" r:id="rId29" imgW="254000" imgH="393700" progId="Equation.3">
                      <p:embed/>
                      <p:pic>
                        <p:nvPicPr>
                          <p:cNvPr id="0" name="图片 3099"/>
                          <p:cNvPicPr/>
                          <p:nvPr/>
                        </p:nvPicPr>
                        <p:blipFill>
                          <a:blip r:embed="rId30">
                            <a:clrChange>
                              <a:clrFrom>
                                <a:srgbClr val="000000"/>
                              </a:clrFrom>
                              <a:clrTo>
                                <a:srgbClr val="333399"/>
                              </a:clrTo>
                            </a:clrChange>
                          </a:blip>
                          <a:stretch>
                            <a:fillRect/>
                          </a:stretch>
                        </p:blipFill>
                        <p:spPr>
                          <a:xfrm>
                            <a:off x="4410" y="2592"/>
                            <a:ext cx="206" cy="288"/>
                          </a:xfrm>
                          <a:prstGeom prst="rect">
                            <a:avLst/>
                          </a:prstGeom>
                          <a:noFill/>
                          <a:ln w="38100">
                            <a:noFill/>
                            <a:miter/>
                          </a:ln>
                        </p:spPr>
                      </p:pic>
                    </p:oleObj>
                  </mc:Fallback>
                </mc:AlternateContent>
              </a:graphicData>
            </a:graphic>
          </p:graphicFrame>
        </p:grpSp>
      </p:grpSp>
      <p:grpSp>
        <p:nvGrpSpPr>
          <p:cNvPr id="4" name="Group 42"/>
          <p:cNvGrpSpPr/>
          <p:nvPr/>
        </p:nvGrpSpPr>
        <p:grpSpPr>
          <a:xfrm>
            <a:off x="1187450" y="1514475"/>
            <a:ext cx="5719763" cy="1643063"/>
            <a:chOff x="861" y="2016"/>
            <a:chExt cx="3603" cy="1035"/>
          </a:xfrm>
        </p:grpSpPr>
        <p:graphicFrame>
          <p:nvGraphicFramePr>
            <p:cNvPr id="28714" name="Object 43"/>
            <p:cNvGraphicFramePr/>
            <p:nvPr/>
          </p:nvGraphicFramePr>
          <p:xfrm>
            <a:off x="861" y="2640"/>
            <a:ext cx="1251" cy="411"/>
          </p:xfrm>
          <a:graphic>
            <a:graphicData uri="http://schemas.openxmlformats.org/presentationml/2006/ole">
              <mc:AlternateContent xmlns:mc="http://schemas.openxmlformats.org/markup-compatibility/2006">
                <mc:Choice xmlns:v="urn:schemas-microsoft-com:vml" Requires="v">
                  <p:oleObj spid="_x0000_s3105" name="" r:id="rId31" imgW="698500" imgH="228600" progId="Equation.3">
                    <p:embed/>
                  </p:oleObj>
                </mc:Choice>
                <mc:Fallback>
                  <p:oleObj name="" r:id="rId31" imgW="698500" imgH="228600" progId="Equation.3">
                    <p:embed/>
                    <p:pic>
                      <p:nvPicPr>
                        <p:cNvPr id="0" name="图片 3104"/>
                        <p:cNvPicPr/>
                        <p:nvPr/>
                      </p:nvPicPr>
                      <p:blipFill>
                        <a:blip r:embed="rId32"/>
                        <a:stretch>
                          <a:fillRect/>
                        </a:stretch>
                      </p:blipFill>
                      <p:spPr>
                        <a:xfrm>
                          <a:off x="861" y="2640"/>
                          <a:ext cx="1251" cy="411"/>
                        </a:xfrm>
                        <a:prstGeom prst="rect">
                          <a:avLst/>
                        </a:prstGeom>
                        <a:noFill/>
                        <a:ln w="38100">
                          <a:noFill/>
                          <a:miter/>
                        </a:ln>
                      </p:spPr>
                    </p:pic>
                  </p:oleObj>
                </mc:Fallback>
              </mc:AlternateContent>
            </a:graphicData>
          </a:graphic>
        </p:graphicFrame>
        <p:sp>
          <p:nvSpPr>
            <p:cNvPr id="28715" name="AutoShape 44"/>
            <p:cNvSpPr/>
            <p:nvPr/>
          </p:nvSpPr>
          <p:spPr>
            <a:xfrm flipH="1">
              <a:off x="2832" y="2544"/>
              <a:ext cx="336" cy="336"/>
            </a:xfrm>
            <a:prstGeom prst="wedgeEllipseCallout">
              <a:avLst>
                <a:gd name="adj1" fmla="val -126491"/>
                <a:gd name="adj2" fmla="val 63690"/>
              </a:avLst>
            </a:prstGeom>
            <a:solidFill>
              <a:srgbClr val="CCFFFF"/>
            </a:solidFill>
            <a:ln w="9525" cap="flat" cmpd="sng">
              <a:solidFill>
                <a:schemeClr val="tx1"/>
              </a:solidFill>
              <a:prstDash val="solid"/>
              <a:miter/>
              <a:headEnd type="none" w="med" len="med"/>
              <a:tailEnd type="none" w="med" len="med"/>
            </a:ln>
          </p:spPr>
          <p:txBody>
            <a:bodyPr anchor="t" anchorCtr="0"/>
            <a:p>
              <a:pPr algn="ctr"/>
              <a:r>
                <a:rPr lang="en-US" altLang="zh-CN" i="1" dirty="0">
                  <a:latin typeface="Times New Roman" panose="02020603050405020304" pitchFamily="18" charset="0"/>
                  <a:ea typeface="宋体" panose="02010600030101010101" pitchFamily="2" charset="-122"/>
                </a:rPr>
                <a:t>S</a:t>
              </a:r>
              <a:r>
                <a:rPr lang="en-US" altLang="zh-CN" baseline="-25000" dirty="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sp>
          <p:nvSpPr>
            <p:cNvPr id="28716" name="AutoShape 45"/>
            <p:cNvSpPr/>
            <p:nvPr/>
          </p:nvSpPr>
          <p:spPr>
            <a:xfrm flipH="1">
              <a:off x="4128" y="2016"/>
              <a:ext cx="336" cy="288"/>
            </a:xfrm>
            <a:prstGeom prst="wedgeEllipseCallout">
              <a:avLst>
                <a:gd name="adj1" fmla="val 84523"/>
                <a:gd name="adj2" fmla="val 222565"/>
              </a:avLst>
            </a:prstGeom>
            <a:solidFill>
              <a:srgbClr val="CCFFFF"/>
            </a:solidFill>
            <a:ln w="9525" cap="flat" cmpd="sng">
              <a:solidFill>
                <a:schemeClr val="tx1"/>
              </a:solidFill>
              <a:prstDash val="solid"/>
              <a:miter/>
              <a:headEnd type="none" w="med" len="med"/>
              <a:tailEnd type="none" w="med" len="med"/>
            </a:ln>
          </p:spPr>
          <p:txBody>
            <a:bodyPr anchor="t" anchorCtr="0"/>
            <a:p>
              <a:pPr algn="ctr"/>
              <a:r>
                <a:rPr lang="en-US" altLang="zh-CN" i="1" dirty="0">
                  <a:latin typeface="Times New Roman" panose="02020603050405020304" pitchFamily="18" charset="0"/>
                  <a:ea typeface="宋体" panose="02010600030101010101" pitchFamily="2" charset="-122"/>
                </a:rPr>
                <a:t>S</a:t>
              </a:r>
              <a:r>
                <a:rPr lang="en-US" altLang="zh-CN" baseline="-25000" dirty="0">
                  <a:latin typeface="Times New Roman" panose="02020603050405020304" pitchFamily="18" charset="0"/>
                  <a:ea typeface="宋体" panose="02010600030101010101" pitchFamily="2" charset="-122"/>
                </a:rPr>
                <a:t>2</a:t>
              </a:r>
              <a:endParaRPr lang="en-US" altLang="zh-CN" baseline="-25000" dirty="0">
                <a:latin typeface="Times New Roman" panose="02020603050405020304" pitchFamily="18" charset="0"/>
                <a:ea typeface="宋体" panose="02010600030101010101" pitchFamily="2" charset="-122"/>
              </a:endParaRPr>
            </a:p>
            <a:p>
              <a:pPr algn="ctr"/>
              <a:endParaRPr lang="en-US" altLang="zh-CN" b="1" dirty="0">
                <a:latin typeface="Times New Roman" panose="02020603050405020304" pitchFamily="18" charset="0"/>
                <a:ea typeface="宋体" panose="02010600030101010101" pitchFamily="2" charset="-122"/>
              </a:endParaRPr>
            </a:p>
          </p:txBody>
        </p:sp>
      </p:grpSp>
      <p:sp>
        <p:nvSpPr>
          <p:cNvPr id="28717" name="Line 46"/>
          <p:cNvSpPr/>
          <p:nvPr/>
        </p:nvSpPr>
        <p:spPr>
          <a:xfrm flipV="1">
            <a:off x="5060950" y="2484438"/>
            <a:ext cx="0" cy="1295400"/>
          </a:xfrm>
          <a:prstGeom prst="line">
            <a:avLst/>
          </a:prstGeom>
          <a:ln w="28575" cap="flat" cmpd="sng">
            <a:solidFill>
              <a:schemeClr val="tx1"/>
            </a:solidFill>
            <a:prstDash val="solid"/>
            <a:round/>
            <a:headEnd type="none" w="med" len="med"/>
            <a:tailEnd type="none" w="med" len="med"/>
          </a:ln>
        </p:spPr>
      </p:sp>
      <p:sp>
        <p:nvSpPr>
          <p:cNvPr id="28718" name="Line 47"/>
          <p:cNvSpPr/>
          <p:nvPr/>
        </p:nvSpPr>
        <p:spPr>
          <a:xfrm flipH="1">
            <a:off x="4741863" y="3779838"/>
            <a:ext cx="290512" cy="228600"/>
          </a:xfrm>
          <a:prstGeom prst="line">
            <a:avLst/>
          </a:prstGeom>
          <a:ln w="19050" cap="flat" cmpd="sng">
            <a:solidFill>
              <a:schemeClr val="tx1"/>
            </a:solidFill>
            <a:prstDash val="solid"/>
            <a:round/>
            <a:headEnd type="none" w="med" len="med"/>
            <a:tailEnd type="none" w="sm" len="lg"/>
          </a:ln>
        </p:spPr>
      </p:sp>
      <p:sp>
        <p:nvSpPr>
          <p:cNvPr id="28719" name="Line 48"/>
          <p:cNvSpPr/>
          <p:nvPr/>
        </p:nvSpPr>
        <p:spPr>
          <a:xfrm flipV="1">
            <a:off x="5565775" y="1646238"/>
            <a:ext cx="0" cy="381000"/>
          </a:xfrm>
          <a:prstGeom prst="line">
            <a:avLst/>
          </a:prstGeom>
          <a:ln w="19050" cap="flat" cmpd="sng">
            <a:solidFill>
              <a:schemeClr val="tx1"/>
            </a:solidFill>
            <a:prstDash val="solid"/>
            <a:round/>
            <a:headEnd type="none" w="med" len="med"/>
            <a:tailEnd type="none" w="med" len="med"/>
          </a:ln>
        </p:spPr>
      </p:sp>
      <p:sp>
        <p:nvSpPr>
          <p:cNvPr id="28720" name="Line 49"/>
          <p:cNvSpPr/>
          <p:nvPr/>
        </p:nvSpPr>
        <p:spPr>
          <a:xfrm>
            <a:off x="7532688" y="3308350"/>
            <a:ext cx="381000" cy="0"/>
          </a:xfrm>
          <a:prstGeom prst="line">
            <a:avLst/>
          </a:prstGeom>
          <a:ln w="19050" cap="flat" cmpd="sng">
            <a:solidFill>
              <a:schemeClr val="tx1"/>
            </a:solidFill>
            <a:prstDash val="solid"/>
            <a:round/>
            <a:headEnd type="none" w="med" len="med"/>
            <a:tailEnd type="none" w="med" len="med"/>
          </a:ln>
        </p:spPr>
      </p:sp>
      <p:graphicFrame>
        <p:nvGraphicFramePr>
          <p:cNvPr id="23602" name="Object 50"/>
          <p:cNvGraphicFramePr/>
          <p:nvPr/>
        </p:nvGraphicFramePr>
        <p:xfrm>
          <a:off x="395288" y="3213100"/>
          <a:ext cx="3467100" cy="1414463"/>
        </p:xfrm>
        <a:graphic>
          <a:graphicData uri="http://schemas.openxmlformats.org/presentationml/2006/ole">
            <mc:AlternateContent xmlns:mc="http://schemas.openxmlformats.org/markup-compatibility/2006">
              <mc:Choice xmlns:v="urn:schemas-microsoft-com:vml" Requires="v">
                <p:oleObj spid="_x0000_s3102" name="" r:id="rId33" imgW="1396365" imgH="571500" progId="Equation.DSMT4">
                  <p:embed/>
                </p:oleObj>
              </mc:Choice>
              <mc:Fallback>
                <p:oleObj name="" r:id="rId33" imgW="1396365" imgH="571500" progId="Equation.DSMT4">
                  <p:embed/>
                  <p:pic>
                    <p:nvPicPr>
                      <p:cNvPr id="0" name="图片 3101"/>
                      <p:cNvPicPr/>
                      <p:nvPr/>
                    </p:nvPicPr>
                    <p:blipFill>
                      <a:blip r:embed="rId34"/>
                      <a:stretch>
                        <a:fillRect/>
                      </a:stretch>
                    </p:blipFill>
                    <p:spPr>
                      <a:xfrm>
                        <a:off x="395288" y="3213100"/>
                        <a:ext cx="3467100" cy="1414463"/>
                      </a:xfrm>
                      <a:prstGeom prst="rect">
                        <a:avLst/>
                      </a:prstGeom>
                      <a:noFill/>
                      <a:ln w="38100">
                        <a:noFill/>
                        <a:miter/>
                      </a:ln>
                    </p:spPr>
                  </p:pic>
                </p:oleObj>
              </mc:Fallback>
            </mc:AlternateContent>
          </a:graphicData>
        </a:graphic>
      </p:graphicFrame>
      <p:graphicFrame>
        <p:nvGraphicFramePr>
          <p:cNvPr id="23603" name="Object 51"/>
          <p:cNvGraphicFramePr/>
          <p:nvPr/>
        </p:nvGraphicFramePr>
        <p:xfrm>
          <a:off x="395288" y="4724400"/>
          <a:ext cx="5637212" cy="908050"/>
        </p:xfrm>
        <a:graphic>
          <a:graphicData uri="http://schemas.openxmlformats.org/presentationml/2006/ole">
            <mc:AlternateContent xmlns:mc="http://schemas.openxmlformats.org/markup-compatibility/2006">
              <mc:Choice xmlns:v="urn:schemas-microsoft-com:vml" Requires="v">
                <p:oleObj spid="_x0000_s3103" name="" r:id="rId35" imgW="2044065" imgH="330200" progId="Equation.3">
                  <p:embed/>
                </p:oleObj>
              </mc:Choice>
              <mc:Fallback>
                <p:oleObj name="" r:id="rId35" imgW="2044065" imgH="330200" progId="Equation.3">
                  <p:embed/>
                  <p:pic>
                    <p:nvPicPr>
                      <p:cNvPr id="0" name="图片 3102"/>
                      <p:cNvPicPr/>
                      <p:nvPr/>
                    </p:nvPicPr>
                    <p:blipFill>
                      <a:blip r:embed="rId36"/>
                      <a:stretch>
                        <a:fillRect/>
                      </a:stretch>
                    </p:blipFill>
                    <p:spPr>
                      <a:xfrm>
                        <a:off x="395288" y="4724400"/>
                        <a:ext cx="5637212" cy="908050"/>
                      </a:xfrm>
                      <a:prstGeom prst="rect">
                        <a:avLst/>
                      </a:prstGeom>
                      <a:noFill/>
                      <a:ln w="38100">
                        <a:noFill/>
                        <a:miter/>
                      </a:ln>
                    </p:spPr>
                  </p:pic>
                </p:oleObj>
              </mc:Fallback>
            </mc:AlternateContent>
          </a:graphicData>
        </a:graphic>
      </p:graphicFrame>
      <p:graphicFrame>
        <p:nvGraphicFramePr>
          <p:cNvPr id="23604" name="Object 52"/>
          <p:cNvGraphicFramePr/>
          <p:nvPr/>
        </p:nvGraphicFramePr>
        <p:xfrm>
          <a:off x="468313" y="5445125"/>
          <a:ext cx="2708275" cy="1230313"/>
        </p:xfrm>
        <a:graphic>
          <a:graphicData uri="http://schemas.openxmlformats.org/presentationml/2006/ole">
            <mc:AlternateContent xmlns:mc="http://schemas.openxmlformats.org/markup-compatibility/2006">
              <mc:Choice xmlns:v="urn:schemas-microsoft-com:vml" Requires="v">
                <p:oleObj spid="_x0000_s3101" name="" r:id="rId37" imgW="951865" imgH="431800" progId="Equation.3">
                  <p:embed/>
                </p:oleObj>
              </mc:Choice>
              <mc:Fallback>
                <p:oleObj name="" r:id="rId37" imgW="951865" imgH="431800" progId="Equation.3">
                  <p:embed/>
                  <p:pic>
                    <p:nvPicPr>
                      <p:cNvPr id="0" name="图片 3100"/>
                      <p:cNvPicPr/>
                      <p:nvPr/>
                    </p:nvPicPr>
                    <p:blipFill>
                      <a:blip r:embed="rId38"/>
                      <a:stretch>
                        <a:fillRect/>
                      </a:stretch>
                    </p:blipFill>
                    <p:spPr>
                      <a:xfrm>
                        <a:off x="468313" y="5445125"/>
                        <a:ext cx="2708275" cy="1230313"/>
                      </a:xfrm>
                      <a:prstGeom prst="rect">
                        <a:avLst/>
                      </a:prstGeom>
                      <a:noFill/>
                      <a:ln w="38100">
                        <a:noFill/>
                        <a:miter/>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blinds(horizontal)">
                                      <p:cBhvr>
                                        <p:cTn id="7" dur="500"/>
                                        <p:tgtEl>
                                          <p:spTgt spid="235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602"/>
                                        </p:tgtEl>
                                        <p:attrNameLst>
                                          <p:attrName>style.visibility</p:attrName>
                                        </p:attrNameLst>
                                      </p:cBhvr>
                                      <p:to>
                                        <p:strVal val="visible"/>
                                      </p:to>
                                    </p:set>
                                    <p:animEffect transition="in" filter="blinds(horizontal)">
                                      <p:cBhvr>
                                        <p:cTn id="22" dur="500"/>
                                        <p:tgtEl>
                                          <p:spTgt spid="2360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3603"/>
                                        </p:tgtEl>
                                        <p:attrNameLst>
                                          <p:attrName>style.visibility</p:attrName>
                                        </p:attrNameLst>
                                      </p:cBhvr>
                                      <p:to>
                                        <p:strVal val="visible"/>
                                      </p:to>
                                    </p:set>
                                    <p:animEffect transition="in" filter="blinds(horizontal)">
                                      <p:cBhvr>
                                        <p:cTn id="27" dur="500"/>
                                        <p:tgtEl>
                                          <p:spTgt spid="2360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3604"/>
                                        </p:tgtEl>
                                        <p:attrNameLst>
                                          <p:attrName>style.visibility</p:attrName>
                                        </p:attrNameLst>
                                      </p:cBhvr>
                                      <p:to>
                                        <p:strVal val="visible"/>
                                      </p:to>
                                    </p:set>
                                    <p:animEffect transition="in" filter="blinds(horizontal)">
                                      <p:cBhvr>
                                        <p:cTn id="32" dur="500"/>
                                        <p:tgtEl>
                                          <p:spTgt spid="23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AutoShape 3" descr="th1014a">
            <a:hlinkClick r:id="rId1"/>
          </p:cNvPr>
          <p:cNvSpPr>
            <a:spLocks noChangeAspect="1"/>
          </p:cNvSpPr>
          <p:nvPr/>
        </p:nvSpPr>
        <p:spPr>
          <a:xfrm>
            <a:off x="4419600" y="3276600"/>
            <a:ext cx="304800" cy="304800"/>
          </a:xfrm>
          <a:prstGeom prst="rect">
            <a:avLst/>
          </a:prstGeom>
          <a:noFill/>
          <a:ln w="9525">
            <a:noFill/>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9698" name="AutoShape 4" descr="th1014a">
            <a:hlinkClick r:id="rId1"/>
          </p:cNvPr>
          <p:cNvSpPr>
            <a:spLocks noChangeAspect="1"/>
          </p:cNvSpPr>
          <p:nvPr/>
        </p:nvSpPr>
        <p:spPr>
          <a:xfrm>
            <a:off x="4419600" y="3276600"/>
            <a:ext cx="304800" cy="304800"/>
          </a:xfrm>
          <a:prstGeom prst="rect">
            <a:avLst/>
          </a:prstGeom>
          <a:noFill/>
          <a:ln w="9525">
            <a:noFill/>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9699" name="Text Box 5"/>
          <p:cNvSpPr txBox="1"/>
          <p:nvPr/>
        </p:nvSpPr>
        <p:spPr>
          <a:xfrm>
            <a:off x="6500813" y="3500438"/>
            <a:ext cx="2643187" cy="830262"/>
          </a:xfrm>
          <a:prstGeom prst="rect">
            <a:avLst/>
          </a:prstGeom>
          <a:noFill/>
          <a:ln w="9525">
            <a:noFill/>
          </a:ln>
        </p:spPr>
        <p:txBody>
          <a:bodyPr anchor="t" anchorCtr="0">
            <a:spAutoFit/>
          </a:bodyPr>
          <a:p>
            <a:pPr>
              <a:lnSpc>
                <a:spcPct val="120000"/>
              </a:lnSpc>
            </a:pPr>
            <a:r>
              <a:rPr lang="zh-CN" altLang="en-US" sz="2000" b="1" dirty="0">
                <a:solidFill>
                  <a:srgbClr val="CC0000"/>
                </a:solidFill>
                <a:latin typeface="宋体" panose="02010600030101010101" pitchFamily="2" charset="-122"/>
                <a:ea typeface="宋体" panose="02010600030101010101" pitchFamily="2" charset="-122"/>
              </a:rPr>
              <a:t>高斯 </a:t>
            </a:r>
            <a:r>
              <a:rPr lang="en-US" altLang="zh-CN" sz="2000" b="1" dirty="0">
                <a:solidFill>
                  <a:srgbClr val="CC0000"/>
                </a:solidFill>
                <a:latin typeface="宋体" panose="02010600030101010101" pitchFamily="2" charset="-122"/>
                <a:ea typeface="宋体" panose="02010600030101010101" pitchFamily="2" charset="-122"/>
              </a:rPr>
              <a:t>(</a:t>
            </a:r>
            <a:r>
              <a:rPr lang="en-US" altLang="zh-CN" sz="2000" b="1" dirty="0">
                <a:solidFill>
                  <a:srgbClr val="CC0000"/>
                </a:solidFill>
                <a:latin typeface="Times New Roman" panose="02020603050405020304" pitchFamily="18" charset="0"/>
                <a:ea typeface="宋体" panose="02010600030101010101" pitchFamily="2" charset="-122"/>
              </a:rPr>
              <a:t>C.F.Gauss  1777</a:t>
            </a:r>
            <a:r>
              <a:rPr lang="en-US" altLang="zh-CN" sz="2000" b="1" dirty="0">
                <a:solidFill>
                  <a:srgbClr val="CC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b="1" dirty="0">
                <a:solidFill>
                  <a:srgbClr val="CC0000"/>
                </a:solidFill>
                <a:latin typeface="Times New Roman" panose="02020603050405020304" pitchFamily="18" charset="0"/>
                <a:ea typeface="宋体" panose="02010600030101010101" pitchFamily="2" charset="-122"/>
              </a:rPr>
              <a:t>1855</a:t>
            </a:r>
            <a:r>
              <a:rPr lang="zh-CN" altLang="en-US" sz="2000" b="1" dirty="0">
                <a:solidFill>
                  <a:srgbClr val="CC0000"/>
                </a:solidFill>
                <a:latin typeface="Times New Roman" panose="02020603050405020304" pitchFamily="18" charset="0"/>
                <a:ea typeface="宋体" panose="02010600030101010101" pitchFamily="2" charset="-122"/>
              </a:rPr>
              <a:t>）</a:t>
            </a:r>
            <a:endParaRPr lang="zh-CN" altLang="en-US" sz="2000" b="1" dirty="0">
              <a:solidFill>
                <a:srgbClr val="CC0000"/>
              </a:solidFill>
              <a:latin typeface="Times New Roman" panose="02020603050405020304" pitchFamily="18" charset="0"/>
              <a:ea typeface="宋体" panose="02010600030101010101" pitchFamily="2" charset="-122"/>
            </a:endParaRPr>
          </a:p>
        </p:txBody>
      </p:sp>
      <p:pic>
        <p:nvPicPr>
          <p:cNvPr id="29700" name="Picture 7" descr="gauss 2"/>
          <p:cNvPicPr>
            <a:picLocks noChangeAspect="1"/>
          </p:cNvPicPr>
          <p:nvPr/>
        </p:nvPicPr>
        <p:blipFill>
          <a:blip r:embed="rId2">
            <a:lum bright="17999"/>
          </a:blip>
          <a:stretch>
            <a:fillRect/>
          </a:stretch>
        </p:blipFill>
        <p:spPr>
          <a:xfrm>
            <a:off x="6858000" y="1000125"/>
            <a:ext cx="1857375" cy="2474913"/>
          </a:xfrm>
          <a:prstGeom prst="rect">
            <a:avLst/>
          </a:prstGeom>
          <a:noFill/>
          <a:ln w="9525">
            <a:noFill/>
          </a:ln>
        </p:spPr>
      </p:pic>
      <p:sp>
        <p:nvSpPr>
          <p:cNvPr id="29701" name="Rectangle 3"/>
          <p:cNvSpPr/>
          <p:nvPr/>
        </p:nvSpPr>
        <p:spPr>
          <a:xfrm>
            <a:off x="1214438" y="142875"/>
            <a:ext cx="2376487" cy="579438"/>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高斯定理</a:t>
            </a:r>
            <a:endParaRPr lang="zh-CN" altLang="en-US" sz="3200" b="1" dirty="0">
              <a:solidFill>
                <a:srgbClr val="A50021"/>
              </a:solidFill>
              <a:latin typeface="宋体" panose="02010600030101010101" pitchFamily="2" charset="-122"/>
              <a:ea typeface="宋体" panose="02010600030101010101" pitchFamily="2" charset="-122"/>
            </a:endParaRPr>
          </a:p>
        </p:txBody>
      </p:sp>
      <p:sp>
        <p:nvSpPr>
          <p:cNvPr id="11" name="Text Box 8"/>
          <p:cNvSpPr txBox="1"/>
          <p:nvPr/>
        </p:nvSpPr>
        <p:spPr>
          <a:xfrm>
            <a:off x="784225" y="2935288"/>
            <a:ext cx="5143500" cy="2160587"/>
          </a:xfrm>
          <a:prstGeom prst="rect">
            <a:avLst/>
          </a:prstGeom>
          <a:noFill/>
          <a:ln w="9525" cap="flat" cmpd="sng">
            <a:solidFill>
              <a:srgbClr val="002060"/>
            </a:solidFill>
            <a:prstDash val="solid"/>
            <a:miter/>
            <a:headEnd type="none" w="med" len="med"/>
            <a:tailEnd type="none" w="med" len="med"/>
          </a:ln>
        </p:spPr>
        <p:txBody>
          <a:bodyPr anchor="t" anchorCtr="0">
            <a:spAutoFit/>
          </a:bodyPr>
          <a:p>
            <a:pPr>
              <a:lnSpc>
                <a:spcPct val="120000"/>
              </a:lnSpc>
              <a:spcBef>
                <a:spcPct val="50000"/>
              </a:spcBef>
            </a:pPr>
            <a:r>
              <a:rPr lang="en-US" altLang="zh-CN" sz="2800" b="1" dirty="0">
                <a:solidFill>
                  <a:srgbClr val="FFFFCC"/>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在真空中，通过任一闭合曲面的电场强度通量等于该曲面所包围的所有电荷的代数和的</a:t>
            </a:r>
            <a:r>
              <a:rPr lang="en-US" altLang="zh-CN" sz="2800" b="1" dirty="0">
                <a:latin typeface="Times New Roman" panose="02020603050405020304" pitchFamily="18" charset="0"/>
                <a:ea typeface="宋体" panose="02010600030101010101" pitchFamily="2" charset="-122"/>
              </a:rPr>
              <a:t>1/</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baseline="-25000" dirty="0">
                <a:latin typeface="Times New Roman" panose="02020603050405020304" pitchFamily="18" charset="0"/>
                <a:ea typeface="宋体" panose="02010600030101010101" pitchFamily="2" charset="-122"/>
                <a:sym typeface="Symbol" panose="05050102010706020507" pitchFamily="18" charset="2"/>
              </a:rPr>
              <a:t>o</a:t>
            </a:r>
            <a:r>
              <a:rPr lang="zh-CN" altLang="en-US" sz="2800" b="1" dirty="0">
                <a:latin typeface="Times New Roman" panose="02020603050405020304" pitchFamily="18" charset="0"/>
                <a:ea typeface="宋体" panose="02010600030101010101" pitchFamily="2" charset="-122"/>
              </a:rPr>
              <a:t>倍</a:t>
            </a:r>
            <a:r>
              <a:rPr lang="en-US" altLang="zh-CN" sz="2800" b="1" dirty="0">
                <a:latin typeface="Times New Roman" panose="02020603050405020304" pitchFamily="18" charset="0"/>
                <a:ea typeface="宋体" panose="02010600030101010101" pitchFamily="2" charset="-122"/>
              </a:rPr>
              <a:t>.</a:t>
            </a:r>
            <a:endParaRPr lang="zh-CN" altLang="en-US" sz="2800" b="1" dirty="0">
              <a:latin typeface="Times New Roman" panose="02020603050405020304" pitchFamily="18" charset="0"/>
              <a:ea typeface="宋体" panose="02010600030101010101" pitchFamily="2" charset="-122"/>
            </a:endParaRPr>
          </a:p>
        </p:txBody>
      </p:sp>
      <p:graphicFrame>
        <p:nvGraphicFramePr>
          <p:cNvPr id="2" name="Object 10"/>
          <p:cNvGraphicFramePr/>
          <p:nvPr/>
        </p:nvGraphicFramePr>
        <p:xfrm>
          <a:off x="1021874" y="999966"/>
          <a:ext cx="4815840" cy="1297305"/>
        </p:xfrm>
        <a:graphic>
          <a:graphicData uri="http://schemas.openxmlformats.org/presentationml/2006/ole">
            <mc:AlternateContent xmlns:mc="http://schemas.openxmlformats.org/markup-compatibility/2006">
              <mc:Choice xmlns:v="urn:schemas-microsoft-com:vml" Requires="v">
                <p:oleObj spid="_x0000_s3113" name="" r:id="rId3" imgW="1473200" imgH="457200" progId="Equation.3">
                  <p:embed/>
                </p:oleObj>
              </mc:Choice>
              <mc:Fallback>
                <p:oleObj name="" r:id="rId3" imgW="1473200" imgH="457200" progId="Equation.3">
                  <p:embed/>
                  <p:pic>
                    <p:nvPicPr>
                      <p:cNvPr id="0" name="图片 3112"/>
                      <p:cNvPicPr/>
                      <p:nvPr/>
                    </p:nvPicPr>
                    <p:blipFill>
                      <a:blip r:embed="rId4"/>
                      <a:stretch>
                        <a:fillRect/>
                      </a:stretch>
                    </p:blipFill>
                    <p:spPr>
                      <a:xfrm>
                        <a:off x="1021874" y="999966"/>
                        <a:ext cx="4815840" cy="1297305"/>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sp>
        <p:nvSpPr>
          <p:cNvPr id="51204" name="文本框 51203"/>
          <p:cNvSpPr txBox="1"/>
          <p:nvPr/>
        </p:nvSpPr>
        <p:spPr>
          <a:xfrm>
            <a:off x="6380163" y="4330700"/>
            <a:ext cx="2616200" cy="1514475"/>
          </a:xfrm>
          <a:prstGeom prst="rect">
            <a:avLst/>
          </a:prstGeom>
          <a:noFill/>
          <a:ln w="9525">
            <a:noFill/>
          </a:ln>
          <a:effectLst>
            <a:outerShdw dist="17961" dir="2699999" algn="ctr" rotWithShape="0">
              <a:schemeClr val="bg1"/>
            </a:outerShdw>
          </a:effectLst>
        </p:spPr>
        <p:txBody>
          <a:bodyPr anchor="t" anchorCtr="0">
            <a:spAutoFit/>
          </a:bodyPr>
          <a:p>
            <a:pPr algn="just">
              <a:lnSpc>
                <a:spcPct val="103000"/>
              </a:lnSpc>
              <a:buClr>
                <a:schemeClr val="tx1"/>
              </a:buClr>
              <a:buFont typeface="Times New Roman" panose="02020603050405020304" pitchFamily="18" charset="0"/>
            </a:pPr>
            <a:r>
              <a:rPr lang="en-US" altLang="zh-CN" b="1"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高斯</a:t>
            </a:r>
            <a:r>
              <a:rPr lang="en-US" altLang="zh-CN"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黑体" panose="02010609060101010101" pitchFamily="49" charset="-122"/>
              </a:rPr>
              <a:t>德国物理学家和数学家</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高斯定理是静电场的一条基本定理</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也是电磁场理论的基本规律之一</a:t>
            </a:r>
            <a:r>
              <a:rPr lang="en-US" altLang="zh-CN" dirty="0">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p:txBody>
      </p:sp>
      <p:grpSp>
        <p:nvGrpSpPr>
          <p:cNvPr id="15" name="Group 13"/>
          <p:cNvGrpSpPr/>
          <p:nvPr/>
        </p:nvGrpSpPr>
        <p:grpSpPr bwMode="auto">
          <a:xfrm>
            <a:off x="683225" y="5373473"/>
            <a:ext cx="6119813" cy="1008063"/>
            <a:chOff x="748" y="3430"/>
            <a:chExt cx="3855" cy="635"/>
          </a:xfrm>
        </p:grpSpPr>
        <mc:AlternateContent xmlns:mc="http://schemas.openxmlformats.org/markup-compatibility/2006">
          <mc:Choice xmlns:a14="http://schemas.microsoft.com/office/drawing/2010/main" Requires="a14">
            <p:sp>
              <p:nvSpPr>
                <p:cNvPr id="16" name="Object 10"/>
                <p:cNvSpPr txBox="1"/>
                <p:nvPr>
                  <p:custDataLst>
                    <p:tags r:id="rId5"/>
                  </p:custDataLst>
                </p:nvPr>
              </p:nvSpPr>
              <p:spPr bwMode="auto">
                <a:xfrm>
                  <a:off x="748" y="3430"/>
                  <a:ext cx="597" cy="635"/>
                </a:xfrm>
                <a:prstGeom prst="rect">
                  <a:avLst/>
                </a:prstGeom>
                <a:noFill/>
              </p:spPr>
              <p:txBody>
                <a:bodyPr>
                  <a:normAutofit fontScale="92500"/>
                </a:bodyPr>
                <a:p>
                  <a14:m>
                    <m:oMathPara xmlns:m="http://schemas.openxmlformats.org/officeDocument/2006/math">
                      <m:oMathParaPr>
                        <m:jc m:val="left"/>
                      </m:oMathParaPr>
                      <m:oMath xmlns:m="http://schemas.openxmlformats.org/officeDocument/2006/math">
                        <m:nary>
                          <m:naryPr>
                            <m:chr m:val="∑"/>
                            <m:ctrlPr>
                              <a:rPr lang="zh-CN" altLang="en-US" sz="2400" i="1" smtClean="0">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𝑛</m:t>
                            </m:r>
                          </m:sup>
                          <m:e>
                            <m:sSubSup>
                              <m:sSubSupPr>
                                <m:ctrlPr>
                                  <a:rPr lang="en-US" altLang="zh-CN" sz="2400" i="1" smtClean="0">
                                    <a:solidFill>
                                      <a:srgbClr val="000000"/>
                                    </a:solidFill>
                                    <a:latin typeface="Cambria Math" panose="02040503050406030204" pitchFamily="18" charset="0"/>
                                  </a:rPr>
                                </m:ctrlPr>
                              </m:sSubSupPr>
                              <m:e>
                                <m:r>
                                  <a:rPr lang="en-US" altLang="zh-CN" sz="2400" b="0" i="1" smtClean="0">
                                    <a:solidFill>
                                      <a:srgbClr val="000000"/>
                                    </a:solidFill>
                                    <a:latin typeface="Cambria Math" panose="02040503050406030204" pitchFamily="18" charset="0"/>
                                  </a:rPr>
                                  <m:t>𝑞</m:t>
                                </m:r>
                              </m:e>
                              <m:sub>
                                <m:r>
                                  <a:rPr lang="en-US" altLang="zh-CN" sz="2400" b="0" i="1" smtClean="0">
                                    <a:solidFill>
                                      <a:srgbClr val="000000"/>
                                    </a:solidFill>
                                    <a:latin typeface="Cambria Math" panose="02040503050406030204" pitchFamily="18" charset="0"/>
                                  </a:rPr>
                                  <m:t>𝑖</m:t>
                                </m:r>
                              </m:sub>
                              <m:sup>
                                <m:r>
                                  <a:rPr lang="en-US" altLang="zh-CN" sz="2400" b="0" i="1" smtClean="0">
                                    <a:solidFill>
                                      <a:srgbClr val="000000"/>
                                    </a:solidFill>
                                    <a:latin typeface="Cambria Math" panose="02040503050406030204" pitchFamily="18" charset="0"/>
                                  </a:rPr>
                                  <m:t>𝑖𝑛</m:t>
                                </m:r>
                              </m:sup>
                            </m:sSubSup>
                          </m:e>
                        </m:nary>
                      </m:oMath>
                    </m:oMathPara>
                  </a14:m>
                  <a:endParaRPr lang="zh-CN" altLang="en-US" sz="2400" dirty="0"/>
                </a:p>
              </p:txBody>
            </p:sp>
          </mc:Choice>
          <mc:Fallback>
            <p:sp>
              <p:nvSpPr>
                <p:cNvPr id="16" name="Object 10"/>
                <p:cNvSpPr txBox="1">
                  <a:spLocks noRot="1" noChangeAspect="1" noMove="1" noResize="1" noEditPoints="1" noAdjustHandles="1" noChangeArrowheads="1" noChangeShapeType="1" noTextEdit="1"/>
                </p:cNvSpPr>
                <p:nvPr>
                  <p:custDataLst>
                    <p:tags r:id="rId6"/>
                  </p:custDataLst>
                </p:nvPr>
              </p:nvSpPr>
              <p:spPr bwMode="auto">
                <a:xfrm>
                  <a:off x="748" y="3430"/>
                  <a:ext cx="597" cy="635"/>
                </a:xfrm>
                <a:prstGeom prst="rect">
                  <a:avLst/>
                </a:prstGeom>
                <a:blipFill rotWithShape="1">
                  <a:blip r:embed="rId7"/>
                </a:blipFill>
              </p:spPr>
              <p:txBody>
                <a:bodyPr/>
                <a:lstStyle/>
                <a:p>
                  <a:r>
                    <a:rPr lang="zh-CN" altLang="en-US">
                      <a:noFill/>
                    </a:rPr>
                    <a:t> </a:t>
                  </a:r>
                </a:p>
              </p:txBody>
            </p:sp>
          </mc:Fallback>
        </mc:AlternateContent>
        <p:sp>
          <p:nvSpPr>
            <p:cNvPr id="17" name="Text Box 12"/>
            <p:cNvSpPr txBox="1">
              <a:spLocks noChangeArrowheads="1"/>
            </p:cNvSpPr>
            <p:nvPr>
              <p:custDataLst>
                <p:tags r:id="rId8"/>
              </p:custDataLst>
            </p:nvPr>
          </p:nvSpPr>
          <p:spPr bwMode="auto">
            <a:xfrm>
              <a:off x="1247" y="3612"/>
              <a:ext cx="33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800" b="0" dirty="0"/>
                <a:t>表示高斯面内所有电荷的代数和</a:t>
              </a:r>
              <a:r>
                <a:rPr lang="en-US" altLang="zh-CN" sz="2800" b="0" dirty="0"/>
                <a:t>.</a:t>
              </a:r>
              <a:endParaRPr lang="zh-CN" altLang="en-US" sz="2800" b="0" dirty="0"/>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000000"/>
                                          </p:val>
                                        </p:tav>
                                        <p:tav tm="100000">
                                          <p:val>
                                            <p:strVal val="#ppt_w"/>
                                          </p:val>
                                        </p:tav>
                                      </p:tavLst>
                                    </p:anim>
                                    <p:anim calcmode="lin" valueType="num">
                                      <p:cBhvr>
                                        <p:cTn id="13" dur="500" fill="hold"/>
                                        <p:tgtEl>
                                          <p:spTgt spid="11"/>
                                        </p:tgtEl>
                                        <p:attrNameLst>
                                          <p:attrName>ppt_h</p:attrName>
                                        </p:attrNameLst>
                                      </p:cBhvr>
                                      <p:tavLst>
                                        <p:tav tm="0">
                                          <p:val>
                                            <p:fltVal val="0.000000"/>
                                          </p:val>
                                        </p:tav>
                                        <p:tav tm="100000">
                                          <p:val>
                                            <p:strVal val="#ppt_h"/>
                                          </p:val>
                                        </p:tav>
                                      </p:tavLst>
                                    </p:anim>
                                    <p:anim calcmode="lin" valueType="num">
                                      <p:cBhvr>
                                        <p:cTn id="14" dur="500" fill="hold"/>
                                        <p:tgtEl>
                                          <p:spTgt spid="11"/>
                                        </p:tgtEl>
                                        <p:attrNameLst>
                                          <p:attrName>ppt_x</p:attrName>
                                        </p:attrNameLst>
                                      </p:cBhvr>
                                      <p:tavLst>
                                        <p:tav tm="0">
                                          <p:val>
                                            <p:fltVal val="0.500000"/>
                                          </p:val>
                                        </p:tav>
                                        <p:tav tm="100000">
                                          <p:val>
                                            <p:strVal val="#ppt_x"/>
                                          </p:val>
                                        </p:tav>
                                      </p:tavLst>
                                    </p:anim>
                                    <p:anim calcmode="lin" valueType="num">
                                      <p:cBhvr>
                                        <p:cTn id="15" dur="500" fill="hold"/>
                                        <p:tgtEl>
                                          <p:spTgt spid="11"/>
                                        </p:tgtEl>
                                        <p:attrNameLst>
                                          <p:attrName>ppt_y</p:attrName>
                                        </p:attrNameLst>
                                      </p:cBhvr>
                                      <p:tavLst>
                                        <p:tav tm="0">
                                          <p:val>
                                            <p:fltVal val="0.500000"/>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1204"/>
                                        </p:tgtEl>
                                        <p:attrNameLst>
                                          <p:attrName>style.visibility</p:attrName>
                                        </p:attrNameLst>
                                      </p:cBhvr>
                                      <p:to>
                                        <p:strVal val="visible"/>
                                      </p:to>
                                    </p:set>
                                    <p:animEffect transition="in" filter="blinds(horizontal)">
                                      <p:cBhvr>
                                        <p:cTn id="20" dur="500"/>
                                        <p:tgtEl>
                                          <p:spTgt spid="5120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51204"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p:nvPr/>
        </p:nvSpPr>
        <p:spPr>
          <a:xfrm>
            <a:off x="1214438" y="142875"/>
            <a:ext cx="2376487" cy="579438"/>
          </a:xfrm>
          <a:prstGeom prst="rect">
            <a:avLst/>
          </a:prstGeom>
          <a:noFill/>
          <a:ln w="9525">
            <a:noFill/>
          </a:ln>
        </p:spPr>
        <p:txBody>
          <a:bodyPr anchor="t" anchorCtr="0">
            <a:spAutoFit/>
          </a:bodyPr>
          <a:p>
            <a:r>
              <a:rPr lang="zh-CN" altLang="en-US" sz="3200" b="1" dirty="0">
                <a:solidFill>
                  <a:srgbClr val="CC0000"/>
                </a:solidFill>
                <a:latin typeface="宋体" panose="02010600030101010101" pitchFamily="2" charset="-122"/>
                <a:ea typeface="宋体" panose="02010600030101010101" pitchFamily="2" charset="-122"/>
              </a:rPr>
              <a:t>高斯定理</a:t>
            </a:r>
            <a:endParaRPr lang="zh-CN" altLang="en-US" sz="3200" b="1" dirty="0">
              <a:solidFill>
                <a:srgbClr val="A50021"/>
              </a:solidFill>
              <a:latin typeface="宋体" panose="02010600030101010101" pitchFamily="2" charset="-122"/>
              <a:ea typeface="宋体" panose="02010600030101010101" pitchFamily="2" charset="-122"/>
            </a:endParaRPr>
          </a:p>
        </p:txBody>
      </p:sp>
      <p:sp>
        <p:nvSpPr>
          <p:cNvPr id="58372" name="Rectangle 4"/>
          <p:cNvSpPr>
            <a:spLocks noChangeArrowheads="1"/>
          </p:cNvSpPr>
          <p:nvPr/>
        </p:nvSpPr>
        <p:spPr bwMode="auto">
          <a:xfrm>
            <a:off x="251143" y="1138555"/>
            <a:ext cx="3028950" cy="519113"/>
          </a:xfrm>
          <a:prstGeom prst="rect">
            <a:avLst/>
          </a:prstGeom>
          <a:noFill/>
          <a:ln w="9525">
            <a:noFill/>
            <a:miter lim="800000"/>
          </a:ln>
          <a:extLst>
            <a:ext uri="{909E8E84-426E-40DD-AFC4-6F175D3DCCD1}">
              <a14:hiddenFill xmlns:a14="http://schemas.microsoft.com/office/drawing/2010/main">
                <a:solidFill>
                  <a:schemeClr val="accent1">
                    <a:lumMod val="90000"/>
                  </a:schemeClr>
                </a:solidFill>
              </a14:hiddenFill>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1</a:t>
            </a:r>
            <a:r>
              <a:rPr kumimoji="0" lang="en-US" altLang="zh-CN" sz="2800" b="1" i="0" u="none" strike="noStrike" kern="1200" cap="none" spc="0" normalizeH="0" baseline="0" noProof="0" dirty="0">
                <a:ln>
                  <a:noFill/>
                </a:ln>
                <a:solidFill>
                  <a:srgbClr val="CC0000"/>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高斯定理的验证</a:t>
            </a:r>
            <a:endPar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grpSp>
        <p:nvGrpSpPr>
          <p:cNvPr id="2" name="Group 5"/>
          <p:cNvGrpSpPr/>
          <p:nvPr/>
        </p:nvGrpSpPr>
        <p:grpSpPr>
          <a:xfrm>
            <a:off x="5219700" y="3788093"/>
            <a:ext cx="1952625" cy="955675"/>
            <a:chOff x="4368" y="552"/>
            <a:chExt cx="1230" cy="602"/>
          </a:xfrm>
        </p:grpSpPr>
        <p:sp>
          <p:nvSpPr>
            <p:cNvPr id="31748" name="Rectangle 6"/>
            <p:cNvSpPr/>
            <p:nvPr/>
          </p:nvSpPr>
          <p:spPr>
            <a:xfrm>
              <a:off x="4896" y="552"/>
              <a:ext cx="702" cy="602"/>
            </a:xfrm>
            <a:prstGeom prst="rect">
              <a:avLst/>
            </a:prstGeom>
            <a:solidFill>
              <a:srgbClr val="F9F0FE"/>
            </a:solidFill>
            <a:ln w="9525" cap="flat" cmpd="sng">
              <a:solidFill>
                <a:srgbClr val="CC00CC"/>
              </a:solidFill>
              <a:prstDash val="solid"/>
              <a:miter/>
              <a:headEnd type="none" w="med" len="med"/>
              <a:tailEnd type="none" w="med" len="med"/>
            </a:ln>
          </p:spPr>
          <p:txBody>
            <a:bodyPr anchor="t" anchorCtr="0">
              <a:spAutoFit/>
            </a:bodyPr>
            <a:p>
              <a:pPr algn="ctr"/>
              <a:r>
                <a:rPr lang="zh-CN" altLang="en-US" sz="2800" b="1" dirty="0">
                  <a:latin typeface="宋体" panose="02010600030101010101" pitchFamily="2" charset="-122"/>
                  <a:ea typeface="宋体" panose="02010600030101010101" pitchFamily="2" charset="-122"/>
                </a:rPr>
                <a:t>高斯</a:t>
              </a:r>
              <a:endParaRPr lang="zh-CN" altLang="en-US" sz="2800" b="1" dirty="0">
                <a:latin typeface="宋体" panose="02010600030101010101" pitchFamily="2" charset="-122"/>
                <a:ea typeface="宋体" panose="02010600030101010101" pitchFamily="2" charset="-122"/>
              </a:endParaRPr>
            </a:p>
            <a:p>
              <a:pPr algn="ctr"/>
              <a:r>
                <a:rPr lang="zh-CN" altLang="en-US" sz="2800" b="1" dirty="0">
                  <a:latin typeface="宋体" panose="02010600030101010101" pitchFamily="2" charset="-122"/>
                  <a:ea typeface="宋体" panose="02010600030101010101" pitchFamily="2" charset="-122"/>
                </a:rPr>
                <a:t>定理</a:t>
              </a:r>
              <a:endParaRPr lang="zh-CN" altLang="en-US" sz="2800" b="1" dirty="0">
                <a:latin typeface="宋体" panose="02010600030101010101" pitchFamily="2" charset="-122"/>
                <a:ea typeface="宋体" panose="02010600030101010101" pitchFamily="2" charset="-122"/>
              </a:endParaRPr>
            </a:p>
          </p:txBody>
        </p:sp>
        <p:sp>
          <p:nvSpPr>
            <p:cNvPr id="31749" name="AutoShape 7"/>
            <p:cNvSpPr/>
            <p:nvPr/>
          </p:nvSpPr>
          <p:spPr>
            <a:xfrm>
              <a:off x="4368" y="681"/>
              <a:ext cx="432" cy="279"/>
            </a:xfrm>
            <a:prstGeom prst="notchedRightArrow">
              <a:avLst>
                <a:gd name="adj1" fmla="val 51972"/>
                <a:gd name="adj2" fmla="val 60415"/>
              </a:avLst>
            </a:prstGeom>
            <a:gradFill rotWithShape="0">
              <a:gsLst>
                <a:gs pos="0">
                  <a:schemeClr val="bg1"/>
                </a:gs>
                <a:gs pos="100000">
                  <a:srgbClr val="FF0000"/>
                </a:gs>
              </a:gsLst>
              <a:lin ang="0" scaled="1"/>
              <a:tileRect/>
            </a:gradFill>
            <a:ln w="38100" cap="flat" cmpd="sng">
              <a:solidFill>
                <a:srgbClr val="FF0000"/>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grpSp>
        <p:nvGrpSpPr>
          <p:cNvPr id="3" name="Group 8"/>
          <p:cNvGrpSpPr/>
          <p:nvPr/>
        </p:nvGrpSpPr>
        <p:grpSpPr>
          <a:xfrm>
            <a:off x="1547813" y="3643630"/>
            <a:ext cx="4114800" cy="1219200"/>
            <a:chOff x="2400" y="528"/>
            <a:chExt cx="2592" cy="768"/>
          </a:xfrm>
        </p:grpSpPr>
        <p:sp>
          <p:nvSpPr>
            <p:cNvPr id="31751" name="Text Box 9"/>
            <p:cNvSpPr txBox="1"/>
            <p:nvPr/>
          </p:nvSpPr>
          <p:spPr>
            <a:xfrm>
              <a:off x="2592" y="528"/>
              <a:ext cx="1392" cy="327"/>
            </a:xfrm>
            <a:prstGeom prst="rect">
              <a:avLst/>
            </a:prstGeom>
            <a:noFill/>
            <a:ln w="9525">
              <a:noFill/>
            </a:ln>
          </p:spPr>
          <p:txBody>
            <a:bodyPr anchor="t" anchorCtr="0">
              <a:spAutoFit/>
            </a:bodyPr>
            <a:p>
              <a:pPr>
                <a:spcBef>
                  <a:spcPct val="50000"/>
                </a:spcBef>
              </a:pPr>
              <a:r>
                <a:rPr lang="zh-CN" altLang="en-US" sz="2800" b="1" dirty="0">
                  <a:latin typeface="宋体" panose="02010600030101010101" pitchFamily="2" charset="-122"/>
                  <a:ea typeface="宋体" panose="02010600030101010101" pitchFamily="2" charset="-122"/>
                </a:rPr>
                <a:t>库仑定律</a:t>
              </a:r>
              <a:endParaRPr lang="zh-CN" altLang="en-US" sz="2800" b="1" dirty="0">
                <a:latin typeface="宋体" panose="02010600030101010101" pitchFamily="2" charset="-122"/>
                <a:ea typeface="宋体" panose="02010600030101010101" pitchFamily="2" charset="-122"/>
              </a:endParaRPr>
            </a:p>
          </p:txBody>
        </p:sp>
        <p:sp>
          <p:nvSpPr>
            <p:cNvPr id="31752" name="AutoShape 10"/>
            <p:cNvSpPr/>
            <p:nvPr/>
          </p:nvSpPr>
          <p:spPr>
            <a:xfrm>
              <a:off x="2400" y="681"/>
              <a:ext cx="144" cy="480"/>
            </a:xfrm>
            <a:prstGeom prst="leftBrace">
              <a:avLst>
                <a:gd name="adj1" fmla="val 27638"/>
                <a:gd name="adj2" fmla="val 50000"/>
              </a:avLst>
            </a:prstGeom>
            <a:noFill/>
            <a:ln w="28575" cap="flat" cmpd="sng">
              <a:solidFill>
                <a:srgbClr val="FF00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1753" name="Rectangle 11"/>
            <p:cNvSpPr/>
            <p:nvPr/>
          </p:nvSpPr>
          <p:spPr>
            <a:xfrm>
              <a:off x="2588" y="969"/>
              <a:ext cx="2404" cy="327"/>
            </a:xfrm>
            <a:prstGeom prst="rect">
              <a:avLst/>
            </a:prstGeom>
            <a:noFill/>
            <a:ln w="9525">
              <a:noFill/>
            </a:ln>
          </p:spPr>
          <p:txBody>
            <a:bodyPr anchor="t" anchorCtr="0">
              <a:spAutoFit/>
            </a:bodyPr>
            <a:p>
              <a:pPr>
                <a:spcBef>
                  <a:spcPct val="50000"/>
                </a:spcBef>
              </a:pPr>
              <a:r>
                <a:rPr lang="zh-CN" altLang="en-US" sz="2800" b="1" dirty="0">
                  <a:latin typeface="宋体" panose="02010600030101010101" pitchFamily="2" charset="-122"/>
                  <a:ea typeface="宋体" panose="02010600030101010101" pitchFamily="2" charset="-122"/>
                </a:rPr>
                <a:t>电场强度叠加原理</a:t>
              </a:r>
              <a:endParaRPr lang="zh-CN" altLang="en-US" sz="2800" b="1" dirty="0">
                <a:latin typeface="宋体" panose="02010600030101010101" pitchFamily="2" charset="-122"/>
                <a:ea typeface="宋体" panose="02010600030101010101" pitchFamily="2" charset="-122"/>
              </a:endParaRPr>
            </a:p>
          </p:txBody>
        </p:sp>
      </p:grpSp>
      <p:sp>
        <p:nvSpPr>
          <p:cNvPr id="17" name="Text Box 2"/>
          <p:cNvSpPr txBox="1"/>
          <p:nvPr/>
        </p:nvSpPr>
        <p:spPr>
          <a:xfrm>
            <a:off x="1000125" y="2073593"/>
            <a:ext cx="7391400" cy="1260475"/>
          </a:xfrm>
          <a:prstGeom prst="rect">
            <a:avLst/>
          </a:prstGeom>
          <a:noFill/>
          <a:ln w="9525">
            <a:noFill/>
          </a:ln>
        </p:spPr>
        <p:txBody>
          <a:bodyPr anchor="t" anchorCtr="0">
            <a:spAutoFit/>
          </a:bodyPr>
          <a:p>
            <a:pPr>
              <a:lnSpc>
                <a:spcPct val="125000"/>
              </a:lnSpc>
            </a:pPr>
            <a:r>
              <a:rPr lang="zh-CN" altLang="en-US" sz="3200" b="1" dirty="0">
                <a:latin typeface="Times New Roman" panose="02020603050405020304" pitchFamily="18" charset="0"/>
                <a:ea typeface="宋体" panose="02010600030101010101" pitchFamily="2" charset="-122"/>
              </a:rPr>
              <a:t>在点电荷</a:t>
            </a:r>
            <a:r>
              <a:rPr lang="en-US" altLang="zh-CN" sz="3200" i="1" dirty="0">
                <a:latin typeface="Times New Roman" panose="02020603050405020304" pitchFamily="18" charset="0"/>
                <a:ea typeface="宋体" panose="02010600030101010101" pitchFamily="2" charset="-122"/>
              </a:rPr>
              <a:t>q</a:t>
            </a:r>
            <a:r>
              <a:rPr lang="zh-CN" altLang="en-US" sz="3200" b="1" dirty="0">
                <a:latin typeface="Times New Roman" panose="02020603050405020304" pitchFamily="18" charset="0"/>
                <a:ea typeface="宋体" panose="02010600030101010101" pitchFamily="2" charset="-122"/>
              </a:rPr>
              <a:t>的电场中，通过电通量，验证高斯定理</a:t>
            </a:r>
            <a:r>
              <a:rPr lang="en-US" altLang="zh-CN" sz="3200" b="1" dirty="0">
                <a:latin typeface="Times New Roman" panose="02020603050405020304" pitchFamily="18" charset="0"/>
                <a:ea typeface="宋体" panose="02010600030101010101" pitchFamily="2" charset="-122"/>
              </a:rPr>
              <a:t>.</a:t>
            </a:r>
            <a:endParaRPr lang="en-US" altLang="zh-CN" sz="3200" i="1" u="sng" dirty="0">
              <a:latin typeface="Times New Roman" panose="02020603050405020304" pitchFamily="18" charset="0"/>
              <a:ea typeface="宋体" panose="02010600030101010101" pitchFamily="2" charset="-122"/>
            </a:endParaRPr>
          </a:p>
        </p:txBody>
      </p:sp>
      <p:sp>
        <p:nvSpPr>
          <p:cNvPr id="12" name="Rectangle 14"/>
          <p:cNvSpPr/>
          <p:nvPr/>
        </p:nvSpPr>
        <p:spPr>
          <a:xfrm>
            <a:off x="395288" y="5154930"/>
            <a:ext cx="8351837" cy="1260475"/>
          </a:xfrm>
          <a:prstGeom prst="rect">
            <a:avLst/>
          </a:prstGeom>
          <a:noFill/>
          <a:ln w="9525">
            <a:noFill/>
          </a:ln>
        </p:spPr>
        <p:txBody>
          <a:bodyPr anchor="t" anchorCtr="0">
            <a:spAutoFit/>
          </a:bodyPr>
          <a:p>
            <a:pPr>
              <a:lnSpc>
                <a:spcPct val="120000"/>
              </a:lnSpc>
            </a:pPr>
            <a:r>
              <a:rPr lang="zh-CN" altLang="en-US" sz="3200" b="1" dirty="0">
                <a:latin typeface="Arial" panose="020B0604020202020204" pitchFamily="34" charset="0"/>
                <a:ea typeface="宋体" panose="02010600030101010101" pitchFamily="2" charset="-122"/>
              </a:rPr>
              <a:t>步骤：先证明点电荷的场</a:t>
            </a:r>
            <a:r>
              <a:rPr lang="en-US" altLang="zh-CN" sz="3200" b="1"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然后推广至一般</a:t>
            </a:r>
            <a:endParaRPr lang="zh-CN" altLang="en-US" sz="3200" b="1" dirty="0">
              <a:latin typeface="Arial" panose="020B0604020202020204" pitchFamily="34" charset="0"/>
              <a:ea typeface="宋体" panose="02010600030101010101" pitchFamily="2" charset="-122"/>
            </a:endParaRPr>
          </a:p>
          <a:p>
            <a:pPr>
              <a:lnSpc>
                <a:spcPct val="120000"/>
              </a:lnSpc>
            </a:pPr>
            <a:r>
              <a:rPr lang="zh-CN" altLang="en-US" sz="3200" b="1" dirty="0">
                <a:latin typeface="Arial" panose="020B0604020202020204" pitchFamily="34" charset="0"/>
                <a:ea typeface="宋体" panose="02010600030101010101" pitchFamily="2" charset="-122"/>
              </a:rPr>
              <a:t>           电荷分布的场</a:t>
            </a:r>
            <a:endParaRPr lang="zh-CN" altLang="en-US" sz="3200" b="1" dirty="0">
              <a:latin typeface="Arial" panose="020B0604020202020204" pitchFamily="34" charset="0"/>
              <a:ea typeface="宋体" panose="02010600030101010101" pitchFamily="2" charset="-122"/>
            </a:endParaRPr>
          </a:p>
        </p:txBody>
      </p:sp>
      <p:graphicFrame>
        <p:nvGraphicFramePr>
          <p:cNvPr id="14" name="Object 10"/>
          <p:cNvGraphicFramePr/>
          <p:nvPr>
            <p:custDataLst>
              <p:tags r:id="rId1"/>
            </p:custDataLst>
          </p:nvPr>
        </p:nvGraphicFramePr>
        <p:xfrm>
          <a:off x="3851990" y="980538"/>
          <a:ext cx="3947169" cy="982203"/>
        </p:xfrm>
        <a:graphic>
          <a:graphicData uri="http://schemas.openxmlformats.org/presentationml/2006/ole">
            <mc:AlternateContent xmlns:mc="http://schemas.openxmlformats.org/markup-compatibility/2006">
              <mc:Choice xmlns:v="urn:schemas-microsoft-com:vml" Requires="v">
                <p:oleObj spid="_x0000_s7169" name="" r:id="rId2" imgW="35356800" imgH="10972800" progId="Equation.3">
                  <p:embed/>
                </p:oleObj>
              </mc:Choice>
              <mc:Fallback>
                <p:oleObj name="" r:id="rId2" imgW="35356800" imgH="10972800" progId="Equation.3">
                  <p:embed/>
                  <p:pic>
                    <p:nvPicPr>
                      <p:cNvPr id="0" name="图片 7168" descr="image48"/>
                      <p:cNvPicPr/>
                      <p:nvPr/>
                    </p:nvPicPr>
                    <p:blipFill>
                      <a:blip r:embed="rId3"/>
                      <a:stretch>
                        <a:fillRect/>
                      </a:stretch>
                    </p:blipFill>
                    <p:spPr>
                      <a:xfrm>
                        <a:off x="3851990" y="980538"/>
                        <a:ext cx="3947169" cy="982203"/>
                      </a:xfrm>
                      <a:prstGeom prst="rect">
                        <a:avLst/>
                      </a:prstGeom>
                      <a:gradFill rotWithShape="0">
                        <a:gsLst>
                          <a:gs pos="0">
                            <a:srgbClr val="C8E6E8"/>
                          </a:gs>
                          <a:gs pos="50000">
                            <a:srgbClr val="FFFFFF"/>
                          </a:gs>
                          <a:gs pos="100000">
                            <a:srgbClr val="C8E6E8"/>
                          </a:gs>
                        </a:gsLst>
                        <a:lin ang="5400000" scaled="1"/>
                        <a:tileRect/>
                      </a:gradFill>
                      <a:ln w="12700" cap="flat" cmpd="sng">
                        <a:solidFill>
                          <a:srgbClr val="000000"/>
                        </a:solidFill>
                        <a:prstDash val="solid"/>
                        <a:miter/>
                        <a:headEnd type="none" w="med" len="med"/>
                        <a:tailEnd type="none" w="med" len="med"/>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ppt_w/2"/>
                                          </p:val>
                                        </p:tav>
                                        <p:tav tm="100000">
                                          <p:val>
                                            <p:strVal val="#ppt_x"/>
                                          </p:val>
                                        </p:tav>
                                      </p:tavLst>
                                    </p:anim>
                                    <p:anim calcmode="lin" valueType="num">
                                      <p:cBhvr>
                                        <p:cTn id="18" dur="500" fill="hold"/>
                                        <p:tgtEl>
                                          <p:spTgt spid="2"/>
                                        </p:tgtEl>
                                        <p:attrNameLst>
                                          <p:attrName>ppt_y</p:attrName>
                                        </p:attrNameLst>
                                      </p:cBhvr>
                                      <p:tavLst>
                                        <p:tav tm="0">
                                          <p:val>
                                            <p:strVal val="#ppt_y"/>
                                          </p:val>
                                        </p:tav>
                                        <p:tav tm="100000">
                                          <p:val>
                                            <p:strVal val="#ppt_y"/>
                                          </p:val>
                                        </p:tav>
                                      </p:tavLst>
                                    </p:anim>
                                    <p:anim calcmode="lin" valueType="num">
                                      <p:cBhvr>
                                        <p:cTn id="19" dur="500" fill="hold"/>
                                        <p:tgtEl>
                                          <p:spTgt spid="2"/>
                                        </p:tgtEl>
                                        <p:attrNameLst>
                                          <p:attrName>ppt_w</p:attrName>
                                        </p:attrNameLst>
                                      </p:cBhvr>
                                      <p:tavLst>
                                        <p:tav tm="0">
                                          <p:val>
                                            <p:fltVal val="0.000000"/>
                                          </p:val>
                                        </p:tav>
                                        <p:tav tm="100000">
                                          <p:val>
                                            <p:strVal val="#ppt_w"/>
                                          </p:val>
                                        </p:tav>
                                      </p:tavLst>
                                    </p:anim>
                                    <p:anim calcmode="lin" valueType="num">
                                      <p:cBhvr>
                                        <p:cTn id="2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p:nvPr/>
        </p:nvSpPr>
        <p:spPr>
          <a:xfrm>
            <a:off x="4932363" y="836613"/>
            <a:ext cx="3886200" cy="38862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2770" name="Oval 3"/>
          <p:cNvSpPr/>
          <p:nvPr/>
        </p:nvSpPr>
        <p:spPr>
          <a:xfrm>
            <a:off x="5540375" y="1600200"/>
            <a:ext cx="2590800" cy="2513013"/>
          </a:xfrm>
          <a:prstGeom prst="ellipse">
            <a:avLst/>
          </a:prstGeom>
          <a:gradFill rotWithShape="0">
            <a:gsLst>
              <a:gs pos="0">
                <a:schemeClr val="bg1"/>
              </a:gs>
              <a:gs pos="100000">
                <a:srgbClr val="66CCFF"/>
              </a:gs>
            </a:gsLst>
            <a:path path="shape">
              <a:fillToRect l="50000" t="50000" r="50000" b="50000"/>
            </a:path>
            <a:tileRect/>
          </a:gradFill>
          <a:ln w="19050">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32771" name="Group 4"/>
          <p:cNvGrpSpPr/>
          <p:nvPr/>
        </p:nvGrpSpPr>
        <p:grpSpPr>
          <a:xfrm>
            <a:off x="5173663" y="1141413"/>
            <a:ext cx="3429000" cy="3276600"/>
            <a:chOff x="432" y="1920"/>
            <a:chExt cx="2160" cy="2064"/>
          </a:xfrm>
        </p:grpSpPr>
        <p:grpSp>
          <p:nvGrpSpPr>
            <p:cNvPr id="32772" name="Group 5"/>
            <p:cNvGrpSpPr/>
            <p:nvPr/>
          </p:nvGrpSpPr>
          <p:grpSpPr>
            <a:xfrm>
              <a:off x="432" y="2963"/>
              <a:ext cx="2160" cy="57"/>
              <a:chOff x="3129" y="2700"/>
              <a:chExt cx="2448" cy="68"/>
            </a:xfrm>
          </p:grpSpPr>
          <p:sp>
            <p:nvSpPr>
              <p:cNvPr id="32773" name="Line 6"/>
              <p:cNvSpPr/>
              <p:nvPr/>
            </p:nvSpPr>
            <p:spPr>
              <a:xfrm flipH="1">
                <a:off x="3195" y="2734"/>
                <a:ext cx="2316" cy="1"/>
              </a:xfrm>
              <a:prstGeom prst="line">
                <a:avLst/>
              </a:prstGeom>
              <a:ln w="12700" cap="flat" cmpd="sng">
                <a:solidFill>
                  <a:srgbClr val="FF0000"/>
                </a:solidFill>
                <a:prstDash val="solid"/>
                <a:round/>
                <a:headEnd type="none" w="med" len="med"/>
                <a:tailEnd type="none" w="med" len="med"/>
              </a:ln>
            </p:spPr>
          </p:sp>
          <p:sp>
            <p:nvSpPr>
              <p:cNvPr id="32774" name="Freeform 7"/>
              <p:cNvSpPr/>
              <p:nvPr/>
            </p:nvSpPr>
            <p:spPr>
              <a:xfrm>
                <a:off x="5478" y="2701"/>
                <a:ext cx="99" cy="67"/>
              </a:xfrm>
              <a:custGeom>
                <a:avLst/>
                <a:gdLst/>
                <a:ahLst/>
                <a:cxnLst>
                  <a:cxn ang="0">
                    <a:pos x="0" y="67"/>
                  </a:cxn>
                  <a:cxn ang="0">
                    <a:pos x="99" y="33"/>
                  </a:cxn>
                  <a:cxn ang="0">
                    <a:pos x="0" y="0"/>
                  </a:cxn>
                  <a:cxn ang="0">
                    <a:pos x="31" y="33"/>
                  </a:cxn>
                  <a:cxn ang="0">
                    <a:pos x="0" y="67"/>
                  </a:cxn>
                </a:cxnLst>
                <a:pathLst>
                  <a:path w="99" h="67">
                    <a:moveTo>
                      <a:pt x="0" y="67"/>
                    </a:moveTo>
                    <a:lnTo>
                      <a:pt x="99" y="33"/>
                    </a:lnTo>
                    <a:lnTo>
                      <a:pt x="0" y="0"/>
                    </a:lnTo>
                    <a:lnTo>
                      <a:pt x="31" y="33"/>
                    </a:lnTo>
                    <a:lnTo>
                      <a:pt x="0" y="67"/>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75" name="Freeform 8"/>
              <p:cNvSpPr/>
              <p:nvPr/>
            </p:nvSpPr>
            <p:spPr>
              <a:xfrm>
                <a:off x="3129" y="2700"/>
                <a:ext cx="99" cy="67"/>
              </a:xfrm>
              <a:custGeom>
                <a:avLst/>
                <a:gdLst/>
                <a:ahLst/>
                <a:cxnLst>
                  <a:cxn ang="0">
                    <a:pos x="99" y="0"/>
                  </a:cxn>
                  <a:cxn ang="0">
                    <a:pos x="0" y="34"/>
                  </a:cxn>
                  <a:cxn ang="0">
                    <a:pos x="99" y="67"/>
                  </a:cxn>
                  <a:cxn ang="0">
                    <a:pos x="68" y="34"/>
                  </a:cxn>
                  <a:cxn ang="0">
                    <a:pos x="99" y="0"/>
                  </a:cxn>
                </a:cxnLst>
                <a:pathLst>
                  <a:path w="99" h="67">
                    <a:moveTo>
                      <a:pt x="99" y="0"/>
                    </a:moveTo>
                    <a:lnTo>
                      <a:pt x="0" y="34"/>
                    </a:lnTo>
                    <a:lnTo>
                      <a:pt x="99" y="67"/>
                    </a:lnTo>
                    <a:lnTo>
                      <a:pt x="68" y="34"/>
                    </a:lnTo>
                    <a:lnTo>
                      <a:pt x="99"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776" name="Group 9"/>
            <p:cNvGrpSpPr/>
            <p:nvPr/>
          </p:nvGrpSpPr>
          <p:grpSpPr>
            <a:xfrm>
              <a:off x="474" y="2605"/>
              <a:ext cx="2003" cy="774"/>
              <a:chOff x="3170" y="2275"/>
              <a:chExt cx="2270" cy="918"/>
            </a:xfrm>
          </p:grpSpPr>
          <p:sp>
            <p:nvSpPr>
              <p:cNvPr id="32777" name="Line 10"/>
              <p:cNvSpPr/>
              <p:nvPr/>
            </p:nvSpPr>
            <p:spPr>
              <a:xfrm flipH="1" flipV="1">
                <a:off x="3231" y="2300"/>
                <a:ext cx="2148" cy="868"/>
              </a:xfrm>
              <a:prstGeom prst="line">
                <a:avLst/>
              </a:prstGeom>
              <a:ln w="12700" cap="flat" cmpd="sng">
                <a:solidFill>
                  <a:srgbClr val="FF0000"/>
                </a:solidFill>
                <a:prstDash val="solid"/>
                <a:round/>
                <a:headEnd type="none" w="med" len="med"/>
                <a:tailEnd type="none" w="med" len="med"/>
              </a:ln>
            </p:spPr>
          </p:sp>
          <p:sp>
            <p:nvSpPr>
              <p:cNvPr id="32778" name="Freeform 11"/>
              <p:cNvSpPr/>
              <p:nvPr/>
            </p:nvSpPr>
            <p:spPr>
              <a:xfrm>
                <a:off x="5335" y="3126"/>
                <a:ext cx="105" cy="67"/>
              </a:xfrm>
              <a:custGeom>
                <a:avLst/>
                <a:gdLst/>
                <a:ahLst/>
                <a:cxnLst>
                  <a:cxn ang="0">
                    <a:pos x="0" y="62"/>
                  </a:cxn>
                  <a:cxn ang="0">
                    <a:pos x="105" y="67"/>
                  </a:cxn>
                  <a:cxn ang="0">
                    <a:pos x="25" y="0"/>
                  </a:cxn>
                  <a:cxn ang="0">
                    <a:pos x="42" y="42"/>
                  </a:cxn>
                  <a:cxn ang="0">
                    <a:pos x="0" y="62"/>
                  </a:cxn>
                </a:cxnLst>
                <a:pathLst>
                  <a:path w="105" h="67">
                    <a:moveTo>
                      <a:pt x="0" y="62"/>
                    </a:moveTo>
                    <a:lnTo>
                      <a:pt x="105" y="67"/>
                    </a:lnTo>
                    <a:lnTo>
                      <a:pt x="25" y="0"/>
                    </a:lnTo>
                    <a:lnTo>
                      <a:pt x="42" y="42"/>
                    </a:lnTo>
                    <a:lnTo>
                      <a:pt x="0" y="62"/>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79" name="Freeform 12"/>
              <p:cNvSpPr/>
              <p:nvPr/>
            </p:nvSpPr>
            <p:spPr>
              <a:xfrm>
                <a:off x="3170" y="2275"/>
                <a:ext cx="105" cy="67"/>
              </a:xfrm>
              <a:custGeom>
                <a:avLst/>
                <a:gdLst/>
                <a:ahLst/>
                <a:cxnLst>
                  <a:cxn ang="0">
                    <a:pos x="105" y="5"/>
                  </a:cxn>
                  <a:cxn ang="0">
                    <a:pos x="0" y="0"/>
                  </a:cxn>
                  <a:cxn ang="0">
                    <a:pos x="80" y="67"/>
                  </a:cxn>
                  <a:cxn ang="0">
                    <a:pos x="63" y="25"/>
                  </a:cxn>
                  <a:cxn ang="0">
                    <a:pos x="105" y="5"/>
                  </a:cxn>
                </a:cxnLst>
                <a:pathLst>
                  <a:path w="105" h="67">
                    <a:moveTo>
                      <a:pt x="105" y="5"/>
                    </a:moveTo>
                    <a:lnTo>
                      <a:pt x="0" y="0"/>
                    </a:lnTo>
                    <a:lnTo>
                      <a:pt x="80" y="67"/>
                    </a:lnTo>
                    <a:lnTo>
                      <a:pt x="63" y="25"/>
                    </a:lnTo>
                    <a:lnTo>
                      <a:pt x="105" y="5"/>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780" name="Group 13"/>
            <p:cNvGrpSpPr/>
            <p:nvPr/>
          </p:nvGrpSpPr>
          <p:grpSpPr>
            <a:xfrm>
              <a:off x="686" y="2276"/>
              <a:ext cx="1581" cy="1424"/>
              <a:chOff x="3425" y="1885"/>
              <a:chExt cx="1792" cy="1689"/>
            </a:xfrm>
          </p:grpSpPr>
          <p:sp>
            <p:nvSpPr>
              <p:cNvPr id="32781" name="Line 14"/>
              <p:cNvSpPr/>
              <p:nvPr/>
            </p:nvSpPr>
            <p:spPr>
              <a:xfrm flipH="1" flipV="1">
                <a:off x="3472" y="1930"/>
                <a:ext cx="1698" cy="1599"/>
              </a:xfrm>
              <a:prstGeom prst="line">
                <a:avLst/>
              </a:prstGeom>
              <a:ln w="12700" cap="flat" cmpd="sng">
                <a:solidFill>
                  <a:srgbClr val="FF0000"/>
                </a:solidFill>
                <a:prstDash val="solid"/>
                <a:round/>
                <a:headEnd type="none" w="med" len="med"/>
                <a:tailEnd type="none" w="med" len="med"/>
              </a:ln>
            </p:spPr>
          </p:sp>
          <p:sp>
            <p:nvSpPr>
              <p:cNvPr id="32782" name="Freeform 15"/>
              <p:cNvSpPr/>
              <p:nvPr/>
            </p:nvSpPr>
            <p:spPr>
              <a:xfrm>
                <a:off x="5122" y="3482"/>
                <a:ext cx="95" cy="92"/>
              </a:xfrm>
              <a:custGeom>
                <a:avLst/>
                <a:gdLst/>
                <a:ahLst/>
                <a:cxnLst>
                  <a:cxn ang="0">
                    <a:pos x="0" y="48"/>
                  </a:cxn>
                  <a:cxn ang="0">
                    <a:pos x="95" y="92"/>
                  </a:cxn>
                  <a:cxn ang="0">
                    <a:pos x="46" y="0"/>
                  </a:cxn>
                  <a:cxn ang="0">
                    <a:pos x="46" y="45"/>
                  </a:cxn>
                  <a:cxn ang="0">
                    <a:pos x="0" y="48"/>
                  </a:cxn>
                </a:cxnLst>
                <a:pathLst>
                  <a:path w="95" h="92">
                    <a:moveTo>
                      <a:pt x="0" y="48"/>
                    </a:moveTo>
                    <a:lnTo>
                      <a:pt x="95" y="92"/>
                    </a:lnTo>
                    <a:lnTo>
                      <a:pt x="46" y="0"/>
                    </a:lnTo>
                    <a:lnTo>
                      <a:pt x="46" y="45"/>
                    </a:lnTo>
                    <a:lnTo>
                      <a:pt x="0" y="48"/>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83" name="Freeform 16"/>
              <p:cNvSpPr/>
              <p:nvPr/>
            </p:nvSpPr>
            <p:spPr>
              <a:xfrm>
                <a:off x="3425" y="1885"/>
                <a:ext cx="95" cy="92"/>
              </a:xfrm>
              <a:custGeom>
                <a:avLst/>
                <a:gdLst/>
                <a:ahLst/>
                <a:cxnLst>
                  <a:cxn ang="0">
                    <a:pos x="95" y="44"/>
                  </a:cxn>
                  <a:cxn ang="0">
                    <a:pos x="0" y="0"/>
                  </a:cxn>
                  <a:cxn ang="0">
                    <a:pos x="49" y="92"/>
                  </a:cxn>
                  <a:cxn ang="0">
                    <a:pos x="49" y="47"/>
                  </a:cxn>
                  <a:cxn ang="0">
                    <a:pos x="95" y="44"/>
                  </a:cxn>
                </a:cxnLst>
                <a:pathLst>
                  <a:path w="95" h="92">
                    <a:moveTo>
                      <a:pt x="95" y="44"/>
                    </a:moveTo>
                    <a:lnTo>
                      <a:pt x="0" y="0"/>
                    </a:lnTo>
                    <a:lnTo>
                      <a:pt x="49" y="92"/>
                    </a:lnTo>
                    <a:lnTo>
                      <a:pt x="49" y="47"/>
                    </a:lnTo>
                    <a:lnTo>
                      <a:pt x="95" y="44"/>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784" name="Group 17"/>
            <p:cNvGrpSpPr/>
            <p:nvPr/>
          </p:nvGrpSpPr>
          <p:grpSpPr>
            <a:xfrm>
              <a:off x="1073" y="2018"/>
              <a:ext cx="854" cy="1876"/>
              <a:chOff x="3855" y="1579"/>
              <a:chExt cx="968" cy="2225"/>
            </a:xfrm>
          </p:grpSpPr>
          <p:sp>
            <p:nvSpPr>
              <p:cNvPr id="32785" name="Line 18"/>
              <p:cNvSpPr/>
              <p:nvPr/>
            </p:nvSpPr>
            <p:spPr>
              <a:xfrm flipH="1">
                <a:off x="3882" y="1639"/>
                <a:ext cx="914" cy="2105"/>
              </a:xfrm>
              <a:prstGeom prst="line">
                <a:avLst/>
              </a:prstGeom>
              <a:ln w="12700" cap="flat" cmpd="sng">
                <a:solidFill>
                  <a:srgbClr val="FF0000"/>
                </a:solidFill>
                <a:prstDash val="solid"/>
                <a:round/>
                <a:headEnd type="none" w="med" len="med"/>
                <a:tailEnd type="none" w="med" len="med"/>
              </a:ln>
            </p:spPr>
          </p:sp>
          <p:sp>
            <p:nvSpPr>
              <p:cNvPr id="32786" name="Freeform 19"/>
              <p:cNvSpPr/>
              <p:nvPr/>
            </p:nvSpPr>
            <p:spPr>
              <a:xfrm>
                <a:off x="4753" y="1579"/>
                <a:ext cx="70" cy="104"/>
              </a:xfrm>
              <a:custGeom>
                <a:avLst/>
                <a:gdLst/>
                <a:ahLst/>
                <a:cxnLst>
                  <a:cxn ang="0">
                    <a:pos x="62" y="104"/>
                  </a:cxn>
                  <a:cxn ang="0">
                    <a:pos x="70" y="0"/>
                  </a:cxn>
                  <a:cxn ang="0">
                    <a:pos x="0" y="78"/>
                  </a:cxn>
                  <a:cxn ang="0">
                    <a:pos x="43" y="62"/>
                  </a:cxn>
                  <a:cxn ang="0">
                    <a:pos x="62" y="104"/>
                  </a:cxn>
                </a:cxnLst>
                <a:pathLst>
                  <a:path w="70" h="104">
                    <a:moveTo>
                      <a:pt x="62" y="104"/>
                    </a:moveTo>
                    <a:lnTo>
                      <a:pt x="70" y="0"/>
                    </a:lnTo>
                    <a:lnTo>
                      <a:pt x="0" y="78"/>
                    </a:lnTo>
                    <a:lnTo>
                      <a:pt x="43" y="62"/>
                    </a:lnTo>
                    <a:lnTo>
                      <a:pt x="62" y="104"/>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87" name="Freeform 20"/>
              <p:cNvSpPr/>
              <p:nvPr/>
            </p:nvSpPr>
            <p:spPr>
              <a:xfrm>
                <a:off x="3855" y="3700"/>
                <a:ext cx="70" cy="104"/>
              </a:xfrm>
              <a:custGeom>
                <a:avLst/>
                <a:gdLst/>
                <a:ahLst/>
                <a:cxnLst>
                  <a:cxn ang="0">
                    <a:pos x="8" y="0"/>
                  </a:cxn>
                  <a:cxn ang="0">
                    <a:pos x="0" y="104"/>
                  </a:cxn>
                  <a:cxn ang="0">
                    <a:pos x="70" y="26"/>
                  </a:cxn>
                  <a:cxn ang="0">
                    <a:pos x="27" y="42"/>
                  </a:cxn>
                  <a:cxn ang="0">
                    <a:pos x="8" y="0"/>
                  </a:cxn>
                </a:cxnLst>
                <a:pathLst>
                  <a:path w="70" h="104">
                    <a:moveTo>
                      <a:pt x="8" y="0"/>
                    </a:moveTo>
                    <a:lnTo>
                      <a:pt x="0" y="104"/>
                    </a:lnTo>
                    <a:lnTo>
                      <a:pt x="70" y="26"/>
                    </a:lnTo>
                    <a:lnTo>
                      <a:pt x="27" y="42"/>
                    </a:lnTo>
                    <a:lnTo>
                      <a:pt x="8"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788" name="Group 21"/>
            <p:cNvGrpSpPr/>
            <p:nvPr/>
          </p:nvGrpSpPr>
          <p:grpSpPr>
            <a:xfrm>
              <a:off x="498" y="2639"/>
              <a:ext cx="2030" cy="705"/>
              <a:chOff x="3204" y="2316"/>
              <a:chExt cx="2300" cy="836"/>
            </a:xfrm>
          </p:grpSpPr>
          <p:sp>
            <p:nvSpPr>
              <p:cNvPr id="32789" name="Line 22"/>
              <p:cNvSpPr/>
              <p:nvPr/>
            </p:nvSpPr>
            <p:spPr>
              <a:xfrm flipH="1">
                <a:off x="3266" y="2339"/>
                <a:ext cx="2176" cy="790"/>
              </a:xfrm>
              <a:prstGeom prst="line">
                <a:avLst/>
              </a:prstGeom>
              <a:ln w="12700" cap="flat" cmpd="sng">
                <a:solidFill>
                  <a:srgbClr val="FF0000"/>
                </a:solidFill>
                <a:prstDash val="solid"/>
                <a:round/>
                <a:headEnd type="none" w="med" len="med"/>
                <a:tailEnd type="none" w="med" len="med"/>
              </a:ln>
            </p:spPr>
          </p:sp>
          <p:sp>
            <p:nvSpPr>
              <p:cNvPr id="32790" name="Freeform 23"/>
              <p:cNvSpPr/>
              <p:nvPr/>
            </p:nvSpPr>
            <p:spPr>
              <a:xfrm>
                <a:off x="5400" y="2316"/>
                <a:ext cx="104" cy="65"/>
              </a:xfrm>
              <a:custGeom>
                <a:avLst/>
                <a:gdLst/>
                <a:ahLst/>
                <a:cxnLst>
                  <a:cxn ang="0">
                    <a:pos x="22" y="65"/>
                  </a:cxn>
                  <a:cxn ang="0">
                    <a:pos x="104" y="0"/>
                  </a:cxn>
                  <a:cxn ang="0">
                    <a:pos x="0" y="2"/>
                  </a:cxn>
                  <a:cxn ang="0">
                    <a:pos x="40" y="23"/>
                  </a:cxn>
                  <a:cxn ang="0">
                    <a:pos x="22" y="65"/>
                  </a:cxn>
                </a:cxnLst>
                <a:pathLst>
                  <a:path w="104" h="65">
                    <a:moveTo>
                      <a:pt x="22" y="65"/>
                    </a:moveTo>
                    <a:lnTo>
                      <a:pt x="104" y="0"/>
                    </a:lnTo>
                    <a:lnTo>
                      <a:pt x="0" y="2"/>
                    </a:lnTo>
                    <a:lnTo>
                      <a:pt x="40" y="23"/>
                    </a:lnTo>
                    <a:lnTo>
                      <a:pt x="22" y="65"/>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91" name="Freeform 24"/>
              <p:cNvSpPr/>
              <p:nvPr/>
            </p:nvSpPr>
            <p:spPr>
              <a:xfrm>
                <a:off x="3204" y="3087"/>
                <a:ext cx="104" cy="65"/>
              </a:xfrm>
              <a:custGeom>
                <a:avLst/>
                <a:gdLst/>
                <a:ahLst/>
                <a:cxnLst>
                  <a:cxn ang="0">
                    <a:pos x="82" y="0"/>
                  </a:cxn>
                  <a:cxn ang="0">
                    <a:pos x="0" y="65"/>
                  </a:cxn>
                  <a:cxn ang="0">
                    <a:pos x="104" y="63"/>
                  </a:cxn>
                  <a:cxn ang="0">
                    <a:pos x="64" y="42"/>
                  </a:cxn>
                  <a:cxn ang="0">
                    <a:pos x="82" y="0"/>
                  </a:cxn>
                </a:cxnLst>
                <a:pathLst>
                  <a:path w="104" h="65">
                    <a:moveTo>
                      <a:pt x="82" y="0"/>
                    </a:moveTo>
                    <a:lnTo>
                      <a:pt x="0" y="65"/>
                    </a:lnTo>
                    <a:lnTo>
                      <a:pt x="104" y="63"/>
                    </a:lnTo>
                    <a:lnTo>
                      <a:pt x="64" y="42"/>
                    </a:lnTo>
                    <a:lnTo>
                      <a:pt x="82"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792" name="Group 25"/>
            <p:cNvGrpSpPr/>
            <p:nvPr/>
          </p:nvGrpSpPr>
          <p:grpSpPr>
            <a:xfrm>
              <a:off x="771" y="2234"/>
              <a:ext cx="1555" cy="1434"/>
              <a:chOff x="3473" y="1836"/>
              <a:chExt cx="1762" cy="1700"/>
            </a:xfrm>
          </p:grpSpPr>
          <p:sp>
            <p:nvSpPr>
              <p:cNvPr id="32793" name="Line 26"/>
              <p:cNvSpPr/>
              <p:nvPr/>
            </p:nvSpPr>
            <p:spPr>
              <a:xfrm flipV="1">
                <a:off x="3520" y="1881"/>
                <a:ext cx="1668" cy="1610"/>
              </a:xfrm>
              <a:prstGeom prst="line">
                <a:avLst/>
              </a:prstGeom>
              <a:ln w="12700" cap="flat" cmpd="sng">
                <a:solidFill>
                  <a:srgbClr val="FF0000"/>
                </a:solidFill>
                <a:prstDash val="solid"/>
                <a:round/>
                <a:headEnd type="none" w="med" len="med"/>
                <a:tailEnd type="none" w="med" len="med"/>
              </a:ln>
            </p:spPr>
          </p:sp>
          <p:sp>
            <p:nvSpPr>
              <p:cNvPr id="32794" name="Freeform 27"/>
              <p:cNvSpPr/>
              <p:nvPr/>
            </p:nvSpPr>
            <p:spPr>
              <a:xfrm>
                <a:off x="3473" y="3443"/>
                <a:ext cx="94" cy="93"/>
              </a:xfrm>
              <a:custGeom>
                <a:avLst/>
                <a:gdLst/>
                <a:ahLst/>
                <a:cxnLst>
                  <a:cxn ang="0">
                    <a:pos x="48" y="0"/>
                  </a:cxn>
                  <a:cxn ang="0">
                    <a:pos x="0" y="93"/>
                  </a:cxn>
                  <a:cxn ang="0">
                    <a:pos x="94" y="48"/>
                  </a:cxn>
                  <a:cxn ang="0">
                    <a:pos x="49" y="46"/>
                  </a:cxn>
                  <a:cxn ang="0">
                    <a:pos x="48" y="0"/>
                  </a:cxn>
                </a:cxnLst>
                <a:pathLst>
                  <a:path w="94" h="93">
                    <a:moveTo>
                      <a:pt x="48" y="0"/>
                    </a:moveTo>
                    <a:lnTo>
                      <a:pt x="0" y="93"/>
                    </a:lnTo>
                    <a:lnTo>
                      <a:pt x="94" y="48"/>
                    </a:lnTo>
                    <a:lnTo>
                      <a:pt x="49" y="46"/>
                    </a:lnTo>
                    <a:lnTo>
                      <a:pt x="48"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95" name="Freeform 28"/>
              <p:cNvSpPr/>
              <p:nvPr/>
            </p:nvSpPr>
            <p:spPr>
              <a:xfrm>
                <a:off x="5141" y="1836"/>
                <a:ext cx="94" cy="93"/>
              </a:xfrm>
              <a:custGeom>
                <a:avLst/>
                <a:gdLst/>
                <a:ahLst/>
                <a:cxnLst>
                  <a:cxn ang="0">
                    <a:pos x="46" y="93"/>
                  </a:cxn>
                  <a:cxn ang="0">
                    <a:pos x="94" y="0"/>
                  </a:cxn>
                  <a:cxn ang="0">
                    <a:pos x="0" y="45"/>
                  </a:cxn>
                  <a:cxn ang="0">
                    <a:pos x="45" y="47"/>
                  </a:cxn>
                  <a:cxn ang="0">
                    <a:pos x="46" y="93"/>
                  </a:cxn>
                </a:cxnLst>
                <a:pathLst>
                  <a:path w="94" h="93">
                    <a:moveTo>
                      <a:pt x="46" y="93"/>
                    </a:moveTo>
                    <a:lnTo>
                      <a:pt x="94" y="0"/>
                    </a:lnTo>
                    <a:lnTo>
                      <a:pt x="0" y="45"/>
                    </a:lnTo>
                    <a:lnTo>
                      <a:pt x="45" y="47"/>
                    </a:lnTo>
                    <a:lnTo>
                      <a:pt x="46" y="93"/>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796" name="Group 29"/>
            <p:cNvGrpSpPr/>
            <p:nvPr/>
          </p:nvGrpSpPr>
          <p:grpSpPr>
            <a:xfrm>
              <a:off x="1440" y="1920"/>
              <a:ext cx="60" cy="2064"/>
              <a:chOff x="4271" y="1463"/>
              <a:chExt cx="68" cy="2448"/>
            </a:xfrm>
          </p:grpSpPr>
          <p:sp>
            <p:nvSpPr>
              <p:cNvPr id="32797" name="Line 30"/>
              <p:cNvSpPr/>
              <p:nvPr/>
            </p:nvSpPr>
            <p:spPr>
              <a:xfrm flipV="1">
                <a:off x="4305" y="1529"/>
                <a:ext cx="1" cy="2316"/>
              </a:xfrm>
              <a:prstGeom prst="line">
                <a:avLst/>
              </a:prstGeom>
              <a:ln w="12700" cap="flat" cmpd="sng">
                <a:solidFill>
                  <a:srgbClr val="FF0000"/>
                </a:solidFill>
                <a:prstDash val="solid"/>
                <a:round/>
                <a:headEnd type="none" w="med" len="med"/>
                <a:tailEnd type="none" w="med" len="med"/>
              </a:ln>
            </p:spPr>
          </p:sp>
          <p:sp>
            <p:nvSpPr>
              <p:cNvPr id="32798" name="Freeform 31"/>
              <p:cNvSpPr/>
              <p:nvPr/>
            </p:nvSpPr>
            <p:spPr>
              <a:xfrm>
                <a:off x="4271" y="3812"/>
                <a:ext cx="67" cy="99"/>
              </a:xfrm>
              <a:custGeom>
                <a:avLst/>
                <a:gdLst/>
                <a:ahLst/>
                <a:cxnLst>
                  <a:cxn ang="0">
                    <a:pos x="0" y="0"/>
                  </a:cxn>
                  <a:cxn ang="0">
                    <a:pos x="34" y="99"/>
                  </a:cxn>
                  <a:cxn ang="0">
                    <a:pos x="67" y="0"/>
                  </a:cxn>
                  <a:cxn ang="0">
                    <a:pos x="34" y="31"/>
                  </a:cxn>
                  <a:cxn ang="0">
                    <a:pos x="0" y="0"/>
                  </a:cxn>
                </a:cxnLst>
                <a:pathLst>
                  <a:path w="67" h="99">
                    <a:moveTo>
                      <a:pt x="0" y="0"/>
                    </a:moveTo>
                    <a:lnTo>
                      <a:pt x="34" y="99"/>
                    </a:lnTo>
                    <a:lnTo>
                      <a:pt x="67" y="0"/>
                    </a:lnTo>
                    <a:lnTo>
                      <a:pt x="34" y="31"/>
                    </a:lnTo>
                    <a:lnTo>
                      <a:pt x="0"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799" name="Freeform 32"/>
              <p:cNvSpPr/>
              <p:nvPr/>
            </p:nvSpPr>
            <p:spPr>
              <a:xfrm>
                <a:off x="4272" y="1463"/>
                <a:ext cx="67" cy="99"/>
              </a:xfrm>
              <a:custGeom>
                <a:avLst/>
                <a:gdLst/>
                <a:ahLst/>
                <a:cxnLst>
                  <a:cxn ang="0">
                    <a:pos x="67" y="99"/>
                  </a:cxn>
                  <a:cxn ang="0">
                    <a:pos x="33" y="0"/>
                  </a:cxn>
                  <a:cxn ang="0">
                    <a:pos x="0" y="99"/>
                  </a:cxn>
                  <a:cxn ang="0">
                    <a:pos x="33" y="68"/>
                  </a:cxn>
                  <a:cxn ang="0">
                    <a:pos x="67" y="99"/>
                  </a:cxn>
                </a:cxnLst>
                <a:pathLst>
                  <a:path w="67" h="99">
                    <a:moveTo>
                      <a:pt x="67" y="99"/>
                    </a:moveTo>
                    <a:lnTo>
                      <a:pt x="33" y="0"/>
                    </a:lnTo>
                    <a:lnTo>
                      <a:pt x="0" y="99"/>
                    </a:lnTo>
                    <a:lnTo>
                      <a:pt x="33" y="68"/>
                    </a:lnTo>
                    <a:lnTo>
                      <a:pt x="67" y="99"/>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2800" name="Group 33"/>
            <p:cNvGrpSpPr/>
            <p:nvPr/>
          </p:nvGrpSpPr>
          <p:grpSpPr>
            <a:xfrm>
              <a:off x="1031" y="2009"/>
              <a:ext cx="879" cy="1885"/>
              <a:chOff x="3808" y="1568"/>
              <a:chExt cx="996" cy="2236"/>
            </a:xfrm>
          </p:grpSpPr>
          <p:sp>
            <p:nvSpPr>
              <p:cNvPr id="32801" name="Line 34"/>
              <p:cNvSpPr/>
              <p:nvPr/>
            </p:nvSpPr>
            <p:spPr>
              <a:xfrm flipH="1" flipV="1">
                <a:off x="3836" y="1628"/>
                <a:ext cx="940" cy="2116"/>
              </a:xfrm>
              <a:prstGeom prst="line">
                <a:avLst/>
              </a:prstGeom>
              <a:ln w="12700" cap="flat" cmpd="sng">
                <a:solidFill>
                  <a:srgbClr val="FF0000"/>
                </a:solidFill>
                <a:prstDash val="solid"/>
                <a:round/>
                <a:headEnd type="none" w="med" len="med"/>
                <a:tailEnd type="none" w="med" len="med"/>
              </a:ln>
            </p:spPr>
          </p:sp>
          <p:sp>
            <p:nvSpPr>
              <p:cNvPr id="32802" name="Freeform 35"/>
              <p:cNvSpPr/>
              <p:nvPr/>
            </p:nvSpPr>
            <p:spPr>
              <a:xfrm>
                <a:off x="4732" y="3700"/>
                <a:ext cx="72" cy="104"/>
              </a:xfrm>
              <a:custGeom>
                <a:avLst/>
                <a:gdLst/>
                <a:ahLst/>
                <a:cxnLst>
                  <a:cxn ang="0">
                    <a:pos x="0" y="28"/>
                  </a:cxn>
                  <a:cxn ang="0">
                    <a:pos x="72" y="104"/>
                  </a:cxn>
                  <a:cxn ang="0">
                    <a:pos x="61" y="0"/>
                  </a:cxn>
                  <a:cxn ang="0">
                    <a:pos x="44" y="42"/>
                  </a:cxn>
                  <a:cxn ang="0">
                    <a:pos x="0" y="28"/>
                  </a:cxn>
                </a:cxnLst>
                <a:pathLst>
                  <a:path w="72" h="104">
                    <a:moveTo>
                      <a:pt x="0" y="28"/>
                    </a:moveTo>
                    <a:lnTo>
                      <a:pt x="72" y="104"/>
                    </a:lnTo>
                    <a:lnTo>
                      <a:pt x="61" y="0"/>
                    </a:lnTo>
                    <a:lnTo>
                      <a:pt x="44" y="42"/>
                    </a:lnTo>
                    <a:lnTo>
                      <a:pt x="0" y="28"/>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2803" name="Freeform 36"/>
              <p:cNvSpPr/>
              <p:nvPr/>
            </p:nvSpPr>
            <p:spPr>
              <a:xfrm>
                <a:off x="3808" y="1568"/>
                <a:ext cx="72" cy="104"/>
              </a:xfrm>
              <a:custGeom>
                <a:avLst/>
                <a:gdLst/>
                <a:ahLst/>
                <a:cxnLst>
                  <a:cxn ang="0">
                    <a:pos x="72" y="76"/>
                  </a:cxn>
                  <a:cxn ang="0">
                    <a:pos x="0" y="0"/>
                  </a:cxn>
                  <a:cxn ang="0">
                    <a:pos x="11" y="104"/>
                  </a:cxn>
                  <a:cxn ang="0">
                    <a:pos x="28" y="62"/>
                  </a:cxn>
                  <a:cxn ang="0">
                    <a:pos x="72" y="76"/>
                  </a:cxn>
                </a:cxnLst>
                <a:pathLst>
                  <a:path w="72" h="104">
                    <a:moveTo>
                      <a:pt x="72" y="76"/>
                    </a:moveTo>
                    <a:lnTo>
                      <a:pt x="0" y="0"/>
                    </a:lnTo>
                    <a:lnTo>
                      <a:pt x="11" y="104"/>
                    </a:lnTo>
                    <a:lnTo>
                      <a:pt x="28" y="62"/>
                    </a:lnTo>
                    <a:lnTo>
                      <a:pt x="72" y="76"/>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sp>
        <p:nvSpPr>
          <p:cNvPr id="32804" name="Text Box 37"/>
          <p:cNvSpPr txBox="1"/>
          <p:nvPr/>
        </p:nvSpPr>
        <p:spPr>
          <a:xfrm>
            <a:off x="428625" y="857250"/>
            <a:ext cx="4249738" cy="584200"/>
          </a:xfrm>
          <a:prstGeom prst="rect">
            <a:avLst/>
          </a:prstGeom>
          <a:noFill/>
          <a:ln w="9525">
            <a:noFill/>
          </a:ln>
        </p:spPr>
        <p:txBody>
          <a:bodyPr anchor="t" anchorCtr="0">
            <a:spAutoFit/>
          </a:bodyPr>
          <a:p>
            <a:pPr>
              <a:spcBef>
                <a:spcPct val="50000"/>
              </a:spcBef>
              <a:buBlip>
                <a:blip r:embed="rId1"/>
              </a:buBlip>
            </a:pPr>
            <a:r>
              <a:rPr lang="en-US" altLang="zh-CN" sz="3200" b="1" dirty="0">
                <a:latin typeface="Times New Roman" panose="02020603050405020304" pitchFamily="18" charset="0"/>
                <a:ea typeface="宋体" panose="02010600030101010101" pitchFamily="2" charset="-122"/>
              </a:rPr>
              <a:t>  </a:t>
            </a:r>
            <a:r>
              <a:rPr lang="zh-CN" altLang="en-US" sz="2800" b="1" dirty="0">
                <a:solidFill>
                  <a:srgbClr val="FF0000"/>
                </a:solidFill>
                <a:latin typeface="Times New Roman" panose="02020603050405020304" pitchFamily="18" charset="0"/>
                <a:ea typeface="宋体" panose="02010600030101010101" pitchFamily="2" charset="-122"/>
              </a:rPr>
              <a:t>点电荷位于球面中心</a:t>
            </a:r>
            <a:endParaRPr lang="zh-CN" altLang="en-US" sz="2800" b="1" dirty="0">
              <a:solidFill>
                <a:srgbClr val="FF0000"/>
              </a:solidFill>
              <a:latin typeface="Times New Roman" panose="02020603050405020304" pitchFamily="18" charset="0"/>
              <a:ea typeface="宋体" panose="02010600030101010101" pitchFamily="2" charset="-122"/>
            </a:endParaRPr>
          </a:p>
        </p:txBody>
      </p:sp>
      <p:graphicFrame>
        <p:nvGraphicFramePr>
          <p:cNvPr id="28710" name="Object 38"/>
          <p:cNvGraphicFramePr/>
          <p:nvPr/>
        </p:nvGraphicFramePr>
        <p:xfrm>
          <a:off x="2357438" y="1500188"/>
          <a:ext cx="1947862" cy="928687"/>
        </p:xfrm>
        <a:graphic>
          <a:graphicData uri="http://schemas.openxmlformats.org/presentationml/2006/ole">
            <mc:AlternateContent xmlns:mc="http://schemas.openxmlformats.org/markup-compatibility/2006">
              <mc:Choice xmlns:v="urn:schemas-microsoft-com:vml" Requires="v">
                <p:oleObj spid="_x0000_s3115" name="" r:id="rId2" imgW="799465" imgH="431800" progId="Equation.3">
                  <p:embed/>
                </p:oleObj>
              </mc:Choice>
              <mc:Fallback>
                <p:oleObj name="" r:id="rId2" imgW="799465" imgH="431800" progId="Equation.3">
                  <p:embed/>
                  <p:pic>
                    <p:nvPicPr>
                      <p:cNvPr id="0" name="图片 3114"/>
                      <p:cNvPicPr/>
                      <p:nvPr/>
                    </p:nvPicPr>
                    <p:blipFill>
                      <a:blip r:embed="rId3"/>
                      <a:stretch>
                        <a:fillRect/>
                      </a:stretch>
                    </p:blipFill>
                    <p:spPr>
                      <a:xfrm>
                        <a:off x="2357438" y="1500188"/>
                        <a:ext cx="1947862" cy="928687"/>
                      </a:xfrm>
                      <a:prstGeom prst="rect">
                        <a:avLst/>
                      </a:prstGeom>
                      <a:noFill/>
                      <a:ln w="38100">
                        <a:noFill/>
                        <a:miter/>
                      </a:ln>
                    </p:spPr>
                  </p:pic>
                </p:oleObj>
              </mc:Fallback>
            </mc:AlternateContent>
          </a:graphicData>
        </a:graphic>
      </p:graphicFrame>
      <p:graphicFrame>
        <p:nvGraphicFramePr>
          <p:cNvPr id="28711" name="Object 39"/>
          <p:cNvGraphicFramePr/>
          <p:nvPr/>
        </p:nvGraphicFramePr>
        <p:xfrm>
          <a:off x="428625" y="4572000"/>
          <a:ext cx="3857625" cy="1062038"/>
        </p:xfrm>
        <a:graphic>
          <a:graphicData uri="http://schemas.openxmlformats.org/presentationml/2006/ole">
            <mc:AlternateContent xmlns:mc="http://schemas.openxmlformats.org/markup-compatibility/2006">
              <mc:Choice xmlns:v="urn:schemas-microsoft-com:vml" Requires="v">
                <p:oleObj spid="_x0000_s3116" name="" r:id="rId4" imgW="1548765" imgH="431800" progId="Equation.3">
                  <p:embed/>
                </p:oleObj>
              </mc:Choice>
              <mc:Fallback>
                <p:oleObj name="" r:id="rId4" imgW="1548765" imgH="431800" progId="Equation.3">
                  <p:embed/>
                  <p:pic>
                    <p:nvPicPr>
                      <p:cNvPr id="0" name="图片 3115"/>
                      <p:cNvPicPr/>
                      <p:nvPr/>
                    </p:nvPicPr>
                    <p:blipFill>
                      <a:blip r:embed="rId5"/>
                      <a:stretch>
                        <a:fillRect/>
                      </a:stretch>
                    </p:blipFill>
                    <p:spPr>
                      <a:xfrm>
                        <a:off x="428625" y="4572000"/>
                        <a:ext cx="3857625" cy="1062038"/>
                      </a:xfrm>
                      <a:prstGeom prst="rect">
                        <a:avLst/>
                      </a:prstGeom>
                      <a:noFill/>
                      <a:ln w="38100">
                        <a:noFill/>
                        <a:miter/>
                      </a:ln>
                    </p:spPr>
                  </p:pic>
                </p:oleObj>
              </mc:Fallback>
            </mc:AlternateContent>
          </a:graphicData>
        </a:graphic>
      </p:graphicFrame>
      <p:sp>
        <p:nvSpPr>
          <p:cNvPr id="32807" name="Oval 42"/>
          <p:cNvSpPr/>
          <p:nvPr/>
        </p:nvSpPr>
        <p:spPr>
          <a:xfrm>
            <a:off x="5554663" y="1598613"/>
            <a:ext cx="2590800" cy="2513012"/>
          </a:xfrm>
          <a:prstGeom prst="ellipse">
            <a:avLst/>
          </a:prstGeom>
          <a:solidFill>
            <a:srgbClr val="CCECFF">
              <a:alpha val="50195"/>
            </a:srgbClr>
          </a:solidFill>
          <a:ln w="0"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11" name="Group 43"/>
          <p:cNvGrpSpPr/>
          <p:nvPr/>
        </p:nvGrpSpPr>
        <p:grpSpPr>
          <a:xfrm>
            <a:off x="6850063" y="1751013"/>
            <a:ext cx="1524000" cy="1143000"/>
            <a:chOff x="4128" y="1728"/>
            <a:chExt cx="960" cy="720"/>
          </a:xfrm>
        </p:grpSpPr>
        <p:grpSp>
          <p:nvGrpSpPr>
            <p:cNvPr id="32809" name="Group 44"/>
            <p:cNvGrpSpPr/>
            <p:nvPr/>
          </p:nvGrpSpPr>
          <p:grpSpPr>
            <a:xfrm>
              <a:off x="4128" y="1920"/>
              <a:ext cx="515" cy="528"/>
              <a:chOff x="4128" y="1920"/>
              <a:chExt cx="515" cy="528"/>
            </a:xfrm>
          </p:grpSpPr>
          <p:grpSp>
            <p:nvGrpSpPr>
              <p:cNvPr id="32810" name="Group 45"/>
              <p:cNvGrpSpPr/>
              <p:nvPr/>
            </p:nvGrpSpPr>
            <p:grpSpPr>
              <a:xfrm>
                <a:off x="4128" y="1968"/>
                <a:ext cx="515" cy="480"/>
                <a:chOff x="4128" y="1968"/>
                <a:chExt cx="515" cy="480"/>
              </a:xfrm>
            </p:grpSpPr>
            <p:sp>
              <p:nvSpPr>
                <p:cNvPr id="32811" name="Line 46"/>
                <p:cNvSpPr/>
                <p:nvPr/>
              </p:nvSpPr>
              <p:spPr>
                <a:xfrm flipH="1">
                  <a:off x="4128" y="1968"/>
                  <a:ext cx="375" cy="480"/>
                </a:xfrm>
                <a:prstGeom prst="line">
                  <a:avLst/>
                </a:prstGeom>
                <a:ln w="28575" cap="rnd" cmpd="sng">
                  <a:solidFill>
                    <a:schemeClr val="accent2"/>
                  </a:solidFill>
                  <a:prstDash val="sysDot"/>
                  <a:round/>
                  <a:headEnd type="none" w="med" len="med"/>
                  <a:tailEnd type="none" w="med" len="med"/>
                </a:ln>
              </p:spPr>
            </p:sp>
            <p:sp>
              <p:nvSpPr>
                <p:cNvPr id="32812" name="Line 47"/>
                <p:cNvSpPr/>
                <p:nvPr/>
              </p:nvSpPr>
              <p:spPr>
                <a:xfrm flipH="1">
                  <a:off x="4128" y="2133"/>
                  <a:ext cx="515" cy="288"/>
                </a:xfrm>
                <a:prstGeom prst="line">
                  <a:avLst/>
                </a:prstGeom>
                <a:ln w="28575" cap="rnd" cmpd="sng">
                  <a:solidFill>
                    <a:schemeClr val="accent2"/>
                  </a:solidFill>
                  <a:prstDash val="sysDot"/>
                  <a:round/>
                  <a:headEnd type="none" w="med" len="med"/>
                  <a:tailEnd type="none" w="med" len="med"/>
                </a:ln>
              </p:spPr>
            </p:sp>
          </p:grpSp>
          <p:sp>
            <p:nvSpPr>
              <p:cNvPr id="32813" name="Oval 48"/>
              <p:cNvSpPr/>
              <p:nvPr/>
            </p:nvSpPr>
            <p:spPr>
              <a:xfrm rot="-2357960">
                <a:off x="4503" y="1920"/>
                <a:ext cx="140" cy="240"/>
              </a:xfrm>
              <a:prstGeom prst="ellipse">
                <a:avLst/>
              </a:prstGeom>
              <a:gradFill rotWithShape="0">
                <a:gsLst>
                  <a:gs pos="0">
                    <a:srgbClr val="FFFFFF"/>
                  </a:gs>
                  <a:gs pos="100000">
                    <a:srgbClr val="82C7CC"/>
                  </a:gs>
                </a:gsLst>
                <a:path path="shape">
                  <a:fillToRect l="50000" t="50000" r="50000" b="50000"/>
                </a:path>
                <a:tileRect/>
              </a:gradFill>
              <a:ln w="12700" cap="flat" cmpd="sng">
                <a:solidFill>
                  <a:srgbClr val="333399"/>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sp>
          <p:nvSpPr>
            <p:cNvPr id="32814" name="Line 49"/>
            <p:cNvSpPr/>
            <p:nvPr/>
          </p:nvSpPr>
          <p:spPr>
            <a:xfrm flipV="1">
              <a:off x="4575" y="1803"/>
              <a:ext cx="234" cy="240"/>
            </a:xfrm>
            <a:prstGeom prst="line">
              <a:avLst/>
            </a:prstGeom>
            <a:ln w="38100" cap="flat" cmpd="sng">
              <a:solidFill>
                <a:srgbClr val="D60093"/>
              </a:solidFill>
              <a:prstDash val="solid"/>
              <a:round/>
              <a:headEnd type="none" w="med" len="med"/>
              <a:tailEnd type="triangle" w="sm" len="lg"/>
            </a:ln>
          </p:spPr>
        </p:sp>
        <p:graphicFrame>
          <p:nvGraphicFramePr>
            <p:cNvPr id="32815" name="Object 50"/>
            <p:cNvGraphicFramePr/>
            <p:nvPr/>
          </p:nvGraphicFramePr>
          <p:xfrm>
            <a:off x="4784" y="1728"/>
            <a:ext cx="304" cy="336"/>
          </p:xfrm>
          <a:graphic>
            <a:graphicData uri="http://schemas.openxmlformats.org/presentationml/2006/ole">
              <mc:AlternateContent xmlns:mc="http://schemas.openxmlformats.org/markup-compatibility/2006">
                <mc:Choice xmlns:v="urn:schemas-microsoft-com:vml" Requires="v">
                  <p:oleObj spid="_x0000_s3118" name="" r:id="rId6" imgW="469900" imgH="444500" progId="Equation.3">
                    <p:embed/>
                  </p:oleObj>
                </mc:Choice>
                <mc:Fallback>
                  <p:oleObj name="" r:id="rId6" imgW="469900" imgH="444500" progId="Equation.3">
                    <p:embed/>
                    <p:pic>
                      <p:nvPicPr>
                        <p:cNvPr id="0" name="图片 3117"/>
                        <p:cNvPicPr/>
                        <p:nvPr/>
                      </p:nvPicPr>
                      <p:blipFill>
                        <a:blip r:embed="rId7">
                          <a:clrChange>
                            <a:clrFrom>
                              <a:srgbClr val="000000"/>
                            </a:clrFrom>
                            <a:clrTo>
                              <a:srgbClr val="333399"/>
                            </a:clrTo>
                          </a:clrChange>
                        </a:blip>
                        <a:stretch>
                          <a:fillRect/>
                        </a:stretch>
                      </p:blipFill>
                      <p:spPr>
                        <a:xfrm>
                          <a:off x="4784" y="1728"/>
                          <a:ext cx="304" cy="336"/>
                        </a:xfrm>
                        <a:prstGeom prst="rect">
                          <a:avLst/>
                        </a:prstGeom>
                        <a:noFill/>
                        <a:ln w="38100">
                          <a:noFill/>
                          <a:miter/>
                        </a:ln>
                      </p:spPr>
                    </p:pic>
                  </p:oleObj>
                </mc:Fallback>
              </mc:AlternateContent>
            </a:graphicData>
          </a:graphic>
        </p:graphicFrame>
      </p:grpSp>
      <p:sp>
        <p:nvSpPr>
          <p:cNvPr id="32816" name="Oval 51"/>
          <p:cNvSpPr/>
          <p:nvPr/>
        </p:nvSpPr>
        <p:spPr>
          <a:xfrm>
            <a:off x="6697663" y="2665413"/>
            <a:ext cx="304800" cy="304800"/>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graphicFrame>
        <p:nvGraphicFramePr>
          <p:cNvPr id="32817" name="Object 52"/>
          <p:cNvGraphicFramePr/>
          <p:nvPr/>
        </p:nvGraphicFramePr>
        <p:xfrm>
          <a:off x="7231063" y="3438525"/>
          <a:ext cx="457200" cy="358775"/>
        </p:xfrm>
        <a:graphic>
          <a:graphicData uri="http://schemas.openxmlformats.org/presentationml/2006/ole">
            <mc:AlternateContent xmlns:mc="http://schemas.openxmlformats.org/markup-compatibility/2006">
              <mc:Choice xmlns:v="urn:schemas-microsoft-com:vml" Requires="v">
                <p:oleObj spid="_x0000_s3117" name="" r:id="rId8" imgW="317500" imgH="342900" progId="Equation.3">
                  <p:embed/>
                </p:oleObj>
              </mc:Choice>
              <mc:Fallback>
                <p:oleObj name="" r:id="rId8" imgW="317500" imgH="342900" progId="Equation.3">
                  <p:embed/>
                  <p:pic>
                    <p:nvPicPr>
                      <p:cNvPr id="0" name="图片 3116"/>
                      <p:cNvPicPr/>
                      <p:nvPr/>
                    </p:nvPicPr>
                    <p:blipFill>
                      <a:blip r:embed="rId9">
                        <a:clrChange>
                          <a:clrFrom>
                            <a:srgbClr val="000000"/>
                          </a:clrFrom>
                          <a:clrTo>
                            <a:srgbClr val="0000FF"/>
                          </a:clrTo>
                        </a:clrChange>
                      </a:blip>
                      <a:stretch>
                        <a:fillRect/>
                      </a:stretch>
                    </p:blipFill>
                    <p:spPr>
                      <a:xfrm>
                        <a:off x="7231063" y="3438525"/>
                        <a:ext cx="457200" cy="358775"/>
                      </a:xfrm>
                      <a:prstGeom prst="rect">
                        <a:avLst/>
                      </a:prstGeom>
                      <a:noFill/>
                      <a:ln w="38100">
                        <a:noFill/>
                        <a:miter/>
                      </a:ln>
                    </p:spPr>
                  </p:pic>
                </p:oleObj>
              </mc:Fallback>
            </mc:AlternateContent>
          </a:graphicData>
        </a:graphic>
      </p:graphicFrame>
      <p:sp>
        <p:nvSpPr>
          <p:cNvPr id="32818" name="Oval 53"/>
          <p:cNvSpPr/>
          <p:nvPr/>
        </p:nvSpPr>
        <p:spPr>
          <a:xfrm>
            <a:off x="6469063" y="2513013"/>
            <a:ext cx="838200" cy="685800"/>
          </a:xfrm>
          <a:prstGeom prst="ellipse">
            <a:avLst/>
          </a:prstGeom>
          <a:solidFill>
            <a:srgbClr val="CCECFF">
              <a:alpha val="50195"/>
            </a:srgbClr>
          </a:solidFill>
          <a:ln w="317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2819" name="Text Box 23"/>
          <p:cNvSpPr txBox="1"/>
          <p:nvPr/>
        </p:nvSpPr>
        <p:spPr>
          <a:xfrm>
            <a:off x="1143000" y="142875"/>
            <a:ext cx="3581400" cy="584200"/>
          </a:xfrm>
          <a:prstGeom prst="rect">
            <a:avLst/>
          </a:prstGeom>
          <a:noFill/>
          <a:ln w="9525">
            <a:noFill/>
          </a:ln>
        </p:spPr>
        <p:txBody>
          <a:bodyPr anchor="t" anchorCtr="0">
            <a:spAutoFit/>
          </a:bodyPr>
          <a:p>
            <a:pPr algn="ctr">
              <a:spcBef>
                <a:spcPct val="50000"/>
              </a:spcBef>
            </a:pPr>
            <a:r>
              <a:rPr lang="zh-CN" altLang="en-US" sz="3200" dirty="0">
                <a:solidFill>
                  <a:srgbClr val="C00000"/>
                </a:solidFill>
                <a:latin typeface="Times New Roman" panose="02020603050405020304" pitchFamily="18" charset="0"/>
                <a:ea typeface="黑体" panose="02010609060101010101" pitchFamily="49" charset="-122"/>
              </a:rPr>
              <a:t>验证高斯定理：</a:t>
            </a:r>
            <a:endParaRPr lang="zh-CN" altLang="en-US" sz="3200" dirty="0">
              <a:solidFill>
                <a:srgbClr val="C00000"/>
              </a:solidFill>
              <a:latin typeface="Times New Roman" panose="02020603050405020304" pitchFamily="18" charset="0"/>
              <a:ea typeface="黑体" panose="02010609060101010101" pitchFamily="49" charset="-122"/>
            </a:endParaRPr>
          </a:p>
        </p:txBody>
      </p:sp>
      <p:graphicFrame>
        <p:nvGraphicFramePr>
          <p:cNvPr id="28731" name="Object 59"/>
          <p:cNvGraphicFramePr/>
          <p:nvPr/>
        </p:nvGraphicFramePr>
        <p:xfrm>
          <a:off x="1000125" y="2928938"/>
          <a:ext cx="3241675" cy="963612"/>
        </p:xfrm>
        <a:graphic>
          <a:graphicData uri="http://schemas.openxmlformats.org/presentationml/2006/ole">
            <mc:AlternateContent xmlns:mc="http://schemas.openxmlformats.org/markup-compatibility/2006">
              <mc:Choice xmlns:v="urn:schemas-microsoft-com:vml" Requires="v">
                <p:oleObj spid="_x0000_s3119" name="" r:id="rId10" imgW="3378200" imgH="977900" progId="Equation.3">
                  <p:embed/>
                </p:oleObj>
              </mc:Choice>
              <mc:Fallback>
                <p:oleObj name="" r:id="rId10" imgW="3378200" imgH="977900" progId="Equation.3">
                  <p:embed/>
                  <p:pic>
                    <p:nvPicPr>
                      <p:cNvPr id="0" name="图片 3118"/>
                      <p:cNvPicPr/>
                      <p:nvPr/>
                    </p:nvPicPr>
                    <p:blipFill>
                      <a:blip r:embed="rId11">
                        <a:clrChange>
                          <a:clrFrom>
                            <a:srgbClr val="000000"/>
                          </a:clrFrom>
                          <a:clrTo>
                            <a:srgbClr val="000000"/>
                          </a:clrTo>
                        </a:clrChange>
                      </a:blip>
                      <a:stretch>
                        <a:fillRect/>
                      </a:stretch>
                    </p:blipFill>
                    <p:spPr>
                      <a:xfrm>
                        <a:off x="1000125" y="2928938"/>
                        <a:ext cx="3241675" cy="963612"/>
                      </a:xfrm>
                      <a:prstGeom prst="rect">
                        <a:avLst/>
                      </a:prstGeom>
                      <a:noFill/>
                      <a:ln w="38100">
                        <a:noFill/>
                        <a:miter/>
                      </a:ln>
                    </p:spPr>
                  </p:pic>
                </p:oleObj>
              </mc:Fallback>
            </mc:AlternateContent>
          </a:graphicData>
        </a:graphic>
      </p:graphicFrame>
      <p:graphicFrame>
        <p:nvGraphicFramePr>
          <p:cNvPr id="28733" name="Object 61"/>
          <p:cNvGraphicFramePr/>
          <p:nvPr/>
        </p:nvGraphicFramePr>
        <p:xfrm>
          <a:off x="4857750" y="5500688"/>
          <a:ext cx="3219450" cy="1000125"/>
        </p:xfrm>
        <a:graphic>
          <a:graphicData uri="http://schemas.openxmlformats.org/presentationml/2006/ole">
            <mc:AlternateContent xmlns:mc="http://schemas.openxmlformats.org/markup-compatibility/2006">
              <mc:Choice xmlns:v="urn:schemas-microsoft-com:vml" Requires="v">
                <p:oleObj spid="_x0000_s3114" name="" r:id="rId12" imgW="3225800" imgH="977900" progId="Equation.3">
                  <p:embed/>
                </p:oleObj>
              </mc:Choice>
              <mc:Fallback>
                <p:oleObj name="" r:id="rId12" imgW="3225800" imgH="977900" progId="Equation.3">
                  <p:embed/>
                  <p:pic>
                    <p:nvPicPr>
                      <p:cNvPr id="0" name="图片 3113"/>
                      <p:cNvPicPr/>
                      <p:nvPr/>
                    </p:nvPicPr>
                    <p:blipFill>
                      <a:blip r:embed="rId13">
                        <a:clrChange>
                          <a:clrFrom>
                            <a:srgbClr val="000000"/>
                          </a:clrFrom>
                          <a:clrTo>
                            <a:srgbClr val="000000"/>
                          </a:clrTo>
                        </a:clrChange>
                      </a:blip>
                      <a:stretch>
                        <a:fillRect/>
                      </a:stretch>
                    </p:blipFill>
                    <p:spPr>
                      <a:xfrm>
                        <a:off x="4857750" y="5500688"/>
                        <a:ext cx="3219450" cy="1000125"/>
                      </a:xfrm>
                      <a:prstGeom prst="rect">
                        <a:avLst/>
                      </a:prstGeom>
                      <a:noFill/>
                      <a:ln w="38100">
                        <a:noFill/>
                        <a:miter/>
                      </a:ln>
                    </p:spPr>
                  </p:pic>
                </p:oleObj>
              </mc:Fallback>
            </mc:AlternateContent>
          </a:graphicData>
        </a:graphic>
      </p:graphicFrame>
      <p:sp>
        <p:nvSpPr>
          <p:cNvPr id="56" name="Text Box 29"/>
          <p:cNvSpPr txBox="1"/>
          <p:nvPr/>
        </p:nvSpPr>
        <p:spPr>
          <a:xfrm>
            <a:off x="214313" y="1571625"/>
            <a:ext cx="2184400" cy="461963"/>
          </a:xfrm>
          <a:prstGeom prst="rect">
            <a:avLst/>
          </a:prstGeom>
          <a:solidFill>
            <a:srgbClr val="D1D1F0"/>
          </a:solidFill>
          <a:ln w="9525">
            <a:noFill/>
          </a:ln>
        </p:spPr>
        <p:txBody>
          <a:bodyPr wrap="none" anchor="t" anchorCtr="0">
            <a:spAutoFit/>
          </a:bodyPr>
          <a:p>
            <a:pPr algn="ctr"/>
            <a:r>
              <a:rPr lang="zh-CN" altLang="en-US" sz="2400" dirty="0">
                <a:solidFill>
                  <a:schemeClr val="bg2"/>
                </a:solidFill>
                <a:latin typeface="宋体" panose="02010600030101010101" pitchFamily="2" charset="-122"/>
                <a:ea typeface="宋体" panose="02010600030101010101" pitchFamily="2" charset="-122"/>
              </a:rPr>
              <a:t>球面上的场强</a:t>
            </a:r>
            <a:r>
              <a:rPr lang="en-US" altLang="zh-CN" sz="2400" dirty="0">
                <a:solidFill>
                  <a:schemeClr val="bg2"/>
                </a:solidFill>
                <a:latin typeface="宋体" panose="02010600030101010101" pitchFamily="2" charset="-122"/>
                <a:ea typeface="宋体" panose="02010600030101010101" pitchFamily="2" charset="-122"/>
              </a:rPr>
              <a:t>:</a:t>
            </a:r>
            <a:endParaRPr lang="zh-CN" altLang="en-US" sz="2400" dirty="0">
              <a:solidFill>
                <a:schemeClr val="bg2"/>
              </a:solidFill>
              <a:latin typeface="宋体" panose="02010600030101010101" pitchFamily="2" charset="-122"/>
              <a:ea typeface="宋体" panose="02010600030101010101" pitchFamily="2" charset="-122"/>
            </a:endParaRPr>
          </a:p>
        </p:txBody>
      </p:sp>
      <p:sp>
        <p:nvSpPr>
          <p:cNvPr id="57" name="Text Box 31"/>
          <p:cNvSpPr txBox="1"/>
          <p:nvPr/>
        </p:nvSpPr>
        <p:spPr>
          <a:xfrm>
            <a:off x="142875" y="2500313"/>
            <a:ext cx="2716213" cy="461962"/>
          </a:xfrm>
          <a:prstGeom prst="rect">
            <a:avLst/>
          </a:prstGeom>
          <a:solidFill>
            <a:srgbClr val="D1D1F0"/>
          </a:solidFill>
          <a:ln w="9525">
            <a:noFill/>
          </a:ln>
        </p:spPr>
        <p:txBody>
          <a:bodyPr wrap="none" anchor="t" anchorCtr="0">
            <a:spAutoFit/>
          </a:bodyPr>
          <a:p>
            <a:pPr algn="ctr"/>
            <a:r>
              <a:rPr lang="zh-CN" altLang="en-US" sz="2400" dirty="0">
                <a:solidFill>
                  <a:schemeClr val="bg2"/>
                </a:solidFill>
                <a:latin typeface="Arial" panose="020B0604020202020204" pitchFamily="34" charset="0"/>
                <a:ea typeface="宋体" panose="02010600030101010101" pitchFamily="2" charset="-122"/>
              </a:rPr>
              <a:t>面元</a:t>
            </a:r>
            <a:r>
              <a:rPr lang="en-US" altLang="zh-CN" sz="2400" dirty="0">
                <a:solidFill>
                  <a:schemeClr val="bg2"/>
                </a:solidFill>
                <a:latin typeface="Arial" panose="020B0604020202020204" pitchFamily="34" charset="0"/>
                <a:ea typeface="宋体" panose="02010600030101010101" pitchFamily="2" charset="-122"/>
              </a:rPr>
              <a:t>d</a:t>
            </a:r>
            <a:r>
              <a:rPr lang="en-US" altLang="zh-CN" sz="2400" i="1" dirty="0">
                <a:solidFill>
                  <a:schemeClr val="bg2"/>
                </a:solidFill>
                <a:latin typeface="Arial" panose="020B0604020202020204" pitchFamily="34" charset="0"/>
                <a:ea typeface="宋体" panose="02010600030101010101" pitchFamily="2" charset="-122"/>
              </a:rPr>
              <a:t>S</a:t>
            </a:r>
            <a:r>
              <a:rPr lang="zh-CN" altLang="en-US" sz="2400" dirty="0">
                <a:solidFill>
                  <a:schemeClr val="bg2"/>
                </a:solidFill>
                <a:latin typeface="Arial" panose="020B0604020202020204" pitchFamily="34" charset="0"/>
                <a:ea typeface="宋体" panose="02010600030101010101" pitchFamily="2" charset="-122"/>
              </a:rPr>
              <a:t>的电通量：</a:t>
            </a:r>
            <a:endParaRPr lang="zh-CN" altLang="en-US" sz="2400" dirty="0">
              <a:solidFill>
                <a:schemeClr val="bg2"/>
              </a:solidFill>
              <a:latin typeface="Arial" panose="020B0604020202020204" pitchFamily="34" charset="0"/>
              <a:ea typeface="宋体" panose="02010600030101010101" pitchFamily="2" charset="-122"/>
            </a:endParaRPr>
          </a:p>
        </p:txBody>
      </p:sp>
      <p:graphicFrame>
        <p:nvGraphicFramePr>
          <p:cNvPr id="186389" name="Object 21"/>
          <p:cNvGraphicFramePr/>
          <p:nvPr/>
        </p:nvGraphicFramePr>
        <p:xfrm>
          <a:off x="8143875" y="1214438"/>
          <a:ext cx="373063" cy="395287"/>
        </p:xfrm>
        <a:graphic>
          <a:graphicData uri="http://schemas.openxmlformats.org/presentationml/2006/ole">
            <mc:AlternateContent xmlns:mc="http://schemas.openxmlformats.org/markup-compatibility/2006">
              <mc:Choice xmlns:v="urn:schemas-microsoft-com:vml" Requires="v">
                <p:oleObj spid="_x0000_s3121" name="" r:id="rId14" imgW="317500" imgH="406400" progId="Equation.3">
                  <p:embed/>
                </p:oleObj>
              </mc:Choice>
              <mc:Fallback>
                <p:oleObj name="" r:id="rId14" imgW="317500" imgH="406400" progId="Equation.3">
                  <p:embed/>
                  <p:pic>
                    <p:nvPicPr>
                      <p:cNvPr id="0" name="图片 3120"/>
                      <p:cNvPicPr/>
                      <p:nvPr/>
                    </p:nvPicPr>
                    <p:blipFill>
                      <a:blip r:embed="rId15">
                        <a:clrChange>
                          <a:clrFrom>
                            <a:srgbClr val="000000"/>
                          </a:clrFrom>
                          <a:clrTo>
                            <a:srgbClr val="333399"/>
                          </a:clrTo>
                        </a:clrChange>
                      </a:blip>
                      <a:stretch>
                        <a:fillRect/>
                      </a:stretch>
                    </p:blipFill>
                    <p:spPr>
                      <a:xfrm>
                        <a:off x="8143875" y="1214438"/>
                        <a:ext cx="373063" cy="395287"/>
                      </a:xfrm>
                      <a:prstGeom prst="rect">
                        <a:avLst/>
                      </a:prstGeom>
                      <a:noFill/>
                      <a:ln w="38100">
                        <a:noFill/>
                        <a:miter/>
                      </a:ln>
                    </p:spPr>
                  </p:pic>
                </p:oleObj>
              </mc:Fallback>
            </mc:AlternateContent>
          </a:graphicData>
        </a:graphic>
      </p:graphicFrame>
      <p:sp>
        <p:nvSpPr>
          <p:cNvPr id="59" name="Text Box 35"/>
          <p:cNvSpPr txBox="1"/>
          <p:nvPr/>
        </p:nvSpPr>
        <p:spPr>
          <a:xfrm>
            <a:off x="142875" y="3929063"/>
            <a:ext cx="2544763" cy="461962"/>
          </a:xfrm>
          <a:prstGeom prst="rect">
            <a:avLst/>
          </a:prstGeom>
          <a:solidFill>
            <a:srgbClr val="D1D1F0"/>
          </a:solidFill>
          <a:ln w="9525">
            <a:noFill/>
          </a:ln>
        </p:spPr>
        <p:txBody>
          <a:bodyPr wrap="none" anchor="t" anchorCtr="0">
            <a:spAutoFit/>
          </a:bodyPr>
          <a:p>
            <a:pPr algn="ctr"/>
            <a:r>
              <a:rPr lang="zh-CN" altLang="en-US" sz="2400" dirty="0">
                <a:solidFill>
                  <a:schemeClr val="bg2"/>
                </a:solidFill>
                <a:latin typeface="Arial" panose="020B0604020202020204" pitchFamily="34" charset="0"/>
                <a:ea typeface="宋体" panose="02010600030101010101" pitchFamily="2" charset="-122"/>
              </a:rPr>
              <a:t>球面</a:t>
            </a:r>
            <a:r>
              <a:rPr lang="en-US" altLang="zh-CN" sz="2400" i="1" dirty="0">
                <a:solidFill>
                  <a:schemeClr val="bg2"/>
                </a:solidFill>
                <a:latin typeface="Arial" panose="020B0604020202020204" pitchFamily="34" charset="0"/>
                <a:ea typeface="宋体" panose="02010600030101010101" pitchFamily="2" charset="-122"/>
              </a:rPr>
              <a:t>S</a:t>
            </a:r>
            <a:r>
              <a:rPr lang="zh-CN" altLang="en-US" sz="2400" dirty="0">
                <a:solidFill>
                  <a:schemeClr val="bg2"/>
                </a:solidFill>
                <a:latin typeface="Arial" panose="020B0604020202020204" pitchFamily="34" charset="0"/>
                <a:ea typeface="宋体" panose="02010600030101010101" pitchFamily="2" charset="-122"/>
              </a:rPr>
              <a:t>的电通量：</a:t>
            </a:r>
            <a:endParaRPr lang="zh-CN" altLang="en-US" sz="2400" dirty="0">
              <a:solidFill>
                <a:schemeClr val="bg2"/>
              </a:solidFill>
              <a:latin typeface="Arial" panose="020B0604020202020204" pitchFamily="34" charset="0"/>
              <a:ea typeface="宋体" panose="02010600030101010101" pitchFamily="2" charset="-122"/>
            </a:endParaRPr>
          </a:p>
        </p:txBody>
      </p:sp>
      <p:graphicFrame>
        <p:nvGraphicFramePr>
          <p:cNvPr id="7226" name="Object 58"/>
          <p:cNvGraphicFramePr/>
          <p:nvPr/>
        </p:nvGraphicFramePr>
        <p:xfrm>
          <a:off x="2428875" y="5429250"/>
          <a:ext cx="2357438" cy="1087438"/>
        </p:xfrm>
        <a:graphic>
          <a:graphicData uri="http://schemas.openxmlformats.org/presentationml/2006/ole">
            <mc:AlternateContent xmlns:mc="http://schemas.openxmlformats.org/markup-compatibility/2006">
              <mc:Choice xmlns:v="urn:schemas-microsoft-com:vml" Requires="v">
                <p:oleObj spid="_x0000_s3120" name="" r:id="rId16" imgW="926465" imgH="431800" progId="Equation.3">
                  <p:embed/>
                </p:oleObj>
              </mc:Choice>
              <mc:Fallback>
                <p:oleObj name="" r:id="rId16" imgW="926465" imgH="431800" progId="Equation.3">
                  <p:embed/>
                  <p:pic>
                    <p:nvPicPr>
                      <p:cNvPr id="0" name="图片 3119"/>
                      <p:cNvPicPr/>
                      <p:nvPr/>
                    </p:nvPicPr>
                    <p:blipFill>
                      <a:blip r:embed="rId17"/>
                      <a:stretch>
                        <a:fillRect/>
                      </a:stretch>
                    </p:blipFill>
                    <p:spPr>
                      <a:xfrm>
                        <a:off x="2428875" y="5429250"/>
                        <a:ext cx="2357438" cy="1087438"/>
                      </a:xfrm>
                      <a:prstGeom prst="rect">
                        <a:avLst/>
                      </a:prstGeom>
                      <a:noFill/>
                      <a:ln w="38100">
                        <a:noFill/>
                        <a:miter/>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500"/>
                                        <p:tgtEl>
                                          <p:spTgt spid="5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6389"/>
                                        </p:tgtEl>
                                        <p:attrNameLst>
                                          <p:attrName>style.visibility</p:attrName>
                                        </p:attrNameLst>
                                      </p:cBhvr>
                                      <p:to>
                                        <p:strVal val="visible"/>
                                      </p:to>
                                    </p:set>
                                    <p:animEffect transition="in" filter="wipe(left)">
                                      <p:cBhvr>
                                        <p:cTn id="11" dur="500"/>
                                        <p:tgtEl>
                                          <p:spTgt spid="186389"/>
                                        </p:tgtEl>
                                      </p:cBhvr>
                                    </p:animEffect>
                                  </p:childTnLst>
                                  <p:subTnLst>
                                    <p:audio>
                                      <p:cMediaNode>
                                        <p:cTn display="0" masterRel="sameClick">
                                          <p:stCondLst>
                                            <p:cond evt="begin" delay="0">
                                              <p:tn val="9"/>
                                            </p:cond>
                                          </p:stCondLst>
                                          <p:endCondLst>
                                            <p:cond evt="onStopAudio" delay="0">
                                              <p:tgtEl>
                                                <p:sldTgt/>
                                              </p:tgtEl>
                                            </p:cond>
                                          </p:endCondLst>
                                        </p:cTn>
                                        <p:tgtEl>
                                          <p:sndTgt r:embed="rId18" name="Whoosh"/>
                                        </p:tgtEl>
                                      </p:cMediaNode>
                                    </p:audio>
                                  </p:sub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8710"/>
                                        </p:tgtEl>
                                        <p:attrNameLst>
                                          <p:attrName>style.visibility</p:attrName>
                                        </p:attrNameLst>
                                      </p:cBhvr>
                                      <p:to>
                                        <p:strVal val="visible"/>
                                      </p:to>
                                    </p:set>
                                    <p:animEffect transition="in" filter="blinds(horizontal)">
                                      <p:cBhvr>
                                        <p:cTn id="16" dur="500"/>
                                        <p:tgtEl>
                                          <p:spTgt spid="287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28731"/>
                                        </p:tgtEl>
                                        <p:attrNameLst>
                                          <p:attrName>style.visibility</p:attrName>
                                        </p:attrNameLst>
                                      </p:cBhvr>
                                      <p:to>
                                        <p:strVal val="visible"/>
                                      </p:to>
                                    </p:set>
                                    <p:animEffect transition="in" filter="strips(upRight)">
                                      <p:cBhvr>
                                        <p:cTn id="31" dur="500"/>
                                        <p:tgtEl>
                                          <p:spTgt spid="2873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wipe(left)">
                                      <p:cBhvr>
                                        <p:cTn id="36" dur="500"/>
                                        <p:tgtEl>
                                          <p:spTgt spid="5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5" fill="hold" nodeType="clickEffect">
                                  <p:stCondLst>
                                    <p:cond delay="0"/>
                                  </p:stCondLst>
                                  <p:childTnLst>
                                    <p:set>
                                      <p:cBhvr>
                                        <p:cTn id="40" dur="1" fill="hold">
                                          <p:stCondLst>
                                            <p:cond delay="0"/>
                                          </p:stCondLst>
                                        </p:cTn>
                                        <p:tgtEl>
                                          <p:spTgt spid="28711"/>
                                        </p:tgtEl>
                                        <p:attrNameLst>
                                          <p:attrName>style.visibility</p:attrName>
                                        </p:attrNameLst>
                                      </p:cBhvr>
                                      <p:to>
                                        <p:strVal val="visible"/>
                                      </p:to>
                                    </p:set>
                                    <p:animEffect transition="in" filter="blinds(vertical)">
                                      <p:cBhvr>
                                        <p:cTn id="41" dur="500"/>
                                        <p:tgtEl>
                                          <p:spTgt spid="2871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5" fill="hold" nodeType="clickEffect">
                                  <p:stCondLst>
                                    <p:cond delay="0"/>
                                  </p:stCondLst>
                                  <p:childTnLst>
                                    <p:set>
                                      <p:cBhvr>
                                        <p:cTn id="45" dur="1" fill="hold">
                                          <p:stCondLst>
                                            <p:cond delay="0"/>
                                          </p:stCondLst>
                                        </p:cTn>
                                        <p:tgtEl>
                                          <p:spTgt spid="7226"/>
                                        </p:tgtEl>
                                        <p:attrNameLst>
                                          <p:attrName>style.visibility</p:attrName>
                                        </p:attrNameLst>
                                      </p:cBhvr>
                                      <p:to>
                                        <p:strVal val="visible"/>
                                      </p:to>
                                    </p:set>
                                    <p:animEffect transition="in" filter="blinds(vertical)">
                                      <p:cBhvr>
                                        <p:cTn id="46" dur="500"/>
                                        <p:tgtEl>
                                          <p:spTgt spid="7226"/>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3" fill="hold" nodeType="clickEffect">
                                  <p:stCondLst>
                                    <p:cond delay="0"/>
                                  </p:stCondLst>
                                  <p:childTnLst>
                                    <p:set>
                                      <p:cBhvr>
                                        <p:cTn id="50" dur="1" fill="hold">
                                          <p:stCondLst>
                                            <p:cond delay="0"/>
                                          </p:stCondLst>
                                        </p:cTn>
                                        <p:tgtEl>
                                          <p:spTgt spid="28733"/>
                                        </p:tgtEl>
                                        <p:attrNameLst>
                                          <p:attrName>style.visibility</p:attrName>
                                        </p:attrNameLst>
                                      </p:cBhvr>
                                      <p:to>
                                        <p:strVal val="visible"/>
                                      </p:to>
                                    </p:set>
                                    <p:animEffect transition="in" filter="strips(upRight)">
                                      <p:cBhvr>
                                        <p:cTn id="51" dur="500"/>
                                        <p:tgtEl>
                                          <p:spTgt spid="28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7"/>
          <p:cNvSpPr txBox="1"/>
          <p:nvPr/>
        </p:nvSpPr>
        <p:spPr>
          <a:xfrm>
            <a:off x="428625" y="857250"/>
            <a:ext cx="4249738" cy="584200"/>
          </a:xfrm>
          <a:prstGeom prst="rect">
            <a:avLst/>
          </a:prstGeom>
          <a:noFill/>
          <a:ln w="9525">
            <a:noFill/>
          </a:ln>
        </p:spPr>
        <p:txBody>
          <a:bodyPr anchor="t" anchorCtr="0">
            <a:spAutoFit/>
          </a:bodyPr>
          <a:p>
            <a:pPr>
              <a:spcBef>
                <a:spcPct val="50000"/>
              </a:spcBef>
              <a:buBlip>
                <a:blip r:embed="rId1"/>
              </a:buBlip>
            </a:pPr>
            <a:r>
              <a:rPr lang="en-US" altLang="zh-CN" sz="3200" b="1" dirty="0">
                <a:latin typeface="Times New Roman" panose="02020603050405020304" pitchFamily="18" charset="0"/>
                <a:ea typeface="宋体" panose="02010600030101010101" pitchFamily="2" charset="-122"/>
              </a:rPr>
              <a:t>  </a:t>
            </a:r>
            <a:r>
              <a:rPr lang="zh-CN" altLang="en-US" sz="2800" b="1" dirty="0">
                <a:solidFill>
                  <a:srgbClr val="FF0000"/>
                </a:solidFill>
                <a:latin typeface="Times New Roman" panose="02020603050405020304" pitchFamily="18" charset="0"/>
                <a:ea typeface="宋体" panose="02010600030101010101" pitchFamily="2" charset="-122"/>
              </a:rPr>
              <a:t>点电荷位于球面中心</a:t>
            </a:r>
            <a:endParaRPr lang="zh-CN" altLang="en-US" sz="2800" b="1" dirty="0">
              <a:solidFill>
                <a:srgbClr val="FF0000"/>
              </a:solidFill>
              <a:latin typeface="Times New Roman" panose="02020603050405020304" pitchFamily="18" charset="0"/>
              <a:ea typeface="宋体" panose="02010600030101010101" pitchFamily="2" charset="-122"/>
            </a:endParaRPr>
          </a:p>
        </p:txBody>
      </p:sp>
      <p:graphicFrame>
        <p:nvGraphicFramePr>
          <p:cNvPr id="28711" name="Object 39"/>
          <p:cNvGraphicFramePr/>
          <p:nvPr/>
        </p:nvGraphicFramePr>
        <p:xfrm>
          <a:off x="1214438" y="1571625"/>
          <a:ext cx="2782887" cy="1062038"/>
        </p:xfrm>
        <a:graphic>
          <a:graphicData uri="http://schemas.openxmlformats.org/presentationml/2006/ole">
            <mc:AlternateContent xmlns:mc="http://schemas.openxmlformats.org/markup-compatibility/2006">
              <mc:Choice xmlns:v="urn:schemas-microsoft-com:vml" Requires="v">
                <p:oleObj spid="_x0000_s3122" name="" r:id="rId2" imgW="1116965" imgH="431800" progId="Equation.3">
                  <p:embed/>
                </p:oleObj>
              </mc:Choice>
              <mc:Fallback>
                <p:oleObj name="" r:id="rId2" imgW="1116965" imgH="431800" progId="Equation.3">
                  <p:embed/>
                  <p:pic>
                    <p:nvPicPr>
                      <p:cNvPr id="0" name="图片 3121"/>
                      <p:cNvPicPr/>
                      <p:nvPr/>
                    </p:nvPicPr>
                    <p:blipFill>
                      <a:blip r:embed="rId3"/>
                      <a:stretch>
                        <a:fillRect/>
                      </a:stretch>
                    </p:blipFill>
                    <p:spPr>
                      <a:xfrm>
                        <a:off x="1214438" y="1571625"/>
                        <a:ext cx="2782887" cy="1062038"/>
                      </a:xfrm>
                      <a:prstGeom prst="rect">
                        <a:avLst/>
                      </a:prstGeom>
                      <a:noFill/>
                      <a:ln w="38100">
                        <a:noFill/>
                        <a:miter/>
                      </a:ln>
                    </p:spPr>
                  </p:pic>
                </p:oleObj>
              </mc:Fallback>
            </mc:AlternateContent>
          </a:graphicData>
        </a:graphic>
      </p:graphicFrame>
      <p:sp>
        <p:nvSpPr>
          <p:cNvPr id="186372" name="Text Box 4"/>
          <p:cNvSpPr txBox="1"/>
          <p:nvPr/>
        </p:nvSpPr>
        <p:spPr>
          <a:xfrm>
            <a:off x="428625" y="2714625"/>
            <a:ext cx="4429125" cy="954088"/>
          </a:xfrm>
          <a:prstGeom prst="rect">
            <a:avLst/>
          </a:prstGeom>
          <a:solidFill>
            <a:srgbClr val="9ED3D7"/>
          </a:solidFill>
          <a:ln w="9525" cap="flat" cmpd="sng">
            <a:solidFill>
              <a:srgbClr val="FF3300"/>
            </a:solidFill>
            <a:prstDash val="solid"/>
            <a:miter/>
            <a:headEnd type="none" w="med" len="med"/>
            <a:tailEnd type="none" w="med" len="med"/>
          </a:ln>
        </p:spPr>
        <p:txBody>
          <a:bodyPr anchor="ctr" anchorCtr="0">
            <a:spAutoFit/>
          </a:bodyPr>
          <a:p>
            <a:pPr algn="just">
              <a:spcBef>
                <a:spcPct val="50000"/>
              </a:spcBef>
              <a:buClr>
                <a:schemeClr val="accent2"/>
              </a:buClr>
              <a:buSzPct val="150000"/>
            </a:pPr>
            <a:r>
              <a:rPr lang="zh-CN" altLang="en-US" sz="2800" b="1" dirty="0">
                <a:latin typeface="Times New Roman" panose="02020603050405020304" pitchFamily="18" charset="0"/>
                <a:ea typeface="宋体" panose="02010600030101010101" pitchFamily="2" charset="-122"/>
              </a:rPr>
              <a:t>电通量与球面半径 </a:t>
            </a:r>
            <a:r>
              <a:rPr lang="en-US" altLang="zh-CN" sz="2800" b="1" i="1" dirty="0">
                <a:solidFill>
                  <a:srgbClr val="CC0000"/>
                </a:solidFill>
                <a:latin typeface="Times New Roman" panose="02020603050405020304" pitchFamily="18" charset="0"/>
                <a:ea typeface="宋体" panose="02010600030101010101" pitchFamily="2" charset="-122"/>
              </a:rPr>
              <a:t>r </a:t>
            </a:r>
            <a:r>
              <a:rPr lang="zh-CN" altLang="en-US" sz="2800" b="1" dirty="0">
                <a:latin typeface="Times New Roman" panose="02020603050405020304" pitchFamily="18" charset="0"/>
                <a:ea typeface="宋体" panose="02010600030101010101" pitchFamily="2" charset="-122"/>
              </a:rPr>
              <a:t>无关，只与包围的电荷电量</a:t>
            </a:r>
            <a:r>
              <a:rPr lang="en-US" altLang="zh-CN" sz="2800" b="1" i="1" dirty="0">
                <a:latin typeface="Times New Roman" panose="02020603050405020304" pitchFamily="18" charset="0"/>
                <a:ea typeface="宋体" panose="02010600030101010101" pitchFamily="2" charset="-122"/>
              </a:rPr>
              <a:t>q</a:t>
            </a:r>
            <a:r>
              <a:rPr lang="zh-CN" altLang="en-US" sz="2800" b="1" dirty="0">
                <a:latin typeface="Times New Roman" panose="02020603050405020304" pitchFamily="18" charset="0"/>
                <a:ea typeface="宋体" panose="02010600030101010101" pitchFamily="2" charset="-122"/>
              </a:rPr>
              <a:t>有关</a:t>
            </a:r>
            <a:r>
              <a:rPr lang="en-US" altLang="zh-CN" sz="28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33796" name="Text Box 23"/>
          <p:cNvSpPr txBox="1"/>
          <p:nvPr/>
        </p:nvSpPr>
        <p:spPr>
          <a:xfrm>
            <a:off x="1143000" y="142875"/>
            <a:ext cx="3581400" cy="584200"/>
          </a:xfrm>
          <a:prstGeom prst="rect">
            <a:avLst/>
          </a:prstGeom>
          <a:noFill/>
          <a:ln w="9525">
            <a:noFill/>
          </a:ln>
        </p:spPr>
        <p:txBody>
          <a:bodyPr anchor="t" anchorCtr="0">
            <a:spAutoFit/>
          </a:bodyPr>
          <a:p>
            <a:pPr algn="ctr">
              <a:spcBef>
                <a:spcPct val="50000"/>
              </a:spcBef>
            </a:pPr>
            <a:r>
              <a:rPr lang="zh-CN" altLang="en-US" sz="3200" dirty="0">
                <a:latin typeface="Times New Roman" panose="02020603050405020304" pitchFamily="18" charset="0"/>
                <a:ea typeface="黑体" panose="02010609060101010101" pitchFamily="49" charset="-122"/>
              </a:rPr>
              <a:t>验证高斯定理：</a:t>
            </a:r>
            <a:endParaRPr lang="zh-CN" altLang="en-US" sz="3200" dirty="0">
              <a:latin typeface="Times New Roman" panose="02020603050405020304" pitchFamily="18" charset="0"/>
              <a:ea typeface="黑体" panose="02010609060101010101" pitchFamily="49" charset="-122"/>
            </a:endParaRPr>
          </a:p>
        </p:txBody>
      </p:sp>
      <p:grpSp>
        <p:nvGrpSpPr>
          <p:cNvPr id="33797" name="组合 63"/>
          <p:cNvGrpSpPr/>
          <p:nvPr/>
        </p:nvGrpSpPr>
        <p:grpSpPr>
          <a:xfrm>
            <a:off x="5857875" y="836613"/>
            <a:ext cx="2960688" cy="2949575"/>
            <a:chOff x="4932363" y="836613"/>
            <a:chExt cx="3886200" cy="3886200"/>
          </a:xfrm>
        </p:grpSpPr>
        <p:sp>
          <p:nvSpPr>
            <p:cNvPr id="33798" name="Rectangle 2"/>
            <p:cNvSpPr/>
            <p:nvPr/>
          </p:nvSpPr>
          <p:spPr>
            <a:xfrm>
              <a:off x="4932363" y="836613"/>
              <a:ext cx="3886200" cy="38862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3799" name="Oval 3"/>
            <p:cNvSpPr/>
            <p:nvPr/>
          </p:nvSpPr>
          <p:spPr>
            <a:xfrm>
              <a:off x="5540375" y="1600200"/>
              <a:ext cx="2590800" cy="2513013"/>
            </a:xfrm>
            <a:prstGeom prst="ellipse">
              <a:avLst/>
            </a:prstGeom>
            <a:gradFill rotWithShape="0">
              <a:gsLst>
                <a:gs pos="0">
                  <a:schemeClr val="bg1"/>
                </a:gs>
                <a:gs pos="100000">
                  <a:srgbClr val="66CCFF"/>
                </a:gs>
              </a:gsLst>
              <a:path path="shape">
                <a:fillToRect l="50000" t="50000" r="50000" b="50000"/>
              </a:path>
              <a:tileRect/>
            </a:gradFill>
            <a:ln w="19050">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33800" name="Group 4"/>
            <p:cNvGrpSpPr/>
            <p:nvPr/>
          </p:nvGrpSpPr>
          <p:grpSpPr>
            <a:xfrm>
              <a:off x="5173663" y="1141413"/>
              <a:ext cx="3429000" cy="3276600"/>
              <a:chOff x="432" y="1920"/>
              <a:chExt cx="2160" cy="2064"/>
            </a:xfrm>
          </p:grpSpPr>
          <p:grpSp>
            <p:nvGrpSpPr>
              <p:cNvPr id="33801" name="Group 5"/>
              <p:cNvGrpSpPr/>
              <p:nvPr/>
            </p:nvGrpSpPr>
            <p:grpSpPr>
              <a:xfrm>
                <a:off x="432" y="2963"/>
                <a:ext cx="2160" cy="57"/>
                <a:chOff x="3129" y="2700"/>
                <a:chExt cx="2448" cy="68"/>
              </a:xfrm>
            </p:grpSpPr>
            <p:sp>
              <p:nvSpPr>
                <p:cNvPr id="33802" name="Line 6"/>
                <p:cNvSpPr/>
                <p:nvPr/>
              </p:nvSpPr>
              <p:spPr>
                <a:xfrm flipH="1">
                  <a:off x="3195" y="2734"/>
                  <a:ext cx="2316" cy="1"/>
                </a:xfrm>
                <a:prstGeom prst="line">
                  <a:avLst/>
                </a:prstGeom>
                <a:ln w="12700" cap="flat" cmpd="sng">
                  <a:solidFill>
                    <a:srgbClr val="FF0000"/>
                  </a:solidFill>
                  <a:prstDash val="solid"/>
                  <a:round/>
                  <a:headEnd type="none" w="med" len="med"/>
                  <a:tailEnd type="none" w="med" len="med"/>
                </a:ln>
              </p:spPr>
            </p:sp>
            <p:sp>
              <p:nvSpPr>
                <p:cNvPr id="33803" name="Freeform 7"/>
                <p:cNvSpPr/>
                <p:nvPr/>
              </p:nvSpPr>
              <p:spPr>
                <a:xfrm>
                  <a:off x="5478" y="2701"/>
                  <a:ext cx="99" cy="67"/>
                </a:xfrm>
                <a:custGeom>
                  <a:avLst/>
                  <a:gdLst/>
                  <a:ahLst/>
                  <a:cxnLst>
                    <a:cxn ang="0">
                      <a:pos x="0" y="67"/>
                    </a:cxn>
                    <a:cxn ang="0">
                      <a:pos x="99" y="33"/>
                    </a:cxn>
                    <a:cxn ang="0">
                      <a:pos x="0" y="0"/>
                    </a:cxn>
                    <a:cxn ang="0">
                      <a:pos x="31" y="33"/>
                    </a:cxn>
                    <a:cxn ang="0">
                      <a:pos x="0" y="67"/>
                    </a:cxn>
                  </a:cxnLst>
                  <a:pathLst>
                    <a:path w="99" h="67">
                      <a:moveTo>
                        <a:pt x="0" y="67"/>
                      </a:moveTo>
                      <a:lnTo>
                        <a:pt x="99" y="33"/>
                      </a:lnTo>
                      <a:lnTo>
                        <a:pt x="0" y="0"/>
                      </a:lnTo>
                      <a:lnTo>
                        <a:pt x="31" y="33"/>
                      </a:lnTo>
                      <a:lnTo>
                        <a:pt x="0" y="67"/>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04" name="Freeform 8"/>
                <p:cNvSpPr/>
                <p:nvPr/>
              </p:nvSpPr>
              <p:spPr>
                <a:xfrm>
                  <a:off x="3129" y="2700"/>
                  <a:ext cx="99" cy="67"/>
                </a:xfrm>
                <a:custGeom>
                  <a:avLst/>
                  <a:gdLst/>
                  <a:ahLst/>
                  <a:cxnLst>
                    <a:cxn ang="0">
                      <a:pos x="99" y="0"/>
                    </a:cxn>
                    <a:cxn ang="0">
                      <a:pos x="0" y="34"/>
                    </a:cxn>
                    <a:cxn ang="0">
                      <a:pos x="99" y="67"/>
                    </a:cxn>
                    <a:cxn ang="0">
                      <a:pos x="68" y="34"/>
                    </a:cxn>
                    <a:cxn ang="0">
                      <a:pos x="99" y="0"/>
                    </a:cxn>
                  </a:cxnLst>
                  <a:pathLst>
                    <a:path w="99" h="67">
                      <a:moveTo>
                        <a:pt x="99" y="0"/>
                      </a:moveTo>
                      <a:lnTo>
                        <a:pt x="0" y="34"/>
                      </a:lnTo>
                      <a:lnTo>
                        <a:pt x="99" y="67"/>
                      </a:lnTo>
                      <a:lnTo>
                        <a:pt x="68" y="34"/>
                      </a:lnTo>
                      <a:lnTo>
                        <a:pt x="99"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05" name="Group 9"/>
              <p:cNvGrpSpPr/>
              <p:nvPr/>
            </p:nvGrpSpPr>
            <p:grpSpPr>
              <a:xfrm>
                <a:off x="474" y="2605"/>
                <a:ext cx="2003" cy="774"/>
                <a:chOff x="3170" y="2275"/>
                <a:chExt cx="2270" cy="918"/>
              </a:xfrm>
            </p:grpSpPr>
            <p:sp>
              <p:nvSpPr>
                <p:cNvPr id="33806" name="Line 10"/>
                <p:cNvSpPr/>
                <p:nvPr/>
              </p:nvSpPr>
              <p:spPr>
                <a:xfrm flipH="1" flipV="1">
                  <a:off x="3231" y="2300"/>
                  <a:ext cx="2148" cy="868"/>
                </a:xfrm>
                <a:prstGeom prst="line">
                  <a:avLst/>
                </a:prstGeom>
                <a:ln w="12700" cap="flat" cmpd="sng">
                  <a:solidFill>
                    <a:srgbClr val="FF0000"/>
                  </a:solidFill>
                  <a:prstDash val="solid"/>
                  <a:round/>
                  <a:headEnd type="none" w="med" len="med"/>
                  <a:tailEnd type="none" w="med" len="med"/>
                </a:ln>
              </p:spPr>
            </p:sp>
            <p:sp>
              <p:nvSpPr>
                <p:cNvPr id="33807" name="Freeform 11"/>
                <p:cNvSpPr/>
                <p:nvPr/>
              </p:nvSpPr>
              <p:spPr>
                <a:xfrm>
                  <a:off x="5335" y="3126"/>
                  <a:ext cx="105" cy="67"/>
                </a:xfrm>
                <a:custGeom>
                  <a:avLst/>
                  <a:gdLst/>
                  <a:ahLst/>
                  <a:cxnLst>
                    <a:cxn ang="0">
                      <a:pos x="0" y="62"/>
                    </a:cxn>
                    <a:cxn ang="0">
                      <a:pos x="105" y="67"/>
                    </a:cxn>
                    <a:cxn ang="0">
                      <a:pos x="25" y="0"/>
                    </a:cxn>
                    <a:cxn ang="0">
                      <a:pos x="42" y="42"/>
                    </a:cxn>
                    <a:cxn ang="0">
                      <a:pos x="0" y="62"/>
                    </a:cxn>
                  </a:cxnLst>
                  <a:pathLst>
                    <a:path w="105" h="67">
                      <a:moveTo>
                        <a:pt x="0" y="62"/>
                      </a:moveTo>
                      <a:lnTo>
                        <a:pt x="105" y="67"/>
                      </a:lnTo>
                      <a:lnTo>
                        <a:pt x="25" y="0"/>
                      </a:lnTo>
                      <a:lnTo>
                        <a:pt x="42" y="42"/>
                      </a:lnTo>
                      <a:lnTo>
                        <a:pt x="0" y="62"/>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08" name="Freeform 12"/>
                <p:cNvSpPr/>
                <p:nvPr/>
              </p:nvSpPr>
              <p:spPr>
                <a:xfrm>
                  <a:off x="3170" y="2275"/>
                  <a:ext cx="105" cy="67"/>
                </a:xfrm>
                <a:custGeom>
                  <a:avLst/>
                  <a:gdLst/>
                  <a:ahLst/>
                  <a:cxnLst>
                    <a:cxn ang="0">
                      <a:pos x="105" y="5"/>
                    </a:cxn>
                    <a:cxn ang="0">
                      <a:pos x="0" y="0"/>
                    </a:cxn>
                    <a:cxn ang="0">
                      <a:pos x="80" y="67"/>
                    </a:cxn>
                    <a:cxn ang="0">
                      <a:pos x="63" y="25"/>
                    </a:cxn>
                    <a:cxn ang="0">
                      <a:pos x="105" y="5"/>
                    </a:cxn>
                  </a:cxnLst>
                  <a:pathLst>
                    <a:path w="105" h="67">
                      <a:moveTo>
                        <a:pt x="105" y="5"/>
                      </a:moveTo>
                      <a:lnTo>
                        <a:pt x="0" y="0"/>
                      </a:lnTo>
                      <a:lnTo>
                        <a:pt x="80" y="67"/>
                      </a:lnTo>
                      <a:lnTo>
                        <a:pt x="63" y="25"/>
                      </a:lnTo>
                      <a:lnTo>
                        <a:pt x="105" y="5"/>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09" name="Group 13"/>
              <p:cNvGrpSpPr/>
              <p:nvPr/>
            </p:nvGrpSpPr>
            <p:grpSpPr>
              <a:xfrm>
                <a:off x="686" y="2276"/>
                <a:ext cx="1581" cy="1424"/>
                <a:chOff x="3425" y="1885"/>
                <a:chExt cx="1792" cy="1689"/>
              </a:xfrm>
            </p:grpSpPr>
            <p:sp>
              <p:nvSpPr>
                <p:cNvPr id="33810" name="Line 14"/>
                <p:cNvSpPr/>
                <p:nvPr/>
              </p:nvSpPr>
              <p:spPr>
                <a:xfrm flipH="1" flipV="1">
                  <a:off x="3472" y="1930"/>
                  <a:ext cx="1698" cy="1599"/>
                </a:xfrm>
                <a:prstGeom prst="line">
                  <a:avLst/>
                </a:prstGeom>
                <a:ln w="12700" cap="flat" cmpd="sng">
                  <a:solidFill>
                    <a:srgbClr val="FF0000"/>
                  </a:solidFill>
                  <a:prstDash val="solid"/>
                  <a:round/>
                  <a:headEnd type="none" w="med" len="med"/>
                  <a:tailEnd type="none" w="med" len="med"/>
                </a:ln>
              </p:spPr>
            </p:sp>
            <p:sp>
              <p:nvSpPr>
                <p:cNvPr id="33811" name="Freeform 15"/>
                <p:cNvSpPr/>
                <p:nvPr/>
              </p:nvSpPr>
              <p:spPr>
                <a:xfrm>
                  <a:off x="5122" y="3482"/>
                  <a:ext cx="95" cy="92"/>
                </a:xfrm>
                <a:custGeom>
                  <a:avLst/>
                  <a:gdLst/>
                  <a:ahLst/>
                  <a:cxnLst>
                    <a:cxn ang="0">
                      <a:pos x="0" y="48"/>
                    </a:cxn>
                    <a:cxn ang="0">
                      <a:pos x="95" y="92"/>
                    </a:cxn>
                    <a:cxn ang="0">
                      <a:pos x="46" y="0"/>
                    </a:cxn>
                    <a:cxn ang="0">
                      <a:pos x="46" y="45"/>
                    </a:cxn>
                    <a:cxn ang="0">
                      <a:pos x="0" y="48"/>
                    </a:cxn>
                  </a:cxnLst>
                  <a:pathLst>
                    <a:path w="95" h="92">
                      <a:moveTo>
                        <a:pt x="0" y="48"/>
                      </a:moveTo>
                      <a:lnTo>
                        <a:pt x="95" y="92"/>
                      </a:lnTo>
                      <a:lnTo>
                        <a:pt x="46" y="0"/>
                      </a:lnTo>
                      <a:lnTo>
                        <a:pt x="46" y="45"/>
                      </a:lnTo>
                      <a:lnTo>
                        <a:pt x="0" y="48"/>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12" name="Freeform 16"/>
                <p:cNvSpPr/>
                <p:nvPr/>
              </p:nvSpPr>
              <p:spPr>
                <a:xfrm>
                  <a:off x="3425" y="1885"/>
                  <a:ext cx="95" cy="92"/>
                </a:xfrm>
                <a:custGeom>
                  <a:avLst/>
                  <a:gdLst/>
                  <a:ahLst/>
                  <a:cxnLst>
                    <a:cxn ang="0">
                      <a:pos x="95" y="44"/>
                    </a:cxn>
                    <a:cxn ang="0">
                      <a:pos x="0" y="0"/>
                    </a:cxn>
                    <a:cxn ang="0">
                      <a:pos x="49" y="92"/>
                    </a:cxn>
                    <a:cxn ang="0">
                      <a:pos x="49" y="47"/>
                    </a:cxn>
                    <a:cxn ang="0">
                      <a:pos x="95" y="44"/>
                    </a:cxn>
                  </a:cxnLst>
                  <a:pathLst>
                    <a:path w="95" h="92">
                      <a:moveTo>
                        <a:pt x="95" y="44"/>
                      </a:moveTo>
                      <a:lnTo>
                        <a:pt x="0" y="0"/>
                      </a:lnTo>
                      <a:lnTo>
                        <a:pt x="49" y="92"/>
                      </a:lnTo>
                      <a:lnTo>
                        <a:pt x="49" y="47"/>
                      </a:lnTo>
                      <a:lnTo>
                        <a:pt x="95" y="44"/>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13" name="Group 17"/>
              <p:cNvGrpSpPr/>
              <p:nvPr/>
            </p:nvGrpSpPr>
            <p:grpSpPr>
              <a:xfrm>
                <a:off x="1073" y="2018"/>
                <a:ext cx="854" cy="1876"/>
                <a:chOff x="3855" y="1579"/>
                <a:chExt cx="968" cy="2225"/>
              </a:xfrm>
            </p:grpSpPr>
            <p:sp>
              <p:nvSpPr>
                <p:cNvPr id="33814" name="Line 18"/>
                <p:cNvSpPr/>
                <p:nvPr/>
              </p:nvSpPr>
              <p:spPr>
                <a:xfrm flipH="1">
                  <a:off x="3882" y="1639"/>
                  <a:ext cx="914" cy="2105"/>
                </a:xfrm>
                <a:prstGeom prst="line">
                  <a:avLst/>
                </a:prstGeom>
                <a:ln w="12700" cap="flat" cmpd="sng">
                  <a:solidFill>
                    <a:srgbClr val="FF0000"/>
                  </a:solidFill>
                  <a:prstDash val="solid"/>
                  <a:round/>
                  <a:headEnd type="none" w="med" len="med"/>
                  <a:tailEnd type="none" w="med" len="med"/>
                </a:ln>
              </p:spPr>
            </p:sp>
            <p:sp>
              <p:nvSpPr>
                <p:cNvPr id="33815" name="Freeform 19"/>
                <p:cNvSpPr/>
                <p:nvPr/>
              </p:nvSpPr>
              <p:spPr>
                <a:xfrm>
                  <a:off x="4753" y="1579"/>
                  <a:ext cx="70" cy="104"/>
                </a:xfrm>
                <a:custGeom>
                  <a:avLst/>
                  <a:gdLst/>
                  <a:ahLst/>
                  <a:cxnLst>
                    <a:cxn ang="0">
                      <a:pos x="62" y="104"/>
                    </a:cxn>
                    <a:cxn ang="0">
                      <a:pos x="70" y="0"/>
                    </a:cxn>
                    <a:cxn ang="0">
                      <a:pos x="0" y="78"/>
                    </a:cxn>
                    <a:cxn ang="0">
                      <a:pos x="43" y="62"/>
                    </a:cxn>
                    <a:cxn ang="0">
                      <a:pos x="62" y="104"/>
                    </a:cxn>
                  </a:cxnLst>
                  <a:pathLst>
                    <a:path w="70" h="104">
                      <a:moveTo>
                        <a:pt x="62" y="104"/>
                      </a:moveTo>
                      <a:lnTo>
                        <a:pt x="70" y="0"/>
                      </a:lnTo>
                      <a:lnTo>
                        <a:pt x="0" y="78"/>
                      </a:lnTo>
                      <a:lnTo>
                        <a:pt x="43" y="62"/>
                      </a:lnTo>
                      <a:lnTo>
                        <a:pt x="62" y="104"/>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16" name="Freeform 20"/>
                <p:cNvSpPr/>
                <p:nvPr/>
              </p:nvSpPr>
              <p:spPr>
                <a:xfrm>
                  <a:off x="3855" y="3700"/>
                  <a:ext cx="70" cy="104"/>
                </a:xfrm>
                <a:custGeom>
                  <a:avLst/>
                  <a:gdLst/>
                  <a:ahLst/>
                  <a:cxnLst>
                    <a:cxn ang="0">
                      <a:pos x="8" y="0"/>
                    </a:cxn>
                    <a:cxn ang="0">
                      <a:pos x="0" y="104"/>
                    </a:cxn>
                    <a:cxn ang="0">
                      <a:pos x="70" y="26"/>
                    </a:cxn>
                    <a:cxn ang="0">
                      <a:pos x="27" y="42"/>
                    </a:cxn>
                    <a:cxn ang="0">
                      <a:pos x="8" y="0"/>
                    </a:cxn>
                  </a:cxnLst>
                  <a:pathLst>
                    <a:path w="70" h="104">
                      <a:moveTo>
                        <a:pt x="8" y="0"/>
                      </a:moveTo>
                      <a:lnTo>
                        <a:pt x="0" y="104"/>
                      </a:lnTo>
                      <a:lnTo>
                        <a:pt x="70" y="26"/>
                      </a:lnTo>
                      <a:lnTo>
                        <a:pt x="27" y="42"/>
                      </a:lnTo>
                      <a:lnTo>
                        <a:pt x="8"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17" name="Group 21"/>
              <p:cNvGrpSpPr/>
              <p:nvPr/>
            </p:nvGrpSpPr>
            <p:grpSpPr>
              <a:xfrm>
                <a:off x="498" y="2639"/>
                <a:ext cx="2030" cy="705"/>
                <a:chOff x="3204" y="2316"/>
                <a:chExt cx="2300" cy="836"/>
              </a:xfrm>
            </p:grpSpPr>
            <p:sp>
              <p:nvSpPr>
                <p:cNvPr id="33818" name="Line 22"/>
                <p:cNvSpPr/>
                <p:nvPr/>
              </p:nvSpPr>
              <p:spPr>
                <a:xfrm flipH="1">
                  <a:off x="3266" y="2339"/>
                  <a:ext cx="2176" cy="790"/>
                </a:xfrm>
                <a:prstGeom prst="line">
                  <a:avLst/>
                </a:prstGeom>
                <a:ln w="12700" cap="flat" cmpd="sng">
                  <a:solidFill>
                    <a:srgbClr val="FF0000"/>
                  </a:solidFill>
                  <a:prstDash val="solid"/>
                  <a:round/>
                  <a:headEnd type="none" w="med" len="med"/>
                  <a:tailEnd type="none" w="med" len="med"/>
                </a:ln>
              </p:spPr>
            </p:sp>
            <p:sp>
              <p:nvSpPr>
                <p:cNvPr id="33819" name="Freeform 23"/>
                <p:cNvSpPr/>
                <p:nvPr/>
              </p:nvSpPr>
              <p:spPr>
                <a:xfrm>
                  <a:off x="5400" y="2316"/>
                  <a:ext cx="104" cy="65"/>
                </a:xfrm>
                <a:custGeom>
                  <a:avLst/>
                  <a:gdLst/>
                  <a:ahLst/>
                  <a:cxnLst>
                    <a:cxn ang="0">
                      <a:pos x="22" y="65"/>
                    </a:cxn>
                    <a:cxn ang="0">
                      <a:pos x="104" y="0"/>
                    </a:cxn>
                    <a:cxn ang="0">
                      <a:pos x="0" y="2"/>
                    </a:cxn>
                    <a:cxn ang="0">
                      <a:pos x="40" y="23"/>
                    </a:cxn>
                    <a:cxn ang="0">
                      <a:pos x="22" y="65"/>
                    </a:cxn>
                  </a:cxnLst>
                  <a:pathLst>
                    <a:path w="104" h="65">
                      <a:moveTo>
                        <a:pt x="22" y="65"/>
                      </a:moveTo>
                      <a:lnTo>
                        <a:pt x="104" y="0"/>
                      </a:lnTo>
                      <a:lnTo>
                        <a:pt x="0" y="2"/>
                      </a:lnTo>
                      <a:lnTo>
                        <a:pt x="40" y="23"/>
                      </a:lnTo>
                      <a:lnTo>
                        <a:pt x="22" y="65"/>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20" name="Freeform 24"/>
                <p:cNvSpPr/>
                <p:nvPr/>
              </p:nvSpPr>
              <p:spPr>
                <a:xfrm>
                  <a:off x="3204" y="3087"/>
                  <a:ext cx="104" cy="65"/>
                </a:xfrm>
                <a:custGeom>
                  <a:avLst/>
                  <a:gdLst/>
                  <a:ahLst/>
                  <a:cxnLst>
                    <a:cxn ang="0">
                      <a:pos x="82" y="0"/>
                    </a:cxn>
                    <a:cxn ang="0">
                      <a:pos x="0" y="65"/>
                    </a:cxn>
                    <a:cxn ang="0">
                      <a:pos x="104" y="63"/>
                    </a:cxn>
                    <a:cxn ang="0">
                      <a:pos x="64" y="42"/>
                    </a:cxn>
                    <a:cxn ang="0">
                      <a:pos x="82" y="0"/>
                    </a:cxn>
                  </a:cxnLst>
                  <a:pathLst>
                    <a:path w="104" h="65">
                      <a:moveTo>
                        <a:pt x="82" y="0"/>
                      </a:moveTo>
                      <a:lnTo>
                        <a:pt x="0" y="65"/>
                      </a:lnTo>
                      <a:lnTo>
                        <a:pt x="104" y="63"/>
                      </a:lnTo>
                      <a:lnTo>
                        <a:pt x="64" y="42"/>
                      </a:lnTo>
                      <a:lnTo>
                        <a:pt x="82"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21" name="Group 25"/>
              <p:cNvGrpSpPr/>
              <p:nvPr/>
            </p:nvGrpSpPr>
            <p:grpSpPr>
              <a:xfrm>
                <a:off x="771" y="2234"/>
                <a:ext cx="1555" cy="1434"/>
                <a:chOff x="3473" y="1836"/>
                <a:chExt cx="1762" cy="1700"/>
              </a:xfrm>
            </p:grpSpPr>
            <p:sp>
              <p:nvSpPr>
                <p:cNvPr id="33822" name="Line 26"/>
                <p:cNvSpPr/>
                <p:nvPr/>
              </p:nvSpPr>
              <p:spPr>
                <a:xfrm flipV="1">
                  <a:off x="3520" y="1881"/>
                  <a:ext cx="1668" cy="1610"/>
                </a:xfrm>
                <a:prstGeom prst="line">
                  <a:avLst/>
                </a:prstGeom>
                <a:ln w="12700" cap="flat" cmpd="sng">
                  <a:solidFill>
                    <a:srgbClr val="FF0000"/>
                  </a:solidFill>
                  <a:prstDash val="solid"/>
                  <a:round/>
                  <a:headEnd type="none" w="med" len="med"/>
                  <a:tailEnd type="none" w="med" len="med"/>
                </a:ln>
              </p:spPr>
            </p:sp>
            <p:sp>
              <p:nvSpPr>
                <p:cNvPr id="33823" name="Freeform 27"/>
                <p:cNvSpPr/>
                <p:nvPr/>
              </p:nvSpPr>
              <p:spPr>
                <a:xfrm>
                  <a:off x="3473" y="3443"/>
                  <a:ext cx="94" cy="93"/>
                </a:xfrm>
                <a:custGeom>
                  <a:avLst/>
                  <a:gdLst/>
                  <a:ahLst/>
                  <a:cxnLst>
                    <a:cxn ang="0">
                      <a:pos x="48" y="0"/>
                    </a:cxn>
                    <a:cxn ang="0">
                      <a:pos x="0" y="93"/>
                    </a:cxn>
                    <a:cxn ang="0">
                      <a:pos x="94" y="48"/>
                    </a:cxn>
                    <a:cxn ang="0">
                      <a:pos x="49" y="46"/>
                    </a:cxn>
                    <a:cxn ang="0">
                      <a:pos x="48" y="0"/>
                    </a:cxn>
                  </a:cxnLst>
                  <a:pathLst>
                    <a:path w="94" h="93">
                      <a:moveTo>
                        <a:pt x="48" y="0"/>
                      </a:moveTo>
                      <a:lnTo>
                        <a:pt x="0" y="93"/>
                      </a:lnTo>
                      <a:lnTo>
                        <a:pt x="94" y="48"/>
                      </a:lnTo>
                      <a:lnTo>
                        <a:pt x="49" y="46"/>
                      </a:lnTo>
                      <a:lnTo>
                        <a:pt x="48"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24" name="Freeform 28"/>
                <p:cNvSpPr/>
                <p:nvPr/>
              </p:nvSpPr>
              <p:spPr>
                <a:xfrm>
                  <a:off x="5141" y="1836"/>
                  <a:ext cx="94" cy="93"/>
                </a:xfrm>
                <a:custGeom>
                  <a:avLst/>
                  <a:gdLst/>
                  <a:ahLst/>
                  <a:cxnLst>
                    <a:cxn ang="0">
                      <a:pos x="46" y="93"/>
                    </a:cxn>
                    <a:cxn ang="0">
                      <a:pos x="94" y="0"/>
                    </a:cxn>
                    <a:cxn ang="0">
                      <a:pos x="0" y="45"/>
                    </a:cxn>
                    <a:cxn ang="0">
                      <a:pos x="45" y="47"/>
                    </a:cxn>
                    <a:cxn ang="0">
                      <a:pos x="46" y="93"/>
                    </a:cxn>
                  </a:cxnLst>
                  <a:pathLst>
                    <a:path w="94" h="93">
                      <a:moveTo>
                        <a:pt x="46" y="93"/>
                      </a:moveTo>
                      <a:lnTo>
                        <a:pt x="94" y="0"/>
                      </a:lnTo>
                      <a:lnTo>
                        <a:pt x="0" y="45"/>
                      </a:lnTo>
                      <a:lnTo>
                        <a:pt x="45" y="47"/>
                      </a:lnTo>
                      <a:lnTo>
                        <a:pt x="46" y="93"/>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25" name="Group 29"/>
              <p:cNvGrpSpPr/>
              <p:nvPr/>
            </p:nvGrpSpPr>
            <p:grpSpPr>
              <a:xfrm>
                <a:off x="1440" y="1920"/>
                <a:ext cx="60" cy="2064"/>
                <a:chOff x="4271" y="1463"/>
                <a:chExt cx="68" cy="2448"/>
              </a:xfrm>
            </p:grpSpPr>
            <p:sp>
              <p:nvSpPr>
                <p:cNvPr id="33826" name="Line 30"/>
                <p:cNvSpPr/>
                <p:nvPr/>
              </p:nvSpPr>
              <p:spPr>
                <a:xfrm flipV="1">
                  <a:off x="4305" y="1529"/>
                  <a:ext cx="1" cy="2316"/>
                </a:xfrm>
                <a:prstGeom prst="line">
                  <a:avLst/>
                </a:prstGeom>
                <a:ln w="12700" cap="flat" cmpd="sng">
                  <a:solidFill>
                    <a:srgbClr val="FF0000"/>
                  </a:solidFill>
                  <a:prstDash val="solid"/>
                  <a:round/>
                  <a:headEnd type="none" w="med" len="med"/>
                  <a:tailEnd type="none" w="med" len="med"/>
                </a:ln>
              </p:spPr>
            </p:sp>
            <p:sp>
              <p:nvSpPr>
                <p:cNvPr id="33827" name="Freeform 31"/>
                <p:cNvSpPr/>
                <p:nvPr/>
              </p:nvSpPr>
              <p:spPr>
                <a:xfrm>
                  <a:off x="4271" y="3812"/>
                  <a:ext cx="67" cy="99"/>
                </a:xfrm>
                <a:custGeom>
                  <a:avLst/>
                  <a:gdLst/>
                  <a:ahLst/>
                  <a:cxnLst>
                    <a:cxn ang="0">
                      <a:pos x="0" y="0"/>
                    </a:cxn>
                    <a:cxn ang="0">
                      <a:pos x="34" y="99"/>
                    </a:cxn>
                    <a:cxn ang="0">
                      <a:pos x="67" y="0"/>
                    </a:cxn>
                    <a:cxn ang="0">
                      <a:pos x="34" y="31"/>
                    </a:cxn>
                    <a:cxn ang="0">
                      <a:pos x="0" y="0"/>
                    </a:cxn>
                  </a:cxnLst>
                  <a:pathLst>
                    <a:path w="67" h="99">
                      <a:moveTo>
                        <a:pt x="0" y="0"/>
                      </a:moveTo>
                      <a:lnTo>
                        <a:pt x="34" y="99"/>
                      </a:lnTo>
                      <a:lnTo>
                        <a:pt x="67" y="0"/>
                      </a:lnTo>
                      <a:lnTo>
                        <a:pt x="34" y="31"/>
                      </a:lnTo>
                      <a:lnTo>
                        <a:pt x="0" y="0"/>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28" name="Freeform 32"/>
                <p:cNvSpPr/>
                <p:nvPr/>
              </p:nvSpPr>
              <p:spPr>
                <a:xfrm>
                  <a:off x="4272" y="1463"/>
                  <a:ext cx="67" cy="99"/>
                </a:xfrm>
                <a:custGeom>
                  <a:avLst/>
                  <a:gdLst/>
                  <a:ahLst/>
                  <a:cxnLst>
                    <a:cxn ang="0">
                      <a:pos x="67" y="99"/>
                    </a:cxn>
                    <a:cxn ang="0">
                      <a:pos x="33" y="0"/>
                    </a:cxn>
                    <a:cxn ang="0">
                      <a:pos x="0" y="99"/>
                    </a:cxn>
                    <a:cxn ang="0">
                      <a:pos x="33" y="68"/>
                    </a:cxn>
                    <a:cxn ang="0">
                      <a:pos x="67" y="99"/>
                    </a:cxn>
                  </a:cxnLst>
                  <a:pathLst>
                    <a:path w="67" h="99">
                      <a:moveTo>
                        <a:pt x="67" y="99"/>
                      </a:moveTo>
                      <a:lnTo>
                        <a:pt x="33" y="0"/>
                      </a:lnTo>
                      <a:lnTo>
                        <a:pt x="0" y="99"/>
                      </a:lnTo>
                      <a:lnTo>
                        <a:pt x="33" y="68"/>
                      </a:lnTo>
                      <a:lnTo>
                        <a:pt x="67" y="99"/>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nvGrpSpPr>
              <p:cNvPr id="33829" name="Group 33"/>
              <p:cNvGrpSpPr/>
              <p:nvPr/>
            </p:nvGrpSpPr>
            <p:grpSpPr>
              <a:xfrm>
                <a:off x="1031" y="2009"/>
                <a:ext cx="879" cy="1885"/>
                <a:chOff x="3808" y="1568"/>
                <a:chExt cx="996" cy="2236"/>
              </a:xfrm>
            </p:grpSpPr>
            <p:sp>
              <p:nvSpPr>
                <p:cNvPr id="33830" name="Line 34"/>
                <p:cNvSpPr/>
                <p:nvPr/>
              </p:nvSpPr>
              <p:spPr>
                <a:xfrm flipH="1" flipV="1">
                  <a:off x="3836" y="1628"/>
                  <a:ext cx="940" cy="2116"/>
                </a:xfrm>
                <a:prstGeom prst="line">
                  <a:avLst/>
                </a:prstGeom>
                <a:ln w="12700" cap="flat" cmpd="sng">
                  <a:solidFill>
                    <a:srgbClr val="FF0000"/>
                  </a:solidFill>
                  <a:prstDash val="solid"/>
                  <a:round/>
                  <a:headEnd type="none" w="med" len="med"/>
                  <a:tailEnd type="none" w="med" len="med"/>
                </a:ln>
              </p:spPr>
            </p:sp>
            <p:sp>
              <p:nvSpPr>
                <p:cNvPr id="33831" name="Freeform 35"/>
                <p:cNvSpPr/>
                <p:nvPr/>
              </p:nvSpPr>
              <p:spPr>
                <a:xfrm>
                  <a:off x="4732" y="3700"/>
                  <a:ext cx="72" cy="104"/>
                </a:xfrm>
                <a:custGeom>
                  <a:avLst/>
                  <a:gdLst/>
                  <a:ahLst/>
                  <a:cxnLst>
                    <a:cxn ang="0">
                      <a:pos x="0" y="28"/>
                    </a:cxn>
                    <a:cxn ang="0">
                      <a:pos x="72" y="104"/>
                    </a:cxn>
                    <a:cxn ang="0">
                      <a:pos x="61" y="0"/>
                    </a:cxn>
                    <a:cxn ang="0">
                      <a:pos x="44" y="42"/>
                    </a:cxn>
                    <a:cxn ang="0">
                      <a:pos x="0" y="28"/>
                    </a:cxn>
                  </a:cxnLst>
                  <a:pathLst>
                    <a:path w="72" h="104">
                      <a:moveTo>
                        <a:pt x="0" y="28"/>
                      </a:moveTo>
                      <a:lnTo>
                        <a:pt x="72" y="104"/>
                      </a:lnTo>
                      <a:lnTo>
                        <a:pt x="61" y="0"/>
                      </a:lnTo>
                      <a:lnTo>
                        <a:pt x="44" y="42"/>
                      </a:lnTo>
                      <a:lnTo>
                        <a:pt x="0" y="28"/>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sp>
              <p:nvSpPr>
                <p:cNvPr id="33832" name="Freeform 36"/>
                <p:cNvSpPr/>
                <p:nvPr/>
              </p:nvSpPr>
              <p:spPr>
                <a:xfrm>
                  <a:off x="3808" y="1568"/>
                  <a:ext cx="72" cy="104"/>
                </a:xfrm>
                <a:custGeom>
                  <a:avLst/>
                  <a:gdLst/>
                  <a:ahLst/>
                  <a:cxnLst>
                    <a:cxn ang="0">
                      <a:pos x="72" y="76"/>
                    </a:cxn>
                    <a:cxn ang="0">
                      <a:pos x="0" y="0"/>
                    </a:cxn>
                    <a:cxn ang="0">
                      <a:pos x="11" y="104"/>
                    </a:cxn>
                    <a:cxn ang="0">
                      <a:pos x="28" y="62"/>
                    </a:cxn>
                    <a:cxn ang="0">
                      <a:pos x="72" y="76"/>
                    </a:cxn>
                  </a:cxnLst>
                  <a:pathLst>
                    <a:path w="72" h="104">
                      <a:moveTo>
                        <a:pt x="72" y="76"/>
                      </a:moveTo>
                      <a:lnTo>
                        <a:pt x="0" y="0"/>
                      </a:lnTo>
                      <a:lnTo>
                        <a:pt x="11" y="104"/>
                      </a:lnTo>
                      <a:lnTo>
                        <a:pt x="28" y="62"/>
                      </a:lnTo>
                      <a:lnTo>
                        <a:pt x="72" y="76"/>
                      </a:lnTo>
                      <a:close/>
                    </a:path>
                  </a:pathLst>
                </a:custGeom>
                <a:solidFill>
                  <a:srgbClr val="FF0000"/>
                </a:solidFill>
                <a:ln w="9525" cap="flat" cmpd="sng">
                  <a:solidFill>
                    <a:srgbClr val="FF0000"/>
                  </a:solidFill>
                  <a:prstDash val="solid"/>
                  <a:round/>
                  <a:headEnd type="none" w="med" len="med"/>
                  <a:tailEnd type="none" w="med" len="med"/>
                </a:ln>
              </p:spPr>
              <p:txBody>
                <a:bodyPr/>
                <a:p>
                  <a:endParaRPr lang="zh-CN" altLang="en-US"/>
                </a:p>
              </p:txBody>
            </p:sp>
          </p:grpSp>
        </p:grpSp>
        <p:sp>
          <p:nvSpPr>
            <p:cNvPr id="33833" name="Oval 42"/>
            <p:cNvSpPr/>
            <p:nvPr/>
          </p:nvSpPr>
          <p:spPr>
            <a:xfrm>
              <a:off x="5554663" y="1598613"/>
              <a:ext cx="2590800" cy="2513012"/>
            </a:xfrm>
            <a:prstGeom prst="ellipse">
              <a:avLst/>
            </a:prstGeom>
            <a:solidFill>
              <a:srgbClr val="CCECFF">
                <a:alpha val="50195"/>
              </a:srgbClr>
            </a:solidFill>
            <a:ln w="0"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33834" name="Group 43"/>
            <p:cNvGrpSpPr/>
            <p:nvPr/>
          </p:nvGrpSpPr>
          <p:grpSpPr>
            <a:xfrm>
              <a:off x="6850063" y="1751013"/>
              <a:ext cx="1524000" cy="1143000"/>
              <a:chOff x="4128" y="1728"/>
              <a:chExt cx="960" cy="720"/>
            </a:xfrm>
          </p:grpSpPr>
          <p:grpSp>
            <p:nvGrpSpPr>
              <p:cNvPr id="33835" name="Group 44"/>
              <p:cNvGrpSpPr/>
              <p:nvPr/>
            </p:nvGrpSpPr>
            <p:grpSpPr>
              <a:xfrm>
                <a:off x="4128" y="1920"/>
                <a:ext cx="515" cy="528"/>
                <a:chOff x="4128" y="1920"/>
                <a:chExt cx="515" cy="528"/>
              </a:xfrm>
            </p:grpSpPr>
            <p:grpSp>
              <p:nvGrpSpPr>
                <p:cNvPr id="33836" name="Group 45"/>
                <p:cNvGrpSpPr/>
                <p:nvPr/>
              </p:nvGrpSpPr>
              <p:grpSpPr>
                <a:xfrm>
                  <a:off x="4128" y="1968"/>
                  <a:ext cx="515" cy="480"/>
                  <a:chOff x="4128" y="1968"/>
                  <a:chExt cx="515" cy="480"/>
                </a:xfrm>
              </p:grpSpPr>
              <p:sp>
                <p:nvSpPr>
                  <p:cNvPr id="33837" name="Line 46"/>
                  <p:cNvSpPr/>
                  <p:nvPr/>
                </p:nvSpPr>
                <p:spPr>
                  <a:xfrm flipH="1">
                    <a:off x="4128" y="1968"/>
                    <a:ext cx="375" cy="480"/>
                  </a:xfrm>
                  <a:prstGeom prst="line">
                    <a:avLst/>
                  </a:prstGeom>
                  <a:ln w="28575" cap="rnd" cmpd="sng">
                    <a:solidFill>
                      <a:schemeClr val="accent2"/>
                    </a:solidFill>
                    <a:prstDash val="sysDot"/>
                    <a:round/>
                    <a:headEnd type="none" w="med" len="med"/>
                    <a:tailEnd type="none" w="med" len="med"/>
                  </a:ln>
                </p:spPr>
              </p:sp>
              <p:sp>
                <p:nvSpPr>
                  <p:cNvPr id="33838" name="Line 47"/>
                  <p:cNvSpPr/>
                  <p:nvPr/>
                </p:nvSpPr>
                <p:spPr>
                  <a:xfrm flipH="1">
                    <a:off x="4128" y="2133"/>
                    <a:ext cx="515" cy="288"/>
                  </a:xfrm>
                  <a:prstGeom prst="line">
                    <a:avLst/>
                  </a:prstGeom>
                  <a:ln w="28575" cap="rnd" cmpd="sng">
                    <a:solidFill>
                      <a:schemeClr val="accent2"/>
                    </a:solidFill>
                    <a:prstDash val="sysDot"/>
                    <a:round/>
                    <a:headEnd type="none" w="med" len="med"/>
                    <a:tailEnd type="none" w="med" len="med"/>
                  </a:ln>
                </p:spPr>
              </p:sp>
            </p:grpSp>
            <p:sp>
              <p:nvSpPr>
                <p:cNvPr id="33839" name="Oval 48"/>
                <p:cNvSpPr/>
                <p:nvPr/>
              </p:nvSpPr>
              <p:spPr>
                <a:xfrm rot="-2357960">
                  <a:off x="4503" y="1920"/>
                  <a:ext cx="140" cy="240"/>
                </a:xfrm>
                <a:prstGeom prst="ellipse">
                  <a:avLst/>
                </a:prstGeom>
                <a:gradFill rotWithShape="0">
                  <a:gsLst>
                    <a:gs pos="0">
                      <a:srgbClr val="FFFFFF"/>
                    </a:gs>
                    <a:gs pos="100000">
                      <a:srgbClr val="82C7CC"/>
                    </a:gs>
                  </a:gsLst>
                  <a:path path="shape">
                    <a:fillToRect l="50000" t="50000" r="50000" b="50000"/>
                  </a:path>
                  <a:tileRect/>
                </a:gradFill>
                <a:ln w="12700" cap="flat" cmpd="sng">
                  <a:solidFill>
                    <a:srgbClr val="333399"/>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sp>
            <p:nvSpPr>
              <p:cNvPr id="33840" name="Line 49"/>
              <p:cNvSpPr/>
              <p:nvPr/>
            </p:nvSpPr>
            <p:spPr>
              <a:xfrm flipV="1">
                <a:off x="4575" y="1803"/>
                <a:ext cx="234" cy="240"/>
              </a:xfrm>
              <a:prstGeom prst="line">
                <a:avLst/>
              </a:prstGeom>
              <a:ln w="38100" cap="flat" cmpd="sng">
                <a:solidFill>
                  <a:srgbClr val="D60093"/>
                </a:solidFill>
                <a:prstDash val="solid"/>
                <a:round/>
                <a:headEnd type="none" w="med" len="med"/>
                <a:tailEnd type="triangle" w="sm" len="lg"/>
              </a:ln>
            </p:spPr>
          </p:sp>
          <p:graphicFrame>
            <p:nvGraphicFramePr>
              <p:cNvPr id="33841" name="Object 50"/>
              <p:cNvGraphicFramePr/>
              <p:nvPr/>
            </p:nvGraphicFramePr>
            <p:xfrm>
              <a:off x="4784" y="1728"/>
              <a:ext cx="304" cy="336"/>
            </p:xfrm>
            <a:graphic>
              <a:graphicData uri="http://schemas.openxmlformats.org/presentationml/2006/ole">
                <mc:AlternateContent xmlns:mc="http://schemas.openxmlformats.org/markup-compatibility/2006">
                  <mc:Choice xmlns:v="urn:schemas-microsoft-com:vml" Requires="v">
                    <p:oleObj spid="_x0000_s3144" name="" r:id="rId4" imgW="469900" imgH="444500" progId="Equation.3">
                      <p:embed/>
                    </p:oleObj>
                  </mc:Choice>
                  <mc:Fallback>
                    <p:oleObj name="" r:id="rId4" imgW="469900" imgH="444500" progId="Equation.3">
                      <p:embed/>
                      <p:pic>
                        <p:nvPicPr>
                          <p:cNvPr id="0" name="图片 3143"/>
                          <p:cNvPicPr/>
                          <p:nvPr/>
                        </p:nvPicPr>
                        <p:blipFill>
                          <a:blip r:embed="rId5">
                            <a:clrChange>
                              <a:clrFrom>
                                <a:srgbClr val="000000"/>
                              </a:clrFrom>
                              <a:clrTo>
                                <a:srgbClr val="333399"/>
                              </a:clrTo>
                            </a:clrChange>
                          </a:blip>
                          <a:stretch>
                            <a:fillRect/>
                          </a:stretch>
                        </p:blipFill>
                        <p:spPr>
                          <a:xfrm>
                            <a:off x="4784" y="1728"/>
                            <a:ext cx="304" cy="336"/>
                          </a:xfrm>
                          <a:prstGeom prst="rect">
                            <a:avLst/>
                          </a:prstGeom>
                          <a:noFill/>
                          <a:ln w="38100">
                            <a:noFill/>
                            <a:miter/>
                          </a:ln>
                        </p:spPr>
                      </p:pic>
                    </p:oleObj>
                  </mc:Fallback>
                </mc:AlternateContent>
              </a:graphicData>
            </a:graphic>
          </p:graphicFrame>
        </p:grpSp>
        <p:sp>
          <p:nvSpPr>
            <p:cNvPr id="33842" name="Oval 51"/>
            <p:cNvSpPr/>
            <p:nvPr/>
          </p:nvSpPr>
          <p:spPr>
            <a:xfrm>
              <a:off x="6697663" y="2665413"/>
              <a:ext cx="304800" cy="304800"/>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graphicFrame>
          <p:nvGraphicFramePr>
            <p:cNvPr id="33843" name="Object 52"/>
            <p:cNvGraphicFramePr/>
            <p:nvPr/>
          </p:nvGraphicFramePr>
          <p:xfrm>
            <a:off x="7231063" y="3438525"/>
            <a:ext cx="457200" cy="358775"/>
          </p:xfrm>
          <a:graphic>
            <a:graphicData uri="http://schemas.openxmlformats.org/presentationml/2006/ole">
              <mc:AlternateContent xmlns:mc="http://schemas.openxmlformats.org/markup-compatibility/2006">
                <mc:Choice xmlns:v="urn:schemas-microsoft-com:vml" Requires="v">
                  <p:oleObj spid="_x0000_s3145" name="" r:id="rId6" imgW="317500" imgH="342900" progId="Equation.3">
                    <p:embed/>
                  </p:oleObj>
                </mc:Choice>
                <mc:Fallback>
                  <p:oleObj name="" r:id="rId6" imgW="317500" imgH="342900" progId="Equation.3">
                    <p:embed/>
                    <p:pic>
                      <p:nvPicPr>
                        <p:cNvPr id="0" name="图片 3144"/>
                        <p:cNvPicPr/>
                        <p:nvPr/>
                      </p:nvPicPr>
                      <p:blipFill>
                        <a:blip r:embed="rId7">
                          <a:clrChange>
                            <a:clrFrom>
                              <a:srgbClr val="000000"/>
                            </a:clrFrom>
                            <a:clrTo>
                              <a:srgbClr val="0000FF"/>
                            </a:clrTo>
                          </a:clrChange>
                        </a:blip>
                        <a:stretch>
                          <a:fillRect/>
                        </a:stretch>
                      </p:blipFill>
                      <p:spPr>
                        <a:xfrm>
                          <a:off x="7231063" y="3438525"/>
                          <a:ext cx="457200" cy="358775"/>
                        </a:xfrm>
                        <a:prstGeom prst="rect">
                          <a:avLst/>
                        </a:prstGeom>
                        <a:noFill/>
                        <a:ln w="38100">
                          <a:noFill/>
                          <a:miter/>
                        </a:ln>
                      </p:spPr>
                    </p:pic>
                  </p:oleObj>
                </mc:Fallback>
              </mc:AlternateContent>
            </a:graphicData>
          </a:graphic>
        </p:graphicFrame>
        <p:sp>
          <p:nvSpPr>
            <p:cNvPr id="33844" name="Oval 53"/>
            <p:cNvSpPr/>
            <p:nvPr/>
          </p:nvSpPr>
          <p:spPr>
            <a:xfrm>
              <a:off x="6469063" y="2513013"/>
              <a:ext cx="838200" cy="685800"/>
            </a:xfrm>
            <a:prstGeom prst="ellipse">
              <a:avLst/>
            </a:prstGeom>
            <a:solidFill>
              <a:srgbClr val="CCECFF">
                <a:alpha val="50195"/>
              </a:srgbClr>
            </a:solidFill>
            <a:ln w="317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33845" name="Object 21"/>
            <p:cNvGraphicFramePr/>
            <p:nvPr/>
          </p:nvGraphicFramePr>
          <p:xfrm>
            <a:off x="8143900" y="1214422"/>
            <a:ext cx="373090" cy="395274"/>
          </p:xfrm>
          <a:graphic>
            <a:graphicData uri="http://schemas.openxmlformats.org/presentationml/2006/ole">
              <mc:AlternateContent xmlns:mc="http://schemas.openxmlformats.org/markup-compatibility/2006">
                <mc:Choice xmlns:v="urn:schemas-microsoft-com:vml" Requires="v">
                  <p:oleObj spid="_x0000_s3147" name="" r:id="rId8" imgW="317500" imgH="406400" progId="Equation.3">
                    <p:embed/>
                  </p:oleObj>
                </mc:Choice>
                <mc:Fallback>
                  <p:oleObj name="" r:id="rId8" imgW="317500" imgH="406400" progId="Equation.3">
                    <p:embed/>
                    <p:pic>
                      <p:nvPicPr>
                        <p:cNvPr id="0" name="图片 3146"/>
                        <p:cNvPicPr/>
                        <p:nvPr/>
                      </p:nvPicPr>
                      <p:blipFill>
                        <a:blip r:embed="rId9">
                          <a:clrChange>
                            <a:clrFrom>
                              <a:srgbClr val="000000"/>
                            </a:clrFrom>
                            <a:clrTo>
                              <a:srgbClr val="333399"/>
                            </a:clrTo>
                          </a:clrChange>
                        </a:blip>
                        <a:stretch>
                          <a:fillRect/>
                        </a:stretch>
                      </p:blipFill>
                      <p:spPr>
                        <a:xfrm>
                          <a:off x="8143900" y="1214422"/>
                          <a:ext cx="373090" cy="395274"/>
                        </a:xfrm>
                        <a:prstGeom prst="rect">
                          <a:avLst/>
                        </a:prstGeom>
                        <a:noFill/>
                        <a:ln w="38100">
                          <a:noFill/>
                          <a:miter/>
                        </a:ln>
                      </p:spPr>
                    </p:pic>
                  </p:oleObj>
                </mc:Fallback>
              </mc:AlternateContent>
            </a:graphicData>
          </a:graphic>
        </p:graphicFrame>
      </p:grpSp>
      <p:grpSp>
        <p:nvGrpSpPr>
          <p:cNvPr id="15" name="组合 64"/>
          <p:cNvGrpSpPr/>
          <p:nvPr/>
        </p:nvGrpSpPr>
        <p:grpSpPr>
          <a:xfrm>
            <a:off x="500063" y="3857625"/>
            <a:ext cx="7929562" cy="1398588"/>
            <a:chOff x="500034" y="3857628"/>
            <a:chExt cx="7929618" cy="1398976"/>
          </a:xfrm>
        </p:grpSpPr>
        <p:sp>
          <p:nvSpPr>
            <p:cNvPr id="33847" name="Text Box 2"/>
            <p:cNvSpPr txBox="1"/>
            <p:nvPr/>
          </p:nvSpPr>
          <p:spPr>
            <a:xfrm>
              <a:off x="500034" y="3857628"/>
              <a:ext cx="7929618" cy="1246495"/>
            </a:xfrm>
            <a:prstGeom prst="rect">
              <a:avLst/>
            </a:prstGeom>
            <a:noFill/>
            <a:ln w="9525">
              <a:noFill/>
            </a:ln>
          </p:spPr>
          <p:txBody>
            <a:bodyPr anchor="t" anchorCtr="0">
              <a:spAutoFit/>
            </a:bodyPr>
            <a:p>
              <a:pPr>
                <a:lnSpc>
                  <a:spcPct val="125000"/>
                </a:lnSpc>
              </a:pP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、以点电荷</a:t>
              </a:r>
              <a:r>
                <a:rPr lang="en-US" altLang="zh-CN" sz="2800" i="1" dirty="0">
                  <a:latin typeface="Times New Roman" panose="02020603050405020304" pitchFamily="18" charset="0"/>
                  <a:ea typeface="宋体" panose="02010600030101010101" pitchFamily="2" charset="-122"/>
                </a:rPr>
                <a:t>q</a:t>
              </a:r>
              <a:r>
                <a:rPr lang="zh-CN" altLang="en-US" sz="2800" dirty="0">
                  <a:latin typeface="Times New Roman" panose="02020603050405020304" pitchFamily="18" charset="0"/>
                  <a:ea typeface="宋体" panose="02010600030101010101" pitchFamily="2" charset="-122"/>
                </a:rPr>
                <a:t>为中心的</a:t>
              </a:r>
              <a:r>
                <a:rPr lang="zh-CN" altLang="en-US" sz="2800" b="1" dirty="0">
                  <a:latin typeface="Times New Roman" panose="02020603050405020304" pitchFamily="18" charset="0"/>
                  <a:ea typeface="宋体" panose="02010600030101010101" pitchFamily="2" charset="-122"/>
                </a:rPr>
                <a:t>任意球面，通过它们的电通量都</a:t>
              </a:r>
              <a:r>
                <a:rPr lang="zh-CN" altLang="en-US" sz="2800" dirty="0">
                  <a:latin typeface="Times New Roman" panose="02020603050405020304" pitchFamily="18" charset="0"/>
                  <a:ea typeface="宋体" panose="02010600030101010101" pitchFamily="2" charset="-122"/>
                </a:rPr>
                <a:t>等于     </a:t>
              </a:r>
              <a:r>
                <a:rPr lang="en-US" altLang="zh-CN" sz="3200" b="1" dirty="0">
                  <a:latin typeface="Times New Roman" panose="02020603050405020304" pitchFamily="18" charset="0"/>
                  <a:ea typeface="宋体" panose="02010600030101010101" pitchFamily="2" charset="-122"/>
                </a:rPr>
                <a:t>.</a:t>
              </a:r>
              <a:endParaRPr lang="en-US" altLang="zh-CN" sz="3200" i="1" u="sng" dirty="0">
                <a:latin typeface="Times New Roman" panose="02020603050405020304" pitchFamily="18" charset="0"/>
                <a:ea typeface="宋体" panose="02010600030101010101" pitchFamily="2" charset="-122"/>
              </a:endParaRPr>
            </a:p>
          </p:txBody>
        </p:sp>
        <p:graphicFrame>
          <p:nvGraphicFramePr>
            <p:cNvPr id="33848" name="Object 10"/>
            <p:cNvGraphicFramePr/>
            <p:nvPr/>
          </p:nvGraphicFramePr>
          <p:xfrm>
            <a:off x="2357422" y="4357694"/>
            <a:ext cx="428628" cy="898910"/>
          </p:xfrm>
          <a:graphic>
            <a:graphicData uri="http://schemas.openxmlformats.org/presentationml/2006/ole">
              <mc:AlternateContent xmlns:mc="http://schemas.openxmlformats.org/markup-compatibility/2006">
                <mc:Choice xmlns:v="urn:schemas-microsoft-com:vml" Requires="v">
                  <p:oleObj spid="_x0000_s3146" name="" r:id="rId10" imgW="203200" imgH="431165" progId="Equation.3">
                    <p:embed/>
                  </p:oleObj>
                </mc:Choice>
                <mc:Fallback>
                  <p:oleObj name="" r:id="rId10" imgW="203200" imgH="431165" progId="Equation.3">
                    <p:embed/>
                    <p:pic>
                      <p:nvPicPr>
                        <p:cNvPr id="0" name="图片 3145"/>
                        <p:cNvPicPr/>
                        <p:nvPr/>
                      </p:nvPicPr>
                      <p:blipFill>
                        <a:blip r:embed="rId11"/>
                        <a:stretch>
                          <a:fillRect/>
                        </a:stretch>
                      </p:blipFill>
                      <p:spPr>
                        <a:xfrm>
                          <a:off x="2357422" y="4357694"/>
                          <a:ext cx="428628" cy="898910"/>
                        </a:xfrm>
                        <a:prstGeom prst="rect">
                          <a:avLst/>
                        </a:prstGeom>
                        <a:noFill/>
                        <a:ln w="38100">
                          <a:noFill/>
                          <a:miter/>
                        </a:ln>
                      </p:spPr>
                    </p:pic>
                  </p:oleObj>
                </mc:Fallback>
              </mc:AlternateContent>
            </a:graphicData>
          </a:graphic>
        </p:graphicFrame>
      </p:grpSp>
      <p:sp>
        <p:nvSpPr>
          <p:cNvPr id="66" name="Text Box 2"/>
          <p:cNvSpPr txBox="1"/>
          <p:nvPr/>
        </p:nvSpPr>
        <p:spPr>
          <a:xfrm>
            <a:off x="500063" y="5000625"/>
            <a:ext cx="7391400" cy="708025"/>
          </a:xfrm>
          <a:prstGeom prst="rect">
            <a:avLst/>
          </a:prstGeom>
          <a:noFill/>
          <a:ln w="9525">
            <a:noFill/>
          </a:ln>
        </p:spPr>
        <p:txBody>
          <a:bodyPr anchor="t" anchorCtr="0">
            <a:spAutoFit/>
          </a:bodyPr>
          <a:p>
            <a:pPr>
              <a:lnSpc>
                <a:spcPct val="125000"/>
              </a:lnSpc>
            </a:pP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、这表示通过各球面的电场线总数相等</a:t>
            </a:r>
            <a:r>
              <a:rPr lang="en-US" altLang="zh-CN" sz="3200" b="1" dirty="0">
                <a:latin typeface="Times New Roman" panose="02020603050405020304" pitchFamily="18" charset="0"/>
                <a:ea typeface="宋体" panose="02010600030101010101" pitchFamily="2" charset="-122"/>
              </a:rPr>
              <a:t>.</a:t>
            </a:r>
            <a:endParaRPr lang="en-US" altLang="zh-CN" sz="3200" i="1" u="sng" dirty="0">
              <a:latin typeface="Times New Roman" panose="02020603050405020304" pitchFamily="18" charset="0"/>
              <a:ea typeface="宋体" panose="02010600030101010101" pitchFamily="2" charset="-122"/>
            </a:endParaRPr>
          </a:p>
        </p:txBody>
      </p:sp>
      <p:sp>
        <p:nvSpPr>
          <p:cNvPr id="67" name="Text Box 2"/>
          <p:cNvSpPr txBox="1"/>
          <p:nvPr/>
        </p:nvSpPr>
        <p:spPr>
          <a:xfrm>
            <a:off x="428625" y="5786438"/>
            <a:ext cx="7858125" cy="708025"/>
          </a:xfrm>
          <a:prstGeom prst="rect">
            <a:avLst/>
          </a:prstGeom>
          <a:noFill/>
          <a:ln w="9525">
            <a:noFill/>
          </a:ln>
        </p:spPr>
        <p:txBody>
          <a:bodyPr anchor="t" anchorCtr="0">
            <a:spAutoFit/>
          </a:bodyPr>
          <a:p>
            <a:pPr>
              <a:lnSpc>
                <a:spcPct val="125000"/>
              </a:lnSpc>
            </a:pP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、从点电荷</a:t>
            </a:r>
            <a:r>
              <a:rPr lang="en-US" altLang="zh-CN" sz="2800" b="1" i="1" dirty="0">
                <a:latin typeface="Times New Roman" panose="02020603050405020304" pitchFamily="18" charset="0"/>
                <a:ea typeface="宋体" panose="02010600030101010101" pitchFamily="2" charset="-122"/>
              </a:rPr>
              <a:t>q</a:t>
            </a:r>
            <a:r>
              <a:rPr lang="zh-CN" altLang="en-US" sz="2800" b="1" dirty="0">
                <a:latin typeface="Times New Roman" panose="02020603050405020304" pitchFamily="18" charset="0"/>
                <a:ea typeface="宋体" panose="02010600030101010101" pitchFamily="2" charset="-122"/>
              </a:rPr>
              <a:t>发出的</a:t>
            </a:r>
            <a:r>
              <a:rPr lang="zh-CN" altLang="en-US" sz="2800" b="1" dirty="0">
                <a:solidFill>
                  <a:srgbClr val="FF0000"/>
                </a:solidFill>
                <a:latin typeface="Times New Roman" panose="02020603050405020304" pitchFamily="18" charset="0"/>
                <a:ea typeface="宋体" panose="02010600030101010101" pitchFamily="2" charset="-122"/>
              </a:rPr>
              <a:t>电场线连续</a:t>
            </a:r>
            <a:r>
              <a:rPr lang="zh-CN" altLang="en-US" sz="2800" b="1" dirty="0">
                <a:latin typeface="Times New Roman" panose="02020603050405020304" pitchFamily="18" charset="0"/>
                <a:ea typeface="宋体" panose="02010600030101010101" pitchFamily="2" charset="-122"/>
              </a:rPr>
              <a:t>地延伸到无限远</a:t>
            </a:r>
            <a:r>
              <a:rPr lang="en-US" altLang="zh-CN" sz="3200" b="1" dirty="0">
                <a:latin typeface="Times New Roman" panose="02020603050405020304" pitchFamily="18" charset="0"/>
                <a:ea typeface="宋体" panose="02010600030101010101" pitchFamily="2" charset="-122"/>
              </a:rPr>
              <a:t>.</a:t>
            </a:r>
            <a:endParaRPr lang="en-US" altLang="zh-CN" sz="3200" i="1" u="sng" dirty="0">
              <a:latin typeface="Times New Roman" panose="02020603050405020304" pitchFamily="18" charset="0"/>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8711"/>
                                        </p:tgtEl>
                                        <p:attrNameLst>
                                          <p:attrName>style.visibility</p:attrName>
                                        </p:attrNameLst>
                                      </p:cBhvr>
                                      <p:to>
                                        <p:strVal val="visible"/>
                                      </p:to>
                                    </p:set>
                                    <p:animEffect transition="in" filter="blinds(vertical)">
                                      <p:cBhvr>
                                        <p:cTn id="7" dur="500"/>
                                        <p:tgtEl>
                                          <p:spTgt spid="2871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 calcmode="lin" valueType="num">
                                      <p:cBhvr>
                                        <p:cTn id="12" dur="500" fill="hold"/>
                                        <p:tgtEl>
                                          <p:spTgt spid="186372"/>
                                        </p:tgtEl>
                                        <p:attrNameLst>
                                          <p:attrName>ppt_w</p:attrName>
                                        </p:attrNameLst>
                                      </p:cBhvr>
                                      <p:tavLst>
                                        <p:tav tm="0">
                                          <p:val>
                                            <p:fltVal val="0.000000"/>
                                          </p:val>
                                        </p:tav>
                                        <p:tav tm="100000">
                                          <p:val>
                                            <p:strVal val="#ppt_w"/>
                                          </p:val>
                                        </p:tav>
                                      </p:tavLst>
                                    </p:anim>
                                    <p:anim calcmode="lin" valueType="num">
                                      <p:cBhvr>
                                        <p:cTn id="13" dur="500" fill="hold"/>
                                        <p:tgtEl>
                                          <p:spTgt spid="18637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0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2000"/>
                                        <p:tgtEl>
                                          <p:spTgt spid="6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fade">
                                      <p:cBhvr>
                                        <p:cTn id="28" dur="2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animBg="1"/>
      <p:bldP spid="66" grpId="0"/>
      <p:bldP spid="6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9048" name="Object 2"/>
          <p:cNvGraphicFramePr/>
          <p:nvPr/>
        </p:nvGraphicFramePr>
        <p:xfrm>
          <a:off x="1428750" y="4357688"/>
          <a:ext cx="2971800" cy="1131887"/>
        </p:xfrm>
        <a:graphic>
          <a:graphicData uri="http://schemas.openxmlformats.org/presentationml/2006/ole">
            <mc:AlternateContent xmlns:mc="http://schemas.openxmlformats.org/markup-compatibility/2006">
              <mc:Choice xmlns:v="urn:schemas-microsoft-com:vml" Requires="v">
                <p:oleObj spid="_x0000_s3149" name="" r:id="rId1" imgW="2641600" imgH="977900" progId="Equation.3">
                  <p:embed/>
                </p:oleObj>
              </mc:Choice>
              <mc:Fallback>
                <p:oleObj name="" r:id="rId1" imgW="2641600" imgH="977900" progId="Equation.3">
                  <p:embed/>
                  <p:pic>
                    <p:nvPicPr>
                      <p:cNvPr id="0" name="图片 3148"/>
                      <p:cNvPicPr/>
                      <p:nvPr/>
                    </p:nvPicPr>
                    <p:blipFill>
                      <a:blip r:embed="rId2">
                        <a:clrChange>
                          <a:clrFrom>
                            <a:srgbClr val="000000"/>
                          </a:clrFrom>
                          <a:clrTo>
                            <a:srgbClr val="000000"/>
                          </a:clrTo>
                        </a:clrChange>
                      </a:blip>
                      <a:stretch>
                        <a:fillRect/>
                      </a:stretch>
                    </p:blipFill>
                    <p:spPr>
                      <a:xfrm>
                        <a:off x="1428750" y="4357688"/>
                        <a:ext cx="2971800" cy="1131887"/>
                      </a:xfrm>
                      <a:prstGeom prst="rect">
                        <a:avLst/>
                      </a:prstGeom>
                      <a:noFill/>
                      <a:ln w="38100">
                        <a:noFill/>
                        <a:miter/>
                      </a:ln>
                    </p:spPr>
                  </p:pic>
                </p:oleObj>
              </mc:Fallback>
            </mc:AlternateContent>
          </a:graphicData>
        </a:graphic>
      </p:graphicFrame>
      <p:sp>
        <p:nvSpPr>
          <p:cNvPr id="34818" name="Text Box 2"/>
          <p:cNvSpPr txBox="1"/>
          <p:nvPr/>
        </p:nvSpPr>
        <p:spPr>
          <a:xfrm>
            <a:off x="539750" y="908050"/>
            <a:ext cx="5638800" cy="579438"/>
          </a:xfrm>
          <a:prstGeom prst="rect">
            <a:avLst/>
          </a:prstGeom>
          <a:noFill/>
          <a:ln w="9525">
            <a:noFill/>
          </a:ln>
        </p:spPr>
        <p:txBody>
          <a:bodyPr anchor="t" anchorCtr="0">
            <a:spAutoFit/>
          </a:bodyPr>
          <a:p>
            <a:pPr>
              <a:spcBef>
                <a:spcPct val="50000"/>
              </a:spcBef>
              <a:buBlip>
                <a:blip r:embed="rId3"/>
              </a:buBlip>
            </a:pPr>
            <a:r>
              <a:rPr lang="en-US" altLang="zh-CN" sz="3200" b="1" dirty="0">
                <a:latin typeface="Times New Roman" panose="02020603050405020304" pitchFamily="18" charset="0"/>
                <a:ea typeface="宋体" panose="02010600030101010101" pitchFamily="2" charset="-122"/>
              </a:rPr>
              <a:t>  </a:t>
            </a:r>
            <a:r>
              <a:rPr lang="zh-CN" altLang="en-US" sz="2800" b="1" dirty="0">
                <a:solidFill>
                  <a:srgbClr val="FF0000"/>
                </a:solidFill>
                <a:latin typeface="Times New Roman" panose="02020603050405020304" pitchFamily="18" charset="0"/>
                <a:ea typeface="宋体" panose="02010600030101010101" pitchFamily="2" charset="-122"/>
              </a:rPr>
              <a:t>点电荷在任意闭合曲面内</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4819" name="Text Box 23"/>
          <p:cNvSpPr txBox="1"/>
          <p:nvPr/>
        </p:nvSpPr>
        <p:spPr>
          <a:xfrm>
            <a:off x="1143000" y="142875"/>
            <a:ext cx="3581400" cy="584200"/>
          </a:xfrm>
          <a:prstGeom prst="rect">
            <a:avLst/>
          </a:prstGeom>
          <a:noFill/>
          <a:ln w="9525">
            <a:noFill/>
          </a:ln>
        </p:spPr>
        <p:txBody>
          <a:bodyPr anchor="t" anchorCtr="0">
            <a:spAutoFit/>
          </a:bodyPr>
          <a:p>
            <a:pPr algn="ctr">
              <a:spcBef>
                <a:spcPct val="50000"/>
              </a:spcBef>
            </a:pPr>
            <a:r>
              <a:rPr lang="zh-CN" altLang="en-US" sz="3200" dirty="0">
                <a:latin typeface="Times New Roman" panose="02020603050405020304" pitchFamily="18" charset="0"/>
                <a:ea typeface="黑体" panose="02010609060101010101" pitchFamily="49" charset="-122"/>
              </a:rPr>
              <a:t>验证高斯定理：</a:t>
            </a:r>
            <a:endParaRPr lang="zh-CN" altLang="en-US" sz="3200" dirty="0">
              <a:latin typeface="Times New Roman" panose="02020603050405020304" pitchFamily="18" charset="0"/>
              <a:ea typeface="黑体" panose="02010609060101010101" pitchFamily="49" charset="-122"/>
            </a:endParaRPr>
          </a:p>
        </p:txBody>
      </p:sp>
      <p:grpSp>
        <p:nvGrpSpPr>
          <p:cNvPr id="2" name="组合 22"/>
          <p:cNvGrpSpPr/>
          <p:nvPr/>
        </p:nvGrpSpPr>
        <p:grpSpPr>
          <a:xfrm>
            <a:off x="500063" y="1571625"/>
            <a:ext cx="4751387" cy="3071813"/>
            <a:chOff x="285721" y="1357312"/>
            <a:chExt cx="4751418" cy="3071820"/>
          </a:xfrm>
        </p:grpSpPr>
        <p:sp>
          <p:nvSpPr>
            <p:cNvPr id="34821" name="Text Box 128"/>
            <p:cNvSpPr txBox="1"/>
            <p:nvPr/>
          </p:nvSpPr>
          <p:spPr>
            <a:xfrm>
              <a:off x="285721" y="1357312"/>
              <a:ext cx="4751418" cy="2825389"/>
            </a:xfrm>
            <a:prstGeom prst="rect">
              <a:avLst/>
            </a:prstGeom>
            <a:noFill/>
            <a:ln w="9525">
              <a:noFill/>
            </a:ln>
          </p:spPr>
          <p:txBody>
            <a:bodyPr anchor="t" anchorCtr="0">
              <a:spAutoFit/>
            </a:bodyPr>
            <a:p>
              <a:pPr>
                <a:lnSpc>
                  <a:spcPct val="120000"/>
                </a:lnSpc>
              </a:pPr>
              <a:r>
                <a:rPr lang="en-US" altLang="zh-CN" sz="28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对于任意一个闭合曲面</a:t>
              </a:r>
              <a:r>
                <a:rPr lang="en-US" altLang="zh-CN" sz="2400" b="1" i="1" dirty="0">
                  <a:latin typeface="Times New Roman" panose="02020603050405020304" pitchFamily="18" charset="0"/>
                  <a:ea typeface="宋体" panose="02010600030101010101" pitchFamily="2" charset="-122"/>
                </a:rPr>
                <a:t>S′</a:t>
              </a:r>
              <a:r>
                <a:rPr lang="zh-CN" altLang="en-US" sz="2400" b="1" dirty="0">
                  <a:latin typeface="Times New Roman" panose="02020603050405020304" pitchFamily="18" charset="0"/>
                  <a:ea typeface="宋体" panose="02010600030101010101" pitchFamily="2" charset="-122"/>
                </a:rPr>
                <a:t>，只要电荷被包围在</a:t>
              </a:r>
              <a:r>
                <a:rPr lang="en-US" altLang="zh-CN" sz="2400" b="1" i="1" dirty="0">
                  <a:latin typeface="Times New Roman" panose="02020603050405020304" pitchFamily="18" charset="0"/>
                  <a:ea typeface="宋体" panose="02010600030101010101" pitchFamily="2" charset="-122"/>
                </a:rPr>
                <a:t>S ′</a:t>
              </a:r>
              <a:r>
                <a:rPr lang="zh-CN" altLang="en-US" sz="2400" b="1" dirty="0">
                  <a:latin typeface="Times New Roman" panose="02020603050405020304" pitchFamily="18" charset="0"/>
                  <a:ea typeface="宋体" panose="02010600030101010101" pitchFamily="2" charset="-122"/>
                </a:rPr>
                <a:t>面内，由于</a:t>
              </a:r>
              <a:r>
                <a:rPr lang="zh-CN" altLang="en-US" sz="2400" b="1" dirty="0">
                  <a:solidFill>
                    <a:srgbClr val="FF0000"/>
                  </a:solidFill>
                  <a:latin typeface="Times New Roman" panose="02020603050405020304" pitchFamily="18" charset="0"/>
                  <a:ea typeface="宋体" panose="02010600030101010101" pitchFamily="2" charset="-122"/>
                </a:rPr>
                <a:t>电场线是连续的</a:t>
              </a:r>
              <a:r>
                <a:rPr lang="zh-CN" altLang="en-US" sz="2400" b="1" dirty="0">
                  <a:latin typeface="Times New Roman" panose="02020603050405020304" pitchFamily="18" charset="0"/>
                  <a:ea typeface="宋体" panose="02010600030101010101" pitchFamily="2" charset="-122"/>
                </a:rPr>
                <a:t>，在没有电荷的地方不中断，因而穿过闭合曲面</a:t>
              </a:r>
              <a:r>
                <a:rPr lang="en-US" altLang="zh-CN" sz="2400" b="1" i="1" dirty="0">
                  <a:latin typeface="Times New Roman" panose="02020603050405020304" pitchFamily="18" charset="0"/>
                  <a:ea typeface="宋体" panose="02010600030101010101" pitchFamily="2" charset="-122"/>
                </a:rPr>
                <a:t>S ′</a:t>
              </a:r>
              <a:r>
                <a:rPr lang="zh-CN" altLang="en-US" sz="2400" b="1" dirty="0">
                  <a:latin typeface="Times New Roman" panose="02020603050405020304" pitchFamily="18" charset="0"/>
                  <a:ea typeface="宋体" panose="02010600030101010101" pitchFamily="2" charset="-122"/>
                </a:rPr>
                <a:t>与穿过球面</a:t>
              </a:r>
              <a:r>
                <a:rPr lang="en-US" altLang="zh-CN" sz="2400" b="1" i="1" dirty="0">
                  <a:latin typeface="Times New Roman" panose="02020603050405020304" pitchFamily="18" charset="0"/>
                  <a:ea typeface="宋体" panose="02010600030101010101" pitchFamily="2" charset="-122"/>
                </a:rPr>
                <a:t>S</a:t>
              </a:r>
              <a:r>
                <a:rPr lang="zh-CN" altLang="en-US" sz="2400" b="1" dirty="0">
                  <a:latin typeface="Times New Roman" panose="02020603050405020304" pitchFamily="18" charset="0"/>
                  <a:ea typeface="宋体" panose="02010600030101010101" pitchFamily="2" charset="-122"/>
                </a:rPr>
                <a:t>的电场线数目是一样的，即它们的电通量相等，为</a:t>
              </a:r>
              <a:endParaRPr lang="zh-CN" altLang="en-US" sz="2400" b="1" dirty="0">
                <a:latin typeface="Times New Roman" panose="02020603050405020304" pitchFamily="18" charset="0"/>
                <a:ea typeface="宋体" panose="02010600030101010101" pitchFamily="2" charset="-122"/>
              </a:endParaRPr>
            </a:p>
          </p:txBody>
        </p:sp>
        <p:graphicFrame>
          <p:nvGraphicFramePr>
            <p:cNvPr id="34822" name="Object 39"/>
            <p:cNvGraphicFramePr/>
            <p:nvPr/>
          </p:nvGraphicFramePr>
          <p:xfrm>
            <a:off x="4357686" y="3643314"/>
            <a:ext cx="374702" cy="785818"/>
          </p:xfrm>
          <a:graphic>
            <a:graphicData uri="http://schemas.openxmlformats.org/presentationml/2006/ole">
              <mc:AlternateContent xmlns:mc="http://schemas.openxmlformats.org/markup-compatibility/2006">
                <mc:Choice xmlns:v="urn:schemas-microsoft-com:vml" Requires="v">
                  <p:oleObj spid="_x0000_s3148" name="" r:id="rId4" imgW="203200" imgH="431165" progId="Equation.3">
                    <p:embed/>
                  </p:oleObj>
                </mc:Choice>
                <mc:Fallback>
                  <p:oleObj name="" r:id="rId4" imgW="203200" imgH="431165" progId="Equation.3">
                    <p:embed/>
                    <p:pic>
                      <p:nvPicPr>
                        <p:cNvPr id="0" name="图片 3147"/>
                        <p:cNvPicPr/>
                        <p:nvPr/>
                      </p:nvPicPr>
                      <p:blipFill>
                        <a:blip r:embed="rId5"/>
                        <a:stretch>
                          <a:fillRect/>
                        </a:stretch>
                      </p:blipFill>
                      <p:spPr>
                        <a:xfrm>
                          <a:off x="4357686" y="3643314"/>
                          <a:ext cx="374702" cy="785818"/>
                        </a:xfrm>
                        <a:prstGeom prst="rect">
                          <a:avLst/>
                        </a:prstGeom>
                        <a:noFill/>
                        <a:ln w="38100">
                          <a:noFill/>
                          <a:miter/>
                        </a:ln>
                      </p:spPr>
                    </p:pic>
                  </p:oleObj>
                </mc:Fallback>
              </mc:AlternateContent>
            </a:graphicData>
          </a:graphic>
        </p:graphicFrame>
      </p:grpSp>
      <p:sp>
        <p:nvSpPr>
          <p:cNvPr id="24" name="Text Box 4"/>
          <p:cNvSpPr txBox="1"/>
          <p:nvPr/>
        </p:nvSpPr>
        <p:spPr>
          <a:xfrm>
            <a:off x="1000125" y="5429250"/>
            <a:ext cx="7215188" cy="954088"/>
          </a:xfrm>
          <a:prstGeom prst="rect">
            <a:avLst/>
          </a:prstGeom>
          <a:solidFill>
            <a:srgbClr val="9ED3D7"/>
          </a:solidFill>
          <a:ln w="9525">
            <a:noFill/>
          </a:ln>
        </p:spPr>
        <p:txBody>
          <a:bodyPr anchor="ctr" anchorCtr="0">
            <a:spAutoFit/>
          </a:bodyPr>
          <a:p>
            <a:pPr algn="just">
              <a:spcBef>
                <a:spcPct val="50000"/>
              </a:spcBef>
              <a:buClr>
                <a:schemeClr val="accent2"/>
              </a:buClr>
              <a:buSzPct val="150000"/>
            </a:pPr>
            <a:r>
              <a:rPr lang="zh-CN" altLang="en-US" sz="2800" b="1" dirty="0">
                <a:solidFill>
                  <a:schemeClr val="bg2"/>
                </a:solidFill>
                <a:latin typeface="Arial" panose="020B0604020202020204" pitchFamily="34" charset="0"/>
                <a:ea typeface="宋体" panose="02010600030101010101" pitchFamily="2" charset="-122"/>
              </a:rPr>
              <a:t>这一结果表明电通量与闭合曲面面积无关，只与它所包围的电荷电量</a:t>
            </a:r>
            <a:r>
              <a:rPr lang="en-US" altLang="zh-CN" sz="2800" b="1" i="1" dirty="0">
                <a:solidFill>
                  <a:schemeClr val="bg2"/>
                </a:solidFill>
                <a:latin typeface="Times New Roman" panose="02020603050405020304" pitchFamily="18" charset="0"/>
                <a:ea typeface="宋体" panose="02010600030101010101" pitchFamily="2" charset="-122"/>
              </a:rPr>
              <a:t>q</a:t>
            </a:r>
            <a:r>
              <a:rPr lang="zh-CN" altLang="en-US" sz="2800" b="1" dirty="0">
                <a:solidFill>
                  <a:schemeClr val="bg2"/>
                </a:solidFill>
                <a:latin typeface="Arial" panose="020B0604020202020204" pitchFamily="34" charset="0"/>
                <a:ea typeface="宋体" panose="02010600030101010101" pitchFamily="2" charset="-122"/>
              </a:rPr>
              <a:t>有关</a:t>
            </a:r>
            <a:r>
              <a:rPr lang="en-US" altLang="zh-CN" sz="2800" b="1" dirty="0">
                <a:solidFill>
                  <a:schemeClr val="bg2"/>
                </a:solidFill>
                <a:latin typeface="Times New Roman" panose="02020603050405020304" pitchFamily="18" charset="0"/>
                <a:ea typeface="宋体" panose="02010600030101010101" pitchFamily="2" charset="-122"/>
              </a:rPr>
              <a:t>.</a:t>
            </a:r>
            <a:endParaRPr lang="zh-CN" altLang="en-US" sz="2800" b="1" dirty="0">
              <a:solidFill>
                <a:schemeClr val="bg2"/>
              </a:solidFill>
              <a:latin typeface="Times New Roman" panose="02020603050405020304" pitchFamily="18" charset="0"/>
              <a:ea typeface="宋体" panose="02010600030101010101" pitchFamily="2" charset="-122"/>
            </a:endParaRPr>
          </a:p>
        </p:txBody>
      </p:sp>
      <p:grpSp>
        <p:nvGrpSpPr>
          <p:cNvPr id="3" name="组合 54273"/>
          <p:cNvGrpSpPr/>
          <p:nvPr/>
        </p:nvGrpSpPr>
        <p:grpSpPr>
          <a:xfrm>
            <a:off x="5410200" y="971550"/>
            <a:ext cx="3048000" cy="1587500"/>
            <a:chOff x="3208" y="800"/>
            <a:chExt cx="1920" cy="1000"/>
          </a:xfrm>
        </p:grpSpPr>
        <p:grpSp>
          <p:nvGrpSpPr>
            <p:cNvPr id="34825" name="组合 54274"/>
            <p:cNvGrpSpPr/>
            <p:nvPr/>
          </p:nvGrpSpPr>
          <p:grpSpPr>
            <a:xfrm>
              <a:off x="3208" y="800"/>
              <a:ext cx="1920" cy="1000"/>
              <a:chOff x="3208" y="800"/>
              <a:chExt cx="1920" cy="1000"/>
            </a:xfrm>
          </p:grpSpPr>
          <p:sp>
            <p:nvSpPr>
              <p:cNvPr id="34826" name="任意多边形 54275"/>
              <p:cNvSpPr/>
              <p:nvPr/>
            </p:nvSpPr>
            <p:spPr>
              <a:xfrm>
                <a:off x="3208" y="800"/>
                <a:ext cx="1920" cy="1000"/>
              </a:xfrm>
              <a:custGeom>
                <a:avLst/>
                <a:gdLst/>
                <a:ahLst/>
                <a:cxnLst>
                  <a:cxn ang="0">
                    <a:pos x="536" y="160"/>
                  </a:cxn>
                  <a:cxn ang="0">
                    <a:pos x="1112" y="16"/>
                  </a:cxn>
                  <a:cxn ang="0">
                    <a:pos x="1736" y="256"/>
                  </a:cxn>
                  <a:cxn ang="0">
                    <a:pos x="1880" y="784"/>
                  </a:cxn>
                  <a:cxn ang="0">
                    <a:pos x="1496" y="976"/>
                  </a:cxn>
                  <a:cxn ang="0">
                    <a:pos x="680" y="928"/>
                  </a:cxn>
                  <a:cxn ang="0">
                    <a:pos x="200" y="736"/>
                  </a:cxn>
                  <a:cxn ang="0">
                    <a:pos x="56" y="400"/>
                  </a:cxn>
                  <a:cxn ang="0">
                    <a:pos x="536" y="160"/>
                  </a:cxn>
                </a:cxnLst>
                <a:pathLst>
                  <a:path w="1920" h="1000">
                    <a:moveTo>
                      <a:pt x="536" y="160"/>
                    </a:moveTo>
                    <a:cubicBezTo>
                      <a:pt x="712" y="96"/>
                      <a:pt x="912" y="0"/>
                      <a:pt x="1112" y="16"/>
                    </a:cubicBezTo>
                    <a:cubicBezTo>
                      <a:pt x="1312" y="32"/>
                      <a:pt x="1608" y="128"/>
                      <a:pt x="1736" y="256"/>
                    </a:cubicBezTo>
                    <a:cubicBezTo>
                      <a:pt x="1864" y="384"/>
                      <a:pt x="1920" y="664"/>
                      <a:pt x="1880" y="784"/>
                    </a:cubicBezTo>
                    <a:cubicBezTo>
                      <a:pt x="1840" y="904"/>
                      <a:pt x="1696" y="952"/>
                      <a:pt x="1496" y="976"/>
                    </a:cubicBezTo>
                    <a:cubicBezTo>
                      <a:pt x="1296" y="1000"/>
                      <a:pt x="896" y="968"/>
                      <a:pt x="680" y="928"/>
                    </a:cubicBezTo>
                    <a:cubicBezTo>
                      <a:pt x="464" y="888"/>
                      <a:pt x="304" y="824"/>
                      <a:pt x="200" y="736"/>
                    </a:cubicBezTo>
                    <a:cubicBezTo>
                      <a:pt x="96" y="648"/>
                      <a:pt x="0" y="488"/>
                      <a:pt x="56" y="400"/>
                    </a:cubicBezTo>
                    <a:cubicBezTo>
                      <a:pt x="112" y="312"/>
                      <a:pt x="360" y="224"/>
                      <a:pt x="536" y="160"/>
                    </a:cubicBezTo>
                    <a:close/>
                  </a:path>
                </a:pathLst>
              </a:custGeom>
              <a:gradFill rotWithShape="0">
                <a:gsLst>
                  <a:gs pos="0">
                    <a:srgbClr val="765E2F"/>
                  </a:gs>
                  <a:gs pos="100000">
                    <a:srgbClr val="FFCC66"/>
                  </a:gs>
                </a:gsLst>
                <a:lin ang="18900000" scaled="1"/>
                <a:tileRect/>
              </a:gradFill>
              <a:ln w="28575" cap="flat" cmpd="sng">
                <a:solidFill>
                  <a:srgbClr val="FFCC66"/>
                </a:solidFill>
                <a:prstDash val="solid"/>
                <a:round/>
                <a:headEnd type="none" w="med" len="med"/>
                <a:tailEnd type="none" w="med" len="med"/>
              </a:ln>
            </p:spPr>
            <p:txBody>
              <a:bodyPr/>
              <a:p>
                <a:endParaRPr lang="zh-CN" altLang="en-US"/>
              </a:p>
            </p:txBody>
          </p:sp>
          <p:sp>
            <p:nvSpPr>
              <p:cNvPr id="54277" name="文本框 54276"/>
              <p:cNvSpPr txBox="1"/>
              <p:nvPr/>
            </p:nvSpPr>
            <p:spPr>
              <a:xfrm>
                <a:off x="4464" y="1200"/>
                <a:ext cx="288" cy="288"/>
              </a:xfrm>
              <a:prstGeom prst="rect">
                <a:avLst/>
              </a:prstGeom>
              <a:noFill/>
              <a:ln w="28575">
                <a:noFill/>
              </a:ln>
            </p:spPr>
            <p:txBody>
              <a:bodyPr>
                <a:spAutoFit/>
              </a:bodyPr>
              <a:lstStyle/>
              <a:p>
                <a:pPr marR="0" defTabSz="914400">
                  <a:spcBef>
                    <a:spcPct val="50000"/>
                  </a:spcBef>
                  <a:buClr>
                    <a:schemeClr val="bg1"/>
                  </a:buClr>
                  <a:buSzTx/>
                  <a:buFont typeface="Arial" panose="020B0604020202020204" pitchFamily="34" charset="0"/>
                  <a:buNone/>
                  <a:defRPr/>
                </a:pPr>
                <a:r>
                  <a:rPr kumimoji="0" lang="en-US" altLang="zh-CN" sz="2400" b="1" kern="1200" cap="none" spc="0" normalizeH="0" baseline="0" noProof="1">
                    <a:effectLst>
                      <a:outerShdw blurRad="38100" dist="38100" dir="2700000">
                        <a:srgbClr val="C0C0C0"/>
                      </a:outerShdw>
                    </a:effectLst>
                    <a:latin typeface="Times New Roman" panose="02020603050405020304" pitchFamily="18" charset="0"/>
                    <a:ea typeface="宋体" panose="02010600030101010101" pitchFamily="2" charset="-122"/>
                    <a:cs typeface="+mn-ea"/>
                  </a:rPr>
                  <a:t>+</a:t>
                </a:r>
                <a:endParaRPr kumimoji="0" lang="en-US" altLang="zh-CN" sz="2400" kern="1200" cap="none" spc="0" normalizeH="0" baseline="0" noProof="1">
                  <a:latin typeface="Times New Roman" panose="02020603050405020304" pitchFamily="18" charset="0"/>
                  <a:ea typeface="宋体" panose="02010600030101010101" pitchFamily="2" charset="-122"/>
                  <a:cs typeface="+mn-cs"/>
                </a:endParaRPr>
              </a:p>
            </p:txBody>
          </p:sp>
        </p:grpSp>
        <p:sp>
          <p:nvSpPr>
            <p:cNvPr id="34828" name="矩形 54277"/>
            <p:cNvSpPr/>
            <p:nvPr/>
          </p:nvSpPr>
          <p:spPr>
            <a:xfrm>
              <a:off x="3456" y="1056"/>
              <a:ext cx="259" cy="288"/>
            </a:xfrm>
            <a:prstGeom prst="rect">
              <a:avLst/>
            </a:prstGeom>
            <a:noFill/>
            <a:ln w="28575">
              <a:noFill/>
            </a:ln>
          </p:spPr>
          <p:txBody>
            <a:bodyPr wrap="none" anchor="t" anchorCtr="0">
              <a:spAutoFit/>
            </a:bodyPr>
            <a:p>
              <a:pPr>
                <a:buClr>
                  <a:schemeClr val="bg1"/>
                </a:buClr>
              </a:pPr>
              <a:r>
                <a:rPr lang="en-US" altLang="zh-CN" sz="2400" b="1" i="1" dirty="0">
                  <a:latin typeface="Times New Roman" panose="02020603050405020304" pitchFamily="18" charset="0"/>
                  <a:ea typeface="宋体" panose="02010600030101010101" pitchFamily="2" charset="-122"/>
                </a:rPr>
                <a:t>S</a:t>
              </a:r>
              <a:r>
                <a:rPr lang="en-US" altLang="zh-CN" sz="2400" b="1" baseline="30000" dirty="0">
                  <a:latin typeface="Times New Roman" panose="02020603050405020304" pitchFamily="18" charset="0"/>
                  <a:ea typeface="宋体" panose="02010600030101010101" pitchFamily="2" charset="-122"/>
                </a:rPr>
                <a:t>'</a:t>
              </a:r>
              <a:endParaRPr lang="en-US" altLang="zh-CN" sz="2400" baseline="30000" dirty="0">
                <a:latin typeface="Times New Roman" panose="02020603050405020304" pitchFamily="18" charset="0"/>
                <a:ea typeface="宋体" panose="02010600030101010101" pitchFamily="2" charset="-122"/>
              </a:endParaRPr>
            </a:p>
          </p:txBody>
        </p:sp>
      </p:grpSp>
      <p:grpSp>
        <p:nvGrpSpPr>
          <p:cNvPr id="5" name="组合 54280"/>
          <p:cNvGrpSpPr/>
          <p:nvPr/>
        </p:nvGrpSpPr>
        <p:grpSpPr>
          <a:xfrm>
            <a:off x="7123113" y="1377950"/>
            <a:ext cx="990600" cy="990600"/>
            <a:chOff x="4272" y="1056"/>
            <a:chExt cx="624" cy="624"/>
          </a:xfrm>
        </p:grpSpPr>
        <p:sp>
          <p:nvSpPr>
            <p:cNvPr id="34830" name="椭圆 54281"/>
            <p:cNvSpPr/>
            <p:nvPr/>
          </p:nvSpPr>
          <p:spPr>
            <a:xfrm>
              <a:off x="4272" y="1056"/>
              <a:ext cx="624" cy="624"/>
            </a:xfrm>
            <a:prstGeom prst="ellipse">
              <a:avLst/>
            </a:prstGeom>
            <a:solidFill>
              <a:srgbClr val="66CCFF"/>
            </a:solidFill>
            <a:ln w="28575" cap="flat" cmpd="sng">
              <a:solidFill>
                <a:srgbClr val="009900"/>
              </a:solidFill>
              <a:prstDash val="solid"/>
              <a:round/>
              <a:headEnd type="none" w="med" len="med"/>
              <a:tailEnd type="none" w="med" len="med"/>
            </a:ln>
          </p:spPr>
          <p:txBody>
            <a:bodyPr wrap="none" anchor="ctr" anchorCtr="0"/>
            <a:p>
              <a:pPr algn="ctr">
                <a:buClr>
                  <a:schemeClr val="bg1"/>
                </a:buClr>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34831" name="矩形 54282"/>
            <p:cNvSpPr/>
            <p:nvPr/>
          </p:nvSpPr>
          <p:spPr>
            <a:xfrm>
              <a:off x="4560" y="1056"/>
              <a:ext cx="205" cy="250"/>
            </a:xfrm>
            <a:prstGeom prst="rect">
              <a:avLst/>
            </a:prstGeom>
            <a:noFill/>
            <a:ln w="28575">
              <a:noFill/>
            </a:ln>
          </p:spPr>
          <p:txBody>
            <a:bodyPr wrap="none" anchor="t" anchorCtr="0">
              <a:spAutoFit/>
            </a:bodyPr>
            <a:p>
              <a:pPr>
                <a:buClr>
                  <a:schemeClr val="bg1"/>
                </a:buClr>
              </a:pPr>
              <a:r>
                <a:rPr lang="en-US" altLang="zh-CN" sz="2000" b="1" i="1" dirty="0">
                  <a:latin typeface="Times New Roman" panose="02020603050405020304" pitchFamily="18" charset="0"/>
                  <a:ea typeface="宋体" panose="02010600030101010101" pitchFamily="2" charset="-122"/>
                </a:rPr>
                <a:t>S</a:t>
              </a:r>
              <a:endParaRPr lang="en-US" altLang="zh-CN" sz="2000" b="1" i="1" dirty="0">
                <a:latin typeface="Times New Roman" panose="02020603050405020304" pitchFamily="18" charset="0"/>
                <a:ea typeface="宋体" panose="02010600030101010101" pitchFamily="2" charset="-122"/>
              </a:endParaRPr>
            </a:p>
          </p:txBody>
        </p:sp>
      </p:grpSp>
      <p:grpSp>
        <p:nvGrpSpPr>
          <p:cNvPr id="6" name="组合 54296"/>
          <p:cNvGrpSpPr/>
          <p:nvPr/>
        </p:nvGrpSpPr>
        <p:grpSpPr>
          <a:xfrm>
            <a:off x="5294313" y="692150"/>
            <a:ext cx="3505200" cy="2209800"/>
            <a:chOff x="3120" y="624"/>
            <a:chExt cx="2208" cy="1392"/>
          </a:xfrm>
        </p:grpSpPr>
        <p:sp>
          <p:nvSpPr>
            <p:cNvPr id="34833" name="直接连接符 54297"/>
            <p:cNvSpPr/>
            <p:nvPr/>
          </p:nvSpPr>
          <p:spPr>
            <a:xfrm>
              <a:off x="3120" y="1392"/>
              <a:ext cx="2208" cy="0"/>
            </a:xfrm>
            <a:prstGeom prst="line">
              <a:avLst/>
            </a:prstGeom>
            <a:ln w="28575" cap="rnd" cmpd="sng">
              <a:solidFill>
                <a:srgbClr val="0000CC"/>
              </a:solidFill>
              <a:prstDash val="sysDot"/>
              <a:round/>
              <a:headEnd type="arrow" w="med" len="med"/>
              <a:tailEnd type="arrow" w="med" len="med"/>
            </a:ln>
          </p:spPr>
        </p:sp>
        <p:sp>
          <p:nvSpPr>
            <p:cNvPr id="34834" name="直接连接符 54298"/>
            <p:cNvSpPr/>
            <p:nvPr/>
          </p:nvSpPr>
          <p:spPr>
            <a:xfrm>
              <a:off x="4560" y="624"/>
              <a:ext cx="0" cy="1392"/>
            </a:xfrm>
            <a:prstGeom prst="line">
              <a:avLst/>
            </a:prstGeom>
            <a:ln w="28575" cap="rnd" cmpd="sng">
              <a:solidFill>
                <a:srgbClr val="0000CC"/>
              </a:solidFill>
              <a:prstDash val="sysDot"/>
              <a:round/>
              <a:headEnd type="arrow" w="med" len="med"/>
              <a:tailEnd type="arrow" w="med" len="med"/>
            </a:ln>
          </p:spPr>
        </p:sp>
        <p:sp>
          <p:nvSpPr>
            <p:cNvPr id="34835" name="直接连接符 54299"/>
            <p:cNvSpPr/>
            <p:nvPr/>
          </p:nvSpPr>
          <p:spPr>
            <a:xfrm flipV="1">
              <a:off x="4032" y="864"/>
              <a:ext cx="1008" cy="1104"/>
            </a:xfrm>
            <a:prstGeom prst="line">
              <a:avLst/>
            </a:prstGeom>
            <a:ln w="28575" cap="rnd" cmpd="sng">
              <a:solidFill>
                <a:srgbClr val="0000CC"/>
              </a:solidFill>
              <a:prstDash val="sysDot"/>
              <a:round/>
              <a:headEnd type="arrow" w="med" len="med"/>
              <a:tailEnd type="arrow" w="med" len="med"/>
            </a:ln>
          </p:spPr>
        </p:sp>
        <p:sp>
          <p:nvSpPr>
            <p:cNvPr id="34836" name="直接连接符 54300"/>
            <p:cNvSpPr/>
            <p:nvPr/>
          </p:nvSpPr>
          <p:spPr>
            <a:xfrm>
              <a:off x="3600" y="720"/>
              <a:ext cx="1584" cy="1104"/>
            </a:xfrm>
            <a:prstGeom prst="line">
              <a:avLst/>
            </a:prstGeom>
            <a:ln w="28575" cap="rnd" cmpd="sng">
              <a:solidFill>
                <a:srgbClr val="0000CC"/>
              </a:solidFill>
              <a:prstDash val="sysDot"/>
              <a:round/>
              <a:headEnd type="arrow" w="med" len="med"/>
              <a:tailEnd type="arrow" w="med" len="med"/>
            </a:ln>
          </p:spPr>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2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29048"/>
                                        </p:tgtEl>
                                        <p:attrNameLst>
                                          <p:attrName>style.visibility</p:attrName>
                                        </p:attrNameLst>
                                      </p:cBhvr>
                                      <p:to>
                                        <p:strVal val="visible"/>
                                      </p:to>
                                    </p:set>
                                    <p:animEffect transition="in" filter="box(out)">
                                      <p:cBhvr>
                                        <p:cTn id="26" dur="500"/>
                                        <p:tgtEl>
                                          <p:spTgt spid="129048"/>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000000"/>
                                          </p:val>
                                        </p:tav>
                                        <p:tav tm="100000">
                                          <p:val>
                                            <p:strVal val="#ppt_w"/>
                                          </p:val>
                                        </p:tav>
                                      </p:tavLst>
                                    </p:anim>
                                    <p:anim calcmode="lin" valueType="num">
                                      <p:cBhvr>
                                        <p:cTn id="32" dur="500" fill="hold"/>
                                        <p:tgtEl>
                                          <p:spTgt spid="2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Text Box 2"/>
          <p:cNvSpPr txBox="1"/>
          <p:nvPr/>
        </p:nvSpPr>
        <p:spPr>
          <a:xfrm>
            <a:off x="539750" y="908050"/>
            <a:ext cx="5638800" cy="579438"/>
          </a:xfrm>
          <a:prstGeom prst="rect">
            <a:avLst/>
          </a:prstGeom>
          <a:noFill/>
          <a:ln w="9525">
            <a:noFill/>
          </a:ln>
        </p:spPr>
        <p:txBody>
          <a:bodyPr anchor="t" anchorCtr="0">
            <a:spAutoFit/>
          </a:bodyPr>
          <a:p>
            <a:pPr>
              <a:spcBef>
                <a:spcPct val="50000"/>
              </a:spcBef>
              <a:buBlip>
                <a:blip r:embed="rId1"/>
              </a:buBlip>
            </a:pPr>
            <a:r>
              <a:rPr lang="en-US" altLang="zh-CN" sz="3200" b="1" dirty="0">
                <a:latin typeface="Times New Roman" panose="02020603050405020304" pitchFamily="18" charset="0"/>
                <a:ea typeface="宋体" panose="02010600030101010101" pitchFamily="2" charset="-122"/>
              </a:rPr>
              <a:t>  </a:t>
            </a:r>
            <a:r>
              <a:rPr lang="zh-CN" altLang="en-US" sz="2800" b="1" dirty="0">
                <a:solidFill>
                  <a:srgbClr val="FF0000"/>
                </a:solidFill>
                <a:latin typeface="Times New Roman" panose="02020603050405020304" pitchFamily="18" charset="0"/>
                <a:ea typeface="宋体" panose="02010600030101010101" pitchFamily="2" charset="-122"/>
              </a:rPr>
              <a:t>点电荷在任意闭合曲面内</a:t>
            </a:r>
            <a:endParaRPr lang="zh-CN" altLang="en-US" sz="2800" b="1" dirty="0">
              <a:solidFill>
                <a:srgbClr val="FF0000"/>
              </a:solidFill>
              <a:latin typeface="Times New Roman" panose="02020603050405020304" pitchFamily="18" charset="0"/>
              <a:ea typeface="宋体" panose="02010600030101010101" pitchFamily="2" charset="-122"/>
            </a:endParaRPr>
          </a:p>
        </p:txBody>
      </p:sp>
      <p:graphicFrame>
        <p:nvGraphicFramePr>
          <p:cNvPr id="29732" name="Object 36"/>
          <p:cNvGraphicFramePr/>
          <p:nvPr/>
        </p:nvGraphicFramePr>
        <p:xfrm>
          <a:off x="654050" y="1512888"/>
          <a:ext cx="4305300" cy="644525"/>
        </p:xfrm>
        <a:graphic>
          <a:graphicData uri="http://schemas.openxmlformats.org/presentationml/2006/ole">
            <mc:AlternateContent xmlns:mc="http://schemas.openxmlformats.org/markup-compatibility/2006">
              <mc:Choice xmlns:v="urn:schemas-microsoft-com:vml" Requires="v">
                <p:oleObj spid="_x0000_s3161" name="" r:id="rId2" imgW="1522730" imgH="254000" progId="Equation.DSMT4">
                  <p:embed/>
                </p:oleObj>
              </mc:Choice>
              <mc:Fallback>
                <p:oleObj name="" r:id="rId2" imgW="1522730" imgH="254000" progId="Equation.DSMT4">
                  <p:embed/>
                  <p:pic>
                    <p:nvPicPr>
                      <p:cNvPr id="0" name="图片 3160"/>
                      <p:cNvPicPr/>
                      <p:nvPr/>
                    </p:nvPicPr>
                    <p:blipFill>
                      <a:blip r:embed="rId3"/>
                      <a:stretch>
                        <a:fillRect/>
                      </a:stretch>
                    </p:blipFill>
                    <p:spPr>
                      <a:xfrm>
                        <a:off x="654050" y="1512888"/>
                        <a:ext cx="4305300" cy="644525"/>
                      </a:xfrm>
                      <a:prstGeom prst="rect">
                        <a:avLst/>
                      </a:prstGeom>
                      <a:noFill/>
                      <a:ln w="38100">
                        <a:noFill/>
                        <a:miter/>
                      </a:ln>
                    </p:spPr>
                  </p:pic>
                </p:oleObj>
              </mc:Fallback>
            </mc:AlternateContent>
          </a:graphicData>
        </a:graphic>
      </p:graphicFrame>
      <p:graphicFrame>
        <p:nvGraphicFramePr>
          <p:cNvPr id="29773" name="Object 77"/>
          <p:cNvGraphicFramePr/>
          <p:nvPr/>
        </p:nvGraphicFramePr>
        <p:xfrm>
          <a:off x="712788" y="2157413"/>
          <a:ext cx="3911600" cy="1000125"/>
        </p:xfrm>
        <a:graphic>
          <a:graphicData uri="http://schemas.openxmlformats.org/presentationml/2006/ole">
            <mc:AlternateContent xmlns:mc="http://schemas.openxmlformats.org/markup-compatibility/2006">
              <mc:Choice xmlns:v="urn:schemas-microsoft-com:vml" Requires="v">
                <p:oleObj spid="_x0000_s3165" name="" r:id="rId4" imgW="1803400" imgH="431800" progId="Equation.3">
                  <p:embed/>
                </p:oleObj>
              </mc:Choice>
              <mc:Fallback>
                <p:oleObj name="" r:id="rId4" imgW="1803400" imgH="431800" progId="Equation.3">
                  <p:embed/>
                  <p:pic>
                    <p:nvPicPr>
                      <p:cNvPr id="0" name="图片 3164"/>
                      <p:cNvPicPr/>
                      <p:nvPr/>
                    </p:nvPicPr>
                    <p:blipFill>
                      <a:blip r:embed="rId5"/>
                      <a:stretch>
                        <a:fillRect/>
                      </a:stretch>
                    </p:blipFill>
                    <p:spPr>
                      <a:xfrm>
                        <a:off x="712788" y="2157413"/>
                        <a:ext cx="3911600" cy="1000125"/>
                      </a:xfrm>
                      <a:prstGeom prst="rect">
                        <a:avLst/>
                      </a:prstGeom>
                      <a:noFill/>
                      <a:ln w="38100">
                        <a:noFill/>
                        <a:miter/>
                      </a:ln>
                    </p:spPr>
                  </p:pic>
                </p:oleObj>
              </mc:Fallback>
            </mc:AlternateContent>
          </a:graphicData>
        </a:graphic>
      </p:graphicFrame>
      <p:sp>
        <p:nvSpPr>
          <p:cNvPr id="36868" name="Text Box 23"/>
          <p:cNvSpPr txBox="1"/>
          <p:nvPr/>
        </p:nvSpPr>
        <p:spPr>
          <a:xfrm>
            <a:off x="1096963" y="100013"/>
            <a:ext cx="3581400" cy="584200"/>
          </a:xfrm>
          <a:prstGeom prst="rect">
            <a:avLst/>
          </a:prstGeom>
          <a:noFill/>
          <a:ln w="9525">
            <a:noFill/>
          </a:ln>
        </p:spPr>
        <p:txBody>
          <a:bodyPr anchor="t" anchorCtr="0">
            <a:spAutoFit/>
          </a:bodyPr>
          <a:p>
            <a:pPr algn="ctr">
              <a:spcBef>
                <a:spcPct val="50000"/>
              </a:spcBef>
            </a:pPr>
            <a:r>
              <a:rPr lang="zh-CN" altLang="en-US" sz="3200" dirty="0">
                <a:latin typeface="Times New Roman" panose="02020603050405020304" pitchFamily="18" charset="0"/>
                <a:ea typeface="黑体" panose="02010609060101010101" pitchFamily="49" charset="-122"/>
              </a:rPr>
              <a:t>验证高斯定理：</a:t>
            </a:r>
            <a:endParaRPr lang="zh-CN" altLang="en-US" sz="3200" dirty="0">
              <a:latin typeface="Times New Roman" panose="02020603050405020304" pitchFamily="18" charset="0"/>
              <a:ea typeface="黑体" panose="02010609060101010101" pitchFamily="49" charset="-122"/>
            </a:endParaRPr>
          </a:p>
        </p:txBody>
      </p:sp>
      <p:graphicFrame>
        <p:nvGraphicFramePr>
          <p:cNvPr id="23" name="Object 4"/>
          <p:cNvGraphicFramePr/>
          <p:nvPr/>
        </p:nvGraphicFramePr>
        <p:xfrm>
          <a:off x="1473200" y="3433763"/>
          <a:ext cx="3182938" cy="966787"/>
        </p:xfrm>
        <a:graphic>
          <a:graphicData uri="http://schemas.openxmlformats.org/presentationml/2006/ole">
            <mc:AlternateContent xmlns:mc="http://schemas.openxmlformats.org/markup-compatibility/2006">
              <mc:Choice xmlns:v="urn:schemas-microsoft-com:vml" Requires="v">
                <p:oleObj spid="_x0000_s3160" name="" r:id="rId6" imgW="1294765" imgH="393700" progId="Equation.DSMT4">
                  <p:embed/>
                </p:oleObj>
              </mc:Choice>
              <mc:Fallback>
                <p:oleObj name="" r:id="rId6" imgW="1294765" imgH="393700" progId="Equation.DSMT4">
                  <p:embed/>
                  <p:pic>
                    <p:nvPicPr>
                      <p:cNvPr id="0" name="图片 3159"/>
                      <p:cNvPicPr/>
                      <p:nvPr/>
                    </p:nvPicPr>
                    <p:blipFill>
                      <a:blip r:embed="rId7"/>
                      <a:stretch>
                        <a:fillRect/>
                      </a:stretch>
                    </p:blipFill>
                    <p:spPr>
                      <a:xfrm>
                        <a:off x="1473200" y="3433763"/>
                        <a:ext cx="3182938" cy="966787"/>
                      </a:xfrm>
                      <a:prstGeom prst="rect">
                        <a:avLst/>
                      </a:prstGeom>
                      <a:solidFill>
                        <a:srgbClr val="CCFFFF"/>
                      </a:solidFill>
                      <a:ln w="38100">
                        <a:noFill/>
                        <a:miter/>
                      </a:ln>
                    </p:spPr>
                  </p:pic>
                </p:oleObj>
              </mc:Fallback>
            </mc:AlternateContent>
          </a:graphicData>
        </a:graphic>
      </p:graphicFrame>
      <p:sp>
        <p:nvSpPr>
          <p:cNvPr id="24" name="Text Box 3"/>
          <p:cNvSpPr txBox="1"/>
          <p:nvPr/>
        </p:nvSpPr>
        <p:spPr>
          <a:xfrm>
            <a:off x="217488" y="3656013"/>
            <a:ext cx="1255712" cy="519112"/>
          </a:xfrm>
          <a:prstGeom prst="rect">
            <a:avLst/>
          </a:prstGeom>
          <a:noFill/>
          <a:ln w="9525">
            <a:noFill/>
          </a:ln>
        </p:spPr>
        <p:txBody>
          <a:bodyPr wrap="none" anchor="t" anchorCtr="0">
            <a:spAutoFit/>
          </a:bodyPr>
          <a:p>
            <a:r>
              <a:rPr lang="zh-CN" altLang="en-US" sz="2800" b="1" dirty="0">
                <a:solidFill>
                  <a:srgbClr val="CC0000"/>
                </a:solidFill>
                <a:latin typeface="宋体" panose="02010600030101010101" pitchFamily="2" charset="-122"/>
                <a:ea typeface="宋体" panose="02010600030101010101" pitchFamily="2" charset="-122"/>
              </a:rPr>
              <a:t>立体角</a:t>
            </a:r>
            <a:endParaRPr lang="zh-CN" altLang="en-US" sz="2800" b="1" dirty="0">
              <a:solidFill>
                <a:srgbClr val="CC0000"/>
              </a:solidFill>
              <a:latin typeface="宋体" panose="02010600030101010101" pitchFamily="2" charset="-122"/>
              <a:ea typeface="宋体" panose="02010600030101010101" pitchFamily="2" charset="-122"/>
            </a:endParaRPr>
          </a:p>
        </p:txBody>
      </p:sp>
      <p:grpSp>
        <p:nvGrpSpPr>
          <p:cNvPr id="36871" name="组合 4"/>
          <p:cNvGrpSpPr/>
          <p:nvPr/>
        </p:nvGrpSpPr>
        <p:grpSpPr>
          <a:xfrm>
            <a:off x="4803775" y="68263"/>
            <a:ext cx="3529013" cy="4703762"/>
            <a:chOff x="7039" y="2863"/>
            <a:chExt cx="5558" cy="7407"/>
          </a:xfrm>
        </p:grpSpPr>
        <p:sp>
          <p:nvSpPr>
            <p:cNvPr id="36872" name="Oval 30"/>
            <p:cNvSpPr/>
            <p:nvPr/>
          </p:nvSpPr>
          <p:spPr>
            <a:xfrm>
              <a:off x="7569" y="5419"/>
              <a:ext cx="3305" cy="3267"/>
            </a:xfrm>
            <a:prstGeom prst="ellipse">
              <a:avLst/>
            </a:prstGeom>
            <a:noFill/>
            <a:ln w="44450" cap="flat" cmpd="sng">
              <a:solidFill>
                <a:srgbClr val="FF00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36873" name="Group 81"/>
            <p:cNvGrpSpPr/>
            <p:nvPr/>
          </p:nvGrpSpPr>
          <p:grpSpPr>
            <a:xfrm>
              <a:off x="7039" y="2863"/>
              <a:ext cx="5557" cy="7406"/>
              <a:chOff x="3826" y="-114"/>
              <a:chExt cx="1406" cy="2114"/>
            </a:xfrm>
          </p:grpSpPr>
          <p:graphicFrame>
            <p:nvGraphicFramePr>
              <p:cNvPr id="36874" name="Object 7"/>
              <p:cNvGraphicFramePr/>
              <p:nvPr/>
            </p:nvGraphicFramePr>
            <p:xfrm>
              <a:off x="4831" y="283"/>
              <a:ext cx="272" cy="223"/>
            </p:xfrm>
            <a:graphic>
              <a:graphicData uri="http://schemas.openxmlformats.org/presentationml/2006/ole">
                <mc:AlternateContent xmlns:mc="http://schemas.openxmlformats.org/markup-compatibility/2006">
                  <mc:Choice xmlns:v="urn:schemas-microsoft-com:vml" Requires="v">
                    <p:oleObj spid="_x0000_s3164" name="" r:id="rId8" imgW="215265" imgH="177800" progId="Equation.3">
                      <p:embed/>
                    </p:oleObj>
                  </mc:Choice>
                  <mc:Fallback>
                    <p:oleObj name="" r:id="rId8" imgW="215265" imgH="177800" progId="Equation.3">
                      <p:embed/>
                      <p:pic>
                        <p:nvPicPr>
                          <p:cNvPr id="0" name="图片 3163"/>
                          <p:cNvPicPr/>
                          <p:nvPr/>
                        </p:nvPicPr>
                        <p:blipFill>
                          <a:blip r:embed="rId9"/>
                          <a:stretch>
                            <a:fillRect/>
                          </a:stretch>
                        </p:blipFill>
                        <p:spPr>
                          <a:xfrm>
                            <a:off x="4831" y="283"/>
                            <a:ext cx="272" cy="223"/>
                          </a:xfrm>
                          <a:prstGeom prst="rect">
                            <a:avLst/>
                          </a:prstGeom>
                          <a:noFill/>
                          <a:ln w="38100">
                            <a:noFill/>
                            <a:miter/>
                          </a:ln>
                        </p:spPr>
                      </p:pic>
                    </p:oleObj>
                  </mc:Fallback>
                </mc:AlternateContent>
              </a:graphicData>
            </a:graphic>
          </p:graphicFrame>
          <p:grpSp>
            <p:nvGrpSpPr>
              <p:cNvPr id="36875" name="Group 71"/>
              <p:cNvGrpSpPr/>
              <p:nvPr/>
            </p:nvGrpSpPr>
            <p:grpSpPr>
              <a:xfrm>
                <a:off x="4241" y="-114"/>
                <a:ext cx="639" cy="1461"/>
                <a:chOff x="4150" y="-278"/>
                <a:chExt cx="639" cy="1461"/>
              </a:xfrm>
            </p:grpSpPr>
            <p:grpSp>
              <p:nvGrpSpPr>
                <p:cNvPr id="36876" name="Group 59"/>
                <p:cNvGrpSpPr/>
                <p:nvPr/>
              </p:nvGrpSpPr>
              <p:grpSpPr>
                <a:xfrm>
                  <a:off x="4286" y="300"/>
                  <a:ext cx="312" cy="631"/>
                  <a:chOff x="4302" y="309"/>
                  <a:chExt cx="312" cy="631"/>
                </a:xfrm>
              </p:grpSpPr>
              <p:sp>
                <p:nvSpPr>
                  <p:cNvPr id="36877" name="Line 31"/>
                  <p:cNvSpPr/>
                  <p:nvPr/>
                </p:nvSpPr>
                <p:spPr>
                  <a:xfrm flipV="1">
                    <a:off x="4302" y="391"/>
                    <a:ext cx="30" cy="549"/>
                  </a:xfrm>
                  <a:prstGeom prst="line">
                    <a:avLst/>
                  </a:prstGeom>
                  <a:ln w="9525" cap="flat" cmpd="sng">
                    <a:solidFill>
                      <a:schemeClr val="tx1"/>
                    </a:solidFill>
                    <a:prstDash val="solid"/>
                    <a:round/>
                    <a:headEnd type="none" w="med" len="med"/>
                    <a:tailEnd type="none" w="med" len="med"/>
                  </a:ln>
                </p:spPr>
              </p:sp>
              <p:sp>
                <p:nvSpPr>
                  <p:cNvPr id="36878" name="Line 32"/>
                  <p:cNvSpPr/>
                  <p:nvPr/>
                </p:nvSpPr>
                <p:spPr>
                  <a:xfrm flipV="1">
                    <a:off x="4302" y="346"/>
                    <a:ext cx="302" cy="594"/>
                  </a:xfrm>
                  <a:prstGeom prst="line">
                    <a:avLst/>
                  </a:prstGeom>
                  <a:ln w="9525" cap="flat" cmpd="sng">
                    <a:solidFill>
                      <a:schemeClr val="tx1"/>
                    </a:solidFill>
                    <a:prstDash val="solid"/>
                    <a:round/>
                    <a:headEnd type="none" w="med" len="med"/>
                    <a:tailEnd type="none" w="med" len="med"/>
                  </a:ln>
                </p:spPr>
              </p:sp>
              <p:sp>
                <p:nvSpPr>
                  <p:cNvPr id="36879" name="Oval 33"/>
                  <p:cNvSpPr/>
                  <p:nvPr/>
                </p:nvSpPr>
                <p:spPr>
                  <a:xfrm rot="-887108">
                    <a:off x="4332" y="309"/>
                    <a:ext cx="282" cy="91"/>
                  </a:xfrm>
                  <a:prstGeom prst="ellipse">
                    <a:avLst/>
                  </a:prstGeom>
                  <a:solidFill>
                    <a:srgbClr val="99CCFF"/>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sp>
              <p:nvSpPr>
                <p:cNvPr id="36880" name="Line 63"/>
                <p:cNvSpPr/>
                <p:nvPr/>
              </p:nvSpPr>
              <p:spPr>
                <a:xfrm flipV="1">
                  <a:off x="4295" y="-106"/>
                  <a:ext cx="293" cy="996"/>
                </a:xfrm>
                <a:prstGeom prst="line">
                  <a:avLst/>
                </a:prstGeom>
                <a:ln w="19050" cap="flat" cmpd="sng">
                  <a:solidFill>
                    <a:schemeClr val="tx1"/>
                  </a:solidFill>
                  <a:prstDash val="solid"/>
                  <a:round/>
                  <a:headEnd type="none" w="med" len="med"/>
                  <a:tailEnd type="arrow" w="med" len="med"/>
                </a:ln>
              </p:spPr>
            </p:sp>
            <p:graphicFrame>
              <p:nvGraphicFramePr>
                <p:cNvPr id="36881" name="Object 64"/>
                <p:cNvGraphicFramePr/>
                <p:nvPr/>
              </p:nvGraphicFramePr>
              <p:xfrm>
                <a:off x="4588" y="-278"/>
                <a:ext cx="201" cy="255"/>
              </p:xfrm>
              <a:graphic>
                <a:graphicData uri="http://schemas.openxmlformats.org/presentationml/2006/ole">
                  <mc:AlternateContent xmlns:mc="http://schemas.openxmlformats.org/markup-compatibility/2006">
                    <mc:Choice xmlns:v="urn:schemas-microsoft-com:vml" Requires="v">
                      <p:oleObj spid="_x0000_s3162" name="" r:id="rId10" imgW="152400" imgH="190500" progId="Equation.3">
                        <p:embed/>
                      </p:oleObj>
                    </mc:Choice>
                    <mc:Fallback>
                      <p:oleObj name="" r:id="rId10" imgW="152400" imgH="190500" progId="Equation.3">
                        <p:embed/>
                        <p:pic>
                          <p:nvPicPr>
                            <p:cNvPr id="0" name="图片 3161"/>
                            <p:cNvPicPr/>
                            <p:nvPr/>
                          </p:nvPicPr>
                          <p:blipFill>
                            <a:blip r:embed="rId11"/>
                            <a:stretch>
                              <a:fillRect/>
                            </a:stretch>
                          </p:blipFill>
                          <p:spPr>
                            <a:xfrm>
                              <a:off x="4588" y="-278"/>
                              <a:ext cx="201" cy="255"/>
                            </a:xfrm>
                            <a:prstGeom prst="rect">
                              <a:avLst/>
                            </a:prstGeom>
                            <a:noFill/>
                            <a:ln w="38100">
                              <a:noFill/>
                              <a:miter/>
                            </a:ln>
                          </p:spPr>
                        </p:pic>
                      </p:oleObj>
                    </mc:Fallback>
                  </mc:AlternateContent>
                </a:graphicData>
              </a:graphic>
            </p:graphicFrame>
            <p:sp>
              <p:nvSpPr>
                <p:cNvPr id="36882" name="Line 65"/>
                <p:cNvSpPr/>
                <p:nvPr/>
              </p:nvSpPr>
              <p:spPr>
                <a:xfrm flipH="1" flipV="1">
                  <a:off x="4396" y="164"/>
                  <a:ext cx="48" cy="182"/>
                </a:xfrm>
                <a:prstGeom prst="line">
                  <a:avLst/>
                </a:prstGeom>
                <a:ln w="9525" cap="flat" cmpd="sng">
                  <a:solidFill>
                    <a:srgbClr val="0000FF"/>
                  </a:solidFill>
                  <a:prstDash val="solid"/>
                  <a:round/>
                  <a:headEnd type="none" w="med" len="med"/>
                  <a:tailEnd type="triangle" w="med" len="med"/>
                </a:ln>
              </p:spPr>
            </p:sp>
            <p:graphicFrame>
              <p:nvGraphicFramePr>
                <p:cNvPr id="36883" name="Object 66"/>
                <p:cNvGraphicFramePr/>
                <p:nvPr/>
              </p:nvGraphicFramePr>
              <p:xfrm>
                <a:off x="4150" y="0"/>
                <a:ext cx="212" cy="317"/>
              </p:xfrm>
              <a:graphic>
                <a:graphicData uri="http://schemas.openxmlformats.org/presentationml/2006/ole">
                  <mc:AlternateContent xmlns:mc="http://schemas.openxmlformats.org/markup-compatibility/2006">
                    <mc:Choice xmlns:v="urn:schemas-microsoft-com:vml" Requires="v">
                      <p:oleObj spid="_x0000_s3163" name="" r:id="rId12" imgW="152400" imgH="228600" progId="Equation.DSMT4">
                        <p:embed/>
                      </p:oleObj>
                    </mc:Choice>
                    <mc:Fallback>
                      <p:oleObj name="" r:id="rId12" imgW="152400" imgH="228600" progId="Equation.DSMT4">
                        <p:embed/>
                        <p:pic>
                          <p:nvPicPr>
                            <p:cNvPr id="0" name="图片 3162"/>
                            <p:cNvPicPr/>
                            <p:nvPr/>
                          </p:nvPicPr>
                          <p:blipFill>
                            <a:blip r:embed="rId13"/>
                            <a:stretch>
                              <a:fillRect/>
                            </a:stretch>
                          </p:blipFill>
                          <p:spPr>
                            <a:xfrm>
                              <a:off x="4150" y="0"/>
                              <a:ext cx="212" cy="317"/>
                            </a:xfrm>
                            <a:prstGeom prst="rect">
                              <a:avLst/>
                            </a:prstGeom>
                            <a:noFill/>
                            <a:ln w="38100">
                              <a:noFill/>
                              <a:miter/>
                            </a:ln>
                          </p:spPr>
                        </p:pic>
                      </p:oleObj>
                    </mc:Fallback>
                  </mc:AlternateContent>
                </a:graphicData>
              </a:graphic>
            </p:graphicFrame>
            <p:sp>
              <p:nvSpPr>
                <p:cNvPr id="36884" name="Oval 28"/>
                <p:cNvSpPr/>
                <p:nvPr/>
              </p:nvSpPr>
              <p:spPr>
                <a:xfrm>
                  <a:off x="4241" y="845"/>
                  <a:ext cx="116" cy="114"/>
                </a:xfrm>
                <a:prstGeom prst="ellipse">
                  <a:avLst/>
                </a:prstGeom>
                <a:solidFill>
                  <a:srgbClr val="FF0000"/>
                </a:solidFill>
                <a:ln w="952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36885" name="Object 29"/>
                <p:cNvGraphicFramePr/>
                <p:nvPr/>
              </p:nvGraphicFramePr>
              <p:xfrm>
                <a:off x="4150" y="935"/>
                <a:ext cx="342" cy="248"/>
              </p:xfrm>
              <a:graphic>
                <a:graphicData uri="http://schemas.openxmlformats.org/presentationml/2006/ole">
                  <mc:AlternateContent xmlns:mc="http://schemas.openxmlformats.org/markup-compatibility/2006">
                    <mc:Choice xmlns:v="urn:schemas-microsoft-com:vml" Requires="v">
                      <p:oleObj spid="_x0000_s3166" name="" r:id="rId14" imgW="240665" imgH="177800" progId="Equation.3">
                        <p:embed/>
                      </p:oleObj>
                    </mc:Choice>
                    <mc:Fallback>
                      <p:oleObj name="" r:id="rId14" imgW="240665" imgH="177800" progId="Equation.3">
                        <p:embed/>
                        <p:pic>
                          <p:nvPicPr>
                            <p:cNvPr id="0" name="图片 3165"/>
                            <p:cNvPicPr/>
                            <p:nvPr/>
                          </p:nvPicPr>
                          <p:blipFill>
                            <a:blip r:embed="rId15"/>
                            <a:stretch>
                              <a:fillRect/>
                            </a:stretch>
                          </p:blipFill>
                          <p:spPr>
                            <a:xfrm>
                              <a:off x="4150" y="935"/>
                              <a:ext cx="342" cy="248"/>
                            </a:xfrm>
                            <a:prstGeom prst="rect">
                              <a:avLst/>
                            </a:prstGeom>
                            <a:noFill/>
                            <a:ln w="38100">
                              <a:noFill/>
                              <a:miter/>
                            </a:ln>
                          </p:spPr>
                        </p:pic>
                      </p:oleObj>
                    </mc:Fallback>
                  </mc:AlternateContent>
                </a:graphicData>
              </a:graphic>
            </p:graphicFrame>
          </p:grpSp>
          <p:sp>
            <p:nvSpPr>
              <p:cNvPr id="36886" name="Freeform 69"/>
              <p:cNvSpPr/>
              <p:nvPr/>
            </p:nvSpPr>
            <p:spPr>
              <a:xfrm rot="4895852">
                <a:off x="3747" y="515"/>
                <a:ext cx="1553" cy="1406"/>
              </a:xfrm>
              <a:custGeom>
                <a:avLst/>
                <a:gdLst/>
                <a:ahLst/>
                <a:cxnLst>
                  <a:cxn ang="0">
                    <a:pos x="29" y="414"/>
                  </a:cxn>
                  <a:cxn ang="0">
                    <a:pos x="243" y="86"/>
                  </a:cxn>
                  <a:cxn ang="0">
                    <a:pos x="630" y="39"/>
                  </a:cxn>
                  <a:cxn ang="0">
                    <a:pos x="973" y="320"/>
                  </a:cxn>
                  <a:cxn ang="0">
                    <a:pos x="1317" y="789"/>
                  </a:cxn>
                  <a:cxn ang="0">
                    <a:pos x="1489" y="1211"/>
                  </a:cxn>
                  <a:cxn ang="0">
                    <a:pos x="930" y="1398"/>
                  </a:cxn>
                  <a:cxn ang="0">
                    <a:pos x="372" y="1258"/>
                  </a:cxn>
                  <a:cxn ang="0">
                    <a:pos x="72" y="836"/>
                  </a:cxn>
                  <a:cxn ang="0">
                    <a:pos x="29" y="414"/>
                  </a:cxn>
                </a:cxnLst>
                <a:pathLst>
                  <a:path w="1736" h="1440">
                    <a:moveTo>
                      <a:pt x="32" y="424"/>
                    </a:moveTo>
                    <a:cubicBezTo>
                      <a:pt x="64" y="296"/>
                      <a:pt x="160" y="152"/>
                      <a:pt x="272" y="88"/>
                    </a:cubicBezTo>
                    <a:cubicBezTo>
                      <a:pt x="384" y="24"/>
                      <a:pt x="568" y="0"/>
                      <a:pt x="704" y="40"/>
                    </a:cubicBezTo>
                    <a:cubicBezTo>
                      <a:pt x="840" y="80"/>
                      <a:pt x="960" y="200"/>
                      <a:pt x="1088" y="328"/>
                    </a:cubicBezTo>
                    <a:cubicBezTo>
                      <a:pt x="1216" y="456"/>
                      <a:pt x="1376" y="656"/>
                      <a:pt x="1472" y="808"/>
                    </a:cubicBezTo>
                    <a:cubicBezTo>
                      <a:pt x="1568" y="960"/>
                      <a:pt x="1736" y="1136"/>
                      <a:pt x="1664" y="1240"/>
                    </a:cubicBezTo>
                    <a:cubicBezTo>
                      <a:pt x="1592" y="1344"/>
                      <a:pt x="1248" y="1424"/>
                      <a:pt x="1040" y="1432"/>
                    </a:cubicBezTo>
                    <a:cubicBezTo>
                      <a:pt x="832" y="1440"/>
                      <a:pt x="576" y="1384"/>
                      <a:pt x="416" y="1288"/>
                    </a:cubicBezTo>
                    <a:cubicBezTo>
                      <a:pt x="256" y="1192"/>
                      <a:pt x="144" y="1000"/>
                      <a:pt x="80" y="856"/>
                    </a:cubicBezTo>
                    <a:cubicBezTo>
                      <a:pt x="16" y="712"/>
                      <a:pt x="0" y="552"/>
                      <a:pt x="32" y="424"/>
                    </a:cubicBezTo>
                    <a:close/>
                  </a:path>
                </a:pathLst>
              </a:custGeom>
              <a:solidFill>
                <a:srgbClr val="99CCFF">
                  <a:alpha val="50195"/>
                </a:srgbClr>
              </a:solidFill>
              <a:ln w="12700">
                <a:noFill/>
              </a:ln>
            </p:spPr>
            <p:txBody>
              <a:bodyPr/>
              <a:p>
                <a:endParaRPr lang="zh-CN" altLang="en-US"/>
              </a:p>
            </p:txBody>
          </p:sp>
          <p:sp>
            <p:nvSpPr>
              <p:cNvPr id="36887" name="Line 73"/>
              <p:cNvSpPr/>
              <p:nvPr/>
            </p:nvSpPr>
            <p:spPr>
              <a:xfrm flipH="1">
                <a:off x="4604" y="419"/>
                <a:ext cx="227" cy="91"/>
              </a:xfrm>
              <a:prstGeom prst="line">
                <a:avLst/>
              </a:prstGeom>
              <a:ln w="9525" cap="flat" cmpd="sng">
                <a:solidFill>
                  <a:srgbClr val="FF3300"/>
                </a:solidFill>
                <a:prstDash val="solid"/>
                <a:round/>
                <a:headEnd type="none" w="med" len="med"/>
                <a:tailEnd type="triangle" w="med" len="med"/>
              </a:ln>
            </p:spPr>
          </p:sp>
        </p:grpSp>
        <p:graphicFrame>
          <p:nvGraphicFramePr>
            <p:cNvPr id="36888" name="Object 50"/>
            <p:cNvGraphicFramePr/>
            <p:nvPr/>
          </p:nvGraphicFramePr>
          <p:xfrm>
            <a:off x="9745" y="4393"/>
            <a:ext cx="297" cy="350"/>
          </p:xfrm>
          <a:graphic>
            <a:graphicData uri="http://schemas.openxmlformats.org/presentationml/2006/ole">
              <mc:AlternateContent xmlns:mc="http://schemas.openxmlformats.org/markup-compatibility/2006">
                <mc:Choice xmlns:v="urn:schemas-microsoft-com:vml" Requires="v">
                  <p:oleObj spid="_x0000_s3171" name="" r:id="rId16" imgW="3048000" imgH="4267200" progId="Equation.3">
                    <p:embed/>
                  </p:oleObj>
                </mc:Choice>
                <mc:Fallback>
                  <p:oleObj name="" r:id="rId16" imgW="3048000" imgH="4267200" progId="Equation.3">
                    <p:embed/>
                    <p:pic>
                      <p:nvPicPr>
                        <p:cNvPr id="0" name="图片 3170"/>
                        <p:cNvPicPr/>
                        <p:nvPr/>
                      </p:nvPicPr>
                      <p:blipFill>
                        <a:blip r:embed="rId17"/>
                        <a:stretch>
                          <a:fillRect/>
                        </a:stretch>
                      </p:blipFill>
                      <p:spPr>
                        <a:xfrm>
                          <a:off x="9745" y="4393"/>
                          <a:ext cx="297" cy="350"/>
                        </a:xfrm>
                        <a:prstGeom prst="rect">
                          <a:avLst/>
                        </a:prstGeom>
                        <a:noFill/>
                        <a:ln w="38100">
                          <a:noFill/>
                          <a:miter/>
                        </a:ln>
                      </p:spPr>
                    </p:pic>
                  </p:oleObj>
                </mc:Fallback>
              </mc:AlternateContent>
            </a:graphicData>
          </a:graphic>
        </p:graphicFrame>
        <p:sp>
          <p:nvSpPr>
            <p:cNvPr id="36889" name="Arc 51"/>
            <p:cNvSpPr/>
            <p:nvPr/>
          </p:nvSpPr>
          <p:spPr>
            <a:xfrm>
              <a:off x="9730" y="4781"/>
              <a:ext cx="174" cy="120"/>
            </a:xfrm>
            <a:custGeom>
              <a:avLst/>
              <a:gdLst/>
              <a:ahLst/>
              <a:cxnLst>
                <a:cxn ang="0">
                  <a:pos x="0" y="0"/>
                </a:cxn>
                <a:cxn ang="0">
                  <a:pos x="174" y="120"/>
                </a:cxn>
                <a:cxn ang="0">
                  <a:pos x="0" y="0"/>
                </a:cxn>
                <a:cxn ang="0">
                  <a:pos x="174" y="120"/>
                </a:cxn>
                <a:cxn ang="0">
                  <a:pos x="0" y="12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solidFill>
              <a:prstDash val="solid"/>
              <a:round/>
              <a:headEnd type="none" w="med" len="med"/>
              <a:tailEnd type="none" w="sm" len="lg"/>
            </a:ln>
          </p:spPr>
          <p:txBody>
            <a:bodyPr/>
            <a:p>
              <a:endParaRPr lang="zh-CN" altLang="en-US"/>
            </a:p>
          </p:txBody>
        </p:sp>
        <p:graphicFrame>
          <p:nvGraphicFramePr>
            <p:cNvPr id="36890" name="Object 14"/>
            <p:cNvGraphicFramePr/>
            <p:nvPr/>
          </p:nvGraphicFramePr>
          <p:xfrm>
            <a:off x="11049" y="5755"/>
            <a:ext cx="680" cy="500"/>
          </p:xfrm>
          <a:graphic>
            <a:graphicData uri="http://schemas.openxmlformats.org/presentationml/2006/ole">
              <mc:AlternateContent xmlns:mc="http://schemas.openxmlformats.org/markup-compatibility/2006">
                <mc:Choice xmlns:v="urn:schemas-microsoft-com:vml" Requires="v">
                  <p:oleObj spid="_x0000_s3177" name="" r:id="rId18" imgW="240665" imgH="177800" progId="Equation.3">
                    <p:embed/>
                  </p:oleObj>
                </mc:Choice>
                <mc:Fallback>
                  <p:oleObj name="" r:id="rId18" imgW="240665" imgH="177800" progId="Equation.3">
                    <p:embed/>
                    <p:pic>
                      <p:nvPicPr>
                        <p:cNvPr id="0" name="图片 3176"/>
                        <p:cNvPicPr/>
                        <p:nvPr/>
                      </p:nvPicPr>
                      <p:blipFill>
                        <a:blip r:embed="rId19"/>
                        <a:stretch>
                          <a:fillRect/>
                        </a:stretch>
                      </p:blipFill>
                      <p:spPr>
                        <a:xfrm>
                          <a:off x="11049" y="5755"/>
                          <a:ext cx="680" cy="500"/>
                        </a:xfrm>
                        <a:prstGeom prst="rect">
                          <a:avLst/>
                        </a:prstGeom>
                        <a:noFill/>
                        <a:ln w="38100">
                          <a:noFill/>
                          <a:miter/>
                        </a:ln>
                      </p:spPr>
                    </p:pic>
                  </p:oleObj>
                </mc:Fallback>
              </mc:AlternateContent>
            </a:graphicData>
          </a:graphic>
        </p:graphicFrame>
        <p:sp>
          <p:nvSpPr>
            <p:cNvPr id="36891" name="Oval 39"/>
            <p:cNvSpPr/>
            <p:nvPr/>
          </p:nvSpPr>
          <p:spPr>
            <a:xfrm rot="1052327">
              <a:off x="9282" y="5473"/>
              <a:ext cx="824" cy="263"/>
            </a:xfrm>
            <a:prstGeom prst="ellipse">
              <a:avLst/>
            </a:prstGeom>
            <a:solidFill>
              <a:srgbClr val="FF66CC"/>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6892" name="Line 73"/>
            <p:cNvSpPr/>
            <p:nvPr/>
          </p:nvSpPr>
          <p:spPr>
            <a:xfrm rot="2640000" flipH="1">
              <a:off x="9517" y="6557"/>
              <a:ext cx="722" cy="455"/>
            </a:xfrm>
            <a:prstGeom prst="line">
              <a:avLst/>
            </a:prstGeom>
            <a:ln w="9525" cap="flat" cmpd="sng">
              <a:solidFill>
                <a:srgbClr val="FF3300"/>
              </a:solidFill>
              <a:prstDash val="solid"/>
              <a:round/>
              <a:headEnd type="none" w="med" len="med"/>
              <a:tailEnd type="triangle" w="med" len="med"/>
            </a:ln>
          </p:spPr>
        </p:sp>
        <p:sp>
          <p:nvSpPr>
            <p:cNvPr id="36893" name="Line 18"/>
            <p:cNvSpPr/>
            <p:nvPr/>
          </p:nvSpPr>
          <p:spPr>
            <a:xfrm flipV="1">
              <a:off x="9849" y="4393"/>
              <a:ext cx="266" cy="693"/>
            </a:xfrm>
            <a:prstGeom prst="line">
              <a:avLst/>
            </a:prstGeom>
            <a:ln w="38100" cap="flat" cmpd="sng">
              <a:solidFill>
                <a:srgbClr val="CC3300"/>
              </a:solidFill>
              <a:prstDash val="solid"/>
              <a:round/>
              <a:headEnd type="none" w="med" len="med"/>
              <a:tailEnd type="triangle" w="med" len="med"/>
            </a:ln>
          </p:spPr>
        </p:sp>
        <p:graphicFrame>
          <p:nvGraphicFramePr>
            <p:cNvPr id="36894" name="Object 19"/>
            <p:cNvGraphicFramePr/>
            <p:nvPr/>
          </p:nvGraphicFramePr>
          <p:xfrm>
            <a:off x="10151" y="4134"/>
            <a:ext cx="442" cy="597"/>
          </p:xfrm>
          <a:graphic>
            <a:graphicData uri="http://schemas.openxmlformats.org/presentationml/2006/ole">
              <mc:AlternateContent xmlns:mc="http://schemas.openxmlformats.org/markup-compatibility/2006">
                <mc:Choice xmlns:v="urn:schemas-microsoft-com:vml" Requires="v">
                  <p:oleObj spid="_x0000_s3167" name="" r:id="rId20" imgW="152400" imgH="228600" progId="Equation.DSMT4">
                    <p:embed/>
                  </p:oleObj>
                </mc:Choice>
                <mc:Fallback>
                  <p:oleObj name="" r:id="rId20" imgW="152400" imgH="228600" progId="Equation.DSMT4">
                    <p:embed/>
                    <p:pic>
                      <p:nvPicPr>
                        <p:cNvPr id="0" name="图片 3166"/>
                        <p:cNvPicPr/>
                        <p:nvPr/>
                      </p:nvPicPr>
                      <p:blipFill>
                        <a:blip r:embed="rId21"/>
                        <a:stretch>
                          <a:fillRect/>
                        </a:stretch>
                      </p:blipFill>
                      <p:spPr>
                        <a:xfrm>
                          <a:off x="10151" y="4134"/>
                          <a:ext cx="442" cy="597"/>
                        </a:xfrm>
                        <a:prstGeom prst="rect">
                          <a:avLst/>
                        </a:prstGeom>
                        <a:noFill/>
                        <a:ln w="38100">
                          <a:noFill/>
                          <a:miter/>
                        </a:ln>
                      </p:spPr>
                    </p:pic>
                  </p:oleObj>
                </mc:Fallback>
              </mc:AlternateContent>
            </a:graphicData>
          </a:graphic>
        </p:graphicFrame>
        <p:sp>
          <p:nvSpPr>
            <p:cNvPr id="36895" name="椭圆 176135"/>
            <p:cNvSpPr/>
            <p:nvPr/>
          </p:nvSpPr>
          <p:spPr>
            <a:xfrm rot="-4147028">
              <a:off x="9347" y="6215"/>
              <a:ext cx="170" cy="355"/>
            </a:xfrm>
            <a:prstGeom prst="ellipse">
              <a:avLst/>
            </a:prstGeom>
            <a:noFill/>
            <a:ln w="28575" cap="flat" cmpd="sng">
              <a:solidFill>
                <a:srgbClr val="FF0000"/>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6896" name="Object 75"/>
            <p:cNvGraphicFramePr/>
            <p:nvPr/>
          </p:nvGraphicFramePr>
          <p:xfrm>
            <a:off x="10149" y="6596"/>
            <a:ext cx="935" cy="687"/>
          </p:xfrm>
          <a:graphic>
            <a:graphicData uri="http://schemas.openxmlformats.org/presentationml/2006/ole">
              <mc:AlternateContent xmlns:mc="http://schemas.openxmlformats.org/markup-compatibility/2006">
                <mc:Choice xmlns:v="urn:schemas-microsoft-com:vml" Requires="v">
                  <p:oleObj spid="_x0000_s3172" name="" r:id="rId22" imgW="240665" imgH="177800" progId="Equation.3">
                    <p:embed/>
                  </p:oleObj>
                </mc:Choice>
                <mc:Fallback>
                  <p:oleObj name="" r:id="rId22" imgW="240665" imgH="177800" progId="Equation.3">
                    <p:embed/>
                    <p:pic>
                      <p:nvPicPr>
                        <p:cNvPr id="0" name="图片 3171"/>
                        <p:cNvPicPr/>
                        <p:nvPr/>
                      </p:nvPicPr>
                      <p:blipFill>
                        <a:blip r:embed="rId23"/>
                        <a:stretch>
                          <a:fillRect/>
                        </a:stretch>
                      </p:blipFill>
                      <p:spPr>
                        <a:xfrm>
                          <a:off x="10149" y="6596"/>
                          <a:ext cx="935" cy="687"/>
                        </a:xfrm>
                        <a:prstGeom prst="rect">
                          <a:avLst/>
                        </a:prstGeom>
                        <a:noFill/>
                        <a:ln w="38100">
                          <a:noFill/>
                          <a:miter/>
                        </a:ln>
                      </p:spPr>
                    </p:pic>
                  </p:oleObj>
                </mc:Fallback>
              </mc:AlternateContent>
            </a:graphicData>
          </a:graphic>
        </p:graphicFrame>
        <p:sp>
          <p:nvSpPr>
            <p:cNvPr id="36897" name="Line 73"/>
            <p:cNvSpPr/>
            <p:nvPr/>
          </p:nvSpPr>
          <p:spPr>
            <a:xfrm rot="2640000" flipH="1">
              <a:off x="10084" y="5659"/>
              <a:ext cx="886" cy="480"/>
            </a:xfrm>
            <a:prstGeom prst="line">
              <a:avLst/>
            </a:prstGeom>
            <a:ln w="9525" cap="flat" cmpd="sng">
              <a:solidFill>
                <a:srgbClr val="FF3300"/>
              </a:solidFill>
              <a:prstDash val="solid"/>
              <a:round/>
              <a:headEnd type="none" w="med" len="med"/>
              <a:tailEnd type="triangle" w="med" len="med"/>
            </a:ln>
          </p:spPr>
        </p:sp>
      </p:grpSp>
      <p:graphicFrame>
        <p:nvGraphicFramePr>
          <p:cNvPr id="29774" name="Object 78"/>
          <p:cNvGraphicFramePr/>
          <p:nvPr/>
        </p:nvGraphicFramePr>
        <p:xfrm>
          <a:off x="1525588" y="4400550"/>
          <a:ext cx="1862137" cy="758825"/>
        </p:xfrm>
        <a:graphic>
          <a:graphicData uri="http://schemas.openxmlformats.org/presentationml/2006/ole">
            <mc:AlternateContent xmlns:mc="http://schemas.openxmlformats.org/markup-compatibility/2006">
              <mc:Choice xmlns:v="urn:schemas-microsoft-com:vml" Requires="v">
                <p:oleObj spid="_x0000_s3175" name="" r:id="rId24" imgW="660400" imgH="292100" progId="Equation.3">
                  <p:embed/>
                </p:oleObj>
              </mc:Choice>
              <mc:Fallback>
                <p:oleObj name="" r:id="rId24" imgW="660400" imgH="292100" progId="Equation.3">
                  <p:embed/>
                  <p:pic>
                    <p:nvPicPr>
                      <p:cNvPr id="0" name="图片 3174"/>
                      <p:cNvPicPr/>
                      <p:nvPr/>
                    </p:nvPicPr>
                    <p:blipFill>
                      <a:blip r:embed="rId25"/>
                      <a:stretch>
                        <a:fillRect/>
                      </a:stretch>
                    </p:blipFill>
                    <p:spPr>
                      <a:xfrm>
                        <a:off x="1525588" y="4400550"/>
                        <a:ext cx="1862137" cy="758825"/>
                      </a:xfrm>
                      <a:prstGeom prst="rect">
                        <a:avLst/>
                      </a:prstGeom>
                      <a:solidFill>
                        <a:srgbClr val="CCFFFF"/>
                      </a:solidFill>
                      <a:ln w="38100">
                        <a:noFill/>
                        <a:miter/>
                      </a:ln>
                    </p:spPr>
                  </p:pic>
                </p:oleObj>
              </mc:Fallback>
            </mc:AlternateContent>
          </a:graphicData>
        </a:graphic>
      </p:graphicFrame>
      <p:grpSp>
        <p:nvGrpSpPr>
          <p:cNvPr id="6" name="Group 80"/>
          <p:cNvGrpSpPr/>
          <p:nvPr/>
        </p:nvGrpSpPr>
        <p:grpSpPr>
          <a:xfrm>
            <a:off x="6710363" y="2757488"/>
            <a:ext cx="2339975" cy="4176712"/>
            <a:chOff x="3923" y="1570"/>
            <a:chExt cx="1474" cy="2631"/>
          </a:xfrm>
        </p:grpSpPr>
        <p:grpSp>
          <p:nvGrpSpPr>
            <p:cNvPr id="36900" name="Group 76"/>
            <p:cNvGrpSpPr/>
            <p:nvPr/>
          </p:nvGrpSpPr>
          <p:grpSpPr>
            <a:xfrm>
              <a:off x="3923" y="1570"/>
              <a:ext cx="1415" cy="2631"/>
              <a:chOff x="3923" y="1570"/>
              <a:chExt cx="1415" cy="2631"/>
            </a:xfrm>
          </p:grpSpPr>
          <p:graphicFrame>
            <p:nvGraphicFramePr>
              <p:cNvPr id="36901" name="Object 14"/>
              <p:cNvGraphicFramePr/>
              <p:nvPr/>
            </p:nvGraphicFramePr>
            <p:xfrm>
              <a:off x="4629" y="2760"/>
              <a:ext cx="272" cy="200"/>
            </p:xfrm>
            <a:graphic>
              <a:graphicData uri="http://schemas.openxmlformats.org/presentationml/2006/ole">
                <mc:AlternateContent xmlns:mc="http://schemas.openxmlformats.org/markup-compatibility/2006">
                  <mc:Choice xmlns:v="urn:schemas-microsoft-com:vml" Requires="v">
                    <p:oleObj spid="_x0000_s3173" name="" r:id="rId26" imgW="240665" imgH="177800" progId="Equation.3">
                      <p:embed/>
                    </p:oleObj>
                  </mc:Choice>
                  <mc:Fallback>
                    <p:oleObj name="" r:id="rId26" imgW="240665" imgH="177800" progId="Equation.3">
                      <p:embed/>
                      <p:pic>
                        <p:nvPicPr>
                          <p:cNvPr id="0" name="图片 3172"/>
                          <p:cNvPicPr/>
                          <p:nvPr/>
                        </p:nvPicPr>
                        <p:blipFill>
                          <a:blip r:embed="rId19"/>
                          <a:stretch>
                            <a:fillRect/>
                          </a:stretch>
                        </p:blipFill>
                        <p:spPr>
                          <a:xfrm>
                            <a:off x="4629" y="2760"/>
                            <a:ext cx="272" cy="200"/>
                          </a:xfrm>
                          <a:prstGeom prst="rect">
                            <a:avLst/>
                          </a:prstGeom>
                          <a:noFill/>
                          <a:ln w="38100">
                            <a:noFill/>
                            <a:miter/>
                          </a:ln>
                        </p:spPr>
                      </p:pic>
                    </p:oleObj>
                  </mc:Fallback>
                </mc:AlternateContent>
              </a:graphicData>
            </a:graphic>
          </p:graphicFrame>
          <p:graphicFrame>
            <p:nvGraphicFramePr>
              <p:cNvPr id="36902" name="Object 15"/>
              <p:cNvGraphicFramePr/>
              <p:nvPr/>
            </p:nvGraphicFramePr>
            <p:xfrm>
              <a:off x="5057" y="1570"/>
              <a:ext cx="265" cy="336"/>
            </p:xfrm>
            <a:graphic>
              <a:graphicData uri="http://schemas.openxmlformats.org/presentationml/2006/ole">
                <mc:AlternateContent xmlns:mc="http://schemas.openxmlformats.org/markup-compatibility/2006">
                  <mc:Choice xmlns:v="urn:schemas-microsoft-com:vml" Requires="v">
                    <p:oleObj spid="_x0000_s3168" name="" r:id="rId27" imgW="152400" imgH="190500" progId="Equation.3">
                      <p:embed/>
                    </p:oleObj>
                  </mc:Choice>
                  <mc:Fallback>
                    <p:oleObj name="" r:id="rId27" imgW="152400" imgH="190500" progId="Equation.3">
                      <p:embed/>
                      <p:pic>
                        <p:nvPicPr>
                          <p:cNvPr id="0" name="图片 3167"/>
                          <p:cNvPicPr/>
                          <p:nvPr/>
                        </p:nvPicPr>
                        <p:blipFill>
                          <a:blip r:embed="rId11"/>
                          <a:stretch>
                            <a:fillRect/>
                          </a:stretch>
                        </p:blipFill>
                        <p:spPr>
                          <a:xfrm>
                            <a:off x="5057" y="1570"/>
                            <a:ext cx="265" cy="336"/>
                          </a:xfrm>
                          <a:prstGeom prst="rect">
                            <a:avLst/>
                          </a:prstGeom>
                          <a:noFill/>
                          <a:ln w="38100">
                            <a:noFill/>
                            <a:miter/>
                          </a:ln>
                        </p:spPr>
                      </p:pic>
                    </p:oleObj>
                  </mc:Fallback>
                </mc:AlternateContent>
              </a:graphicData>
            </a:graphic>
          </p:graphicFrame>
          <p:sp>
            <p:nvSpPr>
              <p:cNvPr id="36903" name="Line 18"/>
              <p:cNvSpPr/>
              <p:nvPr/>
            </p:nvSpPr>
            <p:spPr>
              <a:xfrm flipV="1">
                <a:off x="4159" y="3339"/>
                <a:ext cx="263" cy="545"/>
              </a:xfrm>
              <a:prstGeom prst="line">
                <a:avLst/>
              </a:prstGeom>
              <a:ln w="41275" cap="flat" cmpd="sng">
                <a:solidFill>
                  <a:srgbClr val="CC3300"/>
                </a:solidFill>
                <a:prstDash val="solid"/>
                <a:round/>
                <a:headEnd type="none" w="med" len="med"/>
                <a:tailEnd type="arrow" w="med" len="med"/>
              </a:ln>
            </p:spPr>
          </p:sp>
          <p:graphicFrame>
            <p:nvGraphicFramePr>
              <p:cNvPr id="36904" name="Object 19"/>
              <p:cNvGraphicFramePr/>
              <p:nvPr/>
            </p:nvGraphicFramePr>
            <p:xfrm>
              <a:off x="4195" y="3022"/>
              <a:ext cx="256" cy="384"/>
            </p:xfrm>
            <a:graphic>
              <a:graphicData uri="http://schemas.openxmlformats.org/presentationml/2006/ole">
                <mc:AlternateContent xmlns:mc="http://schemas.openxmlformats.org/markup-compatibility/2006">
                  <mc:Choice xmlns:v="urn:schemas-microsoft-com:vml" Requires="v">
                    <p:oleObj spid="_x0000_s3174" name="" r:id="rId28" imgW="152400" imgH="228600" progId="Equation.DSMT4">
                      <p:embed/>
                    </p:oleObj>
                  </mc:Choice>
                  <mc:Fallback>
                    <p:oleObj name="" r:id="rId28" imgW="152400" imgH="228600" progId="Equation.DSMT4">
                      <p:embed/>
                      <p:pic>
                        <p:nvPicPr>
                          <p:cNvPr id="0" name="图片 3173"/>
                          <p:cNvPicPr/>
                          <p:nvPr/>
                        </p:nvPicPr>
                        <p:blipFill>
                          <a:blip r:embed="rId21"/>
                          <a:stretch>
                            <a:fillRect/>
                          </a:stretch>
                        </p:blipFill>
                        <p:spPr>
                          <a:xfrm>
                            <a:off x="4195" y="3022"/>
                            <a:ext cx="256" cy="384"/>
                          </a:xfrm>
                          <a:prstGeom prst="rect">
                            <a:avLst/>
                          </a:prstGeom>
                          <a:noFill/>
                          <a:ln w="38100">
                            <a:noFill/>
                            <a:miter/>
                          </a:ln>
                        </p:spPr>
                      </p:pic>
                    </p:oleObj>
                  </mc:Fallback>
                </mc:AlternateContent>
              </a:graphicData>
            </a:graphic>
          </p:graphicFrame>
          <p:graphicFrame>
            <p:nvGraphicFramePr>
              <p:cNvPr id="36905" name="Object 22"/>
              <p:cNvGraphicFramePr/>
              <p:nvPr/>
            </p:nvGraphicFramePr>
            <p:xfrm>
              <a:off x="4783" y="2024"/>
              <a:ext cx="162" cy="227"/>
            </p:xfrm>
            <a:graphic>
              <a:graphicData uri="http://schemas.openxmlformats.org/presentationml/2006/ole">
                <mc:AlternateContent xmlns:mc="http://schemas.openxmlformats.org/markup-compatibility/2006">
                  <mc:Choice xmlns:v="urn:schemas-microsoft-com:vml" Requires="v">
                    <p:oleObj spid="_x0000_s3176" name="" r:id="rId29" imgW="3048000" imgH="4267200" progId="Equation.3">
                      <p:embed/>
                    </p:oleObj>
                  </mc:Choice>
                  <mc:Fallback>
                    <p:oleObj name="" r:id="rId29" imgW="3048000" imgH="4267200" progId="Equation.3">
                      <p:embed/>
                      <p:pic>
                        <p:nvPicPr>
                          <p:cNvPr id="0" name="图片 3175"/>
                          <p:cNvPicPr/>
                          <p:nvPr/>
                        </p:nvPicPr>
                        <p:blipFill>
                          <a:blip r:embed="rId17"/>
                          <a:stretch>
                            <a:fillRect/>
                          </a:stretch>
                        </p:blipFill>
                        <p:spPr>
                          <a:xfrm>
                            <a:off x="4783" y="2024"/>
                            <a:ext cx="162" cy="227"/>
                          </a:xfrm>
                          <a:prstGeom prst="rect">
                            <a:avLst/>
                          </a:prstGeom>
                          <a:noFill/>
                          <a:ln w="38100">
                            <a:noFill/>
                            <a:miter/>
                          </a:ln>
                        </p:spPr>
                      </p:pic>
                    </p:oleObj>
                  </mc:Fallback>
                </mc:AlternateContent>
              </a:graphicData>
            </a:graphic>
          </p:graphicFrame>
          <p:graphicFrame>
            <p:nvGraphicFramePr>
              <p:cNvPr id="36906" name="Object 24"/>
              <p:cNvGraphicFramePr/>
              <p:nvPr/>
            </p:nvGraphicFramePr>
            <p:xfrm>
              <a:off x="4468" y="1706"/>
              <a:ext cx="303" cy="454"/>
            </p:xfrm>
            <a:graphic>
              <a:graphicData uri="http://schemas.openxmlformats.org/presentationml/2006/ole">
                <mc:AlternateContent xmlns:mc="http://schemas.openxmlformats.org/markup-compatibility/2006">
                  <mc:Choice xmlns:v="urn:schemas-microsoft-com:vml" Requires="v">
                    <p:oleObj spid="_x0000_s3170" name="" r:id="rId30" imgW="152400" imgH="228600" progId="Equation.DSMT4">
                      <p:embed/>
                    </p:oleObj>
                  </mc:Choice>
                  <mc:Fallback>
                    <p:oleObj name="" r:id="rId30" imgW="152400" imgH="228600" progId="Equation.DSMT4">
                      <p:embed/>
                      <p:pic>
                        <p:nvPicPr>
                          <p:cNvPr id="0" name="图片 3169"/>
                          <p:cNvPicPr/>
                          <p:nvPr/>
                        </p:nvPicPr>
                        <p:blipFill>
                          <a:blip r:embed="rId13"/>
                          <a:stretch>
                            <a:fillRect/>
                          </a:stretch>
                        </p:blipFill>
                        <p:spPr>
                          <a:xfrm>
                            <a:off x="4468" y="1706"/>
                            <a:ext cx="303" cy="454"/>
                          </a:xfrm>
                          <a:prstGeom prst="rect">
                            <a:avLst/>
                          </a:prstGeom>
                          <a:noFill/>
                          <a:ln w="38100">
                            <a:noFill/>
                            <a:miter/>
                          </a:ln>
                        </p:spPr>
                      </p:pic>
                    </p:oleObj>
                  </mc:Fallback>
                </mc:AlternateContent>
              </a:graphicData>
            </a:graphic>
          </p:graphicFrame>
          <p:sp>
            <p:nvSpPr>
              <p:cNvPr id="36907" name="Oval 39"/>
              <p:cNvSpPr/>
              <p:nvPr/>
            </p:nvSpPr>
            <p:spPr>
              <a:xfrm rot="1232328">
                <a:off x="4239" y="2904"/>
                <a:ext cx="616" cy="272"/>
              </a:xfrm>
              <a:prstGeom prst="ellipse">
                <a:avLst/>
              </a:prstGeom>
              <a:solidFill>
                <a:srgbClr val="FF66CC"/>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6908" name="Oval 9"/>
              <p:cNvSpPr/>
              <p:nvPr/>
            </p:nvSpPr>
            <p:spPr>
              <a:xfrm>
                <a:off x="4282" y="2387"/>
                <a:ext cx="1052" cy="279"/>
              </a:xfrm>
              <a:prstGeom prst="ellipse">
                <a:avLst/>
              </a:prstGeom>
              <a:solidFill>
                <a:srgbClr val="99CCFF"/>
              </a:solidFill>
              <a:ln w="41275" cap="flat" cmpd="sng">
                <a:solidFill>
                  <a:srgbClr val="3366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6909" name="Line 12"/>
              <p:cNvSpPr/>
              <p:nvPr/>
            </p:nvSpPr>
            <p:spPr>
              <a:xfrm flipH="1">
                <a:off x="4150" y="2567"/>
                <a:ext cx="1188" cy="1362"/>
              </a:xfrm>
              <a:prstGeom prst="line">
                <a:avLst/>
              </a:prstGeom>
              <a:ln w="41275" cap="flat" cmpd="sng">
                <a:solidFill>
                  <a:schemeClr val="tx1"/>
                </a:solidFill>
                <a:prstDash val="solid"/>
                <a:round/>
                <a:headEnd type="none" w="med" len="med"/>
                <a:tailEnd type="none" w="med" len="med"/>
              </a:ln>
            </p:spPr>
          </p:sp>
          <p:sp>
            <p:nvSpPr>
              <p:cNvPr id="36910" name="Line 13"/>
              <p:cNvSpPr/>
              <p:nvPr/>
            </p:nvSpPr>
            <p:spPr>
              <a:xfrm flipH="1">
                <a:off x="4150" y="2527"/>
                <a:ext cx="132" cy="1396"/>
              </a:xfrm>
              <a:prstGeom prst="line">
                <a:avLst/>
              </a:prstGeom>
              <a:ln w="41275" cap="flat" cmpd="sng">
                <a:solidFill>
                  <a:schemeClr val="tx1"/>
                </a:solidFill>
                <a:prstDash val="solid"/>
                <a:round/>
                <a:headEnd type="none" w="med" len="med"/>
                <a:tailEnd type="none" w="med" len="med"/>
              </a:ln>
            </p:spPr>
          </p:sp>
          <p:sp>
            <p:nvSpPr>
              <p:cNvPr id="36911" name="Oval 21"/>
              <p:cNvSpPr/>
              <p:nvPr/>
            </p:nvSpPr>
            <p:spPr>
              <a:xfrm>
                <a:off x="4096" y="3819"/>
                <a:ext cx="136" cy="128"/>
              </a:xfrm>
              <a:prstGeom prst="ellipse">
                <a:avLst/>
              </a:prstGeom>
              <a:solidFill>
                <a:srgbClr val="FF0000"/>
              </a:solidFill>
              <a:ln w="952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36912" name="Object 40"/>
              <p:cNvGraphicFramePr/>
              <p:nvPr/>
            </p:nvGraphicFramePr>
            <p:xfrm>
              <a:off x="3923" y="3913"/>
              <a:ext cx="389" cy="288"/>
            </p:xfrm>
            <a:graphic>
              <a:graphicData uri="http://schemas.openxmlformats.org/presentationml/2006/ole">
                <mc:AlternateContent xmlns:mc="http://schemas.openxmlformats.org/markup-compatibility/2006">
                  <mc:Choice xmlns:v="urn:schemas-microsoft-com:vml" Requires="v">
                    <p:oleObj spid="_x0000_s3169" name="" r:id="rId31" imgW="240665" imgH="177800" progId="Equation.3">
                      <p:embed/>
                    </p:oleObj>
                  </mc:Choice>
                  <mc:Fallback>
                    <p:oleObj name="" r:id="rId31" imgW="240665" imgH="177800" progId="Equation.3">
                      <p:embed/>
                      <p:pic>
                        <p:nvPicPr>
                          <p:cNvPr id="0" name="图片 3168"/>
                          <p:cNvPicPr/>
                          <p:nvPr/>
                        </p:nvPicPr>
                        <p:blipFill>
                          <a:blip r:embed="rId32"/>
                          <a:stretch>
                            <a:fillRect/>
                          </a:stretch>
                        </p:blipFill>
                        <p:spPr>
                          <a:xfrm>
                            <a:off x="3923" y="3913"/>
                            <a:ext cx="389" cy="288"/>
                          </a:xfrm>
                          <a:prstGeom prst="rect">
                            <a:avLst/>
                          </a:prstGeom>
                          <a:noFill/>
                          <a:ln w="38100">
                            <a:noFill/>
                            <a:miter/>
                          </a:ln>
                        </p:spPr>
                      </p:pic>
                    </p:oleObj>
                  </mc:Fallback>
                </mc:AlternateContent>
              </a:graphicData>
            </a:graphic>
          </p:graphicFrame>
          <p:sp>
            <p:nvSpPr>
              <p:cNvPr id="36913" name="Line 51"/>
              <p:cNvSpPr/>
              <p:nvPr/>
            </p:nvSpPr>
            <p:spPr>
              <a:xfrm flipV="1">
                <a:off x="4785" y="1933"/>
                <a:ext cx="0" cy="545"/>
              </a:xfrm>
              <a:prstGeom prst="line">
                <a:avLst/>
              </a:prstGeom>
              <a:ln w="38100" cap="flat" cmpd="sng">
                <a:solidFill>
                  <a:srgbClr val="0000FF"/>
                </a:solidFill>
                <a:prstDash val="solid"/>
                <a:round/>
                <a:headEnd type="none" w="med" len="med"/>
                <a:tailEnd type="arrow" w="med" len="med"/>
              </a:ln>
            </p:spPr>
          </p:sp>
          <p:grpSp>
            <p:nvGrpSpPr>
              <p:cNvPr id="36914" name="Group 54"/>
              <p:cNvGrpSpPr/>
              <p:nvPr/>
            </p:nvGrpSpPr>
            <p:grpSpPr>
              <a:xfrm>
                <a:off x="4150" y="1661"/>
                <a:ext cx="953" cy="2223"/>
                <a:chOff x="4150" y="1661"/>
                <a:chExt cx="953" cy="2223"/>
              </a:xfrm>
            </p:grpSpPr>
            <p:sp>
              <p:nvSpPr>
                <p:cNvPr id="36915" name="Line 50"/>
                <p:cNvSpPr/>
                <p:nvPr/>
              </p:nvSpPr>
              <p:spPr>
                <a:xfrm flipH="1">
                  <a:off x="4150" y="3170"/>
                  <a:ext cx="336" cy="714"/>
                </a:xfrm>
                <a:prstGeom prst="line">
                  <a:avLst/>
                </a:prstGeom>
                <a:ln w="9525" cap="flat" cmpd="sng">
                  <a:solidFill>
                    <a:schemeClr val="tx1"/>
                  </a:solidFill>
                  <a:prstDash val="dash"/>
                  <a:round/>
                  <a:headEnd type="none" w="med" len="med"/>
                  <a:tailEnd type="none" w="med" len="med"/>
                </a:ln>
              </p:spPr>
            </p:sp>
            <p:sp>
              <p:nvSpPr>
                <p:cNvPr id="36916" name="Line 53"/>
                <p:cNvSpPr/>
                <p:nvPr/>
              </p:nvSpPr>
              <p:spPr>
                <a:xfrm flipV="1">
                  <a:off x="4785" y="1661"/>
                  <a:ext cx="318" cy="817"/>
                </a:xfrm>
                <a:prstGeom prst="line">
                  <a:avLst/>
                </a:prstGeom>
                <a:ln w="28575" cap="flat" cmpd="sng">
                  <a:solidFill>
                    <a:schemeClr val="tx1"/>
                  </a:solidFill>
                  <a:prstDash val="solid"/>
                  <a:round/>
                  <a:headEnd type="none" w="med" len="med"/>
                  <a:tailEnd type="arrow" w="med" len="med"/>
                </a:ln>
              </p:spPr>
            </p:sp>
          </p:grpSp>
          <p:sp>
            <p:nvSpPr>
              <p:cNvPr id="36917" name="Arc 55"/>
              <p:cNvSpPr/>
              <p:nvPr/>
            </p:nvSpPr>
            <p:spPr>
              <a:xfrm>
                <a:off x="4785" y="2205"/>
                <a:ext cx="91" cy="45"/>
              </a:xfrm>
              <a:custGeom>
                <a:avLst/>
                <a:gdLst/>
                <a:ahLst/>
                <a:cxnLst>
                  <a:cxn ang="0">
                    <a:pos x="0" y="0"/>
                  </a:cxn>
                  <a:cxn ang="0">
                    <a:pos x="91" y="45"/>
                  </a:cxn>
                  <a:cxn ang="0">
                    <a:pos x="0" y="0"/>
                  </a:cxn>
                  <a:cxn ang="0">
                    <a:pos x="91" y="45"/>
                  </a:cxn>
                  <a:cxn ang="0">
                    <a:pos x="0" y="45"/>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6918" name="Line 56"/>
              <p:cNvSpPr/>
              <p:nvPr/>
            </p:nvSpPr>
            <p:spPr>
              <a:xfrm flipH="1" flipV="1">
                <a:off x="4286" y="3657"/>
                <a:ext cx="272" cy="181"/>
              </a:xfrm>
              <a:prstGeom prst="line">
                <a:avLst/>
              </a:prstGeom>
              <a:ln w="9525" cap="flat" cmpd="sng">
                <a:solidFill>
                  <a:schemeClr val="tx1"/>
                </a:solidFill>
                <a:prstDash val="solid"/>
                <a:round/>
                <a:headEnd type="none" w="med" len="med"/>
                <a:tailEnd type="triangle" w="med" len="med"/>
              </a:ln>
            </p:spPr>
          </p:sp>
          <p:graphicFrame>
            <p:nvGraphicFramePr>
              <p:cNvPr id="36919" name="Object 75"/>
              <p:cNvGraphicFramePr/>
              <p:nvPr/>
            </p:nvGraphicFramePr>
            <p:xfrm>
              <a:off x="4558" y="3657"/>
              <a:ext cx="374" cy="275"/>
            </p:xfrm>
            <a:graphic>
              <a:graphicData uri="http://schemas.openxmlformats.org/presentationml/2006/ole">
                <mc:AlternateContent xmlns:mc="http://schemas.openxmlformats.org/markup-compatibility/2006">
                  <mc:Choice xmlns:v="urn:schemas-microsoft-com:vml" Requires="v">
                    <p:oleObj spid="_x0000_s3180" name="" r:id="rId33" imgW="240665" imgH="177800" progId="Equation.3">
                      <p:embed/>
                    </p:oleObj>
                  </mc:Choice>
                  <mc:Fallback>
                    <p:oleObj name="" r:id="rId33" imgW="240665" imgH="177800" progId="Equation.3">
                      <p:embed/>
                      <p:pic>
                        <p:nvPicPr>
                          <p:cNvPr id="0" name="图片 3179"/>
                          <p:cNvPicPr/>
                          <p:nvPr/>
                        </p:nvPicPr>
                        <p:blipFill>
                          <a:blip r:embed="rId23"/>
                          <a:stretch>
                            <a:fillRect/>
                          </a:stretch>
                        </p:blipFill>
                        <p:spPr>
                          <a:xfrm>
                            <a:off x="4558" y="3657"/>
                            <a:ext cx="374" cy="275"/>
                          </a:xfrm>
                          <a:prstGeom prst="rect">
                            <a:avLst/>
                          </a:prstGeom>
                          <a:noFill/>
                          <a:ln w="38100">
                            <a:noFill/>
                            <a:miter/>
                          </a:ln>
                        </p:spPr>
                      </p:pic>
                    </p:oleObj>
                  </mc:Fallback>
                </mc:AlternateContent>
              </a:graphicData>
            </a:graphic>
          </p:graphicFrame>
        </p:grpSp>
        <p:graphicFrame>
          <p:nvGraphicFramePr>
            <p:cNvPr id="36920" name="Object 79"/>
            <p:cNvGraphicFramePr/>
            <p:nvPr/>
          </p:nvGraphicFramePr>
          <p:xfrm>
            <a:off x="5057" y="2160"/>
            <a:ext cx="340" cy="280"/>
          </p:xfrm>
          <a:graphic>
            <a:graphicData uri="http://schemas.openxmlformats.org/presentationml/2006/ole">
              <mc:AlternateContent xmlns:mc="http://schemas.openxmlformats.org/markup-compatibility/2006">
                <mc:Choice xmlns:v="urn:schemas-microsoft-com:vml" Requires="v">
                  <p:oleObj spid="_x0000_s3178" name="" r:id="rId34" imgW="215265" imgH="177800" progId="Equation.3">
                    <p:embed/>
                  </p:oleObj>
                </mc:Choice>
                <mc:Fallback>
                  <p:oleObj name="" r:id="rId34" imgW="215265" imgH="177800" progId="Equation.3">
                    <p:embed/>
                    <p:pic>
                      <p:nvPicPr>
                        <p:cNvPr id="0" name="图片 3177"/>
                        <p:cNvPicPr/>
                        <p:nvPr/>
                      </p:nvPicPr>
                      <p:blipFill>
                        <a:blip r:embed="rId35"/>
                        <a:stretch>
                          <a:fillRect/>
                        </a:stretch>
                      </p:blipFill>
                      <p:spPr>
                        <a:xfrm>
                          <a:off x="5057" y="2160"/>
                          <a:ext cx="340" cy="280"/>
                        </a:xfrm>
                        <a:prstGeom prst="rect">
                          <a:avLst/>
                        </a:prstGeom>
                        <a:noFill/>
                        <a:ln w="38100">
                          <a:noFill/>
                          <a:miter/>
                        </a:ln>
                      </p:spPr>
                    </p:pic>
                  </p:oleObj>
                </mc:Fallback>
              </mc:AlternateContent>
            </a:graphicData>
          </a:graphic>
        </p:graphicFrame>
      </p:grpSp>
      <p:graphicFrame>
        <p:nvGraphicFramePr>
          <p:cNvPr id="120937" name="对象 120936"/>
          <p:cNvGraphicFramePr/>
          <p:nvPr/>
        </p:nvGraphicFramePr>
        <p:xfrm>
          <a:off x="487363" y="5159375"/>
          <a:ext cx="4926012" cy="1249363"/>
        </p:xfrm>
        <a:graphic>
          <a:graphicData uri="http://schemas.openxmlformats.org/presentationml/2006/ole">
            <mc:AlternateContent xmlns:mc="http://schemas.openxmlformats.org/markup-compatibility/2006">
              <mc:Choice xmlns:v="urn:schemas-microsoft-com:vml" Requires="v">
                <p:oleObj spid="_x0000_s3179" name="" r:id="rId36" imgW="1752600" imgH="431800" progId="Equation.3">
                  <p:embed/>
                </p:oleObj>
              </mc:Choice>
              <mc:Fallback>
                <p:oleObj name="" r:id="rId36" imgW="1752600" imgH="431800" progId="Equation.3">
                  <p:embed/>
                  <p:pic>
                    <p:nvPicPr>
                      <p:cNvPr id="0" name="图片 3178"/>
                      <p:cNvPicPr/>
                      <p:nvPr/>
                    </p:nvPicPr>
                    <p:blipFill>
                      <a:blip r:embed="rId37"/>
                      <a:stretch>
                        <a:fillRect/>
                      </a:stretch>
                    </p:blipFill>
                    <p:spPr>
                      <a:xfrm>
                        <a:off x="487363" y="5159375"/>
                        <a:ext cx="4926012" cy="1249363"/>
                      </a:xfrm>
                      <a:prstGeom prst="rect">
                        <a:avLst/>
                      </a:prstGeom>
                      <a:noFill/>
                      <a:ln w="38100">
                        <a:noFill/>
                        <a:miter/>
                      </a:ln>
                    </p:spPr>
                  </p:pic>
                </p:oleObj>
              </mc:Fallback>
            </mc:AlternateContent>
          </a:graphicData>
        </a:graphic>
      </p:graphicFrame>
      <p:sp>
        <p:nvSpPr>
          <p:cNvPr id="2" name="Line 50"/>
          <p:cNvSpPr/>
          <p:nvPr>
            <p:custDataLst>
              <p:tags r:id="rId38"/>
            </p:custDataLst>
          </p:nvPr>
        </p:nvSpPr>
        <p:spPr>
          <a:xfrm flipH="1">
            <a:off x="7717790" y="4509135"/>
            <a:ext cx="290830" cy="574675"/>
          </a:xfrm>
          <a:prstGeom prst="line">
            <a:avLst/>
          </a:prstGeom>
          <a:ln w="9525" cap="flat" cmpd="sng">
            <a:solidFill>
              <a:schemeClr val="tx1"/>
            </a:solidFill>
            <a:prstDash val="dash"/>
            <a:round/>
            <a:headEnd type="none" w="med" len="med"/>
            <a:tailEnd type="none" w="med" len="med"/>
          </a:ln>
        </p:spPr>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732"/>
                                        </p:tgtEl>
                                        <p:attrNameLst>
                                          <p:attrName>style.visibility</p:attrName>
                                        </p:attrNameLst>
                                      </p:cBhvr>
                                      <p:to>
                                        <p:strVal val="visible"/>
                                      </p:to>
                                    </p:set>
                                    <p:animEffect transition="in" filter="blinds(horizontal)">
                                      <p:cBhvr>
                                        <p:cTn id="7" dur="500"/>
                                        <p:tgtEl>
                                          <p:spTgt spid="297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773"/>
                                        </p:tgtEl>
                                        <p:attrNameLst>
                                          <p:attrName>style.visibility</p:attrName>
                                        </p:attrNameLst>
                                      </p:cBhvr>
                                      <p:to>
                                        <p:strVal val="visible"/>
                                      </p:to>
                                    </p:set>
                                    <p:animEffect transition="in" filter="blinds(horizontal)">
                                      <p:cBhvr>
                                        <p:cTn id="12" dur="500"/>
                                        <p:tgtEl>
                                          <p:spTgt spid="2977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ox(ou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9774"/>
                                        </p:tgtEl>
                                        <p:attrNameLst>
                                          <p:attrName>style.visibility</p:attrName>
                                        </p:attrNameLst>
                                      </p:cBhvr>
                                      <p:to>
                                        <p:strVal val="visible"/>
                                      </p:to>
                                    </p:set>
                                    <p:animEffect transition="in" filter="checkerboard(across)">
                                      <p:cBhvr>
                                        <p:cTn id="27" dur="500"/>
                                        <p:tgtEl>
                                          <p:spTgt spid="2977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20937"/>
                                        </p:tgtEl>
                                        <p:attrNameLst>
                                          <p:attrName>style.visibility</p:attrName>
                                        </p:attrNameLst>
                                      </p:cBhvr>
                                      <p:to>
                                        <p:strVal val="visible"/>
                                      </p:to>
                                    </p:set>
                                    <p:animEffect transition="in" filter="blinds(vertical)">
                                      <p:cBhvr>
                                        <p:cTn id="37" dur="500"/>
                                        <p:tgtEl>
                                          <p:spTgt spid="120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89" name="Picture 2"/>
          <p:cNvPicPr>
            <a:picLocks noChangeAspect="1"/>
          </p:cNvPicPr>
          <p:nvPr/>
        </p:nvPicPr>
        <p:blipFill>
          <a:blip r:embed="rId1"/>
          <a:stretch>
            <a:fillRect/>
          </a:stretch>
        </p:blipFill>
        <p:spPr>
          <a:xfrm>
            <a:off x="0" y="333375"/>
            <a:ext cx="9144000" cy="6858000"/>
          </a:xfrm>
          <a:prstGeom prst="rect">
            <a:avLst/>
          </a:prstGeom>
          <a:noFill/>
          <a:ln w="9525">
            <a:noFill/>
          </a:ln>
        </p:spPr>
      </p:pic>
      <p:sp>
        <p:nvSpPr>
          <p:cNvPr id="37890" name="Text Box 3"/>
          <p:cNvSpPr txBox="1"/>
          <p:nvPr/>
        </p:nvSpPr>
        <p:spPr>
          <a:xfrm>
            <a:off x="250825" y="333375"/>
            <a:ext cx="2989263" cy="587375"/>
          </a:xfrm>
          <a:prstGeom prst="rect">
            <a:avLst/>
          </a:prstGeom>
          <a:noFill/>
          <a:ln w="9525">
            <a:noFill/>
          </a:ln>
        </p:spPr>
        <p:txBody>
          <a:bodyPr anchor="t" anchorCtr="0">
            <a:spAutoFit/>
          </a:bodyPr>
          <a:p>
            <a:pPr>
              <a:lnSpc>
                <a:spcPct val="110000"/>
              </a:lnSpc>
              <a:spcBef>
                <a:spcPct val="50000"/>
              </a:spcBef>
            </a:pPr>
            <a:r>
              <a:rPr lang="zh-CN" altLang="en-US" sz="3200" dirty="0">
                <a:solidFill>
                  <a:srgbClr val="00FFFF"/>
                </a:solidFill>
                <a:latin typeface="Arial" panose="020B0604020202020204" pitchFamily="34" charset="0"/>
                <a:ea typeface="宋体" panose="02010600030101010101" pitchFamily="2" charset="-122"/>
              </a:rPr>
              <a:t>立体角示意图</a:t>
            </a:r>
            <a:endParaRPr lang="zh-CN" altLang="en-US" sz="3200" dirty="0">
              <a:solidFill>
                <a:srgbClr val="00FFFF"/>
              </a:solidFill>
              <a:latin typeface="Arial" panose="020B0604020202020204" pitchFamily="34" charset="0"/>
              <a:ea typeface="宋体" panose="02010600030101010101" pitchFamily="2" charset="-122"/>
            </a:endParaRPr>
          </a:p>
        </p:txBody>
      </p:sp>
      <p:sp>
        <p:nvSpPr>
          <p:cNvPr id="37891" name="Text Box 4"/>
          <p:cNvSpPr txBox="1"/>
          <p:nvPr/>
        </p:nvSpPr>
        <p:spPr>
          <a:xfrm>
            <a:off x="265113" y="5889625"/>
            <a:ext cx="8686800" cy="954088"/>
          </a:xfrm>
          <a:prstGeom prst="rect">
            <a:avLst/>
          </a:prstGeom>
          <a:noFill/>
          <a:ln w="12700">
            <a:noFill/>
          </a:ln>
        </p:spPr>
        <p:txBody>
          <a:bodyPr anchor="t" anchorCtr="0">
            <a:spAutoFit/>
          </a:bodyPr>
          <a:p>
            <a:r>
              <a:rPr lang="zh-CN" altLang="en-US" sz="2800" dirty="0">
                <a:solidFill>
                  <a:srgbClr val="FFFF66"/>
                </a:solidFill>
                <a:latin typeface="Arial" panose="020B0604020202020204" pitchFamily="34" charset="0"/>
                <a:ea typeface="宋体" panose="02010600030101010101" pitchFamily="2" charset="-122"/>
              </a:rPr>
              <a:t>立体角：物体在一个以观测点为球心的球面上的投影面积与半径平方的比值。</a:t>
            </a:r>
            <a:endParaRPr lang="zh-CN" altLang="en-US" sz="2800" dirty="0">
              <a:solidFill>
                <a:srgbClr val="FFFF66"/>
              </a:solidFill>
              <a:latin typeface="Arial" panose="020B0604020202020204" pitchFamily="34" charset="0"/>
              <a:ea typeface="宋体" panose="02010600030101010101" pitchFamily="2" charset="-122"/>
            </a:endParaRPr>
          </a:p>
        </p:txBody>
      </p:sp>
    </p:spTree>
  </p:cSld>
  <p:clrMapOvr>
    <a:masterClrMapping/>
  </p:clrMapOvr>
  <p:transition spd="med">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p:nvPr/>
        </p:nvSpPr>
        <p:spPr>
          <a:xfrm>
            <a:off x="4859338" y="1484313"/>
            <a:ext cx="3886200" cy="38862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5842" name="Text Box 3"/>
          <p:cNvSpPr txBox="1"/>
          <p:nvPr/>
        </p:nvSpPr>
        <p:spPr>
          <a:xfrm>
            <a:off x="468313" y="981075"/>
            <a:ext cx="5638800" cy="579438"/>
          </a:xfrm>
          <a:prstGeom prst="rect">
            <a:avLst/>
          </a:prstGeom>
          <a:noFill/>
          <a:ln w="9525">
            <a:noFill/>
          </a:ln>
        </p:spPr>
        <p:txBody>
          <a:bodyPr anchor="t" anchorCtr="0">
            <a:spAutoFit/>
          </a:bodyPr>
          <a:p>
            <a:pPr>
              <a:spcBef>
                <a:spcPct val="50000"/>
              </a:spcBef>
              <a:buBlip>
                <a:blip r:embed="rId1"/>
              </a:buBlip>
            </a:pPr>
            <a:r>
              <a:rPr lang="en-US" altLang="zh-CN" sz="3200" b="1" dirty="0">
                <a:latin typeface="Times New Roman" panose="02020603050405020304" pitchFamily="18" charset="0"/>
                <a:ea typeface="宋体" panose="02010600030101010101" pitchFamily="2" charset="-122"/>
              </a:rPr>
              <a:t>  </a:t>
            </a:r>
            <a:r>
              <a:rPr lang="zh-CN" altLang="en-US" sz="2800" b="1" dirty="0">
                <a:solidFill>
                  <a:srgbClr val="FF0000"/>
                </a:solidFill>
                <a:latin typeface="Times New Roman" panose="02020603050405020304" pitchFamily="18" charset="0"/>
                <a:ea typeface="宋体" panose="02010600030101010101" pitchFamily="2" charset="-122"/>
              </a:rPr>
              <a:t>点电荷在任意闭合曲面内</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5843" name="Freeform 4"/>
          <p:cNvSpPr/>
          <p:nvPr/>
        </p:nvSpPr>
        <p:spPr>
          <a:xfrm>
            <a:off x="5367338" y="2217738"/>
            <a:ext cx="2771775" cy="1933575"/>
          </a:xfrm>
          <a:custGeom>
            <a:avLst/>
            <a:gdLst/>
            <a:ahLst/>
            <a:cxnLst>
              <a:cxn ang="0">
                <a:pos x="374771" y="965307"/>
              </a:cxn>
              <a:cxn ang="0">
                <a:pos x="595044" y="438238"/>
              </a:cxn>
              <a:cxn ang="0">
                <a:pos x="764839" y="290184"/>
              </a:cxn>
              <a:cxn ang="0">
                <a:pos x="1546504" y="93274"/>
              </a:cxn>
              <a:cxn ang="0">
                <a:pos x="2175201" y="142131"/>
              </a:cxn>
              <a:cxn ang="0">
                <a:pos x="2380178" y="356808"/>
              </a:cxn>
              <a:cxn ang="0">
                <a:pos x="2482666" y="421952"/>
              </a:cxn>
              <a:cxn ang="0">
                <a:pos x="2533145" y="454523"/>
              </a:cxn>
              <a:cxn ang="0">
                <a:pos x="2669287" y="651434"/>
              </a:cxn>
              <a:cxn ang="0">
                <a:pos x="2652460" y="1227361"/>
              </a:cxn>
              <a:cxn ang="0">
                <a:pos x="2533145" y="1458324"/>
              </a:cxn>
              <a:cxn ang="0">
                <a:pos x="1921275" y="1787002"/>
              </a:cxn>
              <a:cxn ang="0">
                <a:pos x="1751480" y="1835860"/>
              </a:cxn>
              <a:cxn ang="0">
                <a:pos x="1206915" y="1738145"/>
              </a:cxn>
              <a:cxn ang="0">
                <a:pos x="1104427" y="1705573"/>
              </a:cxn>
              <a:cxn ang="0">
                <a:pos x="934633" y="1671521"/>
              </a:cxn>
              <a:cxn ang="0">
                <a:pos x="68835" y="1687807"/>
              </a:cxn>
              <a:cxn ang="0">
                <a:pos x="0" y="1539753"/>
              </a:cxn>
              <a:cxn ang="0">
                <a:pos x="16826" y="1342843"/>
              </a:cxn>
              <a:cxn ang="0">
                <a:pos x="102488" y="1194789"/>
              </a:cxn>
              <a:cxn ang="0">
                <a:pos x="322762" y="981593"/>
              </a:cxn>
              <a:cxn ang="0">
                <a:pos x="374771" y="965307"/>
              </a:cxn>
            </a:cxnLst>
            <a:pathLst>
              <a:path w="1812" h="1306">
                <a:moveTo>
                  <a:pt x="245" y="652"/>
                </a:moveTo>
                <a:cubicBezTo>
                  <a:pt x="255" y="512"/>
                  <a:pt x="263" y="380"/>
                  <a:pt x="389" y="296"/>
                </a:cubicBezTo>
                <a:cubicBezTo>
                  <a:pt x="410" y="233"/>
                  <a:pt x="436" y="212"/>
                  <a:pt x="500" y="196"/>
                </a:cubicBezTo>
                <a:cubicBezTo>
                  <a:pt x="651" y="77"/>
                  <a:pt x="824" y="82"/>
                  <a:pt x="1011" y="63"/>
                </a:cubicBezTo>
                <a:cubicBezTo>
                  <a:pt x="1148" y="67"/>
                  <a:pt x="1324" y="0"/>
                  <a:pt x="1422" y="96"/>
                </a:cubicBezTo>
                <a:cubicBezTo>
                  <a:pt x="1466" y="139"/>
                  <a:pt x="1503" y="206"/>
                  <a:pt x="1556" y="241"/>
                </a:cubicBezTo>
                <a:cubicBezTo>
                  <a:pt x="1578" y="256"/>
                  <a:pt x="1601" y="270"/>
                  <a:pt x="1623" y="285"/>
                </a:cubicBezTo>
                <a:cubicBezTo>
                  <a:pt x="1634" y="292"/>
                  <a:pt x="1656" y="307"/>
                  <a:pt x="1656" y="307"/>
                </a:cubicBezTo>
                <a:cubicBezTo>
                  <a:pt x="1686" y="352"/>
                  <a:pt x="1715" y="395"/>
                  <a:pt x="1745" y="440"/>
                </a:cubicBezTo>
                <a:cubicBezTo>
                  <a:pt x="1786" y="565"/>
                  <a:pt x="1812" y="712"/>
                  <a:pt x="1734" y="829"/>
                </a:cubicBezTo>
                <a:cubicBezTo>
                  <a:pt x="1720" y="888"/>
                  <a:pt x="1699" y="942"/>
                  <a:pt x="1656" y="985"/>
                </a:cubicBezTo>
                <a:cubicBezTo>
                  <a:pt x="1601" y="1151"/>
                  <a:pt x="1408" y="1186"/>
                  <a:pt x="1256" y="1207"/>
                </a:cubicBezTo>
                <a:cubicBezTo>
                  <a:pt x="1175" y="1234"/>
                  <a:pt x="1212" y="1223"/>
                  <a:pt x="1145" y="1240"/>
                </a:cubicBezTo>
                <a:cubicBezTo>
                  <a:pt x="1017" y="1306"/>
                  <a:pt x="909" y="1213"/>
                  <a:pt x="789" y="1174"/>
                </a:cubicBezTo>
                <a:cubicBezTo>
                  <a:pt x="785" y="1173"/>
                  <a:pt x="726" y="1153"/>
                  <a:pt x="722" y="1152"/>
                </a:cubicBezTo>
                <a:cubicBezTo>
                  <a:pt x="685" y="1144"/>
                  <a:pt x="611" y="1129"/>
                  <a:pt x="611" y="1129"/>
                </a:cubicBezTo>
                <a:cubicBezTo>
                  <a:pt x="170" y="1156"/>
                  <a:pt x="359" y="1160"/>
                  <a:pt x="45" y="1140"/>
                </a:cubicBezTo>
                <a:cubicBezTo>
                  <a:pt x="32" y="1104"/>
                  <a:pt x="12" y="1076"/>
                  <a:pt x="0" y="1040"/>
                </a:cubicBezTo>
                <a:cubicBezTo>
                  <a:pt x="4" y="996"/>
                  <a:pt x="5" y="951"/>
                  <a:pt x="11" y="907"/>
                </a:cubicBezTo>
                <a:cubicBezTo>
                  <a:pt x="16" y="870"/>
                  <a:pt x="49" y="833"/>
                  <a:pt x="67" y="807"/>
                </a:cubicBezTo>
                <a:cubicBezTo>
                  <a:pt x="106" y="748"/>
                  <a:pt x="140" y="687"/>
                  <a:pt x="211" y="663"/>
                </a:cubicBezTo>
                <a:cubicBezTo>
                  <a:pt x="248" y="638"/>
                  <a:pt x="245" y="626"/>
                  <a:pt x="245" y="652"/>
                </a:cubicBezTo>
                <a:close/>
              </a:path>
            </a:pathLst>
          </a:custGeom>
          <a:gradFill rotWithShape="0">
            <a:gsLst>
              <a:gs pos="0">
                <a:srgbClr val="FFFFFF"/>
              </a:gs>
              <a:gs pos="100000">
                <a:srgbClr val="99CCFF"/>
              </a:gs>
            </a:gsLst>
            <a:path path="rect">
              <a:fillToRect l="50000" t="50000" r="50000" b="50000"/>
            </a:path>
            <a:tileRect/>
          </a:gradFill>
          <a:ln w="19050" cap="flat" cmpd="sng">
            <a:solidFill>
              <a:schemeClr val="tx1"/>
            </a:solidFill>
            <a:prstDash val="solid"/>
            <a:round/>
            <a:headEnd type="none" w="med" len="med"/>
            <a:tailEnd type="none" w="med" len="med"/>
          </a:ln>
        </p:spPr>
        <p:txBody>
          <a:bodyPr/>
          <a:p>
            <a:endParaRPr lang="zh-CN" altLang="en-US"/>
          </a:p>
        </p:txBody>
      </p:sp>
      <p:grpSp>
        <p:nvGrpSpPr>
          <p:cNvPr id="35844" name="Group 5"/>
          <p:cNvGrpSpPr/>
          <p:nvPr/>
        </p:nvGrpSpPr>
        <p:grpSpPr>
          <a:xfrm>
            <a:off x="4999038" y="3502025"/>
            <a:ext cx="3744912" cy="100013"/>
            <a:chOff x="3129" y="2700"/>
            <a:chExt cx="2448" cy="68"/>
          </a:xfrm>
        </p:grpSpPr>
        <p:sp>
          <p:nvSpPr>
            <p:cNvPr id="35845" name="Line 6"/>
            <p:cNvSpPr/>
            <p:nvPr/>
          </p:nvSpPr>
          <p:spPr>
            <a:xfrm flipH="1">
              <a:off x="3195" y="2734"/>
              <a:ext cx="2316" cy="1"/>
            </a:xfrm>
            <a:prstGeom prst="line">
              <a:avLst/>
            </a:prstGeom>
            <a:ln w="12700" cap="flat" cmpd="sng">
              <a:solidFill>
                <a:srgbClr val="FF0000"/>
              </a:solidFill>
              <a:prstDash val="solid"/>
              <a:round/>
              <a:headEnd type="none" w="med" len="med"/>
              <a:tailEnd type="none" w="med" len="med"/>
            </a:ln>
          </p:spPr>
        </p:sp>
        <p:sp>
          <p:nvSpPr>
            <p:cNvPr id="35846" name="Freeform 7"/>
            <p:cNvSpPr/>
            <p:nvPr/>
          </p:nvSpPr>
          <p:spPr>
            <a:xfrm>
              <a:off x="5478" y="2701"/>
              <a:ext cx="99" cy="67"/>
            </a:xfrm>
            <a:custGeom>
              <a:avLst/>
              <a:gdLst/>
              <a:ahLst/>
              <a:cxnLst>
                <a:cxn ang="0">
                  <a:pos x="0" y="67"/>
                </a:cxn>
                <a:cxn ang="0">
                  <a:pos x="99" y="33"/>
                </a:cxn>
                <a:cxn ang="0">
                  <a:pos x="0" y="0"/>
                </a:cxn>
                <a:cxn ang="0">
                  <a:pos x="31" y="33"/>
                </a:cxn>
                <a:cxn ang="0">
                  <a:pos x="0" y="67"/>
                </a:cxn>
              </a:cxnLst>
              <a:pathLst>
                <a:path w="99" h="67">
                  <a:moveTo>
                    <a:pt x="0" y="67"/>
                  </a:moveTo>
                  <a:lnTo>
                    <a:pt x="99" y="33"/>
                  </a:lnTo>
                  <a:lnTo>
                    <a:pt x="0" y="0"/>
                  </a:lnTo>
                  <a:lnTo>
                    <a:pt x="31" y="33"/>
                  </a:lnTo>
                  <a:lnTo>
                    <a:pt x="0" y="67"/>
                  </a:lnTo>
                  <a:close/>
                </a:path>
              </a:pathLst>
            </a:custGeom>
            <a:solidFill>
              <a:srgbClr val="FF0000"/>
            </a:solidFill>
            <a:ln w="9525">
              <a:noFill/>
            </a:ln>
          </p:spPr>
          <p:txBody>
            <a:bodyPr/>
            <a:p>
              <a:endParaRPr lang="zh-CN" altLang="en-US"/>
            </a:p>
          </p:txBody>
        </p:sp>
        <p:sp>
          <p:nvSpPr>
            <p:cNvPr id="35847" name="Freeform 8"/>
            <p:cNvSpPr/>
            <p:nvPr/>
          </p:nvSpPr>
          <p:spPr>
            <a:xfrm>
              <a:off x="3129" y="2700"/>
              <a:ext cx="99" cy="67"/>
            </a:xfrm>
            <a:custGeom>
              <a:avLst/>
              <a:gdLst/>
              <a:ahLst/>
              <a:cxnLst>
                <a:cxn ang="0">
                  <a:pos x="99" y="0"/>
                </a:cxn>
                <a:cxn ang="0">
                  <a:pos x="0" y="34"/>
                </a:cxn>
                <a:cxn ang="0">
                  <a:pos x="99" y="67"/>
                </a:cxn>
                <a:cxn ang="0">
                  <a:pos x="68" y="34"/>
                </a:cxn>
                <a:cxn ang="0">
                  <a:pos x="99" y="0"/>
                </a:cxn>
              </a:cxnLst>
              <a:pathLst>
                <a:path w="99" h="67">
                  <a:moveTo>
                    <a:pt x="99" y="0"/>
                  </a:moveTo>
                  <a:lnTo>
                    <a:pt x="0" y="34"/>
                  </a:lnTo>
                  <a:lnTo>
                    <a:pt x="99" y="67"/>
                  </a:lnTo>
                  <a:lnTo>
                    <a:pt x="68" y="34"/>
                  </a:lnTo>
                  <a:lnTo>
                    <a:pt x="99" y="0"/>
                  </a:lnTo>
                  <a:close/>
                </a:path>
              </a:pathLst>
            </a:custGeom>
            <a:solidFill>
              <a:srgbClr val="FF0000"/>
            </a:solidFill>
            <a:ln w="9525">
              <a:noFill/>
            </a:ln>
          </p:spPr>
          <p:txBody>
            <a:bodyPr/>
            <a:p>
              <a:endParaRPr lang="zh-CN" altLang="en-US"/>
            </a:p>
          </p:txBody>
        </p:sp>
      </p:grpSp>
      <p:grpSp>
        <p:nvGrpSpPr>
          <p:cNvPr id="35848" name="Group 9"/>
          <p:cNvGrpSpPr/>
          <p:nvPr/>
        </p:nvGrpSpPr>
        <p:grpSpPr>
          <a:xfrm>
            <a:off x="5062538" y="2871788"/>
            <a:ext cx="3471862" cy="1358900"/>
            <a:chOff x="3170" y="2275"/>
            <a:chExt cx="2270" cy="918"/>
          </a:xfrm>
        </p:grpSpPr>
        <p:sp>
          <p:nvSpPr>
            <p:cNvPr id="35849" name="Line 10"/>
            <p:cNvSpPr/>
            <p:nvPr/>
          </p:nvSpPr>
          <p:spPr>
            <a:xfrm flipH="1" flipV="1">
              <a:off x="3231" y="2300"/>
              <a:ext cx="2148" cy="868"/>
            </a:xfrm>
            <a:prstGeom prst="line">
              <a:avLst/>
            </a:prstGeom>
            <a:ln w="12700" cap="flat" cmpd="sng">
              <a:solidFill>
                <a:srgbClr val="FF0000"/>
              </a:solidFill>
              <a:prstDash val="solid"/>
              <a:round/>
              <a:headEnd type="none" w="med" len="med"/>
              <a:tailEnd type="none" w="med" len="med"/>
            </a:ln>
          </p:spPr>
        </p:sp>
        <p:sp>
          <p:nvSpPr>
            <p:cNvPr id="35850" name="Freeform 11"/>
            <p:cNvSpPr/>
            <p:nvPr/>
          </p:nvSpPr>
          <p:spPr>
            <a:xfrm>
              <a:off x="5335" y="3126"/>
              <a:ext cx="105" cy="67"/>
            </a:xfrm>
            <a:custGeom>
              <a:avLst/>
              <a:gdLst/>
              <a:ahLst/>
              <a:cxnLst>
                <a:cxn ang="0">
                  <a:pos x="0" y="62"/>
                </a:cxn>
                <a:cxn ang="0">
                  <a:pos x="105" y="67"/>
                </a:cxn>
                <a:cxn ang="0">
                  <a:pos x="25" y="0"/>
                </a:cxn>
                <a:cxn ang="0">
                  <a:pos x="42" y="42"/>
                </a:cxn>
                <a:cxn ang="0">
                  <a:pos x="0" y="62"/>
                </a:cxn>
              </a:cxnLst>
              <a:pathLst>
                <a:path w="105" h="67">
                  <a:moveTo>
                    <a:pt x="0" y="62"/>
                  </a:moveTo>
                  <a:lnTo>
                    <a:pt x="105" y="67"/>
                  </a:lnTo>
                  <a:lnTo>
                    <a:pt x="25" y="0"/>
                  </a:lnTo>
                  <a:lnTo>
                    <a:pt x="42" y="42"/>
                  </a:lnTo>
                  <a:lnTo>
                    <a:pt x="0" y="62"/>
                  </a:lnTo>
                  <a:close/>
                </a:path>
              </a:pathLst>
            </a:custGeom>
            <a:solidFill>
              <a:srgbClr val="FF0000"/>
            </a:solidFill>
            <a:ln w="9525">
              <a:noFill/>
            </a:ln>
          </p:spPr>
          <p:txBody>
            <a:bodyPr/>
            <a:p>
              <a:endParaRPr lang="zh-CN" altLang="en-US"/>
            </a:p>
          </p:txBody>
        </p:sp>
        <p:sp>
          <p:nvSpPr>
            <p:cNvPr id="35851" name="Freeform 12"/>
            <p:cNvSpPr/>
            <p:nvPr/>
          </p:nvSpPr>
          <p:spPr>
            <a:xfrm>
              <a:off x="3170" y="2275"/>
              <a:ext cx="105" cy="67"/>
            </a:xfrm>
            <a:custGeom>
              <a:avLst/>
              <a:gdLst/>
              <a:ahLst/>
              <a:cxnLst>
                <a:cxn ang="0">
                  <a:pos x="105" y="5"/>
                </a:cxn>
                <a:cxn ang="0">
                  <a:pos x="0" y="0"/>
                </a:cxn>
                <a:cxn ang="0">
                  <a:pos x="80" y="67"/>
                </a:cxn>
                <a:cxn ang="0">
                  <a:pos x="63" y="25"/>
                </a:cxn>
                <a:cxn ang="0">
                  <a:pos x="105" y="5"/>
                </a:cxn>
              </a:cxnLst>
              <a:pathLst>
                <a:path w="105" h="67">
                  <a:moveTo>
                    <a:pt x="105" y="5"/>
                  </a:moveTo>
                  <a:lnTo>
                    <a:pt x="0" y="0"/>
                  </a:lnTo>
                  <a:lnTo>
                    <a:pt x="80" y="67"/>
                  </a:lnTo>
                  <a:lnTo>
                    <a:pt x="63" y="25"/>
                  </a:lnTo>
                  <a:lnTo>
                    <a:pt x="105" y="5"/>
                  </a:lnTo>
                  <a:close/>
                </a:path>
              </a:pathLst>
            </a:custGeom>
            <a:solidFill>
              <a:srgbClr val="FF0000"/>
            </a:solidFill>
            <a:ln w="9525">
              <a:noFill/>
            </a:ln>
          </p:spPr>
          <p:txBody>
            <a:bodyPr/>
            <a:p>
              <a:endParaRPr lang="zh-CN" altLang="en-US"/>
            </a:p>
          </p:txBody>
        </p:sp>
      </p:grpSp>
      <p:grpSp>
        <p:nvGrpSpPr>
          <p:cNvPr id="35852" name="Group 13"/>
          <p:cNvGrpSpPr/>
          <p:nvPr/>
        </p:nvGrpSpPr>
        <p:grpSpPr>
          <a:xfrm>
            <a:off x="5451475" y="2295525"/>
            <a:ext cx="2741613" cy="2498725"/>
            <a:chOff x="3425" y="1885"/>
            <a:chExt cx="1792" cy="1689"/>
          </a:xfrm>
        </p:grpSpPr>
        <p:sp>
          <p:nvSpPr>
            <p:cNvPr id="35853" name="Line 14"/>
            <p:cNvSpPr/>
            <p:nvPr/>
          </p:nvSpPr>
          <p:spPr>
            <a:xfrm flipH="1" flipV="1">
              <a:off x="3472" y="1930"/>
              <a:ext cx="1698" cy="1599"/>
            </a:xfrm>
            <a:prstGeom prst="line">
              <a:avLst/>
            </a:prstGeom>
            <a:ln w="12700" cap="flat" cmpd="sng">
              <a:solidFill>
                <a:srgbClr val="FF0000"/>
              </a:solidFill>
              <a:prstDash val="solid"/>
              <a:round/>
              <a:headEnd type="none" w="med" len="med"/>
              <a:tailEnd type="none" w="med" len="med"/>
            </a:ln>
          </p:spPr>
        </p:sp>
        <p:sp>
          <p:nvSpPr>
            <p:cNvPr id="35854" name="Freeform 15"/>
            <p:cNvSpPr/>
            <p:nvPr/>
          </p:nvSpPr>
          <p:spPr>
            <a:xfrm>
              <a:off x="5122" y="3482"/>
              <a:ext cx="95" cy="92"/>
            </a:xfrm>
            <a:custGeom>
              <a:avLst/>
              <a:gdLst/>
              <a:ahLst/>
              <a:cxnLst>
                <a:cxn ang="0">
                  <a:pos x="0" y="48"/>
                </a:cxn>
                <a:cxn ang="0">
                  <a:pos x="95" y="92"/>
                </a:cxn>
                <a:cxn ang="0">
                  <a:pos x="46" y="0"/>
                </a:cxn>
                <a:cxn ang="0">
                  <a:pos x="46" y="45"/>
                </a:cxn>
                <a:cxn ang="0">
                  <a:pos x="0" y="48"/>
                </a:cxn>
              </a:cxnLst>
              <a:pathLst>
                <a:path w="95" h="92">
                  <a:moveTo>
                    <a:pt x="0" y="48"/>
                  </a:moveTo>
                  <a:lnTo>
                    <a:pt x="95" y="92"/>
                  </a:lnTo>
                  <a:lnTo>
                    <a:pt x="46" y="0"/>
                  </a:lnTo>
                  <a:lnTo>
                    <a:pt x="46" y="45"/>
                  </a:lnTo>
                  <a:lnTo>
                    <a:pt x="0" y="48"/>
                  </a:lnTo>
                  <a:close/>
                </a:path>
              </a:pathLst>
            </a:custGeom>
            <a:solidFill>
              <a:srgbClr val="FF0000"/>
            </a:solidFill>
            <a:ln w="9525">
              <a:noFill/>
            </a:ln>
          </p:spPr>
          <p:txBody>
            <a:bodyPr/>
            <a:p>
              <a:endParaRPr lang="zh-CN" altLang="en-US"/>
            </a:p>
          </p:txBody>
        </p:sp>
        <p:sp>
          <p:nvSpPr>
            <p:cNvPr id="35855" name="Freeform 16"/>
            <p:cNvSpPr/>
            <p:nvPr/>
          </p:nvSpPr>
          <p:spPr>
            <a:xfrm>
              <a:off x="3425" y="1885"/>
              <a:ext cx="95" cy="92"/>
            </a:xfrm>
            <a:custGeom>
              <a:avLst/>
              <a:gdLst/>
              <a:ahLst/>
              <a:cxnLst>
                <a:cxn ang="0">
                  <a:pos x="95" y="44"/>
                </a:cxn>
                <a:cxn ang="0">
                  <a:pos x="0" y="0"/>
                </a:cxn>
                <a:cxn ang="0">
                  <a:pos x="49" y="92"/>
                </a:cxn>
                <a:cxn ang="0">
                  <a:pos x="49" y="47"/>
                </a:cxn>
                <a:cxn ang="0">
                  <a:pos x="95" y="44"/>
                </a:cxn>
              </a:cxnLst>
              <a:pathLst>
                <a:path w="95" h="92">
                  <a:moveTo>
                    <a:pt x="95" y="44"/>
                  </a:moveTo>
                  <a:lnTo>
                    <a:pt x="0" y="0"/>
                  </a:lnTo>
                  <a:lnTo>
                    <a:pt x="49" y="92"/>
                  </a:lnTo>
                  <a:lnTo>
                    <a:pt x="49" y="47"/>
                  </a:lnTo>
                  <a:lnTo>
                    <a:pt x="95" y="44"/>
                  </a:lnTo>
                  <a:close/>
                </a:path>
              </a:pathLst>
            </a:custGeom>
            <a:solidFill>
              <a:srgbClr val="FF0000"/>
            </a:solidFill>
            <a:ln w="9525">
              <a:noFill/>
            </a:ln>
          </p:spPr>
          <p:txBody>
            <a:bodyPr/>
            <a:p>
              <a:endParaRPr lang="zh-CN" altLang="en-US"/>
            </a:p>
          </p:txBody>
        </p:sp>
      </p:grpSp>
      <p:grpSp>
        <p:nvGrpSpPr>
          <p:cNvPr id="35856" name="Group 17"/>
          <p:cNvGrpSpPr/>
          <p:nvPr/>
        </p:nvGrpSpPr>
        <p:grpSpPr>
          <a:xfrm>
            <a:off x="6110288" y="1841500"/>
            <a:ext cx="1481137" cy="3294063"/>
            <a:chOff x="3855" y="1579"/>
            <a:chExt cx="968" cy="2225"/>
          </a:xfrm>
        </p:grpSpPr>
        <p:sp>
          <p:nvSpPr>
            <p:cNvPr id="35857" name="Line 18"/>
            <p:cNvSpPr/>
            <p:nvPr/>
          </p:nvSpPr>
          <p:spPr>
            <a:xfrm flipH="1">
              <a:off x="3882" y="1639"/>
              <a:ext cx="914" cy="2105"/>
            </a:xfrm>
            <a:prstGeom prst="line">
              <a:avLst/>
            </a:prstGeom>
            <a:ln w="12700" cap="flat" cmpd="sng">
              <a:solidFill>
                <a:srgbClr val="FF0000"/>
              </a:solidFill>
              <a:prstDash val="solid"/>
              <a:round/>
              <a:headEnd type="none" w="med" len="med"/>
              <a:tailEnd type="none" w="med" len="med"/>
            </a:ln>
          </p:spPr>
        </p:sp>
        <p:sp>
          <p:nvSpPr>
            <p:cNvPr id="35858" name="Freeform 19"/>
            <p:cNvSpPr/>
            <p:nvPr/>
          </p:nvSpPr>
          <p:spPr>
            <a:xfrm>
              <a:off x="4753" y="1579"/>
              <a:ext cx="70" cy="104"/>
            </a:xfrm>
            <a:custGeom>
              <a:avLst/>
              <a:gdLst/>
              <a:ahLst/>
              <a:cxnLst>
                <a:cxn ang="0">
                  <a:pos x="62" y="104"/>
                </a:cxn>
                <a:cxn ang="0">
                  <a:pos x="70" y="0"/>
                </a:cxn>
                <a:cxn ang="0">
                  <a:pos x="0" y="78"/>
                </a:cxn>
                <a:cxn ang="0">
                  <a:pos x="43" y="62"/>
                </a:cxn>
                <a:cxn ang="0">
                  <a:pos x="62" y="104"/>
                </a:cxn>
              </a:cxnLst>
              <a:pathLst>
                <a:path w="70" h="104">
                  <a:moveTo>
                    <a:pt x="62" y="104"/>
                  </a:moveTo>
                  <a:lnTo>
                    <a:pt x="70" y="0"/>
                  </a:lnTo>
                  <a:lnTo>
                    <a:pt x="0" y="78"/>
                  </a:lnTo>
                  <a:lnTo>
                    <a:pt x="43" y="62"/>
                  </a:lnTo>
                  <a:lnTo>
                    <a:pt x="62" y="104"/>
                  </a:lnTo>
                  <a:close/>
                </a:path>
              </a:pathLst>
            </a:custGeom>
            <a:solidFill>
              <a:srgbClr val="FF0000"/>
            </a:solidFill>
            <a:ln w="9525">
              <a:noFill/>
            </a:ln>
          </p:spPr>
          <p:txBody>
            <a:bodyPr/>
            <a:p>
              <a:endParaRPr lang="zh-CN" altLang="en-US"/>
            </a:p>
          </p:txBody>
        </p:sp>
        <p:sp>
          <p:nvSpPr>
            <p:cNvPr id="35859" name="Freeform 20"/>
            <p:cNvSpPr/>
            <p:nvPr/>
          </p:nvSpPr>
          <p:spPr>
            <a:xfrm>
              <a:off x="3855" y="3700"/>
              <a:ext cx="70" cy="104"/>
            </a:xfrm>
            <a:custGeom>
              <a:avLst/>
              <a:gdLst/>
              <a:ahLst/>
              <a:cxnLst>
                <a:cxn ang="0">
                  <a:pos x="8" y="0"/>
                </a:cxn>
                <a:cxn ang="0">
                  <a:pos x="0" y="104"/>
                </a:cxn>
                <a:cxn ang="0">
                  <a:pos x="70" y="26"/>
                </a:cxn>
                <a:cxn ang="0">
                  <a:pos x="27" y="42"/>
                </a:cxn>
                <a:cxn ang="0">
                  <a:pos x="8" y="0"/>
                </a:cxn>
              </a:cxnLst>
              <a:pathLst>
                <a:path w="70" h="104">
                  <a:moveTo>
                    <a:pt x="8" y="0"/>
                  </a:moveTo>
                  <a:lnTo>
                    <a:pt x="0" y="104"/>
                  </a:lnTo>
                  <a:lnTo>
                    <a:pt x="70" y="26"/>
                  </a:lnTo>
                  <a:lnTo>
                    <a:pt x="27" y="42"/>
                  </a:lnTo>
                  <a:lnTo>
                    <a:pt x="8" y="0"/>
                  </a:lnTo>
                  <a:close/>
                </a:path>
              </a:pathLst>
            </a:custGeom>
            <a:solidFill>
              <a:srgbClr val="FF0000"/>
            </a:solidFill>
            <a:ln w="9525">
              <a:noFill/>
            </a:ln>
          </p:spPr>
          <p:txBody>
            <a:bodyPr/>
            <a:p>
              <a:endParaRPr lang="zh-CN" altLang="en-US"/>
            </a:p>
          </p:txBody>
        </p:sp>
      </p:grpSp>
      <p:grpSp>
        <p:nvGrpSpPr>
          <p:cNvPr id="35860" name="Group 21"/>
          <p:cNvGrpSpPr/>
          <p:nvPr/>
        </p:nvGrpSpPr>
        <p:grpSpPr>
          <a:xfrm>
            <a:off x="5114925" y="2932113"/>
            <a:ext cx="3517900" cy="1238250"/>
            <a:chOff x="3204" y="2316"/>
            <a:chExt cx="2300" cy="836"/>
          </a:xfrm>
        </p:grpSpPr>
        <p:sp>
          <p:nvSpPr>
            <p:cNvPr id="35861" name="Line 22"/>
            <p:cNvSpPr/>
            <p:nvPr/>
          </p:nvSpPr>
          <p:spPr>
            <a:xfrm flipH="1">
              <a:off x="3266" y="2339"/>
              <a:ext cx="2176" cy="790"/>
            </a:xfrm>
            <a:prstGeom prst="line">
              <a:avLst/>
            </a:prstGeom>
            <a:ln w="12700" cap="flat" cmpd="sng">
              <a:solidFill>
                <a:srgbClr val="FF0000"/>
              </a:solidFill>
              <a:prstDash val="solid"/>
              <a:round/>
              <a:headEnd type="none" w="med" len="med"/>
              <a:tailEnd type="none" w="med" len="med"/>
            </a:ln>
          </p:spPr>
        </p:sp>
        <p:sp>
          <p:nvSpPr>
            <p:cNvPr id="35862" name="Freeform 23"/>
            <p:cNvSpPr/>
            <p:nvPr/>
          </p:nvSpPr>
          <p:spPr>
            <a:xfrm>
              <a:off x="5400" y="2316"/>
              <a:ext cx="104" cy="65"/>
            </a:xfrm>
            <a:custGeom>
              <a:avLst/>
              <a:gdLst/>
              <a:ahLst/>
              <a:cxnLst>
                <a:cxn ang="0">
                  <a:pos x="22" y="65"/>
                </a:cxn>
                <a:cxn ang="0">
                  <a:pos x="104" y="0"/>
                </a:cxn>
                <a:cxn ang="0">
                  <a:pos x="0" y="2"/>
                </a:cxn>
                <a:cxn ang="0">
                  <a:pos x="40" y="23"/>
                </a:cxn>
                <a:cxn ang="0">
                  <a:pos x="22" y="65"/>
                </a:cxn>
              </a:cxnLst>
              <a:pathLst>
                <a:path w="104" h="65">
                  <a:moveTo>
                    <a:pt x="22" y="65"/>
                  </a:moveTo>
                  <a:lnTo>
                    <a:pt x="104" y="0"/>
                  </a:lnTo>
                  <a:lnTo>
                    <a:pt x="0" y="2"/>
                  </a:lnTo>
                  <a:lnTo>
                    <a:pt x="40" y="23"/>
                  </a:lnTo>
                  <a:lnTo>
                    <a:pt x="22" y="65"/>
                  </a:lnTo>
                  <a:close/>
                </a:path>
              </a:pathLst>
            </a:custGeom>
            <a:solidFill>
              <a:srgbClr val="FF0000"/>
            </a:solidFill>
            <a:ln w="9525">
              <a:noFill/>
            </a:ln>
          </p:spPr>
          <p:txBody>
            <a:bodyPr/>
            <a:p>
              <a:endParaRPr lang="zh-CN" altLang="en-US"/>
            </a:p>
          </p:txBody>
        </p:sp>
        <p:sp>
          <p:nvSpPr>
            <p:cNvPr id="35863" name="Freeform 24"/>
            <p:cNvSpPr/>
            <p:nvPr/>
          </p:nvSpPr>
          <p:spPr>
            <a:xfrm>
              <a:off x="3204" y="3087"/>
              <a:ext cx="104" cy="65"/>
            </a:xfrm>
            <a:custGeom>
              <a:avLst/>
              <a:gdLst/>
              <a:ahLst/>
              <a:cxnLst>
                <a:cxn ang="0">
                  <a:pos x="82" y="0"/>
                </a:cxn>
                <a:cxn ang="0">
                  <a:pos x="0" y="65"/>
                </a:cxn>
                <a:cxn ang="0">
                  <a:pos x="104" y="63"/>
                </a:cxn>
                <a:cxn ang="0">
                  <a:pos x="64" y="42"/>
                </a:cxn>
                <a:cxn ang="0">
                  <a:pos x="82" y="0"/>
                </a:cxn>
              </a:cxnLst>
              <a:pathLst>
                <a:path w="104" h="65">
                  <a:moveTo>
                    <a:pt x="82" y="0"/>
                  </a:moveTo>
                  <a:lnTo>
                    <a:pt x="0" y="65"/>
                  </a:lnTo>
                  <a:lnTo>
                    <a:pt x="104" y="63"/>
                  </a:lnTo>
                  <a:lnTo>
                    <a:pt x="64" y="42"/>
                  </a:lnTo>
                  <a:lnTo>
                    <a:pt x="82" y="0"/>
                  </a:lnTo>
                  <a:close/>
                </a:path>
              </a:pathLst>
            </a:custGeom>
            <a:solidFill>
              <a:srgbClr val="FF0000"/>
            </a:solidFill>
            <a:ln w="9525">
              <a:noFill/>
            </a:ln>
          </p:spPr>
          <p:txBody>
            <a:bodyPr/>
            <a:p>
              <a:endParaRPr lang="zh-CN" altLang="en-US"/>
            </a:p>
          </p:txBody>
        </p:sp>
      </p:grpSp>
      <p:sp>
        <p:nvSpPr>
          <p:cNvPr id="35864" name="Freeform 25"/>
          <p:cNvSpPr/>
          <p:nvPr/>
        </p:nvSpPr>
        <p:spPr>
          <a:xfrm>
            <a:off x="5456238" y="4532313"/>
            <a:ext cx="144462" cy="138112"/>
          </a:xfrm>
          <a:custGeom>
            <a:avLst/>
            <a:gdLst/>
            <a:ahLst/>
            <a:cxnLst>
              <a:cxn ang="0">
                <a:pos x="73768" y="0"/>
              </a:cxn>
              <a:cxn ang="0">
                <a:pos x="0" y="138112"/>
              </a:cxn>
              <a:cxn ang="0">
                <a:pos x="144462" y="71284"/>
              </a:cxn>
              <a:cxn ang="0">
                <a:pos x="75305" y="68313"/>
              </a:cxn>
              <a:cxn ang="0">
                <a:pos x="73768" y="0"/>
              </a:cxn>
            </a:cxnLst>
            <a:pathLst>
              <a:path w="94" h="93">
                <a:moveTo>
                  <a:pt x="48" y="0"/>
                </a:moveTo>
                <a:lnTo>
                  <a:pt x="0" y="93"/>
                </a:lnTo>
                <a:lnTo>
                  <a:pt x="94" y="48"/>
                </a:lnTo>
                <a:lnTo>
                  <a:pt x="49" y="46"/>
                </a:lnTo>
                <a:lnTo>
                  <a:pt x="48" y="0"/>
                </a:lnTo>
                <a:close/>
              </a:path>
            </a:pathLst>
          </a:custGeom>
          <a:solidFill>
            <a:srgbClr val="FF0000"/>
          </a:solidFill>
          <a:ln w="9525">
            <a:noFill/>
          </a:ln>
        </p:spPr>
        <p:txBody>
          <a:bodyPr/>
          <a:p>
            <a:endParaRPr lang="zh-CN" altLang="en-US"/>
          </a:p>
        </p:txBody>
      </p:sp>
      <p:grpSp>
        <p:nvGrpSpPr>
          <p:cNvPr id="35865" name="Group 26"/>
          <p:cNvGrpSpPr/>
          <p:nvPr/>
        </p:nvGrpSpPr>
        <p:grpSpPr>
          <a:xfrm>
            <a:off x="6746875" y="1670050"/>
            <a:ext cx="103188" cy="3624263"/>
            <a:chOff x="4271" y="1463"/>
            <a:chExt cx="68" cy="2448"/>
          </a:xfrm>
        </p:grpSpPr>
        <p:sp>
          <p:nvSpPr>
            <p:cNvPr id="35866" name="Line 27"/>
            <p:cNvSpPr/>
            <p:nvPr/>
          </p:nvSpPr>
          <p:spPr>
            <a:xfrm flipV="1">
              <a:off x="4305" y="1529"/>
              <a:ext cx="1" cy="2316"/>
            </a:xfrm>
            <a:prstGeom prst="line">
              <a:avLst/>
            </a:prstGeom>
            <a:ln w="12700" cap="flat" cmpd="sng">
              <a:solidFill>
                <a:srgbClr val="FF0000"/>
              </a:solidFill>
              <a:prstDash val="solid"/>
              <a:round/>
              <a:headEnd type="none" w="med" len="med"/>
              <a:tailEnd type="none" w="med" len="med"/>
            </a:ln>
          </p:spPr>
        </p:sp>
        <p:sp>
          <p:nvSpPr>
            <p:cNvPr id="35867" name="Freeform 28"/>
            <p:cNvSpPr/>
            <p:nvPr/>
          </p:nvSpPr>
          <p:spPr>
            <a:xfrm>
              <a:off x="4271" y="3812"/>
              <a:ext cx="67" cy="99"/>
            </a:xfrm>
            <a:custGeom>
              <a:avLst/>
              <a:gdLst/>
              <a:ahLst/>
              <a:cxnLst>
                <a:cxn ang="0">
                  <a:pos x="0" y="0"/>
                </a:cxn>
                <a:cxn ang="0">
                  <a:pos x="34" y="99"/>
                </a:cxn>
                <a:cxn ang="0">
                  <a:pos x="67" y="0"/>
                </a:cxn>
                <a:cxn ang="0">
                  <a:pos x="34" y="31"/>
                </a:cxn>
                <a:cxn ang="0">
                  <a:pos x="0" y="0"/>
                </a:cxn>
              </a:cxnLst>
              <a:pathLst>
                <a:path w="67" h="99">
                  <a:moveTo>
                    <a:pt x="0" y="0"/>
                  </a:moveTo>
                  <a:lnTo>
                    <a:pt x="34" y="99"/>
                  </a:lnTo>
                  <a:lnTo>
                    <a:pt x="67" y="0"/>
                  </a:lnTo>
                  <a:lnTo>
                    <a:pt x="34" y="31"/>
                  </a:lnTo>
                  <a:lnTo>
                    <a:pt x="0" y="0"/>
                  </a:lnTo>
                  <a:close/>
                </a:path>
              </a:pathLst>
            </a:custGeom>
            <a:solidFill>
              <a:srgbClr val="FF0000"/>
            </a:solidFill>
            <a:ln w="9525">
              <a:noFill/>
            </a:ln>
          </p:spPr>
          <p:txBody>
            <a:bodyPr/>
            <a:p>
              <a:endParaRPr lang="zh-CN" altLang="en-US"/>
            </a:p>
          </p:txBody>
        </p:sp>
        <p:sp>
          <p:nvSpPr>
            <p:cNvPr id="35868" name="Freeform 29"/>
            <p:cNvSpPr/>
            <p:nvPr/>
          </p:nvSpPr>
          <p:spPr>
            <a:xfrm>
              <a:off x="4272" y="1463"/>
              <a:ext cx="67" cy="99"/>
            </a:xfrm>
            <a:custGeom>
              <a:avLst/>
              <a:gdLst/>
              <a:ahLst/>
              <a:cxnLst>
                <a:cxn ang="0">
                  <a:pos x="67" y="99"/>
                </a:cxn>
                <a:cxn ang="0">
                  <a:pos x="33" y="0"/>
                </a:cxn>
                <a:cxn ang="0">
                  <a:pos x="0" y="99"/>
                </a:cxn>
                <a:cxn ang="0">
                  <a:pos x="33" y="68"/>
                </a:cxn>
                <a:cxn ang="0">
                  <a:pos x="67" y="99"/>
                </a:cxn>
              </a:cxnLst>
              <a:pathLst>
                <a:path w="67" h="99">
                  <a:moveTo>
                    <a:pt x="67" y="99"/>
                  </a:moveTo>
                  <a:lnTo>
                    <a:pt x="33" y="0"/>
                  </a:lnTo>
                  <a:lnTo>
                    <a:pt x="0" y="99"/>
                  </a:lnTo>
                  <a:lnTo>
                    <a:pt x="33" y="68"/>
                  </a:lnTo>
                  <a:lnTo>
                    <a:pt x="67" y="99"/>
                  </a:lnTo>
                  <a:close/>
                </a:path>
              </a:pathLst>
            </a:custGeom>
            <a:solidFill>
              <a:srgbClr val="FF0000"/>
            </a:solidFill>
            <a:ln w="9525">
              <a:noFill/>
            </a:ln>
          </p:spPr>
          <p:txBody>
            <a:bodyPr/>
            <a:p>
              <a:endParaRPr lang="zh-CN" altLang="en-US"/>
            </a:p>
          </p:txBody>
        </p:sp>
      </p:grpSp>
      <p:grpSp>
        <p:nvGrpSpPr>
          <p:cNvPr id="35869" name="Group 30"/>
          <p:cNvGrpSpPr/>
          <p:nvPr/>
        </p:nvGrpSpPr>
        <p:grpSpPr>
          <a:xfrm>
            <a:off x="6038850" y="1825625"/>
            <a:ext cx="1522413" cy="3309938"/>
            <a:chOff x="3808" y="1568"/>
            <a:chExt cx="996" cy="2236"/>
          </a:xfrm>
        </p:grpSpPr>
        <p:sp>
          <p:nvSpPr>
            <p:cNvPr id="35870" name="Line 31"/>
            <p:cNvSpPr/>
            <p:nvPr/>
          </p:nvSpPr>
          <p:spPr>
            <a:xfrm flipH="1" flipV="1">
              <a:off x="3836" y="1628"/>
              <a:ext cx="940" cy="2116"/>
            </a:xfrm>
            <a:prstGeom prst="line">
              <a:avLst/>
            </a:prstGeom>
            <a:ln w="12700" cap="flat" cmpd="sng">
              <a:solidFill>
                <a:srgbClr val="FF0000"/>
              </a:solidFill>
              <a:prstDash val="solid"/>
              <a:round/>
              <a:headEnd type="none" w="med" len="med"/>
              <a:tailEnd type="none" w="med" len="med"/>
            </a:ln>
          </p:spPr>
        </p:sp>
        <p:sp>
          <p:nvSpPr>
            <p:cNvPr id="35871" name="Freeform 32"/>
            <p:cNvSpPr/>
            <p:nvPr/>
          </p:nvSpPr>
          <p:spPr>
            <a:xfrm>
              <a:off x="4732" y="3700"/>
              <a:ext cx="72" cy="104"/>
            </a:xfrm>
            <a:custGeom>
              <a:avLst/>
              <a:gdLst/>
              <a:ahLst/>
              <a:cxnLst>
                <a:cxn ang="0">
                  <a:pos x="0" y="28"/>
                </a:cxn>
                <a:cxn ang="0">
                  <a:pos x="72" y="104"/>
                </a:cxn>
                <a:cxn ang="0">
                  <a:pos x="61" y="0"/>
                </a:cxn>
                <a:cxn ang="0">
                  <a:pos x="44" y="42"/>
                </a:cxn>
                <a:cxn ang="0">
                  <a:pos x="0" y="28"/>
                </a:cxn>
              </a:cxnLst>
              <a:pathLst>
                <a:path w="72" h="104">
                  <a:moveTo>
                    <a:pt x="0" y="28"/>
                  </a:moveTo>
                  <a:lnTo>
                    <a:pt x="72" y="104"/>
                  </a:lnTo>
                  <a:lnTo>
                    <a:pt x="61" y="0"/>
                  </a:lnTo>
                  <a:lnTo>
                    <a:pt x="44" y="42"/>
                  </a:lnTo>
                  <a:lnTo>
                    <a:pt x="0" y="28"/>
                  </a:lnTo>
                  <a:close/>
                </a:path>
              </a:pathLst>
            </a:custGeom>
            <a:solidFill>
              <a:srgbClr val="FF0000"/>
            </a:solidFill>
            <a:ln w="9525">
              <a:noFill/>
            </a:ln>
          </p:spPr>
          <p:txBody>
            <a:bodyPr/>
            <a:p>
              <a:endParaRPr lang="zh-CN" altLang="en-US"/>
            </a:p>
          </p:txBody>
        </p:sp>
        <p:sp>
          <p:nvSpPr>
            <p:cNvPr id="35872" name="Freeform 33"/>
            <p:cNvSpPr/>
            <p:nvPr/>
          </p:nvSpPr>
          <p:spPr>
            <a:xfrm>
              <a:off x="3808" y="1568"/>
              <a:ext cx="72" cy="104"/>
            </a:xfrm>
            <a:custGeom>
              <a:avLst/>
              <a:gdLst/>
              <a:ahLst/>
              <a:cxnLst>
                <a:cxn ang="0">
                  <a:pos x="72" y="76"/>
                </a:cxn>
                <a:cxn ang="0">
                  <a:pos x="0" y="0"/>
                </a:cxn>
                <a:cxn ang="0">
                  <a:pos x="11" y="104"/>
                </a:cxn>
                <a:cxn ang="0">
                  <a:pos x="28" y="62"/>
                </a:cxn>
                <a:cxn ang="0">
                  <a:pos x="72" y="76"/>
                </a:cxn>
              </a:cxnLst>
              <a:pathLst>
                <a:path w="72" h="104">
                  <a:moveTo>
                    <a:pt x="72" y="76"/>
                  </a:moveTo>
                  <a:lnTo>
                    <a:pt x="0" y="0"/>
                  </a:lnTo>
                  <a:lnTo>
                    <a:pt x="11" y="104"/>
                  </a:lnTo>
                  <a:lnTo>
                    <a:pt x="28" y="62"/>
                  </a:lnTo>
                  <a:lnTo>
                    <a:pt x="72" y="76"/>
                  </a:lnTo>
                  <a:close/>
                </a:path>
              </a:pathLst>
            </a:custGeom>
            <a:solidFill>
              <a:srgbClr val="FF0000"/>
            </a:solidFill>
            <a:ln w="9525">
              <a:noFill/>
            </a:ln>
          </p:spPr>
          <p:txBody>
            <a:bodyPr/>
            <a:p>
              <a:endParaRPr lang="zh-CN" altLang="en-US"/>
            </a:p>
          </p:txBody>
        </p:sp>
      </p:grpSp>
      <p:sp>
        <p:nvSpPr>
          <p:cNvPr id="35873" name="Oval 34"/>
          <p:cNvSpPr/>
          <p:nvPr/>
        </p:nvSpPr>
        <p:spPr>
          <a:xfrm>
            <a:off x="6642100" y="3389313"/>
            <a:ext cx="304800" cy="304800"/>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sp>
        <p:nvSpPr>
          <p:cNvPr id="35874" name="Freeform 35"/>
          <p:cNvSpPr/>
          <p:nvPr/>
        </p:nvSpPr>
        <p:spPr>
          <a:xfrm>
            <a:off x="5351463" y="2203450"/>
            <a:ext cx="2743200" cy="2009775"/>
          </a:xfrm>
          <a:custGeom>
            <a:avLst/>
            <a:gdLst/>
            <a:ahLst/>
            <a:cxnLst>
              <a:cxn ang="0">
                <a:pos x="370907" y="1003349"/>
              </a:cxn>
              <a:cxn ang="0">
                <a:pos x="588910" y="455508"/>
              </a:cxn>
              <a:cxn ang="0">
                <a:pos x="756954" y="301620"/>
              </a:cxn>
              <a:cxn ang="0">
                <a:pos x="1530560" y="96949"/>
              </a:cxn>
              <a:cxn ang="0">
                <a:pos x="2152776" y="147732"/>
              </a:cxn>
              <a:cxn ang="0">
                <a:pos x="2355640" y="370870"/>
              </a:cxn>
              <a:cxn ang="0">
                <a:pos x="2457072" y="438580"/>
              </a:cxn>
              <a:cxn ang="0">
                <a:pos x="2507030" y="472436"/>
              </a:cxn>
              <a:cxn ang="0">
                <a:pos x="2641768" y="677106"/>
              </a:cxn>
              <a:cxn ang="0">
                <a:pos x="2625115" y="1275730"/>
              </a:cxn>
              <a:cxn ang="0">
                <a:pos x="2507030" y="1515795"/>
              </a:cxn>
              <a:cxn ang="0">
                <a:pos x="1901468" y="1857426"/>
              </a:cxn>
              <a:cxn ang="0">
                <a:pos x="1733424" y="1908209"/>
              </a:cxn>
              <a:cxn ang="0">
                <a:pos x="1194473" y="1806643"/>
              </a:cxn>
              <a:cxn ang="0">
                <a:pos x="1093041" y="1772788"/>
              </a:cxn>
              <a:cxn ang="0">
                <a:pos x="924997" y="1737394"/>
              </a:cxn>
              <a:cxn ang="0">
                <a:pos x="68126" y="1754321"/>
              </a:cxn>
              <a:cxn ang="0">
                <a:pos x="0" y="1600433"/>
              </a:cxn>
              <a:cxn ang="0">
                <a:pos x="16653" y="1395763"/>
              </a:cxn>
              <a:cxn ang="0">
                <a:pos x="101432" y="1241875"/>
              </a:cxn>
              <a:cxn ang="0">
                <a:pos x="319434" y="1020276"/>
              </a:cxn>
              <a:cxn ang="0">
                <a:pos x="370907" y="1003349"/>
              </a:cxn>
            </a:cxnLst>
            <a:pathLst>
              <a:path w="1812" h="1306">
                <a:moveTo>
                  <a:pt x="245" y="652"/>
                </a:moveTo>
                <a:cubicBezTo>
                  <a:pt x="255" y="512"/>
                  <a:pt x="263" y="380"/>
                  <a:pt x="389" y="296"/>
                </a:cubicBezTo>
                <a:cubicBezTo>
                  <a:pt x="410" y="233"/>
                  <a:pt x="436" y="212"/>
                  <a:pt x="500" y="196"/>
                </a:cubicBezTo>
                <a:cubicBezTo>
                  <a:pt x="651" y="77"/>
                  <a:pt x="824" y="82"/>
                  <a:pt x="1011" y="63"/>
                </a:cubicBezTo>
                <a:cubicBezTo>
                  <a:pt x="1148" y="67"/>
                  <a:pt x="1324" y="0"/>
                  <a:pt x="1422" y="96"/>
                </a:cubicBezTo>
                <a:cubicBezTo>
                  <a:pt x="1466" y="139"/>
                  <a:pt x="1503" y="206"/>
                  <a:pt x="1556" y="241"/>
                </a:cubicBezTo>
                <a:cubicBezTo>
                  <a:pt x="1578" y="256"/>
                  <a:pt x="1601" y="270"/>
                  <a:pt x="1623" y="285"/>
                </a:cubicBezTo>
                <a:cubicBezTo>
                  <a:pt x="1634" y="292"/>
                  <a:pt x="1656" y="307"/>
                  <a:pt x="1656" y="307"/>
                </a:cubicBezTo>
                <a:cubicBezTo>
                  <a:pt x="1686" y="352"/>
                  <a:pt x="1715" y="395"/>
                  <a:pt x="1745" y="440"/>
                </a:cubicBezTo>
                <a:cubicBezTo>
                  <a:pt x="1786" y="565"/>
                  <a:pt x="1812" y="712"/>
                  <a:pt x="1734" y="829"/>
                </a:cubicBezTo>
                <a:cubicBezTo>
                  <a:pt x="1720" y="888"/>
                  <a:pt x="1699" y="942"/>
                  <a:pt x="1656" y="985"/>
                </a:cubicBezTo>
                <a:cubicBezTo>
                  <a:pt x="1601" y="1151"/>
                  <a:pt x="1408" y="1186"/>
                  <a:pt x="1256" y="1207"/>
                </a:cubicBezTo>
                <a:cubicBezTo>
                  <a:pt x="1175" y="1234"/>
                  <a:pt x="1212" y="1223"/>
                  <a:pt x="1145" y="1240"/>
                </a:cubicBezTo>
                <a:cubicBezTo>
                  <a:pt x="1017" y="1306"/>
                  <a:pt x="909" y="1213"/>
                  <a:pt x="789" y="1174"/>
                </a:cubicBezTo>
                <a:cubicBezTo>
                  <a:pt x="785" y="1173"/>
                  <a:pt x="726" y="1153"/>
                  <a:pt x="722" y="1152"/>
                </a:cubicBezTo>
                <a:cubicBezTo>
                  <a:pt x="685" y="1144"/>
                  <a:pt x="611" y="1129"/>
                  <a:pt x="611" y="1129"/>
                </a:cubicBezTo>
                <a:cubicBezTo>
                  <a:pt x="170" y="1156"/>
                  <a:pt x="359" y="1160"/>
                  <a:pt x="45" y="1140"/>
                </a:cubicBezTo>
                <a:cubicBezTo>
                  <a:pt x="32" y="1104"/>
                  <a:pt x="12" y="1076"/>
                  <a:pt x="0" y="1040"/>
                </a:cubicBezTo>
                <a:cubicBezTo>
                  <a:pt x="4" y="996"/>
                  <a:pt x="5" y="951"/>
                  <a:pt x="11" y="907"/>
                </a:cubicBezTo>
                <a:cubicBezTo>
                  <a:pt x="16" y="870"/>
                  <a:pt x="49" y="833"/>
                  <a:pt x="67" y="807"/>
                </a:cubicBezTo>
                <a:cubicBezTo>
                  <a:pt x="106" y="748"/>
                  <a:pt x="140" y="687"/>
                  <a:pt x="211" y="663"/>
                </a:cubicBezTo>
                <a:cubicBezTo>
                  <a:pt x="248" y="638"/>
                  <a:pt x="245" y="626"/>
                  <a:pt x="245" y="652"/>
                </a:cubicBezTo>
                <a:close/>
              </a:path>
            </a:pathLst>
          </a:custGeom>
          <a:solidFill>
            <a:srgbClr val="CCECFF">
              <a:alpha val="50195"/>
            </a:srgbClr>
          </a:solidFill>
          <a:ln w="19050">
            <a:noFill/>
          </a:ln>
        </p:spPr>
        <p:txBody>
          <a:bodyPr/>
          <a:p>
            <a:endParaRPr lang="zh-CN" altLang="en-US"/>
          </a:p>
        </p:txBody>
      </p:sp>
      <p:sp>
        <p:nvSpPr>
          <p:cNvPr id="35875" name="Line 36"/>
          <p:cNvSpPr/>
          <p:nvPr/>
        </p:nvSpPr>
        <p:spPr>
          <a:xfrm flipV="1">
            <a:off x="7742238" y="2398713"/>
            <a:ext cx="609600" cy="381000"/>
          </a:xfrm>
          <a:prstGeom prst="line">
            <a:avLst/>
          </a:prstGeom>
          <a:ln w="12700" cap="flat" cmpd="sng">
            <a:solidFill>
              <a:srgbClr val="FF0000"/>
            </a:solidFill>
            <a:prstDash val="solid"/>
            <a:round/>
            <a:headEnd type="none" w="med" len="med"/>
            <a:tailEnd type="triangle" w="sm" len="med"/>
          </a:ln>
        </p:spPr>
      </p:sp>
      <p:graphicFrame>
        <p:nvGraphicFramePr>
          <p:cNvPr id="30757" name="Object 37"/>
          <p:cNvGraphicFramePr/>
          <p:nvPr/>
        </p:nvGraphicFramePr>
        <p:xfrm>
          <a:off x="798513" y="1371600"/>
          <a:ext cx="4041775" cy="1250950"/>
        </p:xfrm>
        <a:graphic>
          <a:graphicData uri="http://schemas.openxmlformats.org/presentationml/2006/ole">
            <mc:AlternateContent xmlns:mc="http://schemas.openxmlformats.org/markup-compatibility/2006">
              <mc:Choice xmlns:v="urn:schemas-microsoft-com:vml" Requires="v">
                <p:oleObj spid="_x0000_s3151" name="" r:id="rId2" imgW="1383665" imgH="431800" progId="Equation.3">
                  <p:embed/>
                </p:oleObj>
              </mc:Choice>
              <mc:Fallback>
                <p:oleObj name="" r:id="rId2" imgW="1383665" imgH="431800" progId="Equation.3">
                  <p:embed/>
                  <p:pic>
                    <p:nvPicPr>
                      <p:cNvPr id="0" name="图片 3150"/>
                      <p:cNvPicPr/>
                      <p:nvPr/>
                    </p:nvPicPr>
                    <p:blipFill>
                      <a:blip r:embed="rId3"/>
                      <a:stretch>
                        <a:fillRect/>
                      </a:stretch>
                    </p:blipFill>
                    <p:spPr>
                      <a:xfrm>
                        <a:off x="798513" y="1371600"/>
                        <a:ext cx="4041775" cy="1250950"/>
                      </a:xfrm>
                      <a:prstGeom prst="rect">
                        <a:avLst/>
                      </a:prstGeom>
                      <a:noFill/>
                      <a:ln w="38100">
                        <a:noFill/>
                        <a:miter/>
                      </a:ln>
                    </p:spPr>
                  </p:pic>
                </p:oleObj>
              </mc:Fallback>
            </mc:AlternateContent>
          </a:graphicData>
        </a:graphic>
      </p:graphicFrame>
      <p:graphicFrame>
        <p:nvGraphicFramePr>
          <p:cNvPr id="30758" name="Object 38"/>
          <p:cNvGraphicFramePr/>
          <p:nvPr/>
        </p:nvGraphicFramePr>
        <p:xfrm>
          <a:off x="1587500" y="2438400"/>
          <a:ext cx="2333625" cy="1244600"/>
        </p:xfrm>
        <a:graphic>
          <a:graphicData uri="http://schemas.openxmlformats.org/presentationml/2006/ole">
            <mc:AlternateContent xmlns:mc="http://schemas.openxmlformats.org/markup-compatibility/2006">
              <mc:Choice xmlns:v="urn:schemas-microsoft-com:vml" Requires="v">
                <p:oleObj spid="_x0000_s3153" name="" r:id="rId4" imgW="723900" imgH="431800" progId="Equation.3">
                  <p:embed/>
                </p:oleObj>
              </mc:Choice>
              <mc:Fallback>
                <p:oleObj name="" r:id="rId4" imgW="723900" imgH="431800" progId="Equation.3">
                  <p:embed/>
                  <p:pic>
                    <p:nvPicPr>
                      <p:cNvPr id="0" name="图片 3152"/>
                      <p:cNvPicPr/>
                      <p:nvPr/>
                    </p:nvPicPr>
                    <p:blipFill>
                      <a:blip r:embed="rId5"/>
                      <a:stretch>
                        <a:fillRect/>
                      </a:stretch>
                    </p:blipFill>
                    <p:spPr>
                      <a:xfrm>
                        <a:off x="1587500" y="2438400"/>
                        <a:ext cx="2333625" cy="1244600"/>
                      </a:xfrm>
                      <a:prstGeom prst="rect">
                        <a:avLst/>
                      </a:prstGeom>
                      <a:noFill/>
                      <a:ln w="38100">
                        <a:noFill/>
                        <a:miter/>
                      </a:ln>
                    </p:spPr>
                  </p:pic>
                </p:oleObj>
              </mc:Fallback>
            </mc:AlternateContent>
          </a:graphicData>
        </a:graphic>
      </p:graphicFrame>
      <p:graphicFrame>
        <p:nvGraphicFramePr>
          <p:cNvPr id="30759" name="Object 39"/>
          <p:cNvGraphicFramePr/>
          <p:nvPr/>
        </p:nvGraphicFramePr>
        <p:xfrm>
          <a:off x="739775" y="4648200"/>
          <a:ext cx="3567113" cy="1249363"/>
        </p:xfrm>
        <a:graphic>
          <a:graphicData uri="http://schemas.openxmlformats.org/presentationml/2006/ole">
            <mc:AlternateContent xmlns:mc="http://schemas.openxmlformats.org/markup-compatibility/2006">
              <mc:Choice xmlns:v="urn:schemas-microsoft-com:vml" Requires="v">
                <p:oleObj spid="_x0000_s3152" name="" r:id="rId6" imgW="1269365" imgH="431800" progId="Equation.3">
                  <p:embed/>
                </p:oleObj>
              </mc:Choice>
              <mc:Fallback>
                <p:oleObj name="" r:id="rId6" imgW="1269365" imgH="431800" progId="Equation.3">
                  <p:embed/>
                  <p:pic>
                    <p:nvPicPr>
                      <p:cNvPr id="0" name="图片 3151"/>
                      <p:cNvPicPr/>
                      <p:nvPr/>
                    </p:nvPicPr>
                    <p:blipFill>
                      <a:blip r:embed="rId7"/>
                      <a:stretch>
                        <a:fillRect/>
                      </a:stretch>
                    </p:blipFill>
                    <p:spPr>
                      <a:xfrm>
                        <a:off x="739775" y="4648200"/>
                        <a:ext cx="3567113" cy="1249363"/>
                      </a:xfrm>
                      <a:prstGeom prst="rect">
                        <a:avLst/>
                      </a:prstGeom>
                      <a:noFill/>
                      <a:ln w="38100">
                        <a:noFill/>
                        <a:miter/>
                      </a:ln>
                    </p:spPr>
                  </p:pic>
                </p:oleObj>
              </mc:Fallback>
            </mc:AlternateContent>
          </a:graphicData>
        </a:graphic>
      </p:graphicFrame>
      <p:graphicFrame>
        <p:nvGraphicFramePr>
          <p:cNvPr id="30760" name="Object 40"/>
          <p:cNvGraphicFramePr/>
          <p:nvPr/>
        </p:nvGraphicFramePr>
        <p:xfrm>
          <a:off x="1333500" y="3657600"/>
          <a:ext cx="2171700" cy="1133475"/>
        </p:xfrm>
        <a:graphic>
          <a:graphicData uri="http://schemas.openxmlformats.org/presentationml/2006/ole">
            <mc:AlternateContent xmlns:mc="http://schemas.openxmlformats.org/markup-compatibility/2006">
              <mc:Choice xmlns:v="urn:schemas-microsoft-com:vml" Requires="v">
                <p:oleObj spid="_x0000_s3154" name="" r:id="rId8" imgW="622300" imgH="393700" progId="Equation.3">
                  <p:embed/>
                </p:oleObj>
              </mc:Choice>
              <mc:Fallback>
                <p:oleObj name="" r:id="rId8" imgW="622300" imgH="393700" progId="Equation.3">
                  <p:embed/>
                  <p:pic>
                    <p:nvPicPr>
                      <p:cNvPr id="0" name="图片 3153"/>
                      <p:cNvPicPr/>
                      <p:nvPr/>
                    </p:nvPicPr>
                    <p:blipFill>
                      <a:blip r:embed="rId9"/>
                      <a:stretch>
                        <a:fillRect/>
                      </a:stretch>
                    </p:blipFill>
                    <p:spPr>
                      <a:xfrm>
                        <a:off x="1333500" y="3657600"/>
                        <a:ext cx="2171700" cy="1133475"/>
                      </a:xfrm>
                      <a:prstGeom prst="rect">
                        <a:avLst/>
                      </a:prstGeom>
                      <a:noFill/>
                      <a:ln w="38100">
                        <a:noFill/>
                        <a:miter/>
                      </a:ln>
                    </p:spPr>
                  </p:pic>
                </p:oleObj>
              </mc:Fallback>
            </mc:AlternateContent>
          </a:graphicData>
        </a:graphic>
      </p:graphicFrame>
      <p:sp>
        <p:nvSpPr>
          <p:cNvPr id="35880" name="Line 41"/>
          <p:cNvSpPr/>
          <p:nvPr/>
        </p:nvSpPr>
        <p:spPr>
          <a:xfrm flipH="1">
            <a:off x="5532438" y="3922713"/>
            <a:ext cx="914400" cy="685800"/>
          </a:xfrm>
          <a:prstGeom prst="line">
            <a:avLst/>
          </a:prstGeom>
          <a:ln w="9525" cap="flat" cmpd="sng">
            <a:solidFill>
              <a:srgbClr val="FF0000"/>
            </a:solidFill>
            <a:prstDash val="solid"/>
            <a:round/>
            <a:headEnd type="none" w="med" len="med"/>
            <a:tailEnd type="none" w="med" len="med"/>
          </a:ln>
        </p:spPr>
      </p:sp>
      <p:sp>
        <p:nvSpPr>
          <p:cNvPr id="35881" name="Line 42"/>
          <p:cNvSpPr/>
          <p:nvPr/>
        </p:nvSpPr>
        <p:spPr>
          <a:xfrm flipH="1">
            <a:off x="6370638" y="3694113"/>
            <a:ext cx="381000" cy="304800"/>
          </a:xfrm>
          <a:prstGeom prst="line">
            <a:avLst/>
          </a:prstGeom>
          <a:ln w="9525" cap="flat" cmpd="sng">
            <a:solidFill>
              <a:srgbClr val="FF0000"/>
            </a:solidFill>
            <a:prstDash val="dash"/>
            <a:round/>
            <a:headEnd type="none" w="med" len="med"/>
            <a:tailEnd type="none" w="med" len="med"/>
          </a:ln>
        </p:spPr>
      </p:sp>
      <p:grpSp>
        <p:nvGrpSpPr>
          <p:cNvPr id="9" name="Group 43"/>
          <p:cNvGrpSpPr/>
          <p:nvPr/>
        </p:nvGrpSpPr>
        <p:grpSpPr>
          <a:xfrm>
            <a:off x="6843713" y="1724025"/>
            <a:ext cx="1828800" cy="2679700"/>
            <a:chOff x="4128" y="288"/>
            <a:chExt cx="1152" cy="1688"/>
          </a:xfrm>
        </p:grpSpPr>
        <p:sp>
          <p:nvSpPr>
            <p:cNvPr id="35883" name="Oval 44" descr="轮廓式菱形"/>
            <p:cNvSpPr/>
            <p:nvPr/>
          </p:nvSpPr>
          <p:spPr>
            <a:xfrm rot="-2365378" flipH="1">
              <a:off x="4608" y="882"/>
              <a:ext cx="48" cy="240"/>
            </a:xfrm>
            <a:prstGeom prst="ellipse">
              <a:avLst/>
            </a:prstGeom>
            <a:pattFill prst="openDmnd">
              <a:fgClr>
                <a:schemeClr val="bg1"/>
              </a:fgClr>
              <a:bgClr>
                <a:srgbClr val="CCFFFF"/>
              </a:bgClr>
            </a:pattFill>
            <a:ln w="28575" cap="flat" cmpd="sng">
              <a:solidFill>
                <a:srgbClr val="0000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5884" name="Line 45"/>
            <p:cNvSpPr/>
            <p:nvPr/>
          </p:nvSpPr>
          <p:spPr>
            <a:xfrm flipH="1">
              <a:off x="4176" y="834"/>
              <a:ext cx="432" cy="528"/>
            </a:xfrm>
            <a:prstGeom prst="line">
              <a:avLst/>
            </a:prstGeom>
            <a:ln w="28575" cap="rnd" cmpd="sng">
              <a:solidFill>
                <a:schemeClr val="accent2"/>
              </a:solidFill>
              <a:prstDash val="sysDot"/>
              <a:round/>
              <a:headEnd type="none" w="med" len="med"/>
              <a:tailEnd type="none" w="sm" len="lg"/>
            </a:ln>
          </p:spPr>
        </p:sp>
        <p:sp>
          <p:nvSpPr>
            <p:cNvPr id="35885" name="Line 46"/>
            <p:cNvSpPr/>
            <p:nvPr/>
          </p:nvSpPr>
          <p:spPr>
            <a:xfrm flipH="1">
              <a:off x="4128" y="1026"/>
              <a:ext cx="672" cy="384"/>
            </a:xfrm>
            <a:prstGeom prst="line">
              <a:avLst/>
            </a:prstGeom>
            <a:ln w="28575" cap="rnd" cmpd="sng">
              <a:solidFill>
                <a:schemeClr val="accent2"/>
              </a:solidFill>
              <a:prstDash val="sysDot"/>
              <a:round/>
              <a:headEnd type="none" w="med" len="med"/>
              <a:tailEnd type="none" w="sm" len="lg"/>
            </a:ln>
          </p:spPr>
        </p:sp>
        <p:sp>
          <p:nvSpPr>
            <p:cNvPr id="35886" name="Oval 47"/>
            <p:cNvSpPr/>
            <p:nvPr/>
          </p:nvSpPr>
          <p:spPr>
            <a:xfrm rot="-3528305">
              <a:off x="4608" y="795"/>
              <a:ext cx="154" cy="304"/>
            </a:xfrm>
            <a:prstGeom prst="ellipse">
              <a:avLst/>
            </a:prstGeom>
            <a:gradFill rotWithShape="0">
              <a:gsLst>
                <a:gs pos="0">
                  <a:srgbClr val="FFFFFF"/>
                </a:gs>
                <a:gs pos="100000">
                  <a:srgbClr val="82C7CC"/>
                </a:gs>
              </a:gsLst>
              <a:path path="shape">
                <a:fillToRect l="50000" t="50000" r="50000" b="50000"/>
              </a:path>
              <a:tileRect/>
            </a:gradFill>
            <a:ln w="12700" cap="flat" cmpd="sng">
              <a:solidFill>
                <a:srgbClr val="333399"/>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5887" name="Line 48"/>
            <p:cNvSpPr/>
            <p:nvPr/>
          </p:nvSpPr>
          <p:spPr>
            <a:xfrm flipV="1">
              <a:off x="4704" y="576"/>
              <a:ext cx="240" cy="354"/>
            </a:xfrm>
            <a:prstGeom prst="line">
              <a:avLst/>
            </a:prstGeom>
            <a:ln w="38100" cap="flat" cmpd="sng">
              <a:solidFill>
                <a:srgbClr val="D60093"/>
              </a:solidFill>
              <a:prstDash val="solid"/>
              <a:round/>
              <a:headEnd type="none" w="med" len="med"/>
              <a:tailEnd type="triangle" w="sm" len="lg"/>
            </a:ln>
          </p:spPr>
        </p:sp>
        <p:graphicFrame>
          <p:nvGraphicFramePr>
            <p:cNvPr id="35888" name="Object 49"/>
            <p:cNvGraphicFramePr/>
            <p:nvPr/>
          </p:nvGraphicFramePr>
          <p:xfrm>
            <a:off x="4224" y="288"/>
            <a:ext cx="240" cy="210"/>
          </p:xfrm>
          <a:graphic>
            <a:graphicData uri="http://schemas.openxmlformats.org/presentationml/2006/ole">
              <mc:AlternateContent xmlns:mc="http://schemas.openxmlformats.org/markup-compatibility/2006">
                <mc:Choice xmlns:v="urn:schemas-microsoft-com:vml" Requires="v">
                  <p:oleObj spid="_x0000_s3155" name="" r:id="rId10" imgW="469900" imgH="393700" progId="Equation.3">
                    <p:embed/>
                  </p:oleObj>
                </mc:Choice>
                <mc:Fallback>
                  <p:oleObj name="" r:id="rId10" imgW="469900" imgH="393700" progId="Equation.3">
                    <p:embed/>
                    <p:pic>
                      <p:nvPicPr>
                        <p:cNvPr id="0" name="图片 3154"/>
                        <p:cNvPicPr/>
                        <p:nvPr/>
                      </p:nvPicPr>
                      <p:blipFill>
                        <a:blip r:embed="rId11">
                          <a:clrChange>
                            <a:clrFrom>
                              <a:srgbClr val="000000"/>
                            </a:clrFrom>
                            <a:clrTo>
                              <a:srgbClr val="333399"/>
                            </a:clrTo>
                          </a:clrChange>
                        </a:blip>
                        <a:stretch>
                          <a:fillRect/>
                        </a:stretch>
                      </p:blipFill>
                      <p:spPr>
                        <a:xfrm>
                          <a:off x="4224" y="288"/>
                          <a:ext cx="240" cy="210"/>
                        </a:xfrm>
                        <a:prstGeom prst="rect">
                          <a:avLst/>
                        </a:prstGeom>
                        <a:solidFill>
                          <a:schemeClr val="bg1">
                            <a:alpha val="50195"/>
                          </a:schemeClr>
                        </a:solidFill>
                        <a:ln w="38100">
                          <a:noFill/>
                          <a:miter/>
                        </a:ln>
                      </p:spPr>
                    </p:pic>
                  </p:oleObj>
                </mc:Fallback>
              </mc:AlternateContent>
            </a:graphicData>
          </a:graphic>
        </p:graphicFrame>
        <p:graphicFrame>
          <p:nvGraphicFramePr>
            <p:cNvPr id="35889" name="Object 50"/>
            <p:cNvGraphicFramePr/>
            <p:nvPr/>
          </p:nvGraphicFramePr>
          <p:xfrm>
            <a:off x="4944" y="498"/>
            <a:ext cx="176" cy="240"/>
          </p:xfrm>
          <a:graphic>
            <a:graphicData uri="http://schemas.openxmlformats.org/presentationml/2006/ole">
              <mc:AlternateContent xmlns:mc="http://schemas.openxmlformats.org/markup-compatibility/2006">
                <mc:Choice xmlns:v="urn:schemas-microsoft-com:vml" Requires="v">
                  <p:oleObj spid="_x0000_s3156" name="" r:id="rId12" imgW="3048000" imgH="4267200" progId="Equation.3">
                    <p:embed/>
                  </p:oleObj>
                </mc:Choice>
                <mc:Fallback>
                  <p:oleObj name="" r:id="rId12" imgW="3048000" imgH="4267200" progId="Equation.3">
                    <p:embed/>
                    <p:pic>
                      <p:nvPicPr>
                        <p:cNvPr id="0" name="图片 3155"/>
                        <p:cNvPicPr/>
                        <p:nvPr/>
                      </p:nvPicPr>
                      <p:blipFill>
                        <a:blip r:embed="rId13"/>
                        <a:stretch>
                          <a:fillRect/>
                        </a:stretch>
                      </p:blipFill>
                      <p:spPr>
                        <a:xfrm>
                          <a:off x="4944" y="498"/>
                          <a:ext cx="176" cy="240"/>
                        </a:xfrm>
                        <a:prstGeom prst="rect">
                          <a:avLst/>
                        </a:prstGeom>
                        <a:noFill/>
                        <a:ln w="38100">
                          <a:noFill/>
                          <a:miter/>
                        </a:ln>
                      </p:spPr>
                    </p:pic>
                  </p:oleObj>
                </mc:Fallback>
              </mc:AlternateContent>
            </a:graphicData>
          </a:graphic>
        </p:graphicFrame>
        <p:sp>
          <p:nvSpPr>
            <p:cNvPr id="35890" name="Arc 51"/>
            <p:cNvSpPr/>
            <p:nvPr/>
          </p:nvSpPr>
          <p:spPr>
            <a:xfrm>
              <a:off x="4848" y="738"/>
              <a:ext cx="96" cy="48"/>
            </a:xfrm>
            <a:custGeom>
              <a:avLst/>
              <a:gdLst/>
              <a:ahLst/>
              <a:cxnLst>
                <a:cxn ang="0">
                  <a:pos x="0" y="0"/>
                </a:cxn>
                <a:cxn ang="0">
                  <a:pos x="96" y="48"/>
                </a:cxn>
                <a:cxn ang="0">
                  <a:pos x="0" y="0"/>
                </a:cxn>
                <a:cxn ang="0">
                  <a:pos x="96" y="48"/>
                </a:cxn>
                <a:cxn ang="0">
                  <a:pos x="0" y="48"/>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solidFill>
              <a:prstDash val="solid"/>
              <a:round/>
              <a:headEnd type="none" w="med" len="med"/>
              <a:tailEnd type="none" w="sm" len="lg"/>
            </a:ln>
          </p:spPr>
          <p:txBody>
            <a:bodyPr/>
            <a:p>
              <a:endParaRPr lang="zh-CN" altLang="en-US"/>
            </a:p>
          </p:txBody>
        </p:sp>
        <p:graphicFrame>
          <p:nvGraphicFramePr>
            <p:cNvPr id="35891" name="Object 52"/>
            <p:cNvGraphicFramePr/>
            <p:nvPr/>
          </p:nvGraphicFramePr>
          <p:xfrm>
            <a:off x="4800" y="306"/>
            <a:ext cx="150" cy="282"/>
          </p:xfrm>
          <a:graphic>
            <a:graphicData uri="http://schemas.openxmlformats.org/presentationml/2006/ole">
              <mc:AlternateContent xmlns:mc="http://schemas.openxmlformats.org/markup-compatibility/2006">
                <mc:Choice xmlns:v="urn:schemas-microsoft-com:vml" Requires="v">
                  <p:oleObj spid="_x0000_s3157" name="" r:id="rId14" imgW="342900" imgH="508000" progId="Equation.3">
                    <p:embed/>
                  </p:oleObj>
                </mc:Choice>
                <mc:Fallback>
                  <p:oleObj name="" r:id="rId14" imgW="342900" imgH="508000" progId="Equation.3">
                    <p:embed/>
                    <p:pic>
                      <p:nvPicPr>
                        <p:cNvPr id="0" name="图片 3156"/>
                        <p:cNvPicPr/>
                        <p:nvPr/>
                      </p:nvPicPr>
                      <p:blipFill>
                        <a:blip r:embed="rId15">
                          <a:clrChange>
                            <a:clrFrom>
                              <a:srgbClr val="000000"/>
                            </a:clrFrom>
                            <a:clrTo>
                              <a:srgbClr val="333399"/>
                            </a:clrTo>
                          </a:clrChange>
                        </a:blip>
                        <a:stretch>
                          <a:fillRect/>
                        </a:stretch>
                      </p:blipFill>
                      <p:spPr>
                        <a:xfrm>
                          <a:off x="4800" y="306"/>
                          <a:ext cx="150" cy="282"/>
                        </a:xfrm>
                        <a:prstGeom prst="rect">
                          <a:avLst/>
                        </a:prstGeom>
                        <a:solidFill>
                          <a:schemeClr val="bg1">
                            <a:alpha val="50195"/>
                          </a:schemeClr>
                        </a:solidFill>
                        <a:ln w="38100">
                          <a:noFill/>
                          <a:miter/>
                        </a:ln>
                      </p:spPr>
                    </p:pic>
                  </p:oleObj>
                </mc:Fallback>
              </mc:AlternateContent>
            </a:graphicData>
          </a:graphic>
        </p:graphicFrame>
        <p:graphicFrame>
          <p:nvGraphicFramePr>
            <p:cNvPr id="35892" name="Object 53"/>
            <p:cNvGraphicFramePr/>
            <p:nvPr/>
          </p:nvGraphicFramePr>
          <p:xfrm>
            <a:off x="4656" y="1746"/>
            <a:ext cx="288" cy="230"/>
          </p:xfrm>
          <a:graphic>
            <a:graphicData uri="http://schemas.openxmlformats.org/presentationml/2006/ole">
              <mc:AlternateContent xmlns:mc="http://schemas.openxmlformats.org/markup-compatibility/2006">
                <mc:Choice xmlns:v="urn:schemas-microsoft-com:vml" Requires="v">
                  <p:oleObj spid="_x0000_s3158" name="" r:id="rId16" imgW="520700" imgH="393700" progId="Equation.3">
                    <p:embed/>
                  </p:oleObj>
                </mc:Choice>
                <mc:Fallback>
                  <p:oleObj name="" r:id="rId16" imgW="520700" imgH="393700" progId="Equation.3">
                    <p:embed/>
                    <p:pic>
                      <p:nvPicPr>
                        <p:cNvPr id="0" name="图片 3157"/>
                        <p:cNvPicPr/>
                        <p:nvPr/>
                      </p:nvPicPr>
                      <p:blipFill>
                        <a:blip r:embed="rId17">
                          <a:clrChange>
                            <a:clrFrom>
                              <a:srgbClr val="000000"/>
                            </a:clrFrom>
                            <a:clrTo>
                              <a:srgbClr val="333399"/>
                            </a:clrTo>
                          </a:clrChange>
                        </a:blip>
                        <a:stretch>
                          <a:fillRect/>
                        </a:stretch>
                      </p:blipFill>
                      <p:spPr>
                        <a:xfrm>
                          <a:off x="4656" y="1746"/>
                          <a:ext cx="288" cy="230"/>
                        </a:xfrm>
                        <a:prstGeom prst="rect">
                          <a:avLst/>
                        </a:prstGeom>
                        <a:solidFill>
                          <a:schemeClr val="bg1">
                            <a:alpha val="50195"/>
                          </a:schemeClr>
                        </a:solidFill>
                        <a:ln w="38100">
                          <a:noFill/>
                          <a:miter/>
                        </a:ln>
                      </p:spPr>
                    </p:pic>
                  </p:oleObj>
                </mc:Fallback>
              </mc:AlternateContent>
            </a:graphicData>
          </a:graphic>
        </p:graphicFrame>
        <p:sp>
          <p:nvSpPr>
            <p:cNvPr id="35893" name="Line 54"/>
            <p:cNvSpPr/>
            <p:nvPr/>
          </p:nvSpPr>
          <p:spPr>
            <a:xfrm>
              <a:off x="4368" y="546"/>
              <a:ext cx="192" cy="240"/>
            </a:xfrm>
            <a:prstGeom prst="line">
              <a:avLst/>
            </a:prstGeom>
            <a:ln w="9525" cap="flat" cmpd="sng">
              <a:solidFill>
                <a:schemeClr val="tx1"/>
              </a:solidFill>
              <a:prstDash val="solid"/>
              <a:round/>
              <a:headEnd type="none" w="med" len="med"/>
              <a:tailEnd type="triangle" w="sm" len="lg"/>
            </a:ln>
          </p:spPr>
        </p:sp>
        <p:sp>
          <p:nvSpPr>
            <p:cNvPr id="35894" name="Line 55"/>
            <p:cNvSpPr/>
            <p:nvPr/>
          </p:nvSpPr>
          <p:spPr>
            <a:xfrm flipH="1" flipV="1">
              <a:off x="4320" y="1218"/>
              <a:ext cx="384" cy="528"/>
            </a:xfrm>
            <a:prstGeom prst="line">
              <a:avLst/>
            </a:prstGeom>
            <a:ln w="9525" cap="flat" cmpd="sng">
              <a:solidFill>
                <a:schemeClr val="tx1"/>
              </a:solidFill>
              <a:prstDash val="solid"/>
              <a:round/>
              <a:headEnd type="none" w="med" len="med"/>
              <a:tailEnd type="triangle" w="sm" len="lg"/>
            </a:ln>
          </p:spPr>
        </p:sp>
        <p:sp>
          <p:nvSpPr>
            <p:cNvPr id="35895" name="Line 56"/>
            <p:cNvSpPr/>
            <p:nvPr/>
          </p:nvSpPr>
          <p:spPr>
            <a:xfrm flipH="1" flipV="1">
              <a:off x="4704" y="1122"/>
              <a:ext cx="336" cy="432"/>
            </a:xfrm>
            <a:prstGeom prst="line">
              <a:avLst/>
            </a:prstGeom>
            <a:ln w="9525" cap="flat" cmpd="sng">
              <a:solidFill>
                <a:schemeClr val="tx1"/>
              </a:solidFill>
              <a:prstDash val="solid"/>
              <a:round/>
              <a:headEnd type="none" w="med" len="med"/>
              <a:tailEnd type="triangle" w="sm" len="lg"/>
            </a:ln>
          </p:spPr>
        </p:sp>
        <p:graphicFrame>
          <p:nvGraphicFramePr>
            <p:cNvPr id="35896" name="Object 57"/>
            <p:cNvGraphicFramePr/>
            <p:nvPr/>
          </p:nvGraphicFramePr>
          <p:xfrm>
            <a:off x="4992" y="1506"/>
            <a:ext cx="288" cy="212"/>
          </p:xfrm>
          <a:graphic>
            <a:graphicData uri="http://schemas.openxmlformats.org/presentationml/2006/ole">
              <mc:AlternateContent xmlns:mc="http://schemas.openxmlformats.org/markup-compatibility/2006">
                <mc:Choice xmlns:v="urn:schemas-microsoft-com:vml" Requires="v">
                  <p:oleObj spid="_x0000_s3159" name="" r:id="rId18" imgW="571500" imgH="393700" progId="Equation.3">
                    <p:embed/>
                  </p:oleObj>
                </mc:Choice>
                <mc:Fallback>
                  <p:oleObj name="" r:id="rId18" imgW="571500" imgH="393700" progId="Equation.3">
                    <p:embed/>
                    <p:pic>
                      <p:nvPicPr>
                        <p:cNvPr id="0" name="图片 3158"/>
                        <p:cNvPicPr/>
                        <p:nvPr/>
                      </p:nvPicPr>
                      <p:blipFill>
                        <a:blip r:embed="rId19">
                          <a:clrChange>
                            <a:clrFrom>
                              <a:srgbClr val="000000"/>
                            </a:clrFrom>
                            <a:clrTo>
                              <a:srgbClr val="333399"/>
                            </a:clrTo>
                          </a:clrChange>
                        </a:blip>
                        <a:stretch>
                          <a:fillRect/>
                        </a:stretch>
                      </p:blipFill>
                      <p:spPr>
                        <a:xfrm>
                          <a:off x="4992" y="1506"/>
                          <a:ext cx="288" cy="212"/>
                        </a:xfrm>
                        <a:prstGeom prst="rect">
                          <a:avLst/>
                        </a:prstGeom>
                        <a:solidFill>
                          <a:schemeClr val="bg1">
                            <a:alpha val="50195"/>
                          </a:schemeClr>
                        </a:solidFill>
                        <a:ln w="38100">
                          <a:noFill/>
                          <a:miter/>
                        </a:ln>
                      </p:spPr>
                    </p:pic>
                  </p:oleObj>
                </mc:Fallback>
              </mc:AlternateContent>
            </a:graphicData>
          </a:graphic>
        </p:graphicFrame>
      </p:grpSp>
      <p:sp>
        <p:nvSpPr>
          <p:cNvPr id="35897" name="Text Box 23"/>
          <p:cNvSpPr txBox="1"/>
          <p:nvPr/>
        </p:nvSpPr>
        <p:spPr>
          <a:xfrm>
            <a:off x="1143000" y="142875"/>
            <a:ext cx="3581400" cy="584200"/>
          </a:xfrm>
          <a:prstGeom prst="rect">
            <a:avLst/>
          </a:prstGeom>
          <a:noFill/>
          <a:ln w="9525">
            <a:noFill/>
          </a:ln>
        </p:spPr>
        <p:txBody>
          <a:bodyPr anchor="t" anchorCtr="0">
            <a:spAutoFit/>
          </a:bodyPr>
          <a:p>
            <a:pPr algn="ctr">
              <a:spcBef>
                <a:spcPct val="50000"/>
              </a:spcBef>
            </a:pPr>
            <a:r>
              <a:rPr lang="zh-CN" altLang="en-US" sz="3200" dirty="0">
                <a:latin typeface="Times New Roman" panose="02020603050405020304" pitchFamily="18" charset="0"/>
                <a:ea typeface="黑体" panose="02010609060101010101" pitchFamily="49" charset="-122"/>
              </a:rPr>
              <a:t>验证高斯定理：</a:t>
            </a:r>
            <a:endParaRPr lang="zh-CN" altLang="en-US" sz="3200" dirty="0">
              <a:latin typeface="Times New Roman" panose="02020603050405020304" pitchFamily="18" charset="0"/>
              <a:ea typeface="黑体" panose="02010609060101010101" pitchFamily="49"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30757"/>
                                        </p:tgtEl>
                                        <p:attrNameLst>
                                          <p:attrName>style.visibility</p:attrName>
                                        </p:attrNameLst>
                                      </p:cBhvr>
                                      <p:to>
                                        <p:strVal val="visible"/>
                                      </p:to>
                                    </p:set>
                                    <p:animEffect transition="in" filter="blinds(vertical)">
                                      <p:cBhvr>
                                        <p:cTn id="12" dur="500"/>
                                        <p:tgtEl>
                                          <p:spTgt spid="3075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58"/>
                                        </p:tgtEl>
                                        <p:attrNameLst>
                                          <p:attrName>style.visibility</p:attrName>
                                        </p:attrNameLst>
                                      </p:cBhvr>
                                      <p:to>
                                        <p:strVal val="visible"/>
                                      </p:to>
                                    </p:set>
                                    <p:animEffect transition="in" filter="blinds(horizontal)">
                                      <p:cBhvr>
                                        <p:cTn id="17" dur="500"/>
                                        <p:tgtEl>
                                          <p:spTgt spid="3075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30760"/>
                                        </p:tgtEl>
                                        <p:attrNameLst>
                                          <p:attrName>style.visibility</p:attrName>
                                        </p:attrNameLst>
                                      </p:cBhvr>
                                      <p:to>
                                        <p:strVal val="visible"/>
                                      </p:to>
                                    </p:set>
                                    <p:animEffect transition="in" filter="blinds(vertical)">
                                      <p:cBhvr>
                                        <p:cTn id="22" dur="500"/>
                                        <p:tgtEl>
                                          <p:spTgt spid="3076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30759"/>
                                        </p:tgtEl>
                                        <p:attrNameLst>
                                          <p:attrName>style.visibility</p:attrName>
                                        </p:attrNameLst>
                                      </p:cBhvr>
                                      <p:to>
                                        <p:strVal val="visible"/>
                                      </p:to>
                                    </p:set>
                                    <p:animEffect transition="in" filter="blinds(vertical)">
                                      <p:cBhvr>
                                        <p:cTn id="27" dur="500"/>
                                        <p:tgtEl>
                                          <p:spTgt spid="30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3"/>
          <p:cNvSpPr/>
          <p:nvPr/>
        </p:nvSpPr>
        <p:spPr>
          <a:xfrm>
            <a:off x="5003800" y="981075"/>
            <a:ext cx="3886200" cy="38862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8914" name="Freeform 21"/>
          <p:cNvSpPr/>
          <p:nvPr/>
        </p:nvSpPr>
        <p:spPr>
          <a:xfrm>
            <a:off x="6056313" y="2074863"/>
            <a:ext cx="2374900" cy="2286000"/>
          </a:xfrm>
          <a:custGeom>
            <a:avLst/>
            <a:gdLst/>
            <a:ahLst/>
            <a:cxnLst>
              <a:cxn ang="0">
                <a:pos x="43777" y="673100"/>
              </a:cxn>
              <a:cxn ang="0">
                <a:pos x="372104" y="139700"/>
              </a:cxn>
              <a:cxn ang="0">
                <a:pos x="963093" y="63500"/>
              </a:cxn>
              <a:cxn ang="0">
                <a:pos x="1488417" y="520700"/>
              </a:cxn>
              <a:cxn ang="0">
                <a:pos x="2013740" y="1282700"/>
              </a:cxn>
              <a:cxn ang="0">
                <a:pos x="2276402" y="1968500"/>
              </a:cxn>
              <a:cxn ang="0">
                <a:pos x="1422751" y="2273300"/>
              </a:cxn>
              <a:cxn ang="0">
                <a:pos x="569100" y="2044700"/>
              </a:cxn>
              <a:cxn ang="0">
                <a:pos x="109442" y="1358900"/>
              </a:cxn>
              <a:cxn ang="0">
                <a:pos x="43777" y="673100"/>
              </a:cxn>
            </a:cxnLst>
            <a:pathLst>
              <a:path w="1736" h="1440">
                <a:moveTo>
                  <a:pt x="32" y="424"/>
                </a:moveTo>
                <a:cubicBezTo>
                  <a:pt x="64" y="296"/>
                  <a:pt x="160" y="152"/>
                  <a:pt x="272" y="88"/>
                </a:cubicBezTo>
                <a:cubicBezTo>
                  <a:pt x="384" y="24"/>
                  <a:pt x="568" y="0"/>
                  <a:pt x="704" y="40"/>
                </a:cubicBezTo>
                <a:cubicBezTo>
                  <a:pt x="840" y="80"/>
                  <a:pt x="960" y="200"/>
                  <a:pt x="1088" y="328"/>
                </a:cubicBezTo>
                <a:cubicBezTo>
                  <a:pt x="1216" y="456"/>
                  <a:pt x="1376" y="656"/>
                  <a:pt x="1472" y="808"/>
                </a:cubicBezTo>
                <a:cubicBezTo>
                  <a:pt x="1568" y="960"/>
                  <a:pt x="1736" y="1136"/>
                  <a:pt x="1664" y="1240"/>
                </a:cubicBezTo>
                <a:cubicBezTo>
                  <a:pt x="1592" y="1344"/>
                  <a:pt x="1248" y="1424"/>
                  <a:pt x="1040" y="1432"/>
                </a:cubicBezTo>
                <a:cubicBezTo>
                  <a:pt x="832" y="1440"/>
                  <a:pt x="576" y="1384"/>
                  <a:pt x="416" y="1288"/>
                </a:cubicBezTo>
                <a:cubicBezTo>
                  <a:pt x="256" y="1192"/>
                  <a:pt x="144" y="1000"/>
                  <a:pt x="80" y="856"/>
                </a:cubicBezTo>
                <a:cubicBezTo>
                  <a:pt x="16" y="712"/>
                  <a:pt x="0" y="552"/>
                  <a:pt x="32" y="424"/>
                </a:cubicBezTo>
                <a:close/>
              </a:path>
            </a:pathLst>
          </a:custGeom>
          <a:gradFill rotWithShape="0">
            <a:gsLst>
              <a:gs pos="0">
                <a:schemeClr val="bg1"/>
              </a:gs>
              <a:gs pos="100000">
                <a:srgbClr val="99CCFF"/>
              </a:gs>
            </a:gsLst>
            <a:path path="rect">
              <a:fillToRect l="50000" t="50000" r="50000" b="50000"/>
            </a:path>
            <a:tileRect/>
          </a:gradFill>
          <a:ln w="12700" cap="flat" cmpd="sng">
            <a:solidFill>
              <a:srgbClr val="3333FF"/>
            </a:solidFill>
            <a:prstDash val="solid"/>
            <a:round/>
            <a:headEnd type="none" w="med" len="med"/>
            <a:tailEnd type="none" w="med" len="med"/>
          </a:ln>
        </p:spPr>
        <p:txBody>
          <a:bodyPr/>
          <a:p>
            <a:endParaRPr lang="zh-CN" altLang="en-US"/>
          </a:p>
        </p:txBody>
      </p:sp>
      <p:sp>
        <p:nvSpPr>
          <p:cNvPr id="38915" name="Line 22"/>
          <p:cNvSpPr/>
          <p:nvPr/>
        </p:nvSpPr>
        <p:spPr>
          <a:xfrm flipV="1">
            <a:off x="5373688" y="1655763"/>
            <a:ext cx="1971675" cy="1905000"/>
          </a:xfrm>
          <a:prstGeom prst="line">
            <a:avLst/>
          </a:prstGeom>
          <a:ln w="17780" cap="flat" cmpd="sng">
            <a:solidFill>
              <a:srgbClr val="FF0000"/>
            </a:solidFill>
            <a:prstDash val="solid"/>
            <a:round/>
            <a:headEnd type="none" w="med" len="med"/>
            <a:tailEnd type="triangle" w="sm" len="lg"/>
          </a:ln>
        </p:spPr>
      </p:sp>
      <p:sp>
        <p:nvSpPr>
          <p:cNvPr id="38916" name="Line 23"/>
          <p:cNvSpPr/>
          <p:nvPr/>
        </p:nvSpPr>
        <p:spPr>
          <a:xfrm>
            <a:off x="5308600" y="3636963"/>
            <a:ext cx="2417763" cy="1219200"/>
          </a:xfrm>
          <a:prstGeom prst="line">
            <a:avLst/>
          </a:prstGeom>
          <a:ln w="17780" cap="flat" cmpd="sng">
            <a:solidFill>
              <a:srgbClr val="FF0000"/>
            </a:solidFill>
            <a:prstDash val="solid"/>
            <a:round/>
            <a:headEnd type="none" w="med" len="med"/>
            <a:tailEnd type="triangle" w="sm" len="lg"/>
          </a:ln>
        </p:spPr>
      </p:sp>
      <p:sp>
        <p:nvSpPr>
          <p:cNvPr id="38917" name="Line 24"/>
          <p:cNvSpPr/>
          <p:nvPr/>
        </p:nvSpPr>
        <p:spPr>
          <a:xfrm flipV="1">
            <a:off x="5364163" y="3213100"/>
            <a:ext cx="914400" cy="423863"/>
          </a:xfrm>
          <a:prstGeom prst="line">
            <a:avLst/>
          </a:prstGeom>
          <a:ln w="17780" cap="flat" cmpd="sng">
            <a:solidFill>
              <a:srgbClr val="FF0000"/>
            </a:solidFill>
            <a:prstDash val="solid"/>
            <a:round/>
            <a:headEnd type="none" w="med" len="med"/>
            <a:tailEnd type="none" w="sm" len="lg"/>
          </a:ln>
        </p:spPr>
      </p:sp>
      <p:sp>
        <p:nvSpPr>
          <p:cNvPr id="38918" name="Line 25"/>
          <p:cNvSpPr/>
          <p:nvPr/>
        </p:nvSpPr>
        <p:spPr>
          <a:xfrm flipV="1">
            <a:off x="5364163" y="2341563"/>
            <a:ext cx="1981200" cy="1295400"/>
          </a:xfrm>
          <a:prstGeom prst="line">
            <a:avLst/>
          </a:prstGeom>
          <a:ln w="17780" cap="flat" cmpd="sng">
            <a:solidFill>
              <a:srgbClr val="333399"/>
            </a:solidFill>
            <a:prstDash val="dash"/>
            <a:round/>
            <a:headEnd type="none" w="med" len="med"/>
            <a:tailEnd type="none" w="sm" len="lg"/>
          </a:ln>
        </p:spPr>
      </p:sp>
      <p:sp>
        <p:nvSpPr>
          <p:cNvPr id="38919" name="Line 26"/>
          <p:cNvSpPr/>
          <p:nvPr/>
        </p:nvSpPr>
        <p:spPr>
          <a:xfrm>
            <a:off x="5308600" y="3636963"/>
            <a:ext cx="3255963" cy="609600"/>
          </a:xfrm>
          <a:prstGeom prst="line">
            <a:avLst/>
          </a:prstGeom>
          <a:ln w="17780" cap="flat" cmpd="sng">
            <a:solidFill>
              <a:srgbClr val="FF0000"/>
            </a:solidFill>
            <a:prstDash val="solid"/>
            <a:round/>
            <a:headEnd type="none" w="med" len="med"/>
            <a:tailEnd type="triangle" w="sm" len="lg"/>
          </a:ln>
        </p:spPr>
      </p:sp>
      <p:sp>
        <p:nvSpPr>
          <p:cNvPr id="38920" name="Line 27"/>
          <p:cNvSpPr/>
          <p:nvPr/>
        </p:nvSpPr>
        <p:spPr>
          <a:xfrm flipV="1">
            <a:off x="5308600" y="3332163"/>
            <a:ext cx="3332163" cy="304800"/>
          </a:xfrm>
          <a:prstGeom prst="line">
            <a:avLst/>
          </a:prstGeom>
          <a:ln w="17780" cap="flat" cmpd="sng">
            <a:solidFill>
              <a:srgbClr val="FF0000"/>
            </a:solidFill>
            <a:prstDash val="solid"/>
            <a:round/>
            <a:headEnd type="none" w="med" len="med"/>
            <a:tailEnd type="triangle" w="sm" len="lg"/>
          </a:ln>
        </p:spPr>
      </p:sp>
      <p:sp>
        <p:nvSpPr>
          <p:cNvPr id="38921" name="Line 28"/>
          <p:cNvSpPr/>
          <p:nvPr/>
        </p:nvSpPr>
        <p:spPr>
          <a:xfrm flipV="1">
            <a:off x="5334000" y="1427163"/>
            <a:ext cx="1096963" cy="2209800"/>
          </a:xfrm>
          <a:prstGeom prst="line">
            <a:avLst/>
          </a:prstGeom>
          <a:ln w="17780" cap="flat" cmpd="sng">
            <a:solidFill>
              <a:srgbClr val="FF0000"/>
            </a:solidFill>
            <a:prstDash val="solid"/>
            <a:round/>
            <a:headEnd type="none" w="med" len="med"/>
            <a:tailEnd type="triangle" w="sm" len="lg"/>
          </a:ln>
        </p:spPr>
      </p:sp>
      <p:graphicFrame>
        <p:nvGraphicFramePr>
          <p:cNvPr id="38922" name="Object 2"/>
          <p:cNvGraphicFramePr/>
          <p:nvPr/>
        </p:nvGraphicFramePr>
        <p:xfrm>
          <a:off x="5211763" y="2951163"/>
          <a:ext cx="242887" cy="381000"/>
        </p:xfrm>
        <a:graphic>
          <a:graphicData uri="http://schemas.openxmlformats.org/presentationml/2006/ole">
            <mc:AlternateContent xmlns:mc="http://schemas.openxmlformats.org/markup-compatibility/2006">
              <mc:Choice xmlns:v="urn:schemas-microsoft-com:vml" Requires="v">
                <p:oleObj spid="_x0000_s3187" name="" r:id="rId1" imgW="177800" imgH="240665" progId="Equation.3">
                  <p:embed/>
                </p:oleObj>
              </mc:Choice>
              <mc:Fallback>
                <p:oleObj name="" r:id="rId1" imgW="177800" imgH="240665" progId="Equation.3">
                  <p:embed/>
                  <p:pic>
                    <p:nvPicPr>
                      <p:cNvPr id="0" name="图片 3186"/>
                      <p:cNvPicPr/>
                      <p:nvPr/>
                    </p:nvPicPr>
                    <p:blipFill>
                      <a:blip r:embed="rId2"/>
                      <a:stretch>
                        <a:fillRect/>
                      </a:stretch>
                    </p:blipFill>
                    <p:spPr>
                      <a:xfrm>
                        <a:off x="5211763" y="2951163"/>
                        <a:ext cx="242887" cy="381000"/>
                      </a:xfrm>
                      <a:prstGeom prst="rect">
                        <a:avLst/>
                      </a:prstGeom>
                      <a:noFill/>
                      <a:ln w="38100">
                        <a:noFill/>
                        <a:miter/>
                      </a:ln>
                    </p:spPr>
                  </p:pic>
                </p:oleObj>
              </mc:Fallback>
            </mc:AlternateContent>
          </a:graphicData>
        </a:graphic>
      </p:graphicFrame>
      <p:sp>
        <p:nvSpPr>
          <p:cNvPr id="38923" name="Oval 5" descr="轮廓式菱形"/>
          <p:cNvSpPr/>
          <p:nvPr/>
        </p:nvSpPr>
        <p:spPr>
          <a:xfrm rot="-1967460">
            <a:off x="6126163" y="3103563"/>
            <a:ext cx="165100" cy="280987"/>
          </a:xfrm>
          <a:prstGeom prst="ellipse">
            <a:avLst/>
          </a:prstGeom>
          <a:pattFill prst="openDmnd">
            <a:fgClr>
              <a:schemeClr val="bg1"/>
            </a:fgClr>
            <a:bgClr>
              <a:srgbClr val="CCFFFF"/>
            </a:bgClr>
          </a:pattFill>
          <a:ln w="28575" cap="flat" cmpd="sng">
            <a:solidFill>
              <a:srgbClr val="3366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8924" name="Line 6"/>
          <p:cNvSpPr/>
          <p:nvPr/>
        </p:nvSpPr>
        <p:spPr>
          <a:xfrm flipH="1">
            <a:off x="5973763" y="3255963"/>
            <a:ext cx="230187" cy="228600"/>
          </a:xfrm>
          <a:prstGeom prst="line">
            <a:avLst/>
          </a:prstGeom>
          <a:ln w="38100" cap="flat" cmpd="sng">
            <a:solidFill>
              <a:srgbClr val="0000FF"/>
            </a:solidFill>
            <a:prstDash val="solid"/>
            <a:round/>
            <a:headEnd type="none" w="med" len="med"/>
            <a:tailEnd type="triangle" w="sm" len="lg"/>
          </a:ln>
        </p:spPr>
      </p:sp>
      <p:graphicFrame>
        <p:nvGraphicFramePr>
          <p:cNvPr id="38925" name="Object 3"/>
          <p:cNvGraphicFramePr/>
          <p:nvPr/>
        </p:nvGraphicFramePr>
        <p:xfrm>
          <a:off x="5745163" y="3560763"/>
          <a:ext cx="685800" cy="615950"/>
        </p:xfrm>
        <a:graphic>
          <a:graphicData uri="http://schemas.openxmlformats.org/presentationml/2006/ole">
            <mc:AlternateContent xmlns:mc="http://schemas.openxmlformats.org/markup-compatibility/2006">
              <mc:Choice xmlns:v="urn:schemas-microsoft-com:vml" Requires="v">
                <p:oleObj spid="_x0000_s3189" name="" r:id="rId3" imgW="571500" imgH="508000" progId="Equation.3">
                  <p:embed/>
                </p:oleObj>
              </mc:Choice>
              <mc:Fallback>
                <p:oleObj name="" r:id="rId3" imgW="571500" imgH="508000" progId="Equation.3">
                  <p:embed/>
                  <p:pic>
                    <p:nvPicPr>
                      <p:cNvPr id="0" name="图片 3188"/>
                      <p:cNvPicPr/>
                      <p:nvPr/>
                    </p:nvPicPr>
                    <p:blipFill>
                      <a:blip r:embed="rId4">
                        <a:clrChange>
                          <a:clrFrom>
                            <a:srgbClr val="000000"/>
                          </a:clrFrom>
                          <a:clrTo>
                            <a:srgbClr val="0000FF"/>
                          </a:clrTo>
                        </a:clrChange>
                      </a:blip>
                      <a:stretch>
                        <a:fillRect/>
                      </a:stretch>
                    </p:blipFill>
                    <p:spPr>
                      <a:xfrm>
                        <a:off x="5745163" y="3560763"/>
                        <a:ext cx="685800" cy="615950"/>
                      </a:xfrm>
                      <a:prstGeom prst="rect">
                        <a:avLst/>
                      </a:prstGeom>
                      <a:noFill/>
                      <a:ln w="38100">
                        <a:noFill/>
                        <a:miter/>
                      </a:ln>
                    </p:spPr>
                  </p:pic>
                </p:oleObj>
              </mc:Fallback>
            </mc:AlternateContent>
          </a:graphicData>
        </a:graphic>
      </p:graphicFrame>
      <p:sp>
        <p:nvSpPr>
          <p:cNvPr id="38926" name="Line 9"/>
          <p:cNvSpPr/>
          <p:nvPr/>
        </p:nvSpPr>
        <p:spPr>
          <a:xfrm flipV="1">
            <a:off x="6202363" y="3027363"/>
            <a:ext cx="457200" cy="204787"/>
          </a:xfrm>
          <a:prstGeom prst="line">
            <a:avLst/>
          </a:prstGeom>
          <a:ln w="38100" cap="flat" cmpd="sng">
            <a:solidFill>
              <a:srgbClr val="FF0000"/>
            </a:solidFill>
            <a:prstDash val="sysDot"/>
            <a:round/>
            <a:headEnd type="none" w="med" len="med"/>
            <a:tailEnd type="triangle" w="sm" len="lg"/>
          </a:ln>
        </p:spPr>
      </p:sp>
      <p:graphicFrame>
        <p:nvGraphicFramePr>
          <p:cNvPr id="38927" name="Object 4"/>
          <p:cNvGraphicFramePr/>
          <p:nvPr/>
        </p:nvGraphicFramePr>
        <p:xfrm>
          <a:off x="6670675" y="2874963"/>
          <a:ext cx="446088" cy="569912"/>
        </p:xfrm>
        <a:graphic>
          <a:graphicData uri="http://schemas.openxmlformats.org/presentationml/2006/ole">
            <mc:AlternateContent xmlns:mc="http://schemas.openxmlformats.org/markup-compatibility/2006">
              <mc:Choice xmlns:v="urn:schemas-microsoft-com:vml" Requires="v">
                <p:oleObj spid="_x0000_s3183" name="" r:id="rId5" imgW="406400" imgH="508000" progId="Equation.3">
                  <p:embed/>
                </p:oleObj>
              </mc:Choice>
              <mc:Fallback>
                <p:oleObj name="" r:id="rId5" imgW="406400" imgH="508000" progId="Equation.3">
                  <p:embed/>
                  <p:pic>
                    <p:nvPicPr>
                      <p:cNvPr id="0" name="图片 3182"/>
                      <p:cNvPicPr/>
                      <p:nvPr/>
                    </p:nvPicPr>
                    <p:blipFill>
                      <a:blip r:embed="rId6">
                        <a:clrChange>
                          <a:clrFrom>
                            <a:srgbClr val="000000"/>
                          </a:clrFrom>
                          <a:clrTo>
                            <a:srgbClr val="FF0000"/>
                          </a:clrTo>
                        </a:clrChange>
                      </a:blip>
                      <a:stretch>
                        <a:fillRect/>
                      </a:stretch>
                    </p:blipFill>
                    <p:spPr>
                      <a:xfrm>
                        <a:off x="6670675" y="2874963"/>
                        <a:ext cx="446088" cy="569912"/>
                      </a:xfrm>
                      <a:prstGeom prst="rect">
                        <a:avLst/>
                      </a:prstGeom>
                      <a:noFill/>
                      <a:ln w="38100">
                        <a:noFill/>
                        <a:miter/>
                      </a:ln>
                    </p:spPr>
                  </p:pic>
                </p:oleObj>
              </mc:Fallback>
            </mc:AlternateContent>
          </a:graphicData>
        </a:graphic>
      </p:graphicFrame>
      <p:graphicFrame>
        <p:nvGraphicFramePr>
          <p:cNvPr id="38928" name="Object 5"/>
          <p:cNvGraphicFramePr/>
          <p:nvPr/>
        </p:nvGraphicFramePr>
        <p:xfrm>
          <a:off x="7726363" y="1503363"/>
          <a:ext cx="685800" cy="642937"/>
        </p:xfrm>
        <a:graphic>
          <a:graphicData uri="http://schemas.openxmlformats.org/presentationml/2006/ole">
            <mc:AlternateContent xmlns:mc="http://schemas.openxmlformats.org/markup-compatibility/2006">
              <mc:Choice xmlns:v="urn:schemas-microsoft-com:vml" Requires="v">
                <p:oleObj spid="_x0000_s3184" name="" r:id="rId7" imgW="520700" imgH="508000" progId="Equation.3">
                  <p:embed/>
                </p:oleObj>
              </mc:Choice>
              <mc:Fallback>
                <p:oleObj name="" r:id="rId7" imgW="520700" imgH="508000" progId="Equation.3">
                  <p:embed/>
                  <p:pic>
                    <p:nvPicPr>
                      <p:cNvPr id="0" name="图片 3183"/>
                      <p:cNvPicPr/>
                      <p:nvPr/>
                    </p:nvPicPr>
                    <p:blipFill>
                      <a:blip r:embed="rId8">
                        <a:clrChange>
                          <a:clrFrom>
                            <a:srgbClr val="000000"/>
                          </a:clrFrom>
                          <a:clrTo>
                            <a:srgbClr val="0000FF"/>
                          </a:clrTo>
                        </a:clrChange>
                      </a:blip>
                      <a:stretch>
                        <a:fillRect/>
                      </a:stretch>
                    </p:blipFill>
                    <p:spPr>
                      <a:xfrm>
                        <a:off x="7726363" y="1503363"/>
                        <a:ext cx="685800" cy="642937"/>
                      </a:xfrm>
                      <a:prstGeom prst="rect">
                        <a:avLst/>
                      </a:prstGeom>
                      <a:noFill/>
                      <a:ln w="38100">
                        <a:noFill/>
                        <a:miter/>
                      </a:ln>
                    </p:spPr>
                  </p:pic>
                </p:oleObj>
              </mc:Fallback>
            </mc:AlternateContent>
          </a:graphicData>
        </a:graphic>
      </p:graphicFrame>
      <p:graphicFrame>
        <p:nvGraphicFramePr>
          <p:cNvPr id="38929" name="Object 6"/>
          <p:cNvGraphicFramePr/>
          <p:nvPr/>
        </p:nvGraphicFramePr>
        <p:xfrm>
          <a:off x="8259763" y="2036763"/>
          <a:ext cx="463550" cy="685800"/>
        </p:xfrm>
        <a:graphic>
          <a:graphicData uri="http://schemas.openxmlformats.org/presentationml/2006/ole">
            <mc:AlternateContent xmlns:mc="http://schemas.openxmlformats.org/markup-compatibility/2006">
              <mc:Choice xmlns:v="urn:schemas-microsoft-com:vml" Requires="v">
                <p:oleObj spid="_x0000_s3188" name="" r:id="rId9" imgW="393700" imgH="508000" progId="Equation.3">
                  <p:embed/>
                </p:oleObj>
              </mc:Choice>
              <mc:Fallback>
                <p:oleObj name="" r:id="rId9" imgW="393700" imgH="508000" progId="Equation.3">
                  <p:embed/>
                  <p:pic>
                    <p:nvPicPr>
                      <p:cNvPr id="0" name="图片 3187"/>
                      <p:cNvPicPr/>
                      <p:nvPr/>
                    </p:nvPicPr>
                    <p:blipFill>
                      <a:blip r:embed="rId10">
                        <a:clrChange>
                          <a:clrFrom>
                            <a:srgbClr val="000000"/>
                          </a:clrFrom>
                          <a:clrTo>
                            <a:srgbClr val="FF0000"/>
                          </a:clrTo>
                        </a:clrChange>
                      </a:blip>
                      <a:stretch>
                        <a:fillRect/>
                      </a:stretch>
                    </p:blipFill>
                    <p:spPr>
                      <a:xfrm>
                        <a:off x="8259763" y="2036763"/>
                        <a:ext cx="463550" cy="685800"/>
                      </a:xfrm>
                      <a:prstGeom prst="rect">
                        <a:avLst/>
                      </a:prstGeom>
                      <a:noFill/>
                      <a:ln w="38100">
                        <a:noFill/>
                        <a:miter/>
                      </a:ln>
                    </p:spPr>
                  </p:pic>
                </p:oleObj>
              </mc:Fallback>
            </mc:AlternateContent>
          </a:graphicData>
        </a:graphic>
      </p:graphicFrame>
      <p:sp>
        <p:nvSpPr>
          <p:cNvPr id="38930" name="Line 41"/>
          <p:cNvSpPr/>
          <p:nvPr/>
        </p:nvSpPr>
        <p:spPr>
          <a:xfrm flipV="1">
            <a:off x="5364163" y="2951163"/>
            <a:ext cx="2209800" cy="685800"/>
          </a:xfrm>
          <a:prstGeom prst="line">
            <a:avLst/>
          </a:prstGeom>
          <a:ln w="17780" cap="flat" cmpd="sng">
            <a:solidFill>
              <a:srgbClr val="333399"/>
            </a:solidFill>
            <a:prstDash val="dash"/>
            <a:round/>
            <a:headEnd type="none" w="med" len="med"/>
            <a:tailEnd type="none" w="sm" len="lg"/>
          </a:ln>
        </p:spPr>
      </p:sp>
      <p:sp>
        <p:nvSpPr>
          <p:cNvPr id="38931" name="Oval 2"/>
          <p:cNvSpPr/>
          <p:nvPr/>
        </p:nvSpPr>
        <p:spPr>
          <a:xfrm>
            <a:off x="5211763" y="3484563"/>
            <a:ext cx="304800" cy="304800"/>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000066"/>
            </a:solidFill>
            <a:prstDash val="solid"/>
            <a:round/>
            <a:headEnd type="none" w="med" len="med"/>
            <a:tailEnd type="none" w="med" len="med"/>
          </a:ln>
        </p:spPr>
        <p:txBody>
          <a:bodyPr wrap="none" anchor="ctr" anchorCtr="0"/>
          <a:p>
            <a:pPr algn="ct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sp>
        <p:nvSpPr>
          <p:cNvPr id="38932" name="Line 42"/>
          <p:cNvSpPr/>
          <p:nvPr/>
        </p:nvSpPr>
        <p:spPr>
          <a:xfrm flipV="1">
            <a:off x="6583363" y="2798763"/>
            <a:ext cx="609600" cy="271462"/>
          </a:xfrm>
          <a:prstGeom prst="line">
            <a:avLst/>
          </a:prstGeom>
          <a:ln w="17780" cap="flat" cmpd="sng">
            <a:solidFill>
              <a:srgbClr val="FF0000"/>
            </a:solidFill>
            <a:prstDash val="dash"/>
            <a:round/>
            <a:headEnd type="none" w="med" len="med"/>
            <a:tailEnd type="none" w="sm" len="lg"/>
          </a:ln>
        </p:spPr>
      </p:sp>
      <p:sp>
        <p:nvSpPr>
          <p:cNvPr id="38933" name="Freeform 31"/>
          <p:cNvSpPr/>
          <p:nvPr/>
        </p:nvSpPr>
        <p:spPr>
          <a:xfrm>
            <a:off x="6049963" y="2112963"/>
            <a:ext cx="2374900" cy="2286000"/>
          </a:xfrm>
          <a:custGeom>
            <a:avLst/>
            <a:gdLst/>
            <a:ahLst/>
            <a:cxnLst>
              <a:cxn ang="0">
                <a:pos x="43777" y="673100"/>
              </a:cxn>
              <a:cxn ang="0">
                <a:pos x="372104" y="139700"/>
              </a:cxn>
              <a:cxn ang="0">
                <a:pos x="963093" y="63500"/>
              </a:cxn>
              <a:cxn ang="0">
                <a:pos x="1488417" y="520700"/>
              </a:cxn>
              <a:cxn ang="0">
                <a:pos x="2013740" y="1282700"/>
              </a:cxn>
              <a:cxn ang="0">
                <a:pos x="2276402" y="1968500"/>
              </a:cxn>
              <a:cxn ang="0">
                <a:pos x="1422751" y="2273300"/>
              </a:cxn>
              <a:cxn ang="0">
                <a:pos x="569100" y="2044700"/>
              </a:cxn>
              <a:cxn ang="0">
                <a:pos x="109442" y="1358900"/>
              </a:cxn>
              <a:cxn ang="0">
                <a:pos x="43777" y="673100"/>
              </a:cxn>
            </a:cxnLst>
            <a:pathLst>
              <a:path w="1736" h="1440">
                <a:moveTo>
                  <a:pt x="32" y="424"/>
                </a:moveTo>
                <a:cubicBezTo>
                  <a:pt x="64" y="296"/>
                  <a:pt x="160" y="152"/>
                  <a:pt x="272" y="88"/>
                </a:cubicBezTo>
                <a:cubicBezTo>
                  <a:pt x="384" y="24"/>
                  <a:pt x="568" y="0"/>
                  <a:pt x="704" y="40"/>
                </a:cubicBezTo>
                <a:cubicBezTo>
                  <a:pt x="840" y="80"/>
                  <a:pt x="960" y="200"/>
                  <a:pt x="1088" y="328"/>
                </a:cubicBezTo>
                <a:cubicBezTo>
                  <a:pt x="1216" y="456"/>
                  <a:pt x="1376" y="656"/>
                  <a:pt x="1472" y="808"/>
                </a:cubicBezTo>
                <a:cubicBezTo>
                  <a:pt x="1568" y="960"/>
                  <a:pt x="1736" y="1136"/>
                  <a:pt x="1664" y="1240"/>
                </a:cubicBezTo>
                <a:cubicBezTo>
                  <a:pt x="1592" y="1344"/>
                  <a:pt x="1248" y="1424"/>
                  <a:pt x="1040" y="1432"/>
                </a:cubicBezTo>
                <a:cubicBezTo>
                  <a:pt x="832" y="1440"/>
                  <a:pt x="576" y="1384"/>
                  <a:pt x="416" y="1288"/>
                </a:cubicBezTo>
                <a:cubicBezTo>
                  <a:pt x="256" y="1192"/>
                  <a:pt x="144" y="1000"/>
                  <a:pt x="80" y="856"/>
                </a:cubicBezTo>
                <a:cubicBezTo>
                  <a:pt x="16" y="712"/>
                  <a:pt x="0" y="552"/>
                  <a:pt x="32" y="424"/>
                </a:cubicBezTo>
                <a:close/>
              </a:path>
            </a:pathLst>
          </a:custGeom>
          <a:solidFill>
            <a:srgbClr val="CCECFF">
              <a:alpha val="50195"/>
            </a:srgbClr>
          </a:solidFill>
          <a:ln w="12700">
            <a:noFill/>
          </a:ln>
        </p:spPr>
        <p:txBody>
          <a:bodyPr/>
          <a:p>
            <a:endParaRPr lang="zh-CN" altLang="en-US"/>
          </a:p>
        </p:txBody>
      </p:sp>
      <p:sp>
        <p:nvSpPr>
          <p:cNvPr id="38934" name="Oval 35"/>
          <p:cNvSpPr/>
          <p:nvPr/>
        </p:nvSpPr>
        <p:spPr>
          <a:xfrm rot="-2203071">
            <a:off x="7269163" y="2341563"/>
            <a:ext cx="344487" cy="685800"/>
          </a:xfrm>
          <a:prstGeom prst="ellipse">
            <a:avLst/>
          </a:prstGeom>
          <a:gradFill rotWithShape="0">
            <a:gsLst>
              <a:gs pos="0">
                <a:srgbClr val="FFFFFF"/>
              </a:gs>
              <a:gs pos="100000">
                <a:srgbClr val="6F6FDB"/>
              </a:gs>
            </a:gsLst>
            <a:path path="shape">
              <a:fillToRect l="50000" t="50000" r="50000" b="50000"/>
            </a:path>
            <a:tileRect/>
          </a:gradFill>
          <a:ln w="28575">
            <a:noFill/>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8935" name="Line 36"/>
          <p:cNvSpPr/>
          <p:nvPr/>
        </p:nvSpPr>
        <p:spPr>
          <a:xfrm flipV="1">
            <a:off x="7421563" y="2036763"/>
            <a:ext cx="736600" cy="685800"/>
          </a:xfrm>
          <a:prstGeom prst="line">
            <a:avLst/>
          </a:prstGeom>
          <a:ln w="38100" cap="flat" cmpd="sng">
            <a:solidFill>
              <a:srgbClr val="0000FF"/>
            </a:solidFill>
            <a:prstDash val="solid"/>
            <a:round/>
            <a:headEnd type="none" w="med" len="med"/>
            <a:tailEnd type="triangle" w="sm" len="lg"/>
          </a:ln>
        </p:spPr>
      </p:sp>
      <p:sp>
        <p:nvSpPr>
          <p:cNvPr id="38936" name="Line 38"/>
          <p:cNvSpPr/>
          <p:nvPr/>
        </p:nvSpPr>
        <p:spPr>
          <a:xfrm flipV="1">
            <a:off x="7421563" y="2341563"/>
            <a:ext cx="850900" cy="381000"/>
          </a:xfrm>
          <a:prstGeom prst="line">
            <a:avLst/>
          </a:prstGeom>
          <a:ln w="19050" cap="flat" cmpd="sng">
            <a:solidFill>
              <a:srgbClr val="FF0000"/>
            </a:solidFill>
            <a:prstDash val="solid"/>
            <a:round/>
            <a:headEnd type="none" w="med" len="med"/>
            <a:tailEnd type="triangle" w="sm" len="lg"/>
          </a:ln>
        </p:spPr>
      </p:sp>
      <p:sp>
        <p:nvSpPr>
          <p:cNvPr id="38937" name="Text Box 44"/>
          <p:cNvSpPr txBox="1"/>
          <p:nvPr/>
        </p:nvSpPr>
        <p:spPr>
          <a:xfrm>
            <a:off x="685800" y="914400"/>
            <a:ext cx="4419600" cy="579438"/>
          </a:xfrm>
          <a:prstGeom prst="rect">
            <a:avLst/>
          </a:prstGeom>
          <a:noFill/>
          <a:ln w="9525">
            <a:noFill/>
          </a:ln>
        </p:spPr>
        <p:txBody>
          <a:bodyPr anchor="t" anchorCtr="0">
            <a:spAutoFit/>
          </a:bodyPr>
          <a:p>
            <a:pPr algn="ctr">
              <a:spcBef>
                <a:spcPct val="50000"/>
              </a:spcBef>
              <a:buBlip>
                <a:blip r:embed="rId11"/>
              </a:buBlip>
            </a:pPr>
            <a:r>
              <a:rPr lang="en-US" altLang="zh-CN" sz="3200" b="1" dirty="0">
                <a:latin typeface="宋体" panose="02010600030101010101" pitchFamily="2" charset="-122"/>
                <a:ea typeface="宋体" panose="02010600030101010101" pitchFamily="2" charset="-122"/>
              </a:rPr>
              <a:t> </a:t>
            </a:r>
            <a:r>
              <a:rPr lang="zh-CN" altLang="en-US" sz="3200" b="1" dirty="0">
                <a:latin typeface="宋体" panose="02010600030101010101" pitchFamily="2" charset="-122"/>
                <a:ea typeface="宋体" panose="02010600030101010101" pitchFamily="2" charset="-122"/>
              </a:rPr>
              <a:t>点电荷在闭合曲面外</a:t>
            </a:r>
            <a:endParaRPr lang="zh-CN" altLang="en-US" sz="3200" dirty="0">
              <a:latin typeface="宋体" panose="02010600030101010101" pitchFamily="2" charset="-122"/>
              <a:ea typeface="宋体" panose="02010600030101010101" pitchFamily="2" charset="-122"/>
            </a:endParaRPr>
          </a:p>
        </p:txBody>
      </p:sp>
      <p:graphicFrame>
        <p:nvGraphicFramePr>
          <p:cNvPr id="253957" name="Object 7"/>
          <p:cNvGraphicFramePr/>
          <p:nvPr/>
        </p:nvGraphicFramePr>
        <p:xfrm>
          <a:off x="914400" y="2838133"/>
          <a:ext cx="3276600" cy="638175"/>
        </p:xfrm>
        <a:graphic>
          <a:graphicData uri="http://schemas.openxmlformats.org/presentationml/2006/ole">
            <mc:AlternateContent xmlns:mc="http://schemas.openxmlformats.org/markup-compatibility/2006">
              <mc:Choice xmlns:v="urn:schemas-microsoft-com:vml" Requires="v">
                <p:oleObj spid="_x0000_s3181" name="" r:id="rId12" imgW="1079500" imgH="228600" progId="Equation.3">
                  <p:embed/>
                </p:oleObj>
              </mc:Choice>
              <mc:Fallback>
                <p:oleObj name="" r:id="rId12" imgW="1079500" imgH="228600" progId="Equation.3">
                  <p:embed/>
                  <p:pic>
                    <p:nvPicPr>
                      <p:cNvPr id="0" name="图片 3180"/>
                      <p:cNvPicPr/>
                      <p:nvPr/>
                    </p:nvPicPr>
                    <p:blipFill>
                      <a:blip r:embed="rId13"/>
                      <a:stretch>
                        <a:fillRect/>
                      </a:stretch>
                    </p:blipFill>
                    <p:spPr>
                      <a:xfrm>
                        <a:off x="914400" y="2838133"/>
                        <a:ext cx="3276600" cy="638175"/>
                      </a:xfrm>
                      <a:prstGeom prst="rect">
                        <a:avLst/>
                      </a:prstGeom>
                      <a:noFill/>
                      <a:ln w="38100">
                        <a:noFill/>
                        <a:miter/>
                      </a:ln>
                    </p:spPr>
                  </p:pic>
                </p:oleObj>
              </mc:Fallback>
            </mc:AlternateContent>
          </a:graphicData>
        </a:graphic>
      </p:graphicFrame>
      <p:graphicFrame>
        <p:nvGraphicFramePr>
          <p:cNvPr id="253958" name="Object 8"/>
          <p:cNvGraphicFramePr/>
          <p:nvPr/>
        </p:nvGraphicFramePr>
        <p:xfrm>
          <a:off x="914400" y="3587433"/>
          <a:ext cx="3276600" cy="650875"/>
        </p:xfrm>
        <a:graphic>
          <a:graphicData uri="http://schemas.openxmlformats.org/presentationml/2006/ole">
            <mc:AlternateContent xmlns:mc="http://schemas.openxmlformats.org/markup-compatibility/2006">
              <mc:Choice xmlns:v="urn:schemas-microsoft-com:vml" Requires="v">
                <p:oleObj spid="_x0000_s3185" name="" r:id="rId14" imgW="1129665" imgH="228600" progId="Equation.3">
                  <p:embed/>
                </p:oleObj>
              </mc:Choice>
              <mc:Fallback>
                <p:oleObj name="" r:id="rId14" imgW="1129665" imgH="228600" progId="Equation.3">
                  <p:embed/>
                  <p:pic>
                    <p:nvPicPr>
                      <p:cNvPr id="0" name="图片 3184"/>
                      <p:cNvPicPr/>
                      <p:nvPr/>
                    </p:nvPicPr>
                    <p:blipFill>
                      <a:blip r:embed="rId15"/>
                      <a:stretch>
                        <a:fillRect/>
                      </a:stretch>
                    </p:blipFill>
                    <p:spPr>
                      <a:xfrm>
                        <a:off x="914400" y="3587433"/>
                        <a:ext cx="3276600" cy="650875"/>
                      </a:xfrm>
                      <a:prstGeom prst="rect">
                        <a:avLst/>
                      </a:prstGeom>
                      <a:noFill/>
                      <a:ln w="38100">
                        <a:noFill/>
                        <a:miter/>
                      </a:ln>
                    </p:spPr>
                  </p:pic>
                </p:oleObj>
              </mc:Fallback>
            </mc:AlternateContent>
          </a:graphicData>
        </a:graphic>
      </p:graphicFrame>
      <p:graphicFrame>
        <p:nvGraphicFramePr>
          <p:cNvPr id="253959" name="Object 9"/>
          <p:cNvGraphicFramePr/>
          <p:nvPr/>
        </p:nvGraphicFramePr>
        <p:xfrm>
          <a:off x="1036638" y="4692333"/>
          <a:ext cx="2743200" cy="615950"/>
        </p:xfrm>
        <a:graphic>
          <a:graphicData uri="http://schemas.openxmlformats.org/presentationml/2006/ole">
            <mc:AlternateContent xmlns:mc="http://schemas.openxmlformats.org/markup-compatibility/2006">
              <mc:Choice xmlns:v="urn:schemas-microsoft-com:vml" Requires="v">
                <p:oleObj spid="_x0000_s3186" name="" r:id="rId16" imgW="887730" imgH="215900" progId="Equation.3">
                  <p:embed/>
                </p:oleObj>
              </mc:Choice>
              <mc:Fallback>
                <p:oleObj name="" r:id="rId16" imgW="887730" imgH="215900" progId="Equation.3">
                  <p:embed/>
                  <p:pic>
                    <p:nvPicPr>
                      <p:cNvPr id="0" name="图片 3185"/>
                      <p:cNvPicPr/>
                      <p:nvPr/>
                    </p:nvPicPr>
                    <p:blipFill>
                      <a:blip r:embed="rId17"/>
                      <a:stretch>
                        <a:fillRect/>
                      </a:stretch>
                    </p:blipFill>
                    <p:spPr>
                      <a:xfrm>
                        <a:off x="1036638" y="4692333"/>
                        <a:ext cx="2743200" cy="615950"/>
                      </a:xfrm>
                      <a:prstGeom prst="rect">
                        <a:avLst/>
                      </a:prstGeom>
                      <a:noFill/>
                      <a:ln w="38100">
                        <a:noFill/>
                        <a:miter/>
                      </a:ln>
                    </p:spPr>
                  </p:pic>
                </p:oleObj>
              </mc:Fallback>
            </mc:AlternateContent>
          </a:graphicData>
        </a:graphic>
      </p:graphicFrame>
      <p:graphicFrame>
        <p:nvGraphicFramePr>
          <p:cNvPr id="253960" name="Object 10"/>
          <p:cNvGraphicFramePr/>
          <p:nvPr/>
        </p:nvGraphicFramePr>
        <p:xfrm>
          <a:off x="906463" y="5609908"/>
          <a:ext cx="2873375" cy="841375"/>
        </p:xfrm>
        <a:graphic>
          <a:graphicData uri="http://schemas.openxmlformats.org/presentationml/2006/ole">
            <mc:AlternateContent xmlns:mc="http://schemas.openxmlformats.org/markup-compatibility/2006">
              <mc:Choice xmlns:v="urn:schemas-microsoft-com:vml" Requires="v">
                <p:oleObj spid="_x0000_s3182" name="" r:id="rId18" imgW="837565" imgH="292100" progId="Equation.3">
                  <p:embed/>
                </p:oleObj>
              </mc:Choice>
              <mc:Fallback>
                <p:oleObj name="" r:id="rId18" imgW="837565" imgH="292100" progId="Equation.3">
                  <p:embed/>
                  <p:pic>
                    <p:nvPicPr>
                      <p:cNvPr id="0" name="图片 3181"/>
                      <p:cNvPicPr/>
                      <p:nvPr/>
                    </p:nvPicPr>
                    <p:blipFill>
                      <a:blip r:embed="rId19"/>
                      <a:stretch>
                        <a:fillRect/>
                      </a:stretch>
                    </p:blipFill>
                    <p:spPr>
                      <a:xfrm>
                        <a:off x="906463" y="5609908"/>
                        <a:ext cx="2873375" cy="841375"/>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37" name="Object 77"/>
              <p:cNvSpPr txBox="1"/>
              <p:nvPr>
                <p:custDataLst>
                  <p:tags r:id="rId20"/>
                </p:custDataLst>
              </p:nvPr>
            </p:nvSpPr>
            <p:spPr bwMode="auto">
              <a:xfrm>
                <a:off x="781050" y="1666240"/>
                <a:ext cx="3422015" cy="1132840"/>
              </a:xfrm>
              <a:prstGeom prst="rect">
                <a:avLst/>
              </a:prstGeom>
              <a:noFill/>
              <a:ln>
                <a:noFill/>
              </a:ln>
            </p:spPr>
            <p:txBody>
              <a:bodyPr>
                <a:normAutofit/>
              </a:bodyPr>
              <a:p>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𝑑</m:t>
                      </m:r>
                      <m:sSub>
                        <m:sSubPr>
                          <m:ctrlPr>
                            <a:rPr lang="zh-CN" altLang="en-US" sz="3200" i="1">
                              <a:solidFill>
                                <a:srgbClr val="000000"/>
                              </a:solidFill>
                              <a:latin typeface="Cambria Math" panose="02040503050406030204" pitchFamily="18" charset="0"/>
                            </a:rPr>
                          </m:ctrlPr>
                        </m:sSubPr>
                        <m:e>
                          <m:r>
                            <m:rPr>
                              <m:sty m:val="p"/>
                            </m:rPr>
                            <a:rPr lang="zh-CN" altLang="en-US" sz="3200" i="1">
                              <a:solidFill>
                                <a:srgbClr val="000000"/>
                              </a:solidFill>
                              <a:latin typeface="Cambria Math" panose="02040503050406030204" pitchFamily="18" charset="0"/>
                            </a:rPr>
                            <m:t>Φ</m:t>
                          </m:r>
                        </m:e>
                        <m:sub>
                          <m:r>
                            <a:rPr lang="zh-CN" altLang="en-US" sz="3200" i="1">
                              <a:solidFill>
                                <a:srgbClr val="000000"/>
                              </a:solidFill>
                              <a:latin typeface="Cambria Math" panose="02040503050406030204" pitchFamily="18" charset="0"/>
                            </a:rPr>
                            <m:t>𝑒</m:t>
                          </m:r>
                        </m:sub>
                      </m:sSub>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𝑞</m:t>
                          </m:r>
                        </m:num>
                        <m:den>
                          <m:r>
                            <a:rPr lang="zh-CN" altLang="en-US" sz="3200" i="1">
                              <a:solidFill>
                                <a:srgbClr val="000000"/>
                              </a:solidFill>
                              <a:latin typeface="Cambria Math" panose="02040503050406030204" pitchFamily="18" charset="0"/>
                            </a:rPr>
                            <m:t>4</m:t>
                          </m:r>
                          <m:r>
                            <a:rPr lang="zh-CN" altLang="en-US" sz="3200" i="1">
                              <a:solidFill>
                                <a:srgbClr val="000000"/>
                              </a:solidFill>
                              <a:latin typeface="Cambria Math" panose="02040503050406030204" pitchFamily="18" charset="0"/>
                            </a:rPr>
                            <m:t>𝜋</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r>
                        <a:rPr lang="zh-CN" altLang="en-US" sz="3200" i="1">
                          <a:solidFill>
                            <a:srgbClr val="000000"/>
                          </a:solidFill>
                          <a:latin typeface="Cambria Math" panose="02040503050406030204" pitchFamily="18" charset="0"/>
                        </a:rPr>
                        <m:t>𝑑</m:t>
                      </m:r>
                      <m:r>
                        <m:rPr>
                          <m:sty m:val="p"/>
                        </m:rPr>
                        <a:rPr lang="zh-CN" altLang="en-US" sz="3200" i="1">
                          <a:solidFill>
                            <a:srgbClr val="000000"/>
                          </a:solidFill>
                          <a:latin typeface="Cambria Math" panose="02040503050406030204" pitchFamily="18" charset="0"/>
                        </a:rPr>
                        <m:t>Ω</m:t>
                      </m:r>
                    </m:oMath>
                  </m:oMathPara>
                </a14:m>
                <a:endParaRPr lang="zh-CN" altLang="en-US" sz="3200" dirty="0"/>
              </a:p>
            </p:txBody>
          </p:sp>
        </mc:Choice>
        <mc:Fallback>
          <p:sp>
            <p:nvSpPr>
              <p:cNvPr id="37" name="Object 77"/>
              <p:cNvSpPr txBox="1">
                <a:spLocks noRot="1" noChangeAspect="1" noMove="1" noResize="1" noEditPoints="1" noAdjustHandles="1" noChangeArrowheads="1" noChangeShapeType="1" noTextEdit="1"/>
              </p:cNvSpPr>
              <p:nvPr>
                <p:custDataLst>
                  <p:tags r:id="rId21"/>
                </p:custDataLst>
              </p:nvPr>
            </p:nvSpPr>
            <p:spPr bwMode="auto">
              <a:xfrm>
                <a:off x="781050" y="1666240"/>
                <a:ext cx="3422015" cy="1132840"/>
              </a:xfrm>
              <a:prstGeom prst="rect">
                <a:avLst/>
              </a:prstGeom>
              <a:blipFill rotWithShape="1">
                <a:blip r:embed="rId22"/>
                <a:stretch>
                  <a:fillRect/>
                </a:stretch>
              </a:blipFill>
              <a:ln>
                <a:noFill/>
              </a:ln>
            </p:spPr>
            <p:txBody>
              <a:bodyPr/>
              <a:lstStyle/>
              <a:p>
                <a:r>
                  <a:rPr lang="zh-CN" altLang="en-US">
                    <a:noFill/>
                  </a:rPr>
                  <a:t> </a:t>
                </a:r>
              </a:p>
            </p:txBody>
          </p:sp>
        </mc:Fallback>
      </mc:AlternateContent>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53957"/>
                                        </p:tgtEl>
                                        <p:attrNameLst>
                                          <p:attrName>style.visibility</p:attrName>
                                        </p:attrNameLst>
                                      </p:cBhvr>
                                      <p:to>
                                        <p:strVal val="visible"/>
                                      </p:to>
                                    </p:set>
                                    <p:animEffect transition="in" filter="blinds(horizontal)">
                                      <p:cBhvr>
                                        <p:cTn id="11" dur="500"/>
                                        <p:tgtEl>
                                          <p:spTgt spid="25395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53958"/>
                                        </p:tgtEl>
                                        <p:attrNameLst>
                                          <p:attrName>style.visibility</p:attrName>
                                        </p:attrNameLst>
                                      </p:cBhvr>
                                      <p:to>
                                        <p:strVal val="visible"/>
                                      </p:to>
                                    </p:set>
                                    <p:animEffect transition="in" filter="blinds(horizontal)">
                                      <p:cBhvr>
                                        <p:cTn id="16" dur="500"/>
                                        <p:tgtEl>
                                          <p:spTgt spid="25395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253959"/>
                                        </p:tgtEl>
                                        <p:attrNameLst>
                                          <p:attrName>style.visibility</p:attrName>
                                        </p:attrNameLst>
                                      </p:cBhvr>
                                      <p:to>
                                        <p:strVal val="visible"/>
                                      </p:to>
                                    </p:set>
                                    <p:animEffect transition="in" filter="blinds(vertical)">
                                      <p:cBhvr>
                                        <p:cTn id="21" dur="500"/>
                                        <p:tgtEl>
                                          <p:spTgt spid="25395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nodeType="clickEffect">
                                  <p:stCondLst>
                                    <p:cond delay="0"/>
                                  </p:stCondLst>
                                  <p:childTnLst>
                                    <p:set>
                                      <p:cBhvr>
                                        <p:cTn id="25" dur="1" fill="hold">
                                          <p:stCondLst>
                                            <p:cond delay="0"/>
                                          </p:stCondLst>
                                        </p:cTn>
                                        <p:tgtEl>
                                          <p:spTgt spid="253960"/>
                                        </p:tgtEl>
                                        <p:attrNameLst>
                                          <p:attrName>style.visibility</p:attrName>
                                        </p:attrNameLst>
                                      </p:cBhvr>
                                      <p:to>
                                        <p:strVal val="visible"/>
                                      </p:to>
                                    </p:set>
                                    <p:animEffect transition="in" filter="blinds(vertical)">
                                      <p:cBhvr>
                                        <p:cTn id="26" dur="500"/>
                                        <p:tgtEl>
                                          <p:spTgt spid="253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p:nvPr/>
        </p:nvSpPr>
        <p:spPr>
          <a:xfrm>
            <a:off x="4800600" y="3048000"/>
            <a:ext cx="3657600" cy="29718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38" name="Freeform 3"/>
          <p:cNvSpPr/>
          <p:nvPr/>
        </p:nvSpPr>
        <p:spPr>
          <a:xfrm>
            <a:off x="5410200" y="3960813"/>
            <a:ext cx="2020888" cy="1677987"/>
          </a:xfrm>
          <a:custGeom>
            <a:avLst/>
            <a:gdLst/>
            <a:ahLst/>
            <a:cxnLst>
              <a:cxn ang="0">
                <a:pos x="3175" y="884237"/>
              </a:cxn>
              <a:cxn ang="0">
                <a:pos x="60325" y="668337"/>
              </a:cxn>
              <a:cxn ang="0">
                <a:pos x="173038" y="539750"/>
              </a:cxn>
              <a:cxn ang="0">
                <a:pos x="438150" y="323850"/>
              </a:cxn>
              <a:cxn ang="0">
                <a:pos x="646113" y="260350"/>
              </a:cxn>
              <a:cxn ang="0">
                <a:pos x="855663" y="87312"/>
              </a:cxn>
              <a:cxn ang="0">
                <a:pos x="1125538" y="20637"/>
              </a:cxn>
              <a:cxn ang="0">
                <a:pos x="1362075" y="20637"/>
              </a:cxn>
              <a:cxn ang="0">
                <a:pos x="1574800" y="109537"/>
              </a:cxn>
              <a:cxn ang="0">
                <a:pos x="1914525" y="454025"/>
              </a:cxn>
              <a:cxn ang="0">
                <a:pos x="1971675" y="711200"/>
              </a:cxn>
              <a:cxn ang="0">
                <a:pos x="1992313" y="1017587"/>
              </a:cxn>
              <a:cxn ang="0">
                <a:pos x="1838325" y="1171575"/>
              </a:cxn>
              <a:cxn ang="0">
                <a:pos x="1589088" y="1243012"/>
              </a:cxn>
              <a:cxn ang="0">
                <a:pos x="1398588" y="1266825"/>
              </a:cxn>
              <a:cxn ang="0">
                <a:pos x="1184275" y="1398587"/>
              </a:cxn>
              <a:cxn ang="0">
                <a:pos x="935038" y="1516062"/>
              </a:cxn>
              <a:cxn ang="0">
                <a:pos x="609600" y="1658937"/>
              </a:cxn>
              <a:cxn ang="0">
                <a:pos x="192088" y="1571625"/>
              </a:cxn>
              <a:cxn ang="0">
                <a:pos x="22225" y="1120775"/>
              </a:cxn>
              <a:cxn ang="0">
                <a:pos x="3175" y="884237"/>
              </a:cxn>
            </a:cxnLst>
            <a:pathLst>
              <a:path w="1273" h="1057">
                <a:moveTo>
                  <a:pt x="2" y="557"/>
                </a:moveTo>
                <a:cubicBezTo>
                  <a:pt x="13" y="511"/>
                  <a:pt x="19" y="463"/>
                  <a:pt x="38" y="421"/>
                </a:cubicBezTo>
                <a:cubicBezTo>
                  <a:pt x="62" y="367"/>
                  <a:pt x="66" y="383"/>
                  <a:pt x="109" y="340"/>
                </a:cubicBezTo>
                <a:cubicBezTo>
                  <a:pt x="160" y="291"/>
                  <a:pt x="213" y="230"/>
                  <a:pt x="276" y="204"/>
                </a:cubicBezTo>
                <a:cubicBezTo>
                  <a:pt x="316" y="187"/>
                  <a:pt x="367" y="184"/>
                  <a:pt x="407" y="164"/>
                </a:cubicBezTo>
                <a:cubicBezTo>
                  <a:pt x="461" y="138"/>
                  <a:pt x="492" y="92"/>
                  <a:pt x="539" y="55"/>
                </a:cubicBezTo>
                <a:cubicBezTo>
                  <a:pt x="562" y="36"/>
                  <a:pt x="709" y="13"/>
                  <a:pt x="709" y="13"/>
                </a:cubicBezTo>
                <a:cubicBezTo>
                  <a:pt x="808" y="18"/>
                  <a:pt x="759" y="0"/>
                  <a:pt x="858" y="13"/>
                </a:cubicBezTo>
                <a:cubicBezTo>
                  <a:pt x="890" y="16"/>
                  <a:pt x="964" y="51"/>
                  <a:pt x="992" y="69"/>
                </a:cubicBezTo>
                <a:cubicBezTo>
                  <a:pt x="1081" y="126"/>
                  <a:pt x="1136" y="205"/>
                  <a:pt x="1206" y="286"/>
                </a:cubicBezTo>
                <a:cubicBezTo>
                  <a:pt x="1238" y="393"/>
                  <a:pt x="1226" y="339"/>
                  <a:pt x="1242" y="448"/>
                </a:cubicBezTo>
                <a:cubicBezTo>
                  <a:pt x="1238" y="548"/>
                  <a:pt x="1273" y="544"/>
                  <a:pt x="1255" y="641"/>
                </a:cubicBezTo>
                <a:cubicBezTo>
                  <a:pt x="1252" y="658"/>
                  <a:pt x="1168" y="737"/>
                  <a:pt x="1158" y="738"/>
                </a:cubicBezTo>
                <a:cubicBezTo>
                  <a:pt x="1098" y="745"/>
                  <a:pt x="1060" y="778"/>
                  <a:pt x="1001" y="783"/>
                </a:cubicBezTo>
                <a:cubicBezTo>
                  <a:pt x="982" y="786"/>
                  <a:pt x="909" y="784"/>
                  <a:pt x="881" y="798"/>
                </a:cubicBezTo>
                <a:cubicBezTo>
                  <a:pt x="868" y="805"/>
                  <a:pt x="759" y="874"/>
                  <a:pt x="746" y="881"/>
                </a:cubicBezTo>
                <a:cubicBezTo>
                  <a:pt x="729" y="891"/>
                  <a:pt x="604" y="950"/>
                  <a:pt x="589" y="955"/>
                </a:cubicBezTo>
                <a:cubicBezTo>
                  <a:pt x="499" y="1032"/>
                  <a:pt x="495" y="1020"/>
                  <a:pt x="384" y="1045"/>
                </a:cubicBezTo>
                <a:cubicBezTo>
                  <a:pt x="254" y="1036"/>
                  <a:pt x="210" y="1057"/>
                  <a:pt x="121" y="990"/>
                </a:cubicBezTo>
                <a:cubicBezTo>
                  <a:pt x="70" y="902"/>
                  <a:pt x="66" y="794"/>
                  <a:pt x="14" y="706"/>
                </a:cubicBezTo>
                <a:cubicBezTo>
                  <a:pt x="0" y="593"/>
                  <a:pt x="2" y="643"/>
                  <a:pt x="2" y="557"/>
                </a:cubicBezTo>
                <a:close/>
              </a:path>
            </a:pathLst>
          </a:custGeom>
          <a:gradFill rotWithShape="0">
            <a:gsLst>
              <a:gs pos="0">
                <a:schemeClr val="bg1"/>
              </a:gs>
              <a:gs pos="100000">
                <a:srgbClr val="33CCFF"/>
              </a:gs>
            </a:gsLst>
            <a:path path="rect">
              <a:fillToRect l="50000" t="50000" r="50000" b="50000"/>
            </a:path>
            <a:tileRect/>
          </a:gradFill>
          <a:ln w="12700" cap="flat" cmpd="sng">
            <a:solidFill>
              <a:srgbClr val="3333FF"/>
            </a:solidFill>
            <a:prstDash val="solid"/>
            <a:round/>
            <a:headEnd type="none" w="med" len="med"/>
            <a:tailEnd type="none" w="med" len="med"/>
          </a:ln>
        </p:spPr>
        <p:txBody>
          <a:bodyPr/>
          <a:p>
            <a:endParaRPr lang="zh-CN" altLang="en-US"/>
          </a:p>
        </p:txBody>
      </p:sp>
      <p:sp>
        <p:nvSpPr>
          <p:cNvPr id="39939" name="Oval 4"/>
          <p:cNvSpPr/>
          <p:nvPr/>
        </p:nvSpPr>
        <p:spPr>
          <a:xfrm>
            <a:off x="6705600" y="4191000"/>
            <a:ext cx="152400" cy="152400"/>
          </a:xfrm>
          <a:prstGeom prst="ellipse">
            <a:avLst/>
          </a:prstGeom>
          <a:gradFill rotWithShape="0">
            <a:gsLst>
              <a:gs pos="0">
                <a:srgbClr val="FFFFFF"/>
              </a:gs>
              <a:gs pos="100000">
                <a:srgbClr val="FF6600"/>
              </a:gs>
            </a:gsLst>
            <a:path path="shape">
              <a:fillToRect l="50000" t="50000" r="50000" b="50000"/>
            </a:path>
            <a:tileRect/>
          </a:gradFill>
          <a:ln w="9525" cap="flat" cmpd="sng">
            <a:solidFill>
              <a:srgbClr val="FF00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0" name="Oval 5"/>
          <p:cNvSpPr/>
          <p:nvPr/>
        </p:nvSpPr>
        <p:spPr>
          <a:xfrm>
            <a:off x="5715000" y="4572000"/>
            <a:ext cx="152400" cy="152400"/>
          </a:xfrm>
          <a:prstGeom prst="ellipse">
            <a:avLst/>
          </a:prstGeom>
          <a:gradFill rotWithShape="0">
            <a:gsLst>
              <a:gs pos="0">
                <a:srgbClr val="FFFFFF"/>
              </a:gs>
              <a:gs pos="100000">
                <a:srgbClr val="FF9900"/>
              </a:gs>
            </a:gsLst>
            <a:path path="shape">
              <a:fillToRect l="50000" t="50000" r="50000" b="50000"/>
            </a:path>
            <a:tileRect/>
          </a:gradFill>
          <a:ln w="9525" cap="flat" cmpd="sng">
            <a:solidFill>
              <a:srgbClr val="FF66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1" name="Oval 6"/>
          <p:cNvSpPr/>
          <p:nvPr/>
        </p:nvSpPr>
        <p:spPr>
          <a:xfrm>
            <a:off x="5257800" y="3657600"/>
            <a:ext cx="177800" cy="177800"/>
          </a:xfrm>
          <a:prstGeom prst="ellipse">
            <a:avLst/>
          </a:prstGeom>
          <a:gradFill rotWithShape="1">
            <a:gsLst>
              <a:gs pos="0">
                <a:srgbClr val="FFCCFF"/>
              </a:gs>
              <a:gs pos="100000">
                <a:srgbClr val="9900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2" name="Oval 7"/>
          <p:cNvSpPr/>
          <p:nvPr/>
        </p:nvSpPr>
        <p:spPr>
          <a:xfrm>
            <a:off x="5257800" y="5486400"/>
            <a:ext cx="152400" cy="152400"/>
          </a:xfrm>
          <a:prstGeom prst="ellipse">
            <a:avLst/>
          </a:prstGeom>
          <a:gradFill rotWithShape="0">
            <a:gsLst>
              <a:gs pos="0">
                <a:srgbClr val="FFFFFF"/>
              </a:gs>
              <a:gs pos="100000">
                <a:srgbClr val="E369BD"/>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3" name="Oval 8"/>
          <p:cNvSpPr/>
          <p:nvPr/>
        </p:nvSpPr>
        <p:spPr>
          <a:xfrm>
            <a:off x="7162800" y="5410200"/>
            <a:ext cx="152400" cy="152400"/>
          </a:xfrm>
          <a:prstGeom prst="ellipse">
            <a:avLst/>
          </a:prstGeom>
          <a:gradFill rotWithShape="0">
            <a:gsLst>
              <a:gs pos="0">
                <a:srgbClr val="FFFFFF"/>
              </a:gs>
              <a:gs pos="100000">
                <a:srgbClr val="FF00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4" name="Oval 9"/>
          <p:cNvSpPr/>
          <p:nvPr/>
        </p:nvSpPr>
        <p:spPr>
          <a:xfrm>
            <a:off x="6629400" y="4800600"/>
            <a:ext cx="152400" cy="152400"/>
          </a:xfrm>
          <a:prstGeom prst="ellipse">
            <a:avLst/>
          </a:prstGeom>
          <a:gradFill rotWithShape="0">
            <a:gsLst>
              <a:gs pos="0">
                <a:srgbClr val="FFFFFF"/>
              </a:gs>
              <a:gs pos="100000">
                <a:srgbClr val="FF6600"/>
              </a:gs>
            </a:gsLst>
            <a:path path="shape">
              <a:fillToRect l="50000" t="50000" r="50000" b="50000"/>
            </a:path>
            <a:tileRect/>
          </a:gradFill>
          <a:ln w="9525" cap="flat" cmpd="sng">
            <a:solidFill>
              <a:srgbClr val="FF66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5" name="Oval 10"/>
          <p:cNvSpPr/>
          <p:nvPr/>
        </p:nvSpPr>
        <p:spPr>
          <a:xfrm>
            <a:off x="7620000" y="4724400"/>
            <a:ext cx="152400" cy="152400"/>
          </a:xfrm>
          <a:prstGeom prst="ellipse">
            <a:avLst/>
          </a:prstGeom>
          <a:gradFill rotWithShape="0">
            <a:gsLst>
              <a:gs pos="0">
                <a:srgbClr val="FFFFFF"/>
              </a:gs>
              <a:gs pos="100000">
                <a:srgbClr val="3D9933"/>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46" name="Oval 11"/>
          <p:cNvSpPr/>
          <p:nvPr/>
        </p:nvSpPr>
        <p:spPr>
          <a:xfrm>
            <a:off x="6705600" y="3581400"/>
            <a:ext cx="152400" cy="152400"/>
          </a:xfrm>
          <a:prstGeom prst="ellipse">
            <a:avLst/>
          </a:prstGeom>
          <a:gradFill rotWithShape="0">
            <a:gsLst>
              <a:gs pos="0">
                <a:srgbClr val="FFFFFF"/>
              </a:gs>
              <a:gs pos="100000">
                <a:srgbClr val="FF00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39947" name="Object 12"/>
          <p:cNvGraphicFramePr/>
          <p:nvPr/>
        </p:nvGraphicFramePr>
        <p:xfrm>
          <a:off x="6178550" y="4495800"/>
          <a:ext cx="527050" cy="800100"/>
        </p:xfrm>
        <a:graphic>
          <a:graphicData uri="http://schemas.openxmlformats.org/presentationml/2006/ole">
            <mc:AlternateContent xmlns:mc="http://schemas.openxmlformats.org/markup-compatibility/2006">
              <mc:Choice xmlns:v="urn:schemas-microsoft-com:vml" Requires="v">
                <p:oleObj spid="_x0000_s3198" name="" r:id="rId1" imgW="152400" imgH="228600" progId="Equation.3">
                  <p:embed/>
                </p:oleObj>
              </mc:Choice>
              <mc:Fallback>
                <p:oleObj name="" r:id="rId1" imgW="152400" imgH="228600" progId="Equation.3">
                  <p:embed/>
                  <p:pic>
                    <p:nvPicPr>
                      <p:cNvPr id="0" name="图片 3197"/>
                      <p:cNvPicPr/>
                      <p:nvPr/>
                    </p:nvPicPr>
                    <p:blipFill>
                      <a:blip r:embed="rId2"/>
                      <a:stretch>
                        <a:fillRect/>
                      </a:stretch>
                    </p:blipFill>
                    <p:spPr>
                      <a:xfrm>
                        <a:off x="6178550" y="4495800"/>
                        <a:ext cx="527050" cy="800100"/>
                      </a:xfrm>
                      <a:prstGeom prst="rect">
                        <a:avLst/>
                      </a:prstGeom>
                      <a:noFill/>
                      <a:ln w="38100">
                        <a:noFill/>
                        <a:miter/>
                      </a:ln>
                    </p:spPr>
                  </p:pic>
                </p:oleObj>
              </mc:Fallback>
            </mc:AlternateContent>
          </a:graphicData>
        </a:graphic>
      </p:graphicFrame>
      <p:sp>
        <p:nvSpPr>
          <p:cNvPr id="39948" name="Freeform 13"/>
          <p:cNvSpPr/>
          <p:nvPr/>
        </p:nvSpPr>
        <p:spPr>
          <a:xfrm>
            <a:off x="5410200" y="3962400"/>
            <a:ext cx="2020888" cy="1677988"/>
          </a:xfrm>
          <a:custGeom>
            <a:avLst/>
            <a:gdLst/>
            <a:ahLst/>
            <a:cxnLst>
              <a:cxn ang="0">
                <a:pos x="3175" y="884238"/>
              </a:cxn>
              <a:cxn ang="0">
                <a:pos x="60325" y="668338"/>
              </a:cxn>
              <a:cxn ang="0">
                <a:pos x="173038" y="539750"/>
              </a:cxn>
              <a:cxn ang="0">
                <a:pos x="438150" y="323850"/>
              </a:cxn>
              <a:cxn ang="0">
                <a:pos x="646113" y="260350"/>
              </a:cxn>
              <a:cxn ang="0">
                <a:pos x="855663" y="87313"/>
              </a:cxn>
              <a:cxn ang="0">
                <a:pos x="1125538" y="20638"/>
              </a:cxn>
              <a:cxn ang="0">
                <a:pos x="1362075" y="20638"/>
              </a:cxn>
              <a:cxn ang="0">
                <a:pos x="1574800" y="109538"/>
              </a:cxn>
              <a:cxn ang="0">
                <a:pos x="1914525" y="454025"/>
              </a:cxn>
              <a:cxn ang="0">
                <a:pos x="1971675" y="711200"/>
              </a:cxn>
              <a:cxn ang="0">
                <a:pos x="1992313" y="1017588"/>
              </a:cxn>
              <a:cxn ang="0">
                <a:pos x="1838325" y="1171575"/>
              </a:cxn>
              <a:cxn ang="0">
                <a:pos x="1589088" y="1243013"/>
              </a:cxn>
              <a:cxn ang="0">
                <a:pos x="1398588" y="1266825"/>
              </a:cxn>
              <a:cxn ang="0">
                <a:pos x="1184275" y="1398588"/>
              </a:cxn>
              <a:cxn ang="0">
                <a:pos x="935038" y="1516063"/>
              </a:cxn>
              <a:cxn ang="0">
                <a:pos x="609600" y="1658938"/>
              </a:cxn>
              <a:cxn ang="0">
                <a:pos x="192088" y="1571625"/>
              </a:cxn>
              <a:cxn ang="0">
                <a:pos x="22225" y="1120775"/>
              </a:cxn>
              <a:cxn ang="0">
                <a:pos x="3175" y="884238"/>
              </a:cxn>
            </a:cxnLst>
            <a:pathLst>
              <a:path w="1273" h="1057">
                <a:moveTo>
                  <a:pt x="2" y="557"/>
                </a:moveTo>
                <a:cubicBezTo>
                  <a:pt x="13" y="511"/>
                  <a:pt x="19" y="463"/>
                  <a:pt x="38" y="421"/>
                </a:cubicBezTo>
                <a:cubicBezTo>
                  <a:pt x="62" y="367"/>
                  <a:pt x="66" y="383"/>
                  <a:pt x="109" y="340"/>
                </a:cubicBezTo>
                <a:cubicBezTo>
                  <a:pt x="160" y="291"/>
                  <a:pt x="213" y="230"/>
                  <a:pt x="276" y="204"/>
                </a:cubicBezTo>
                <a:cubicBezTo>
                  <a:pt x="316" y="187"/>
                  <a:pt x="367" y="184"/>
                  <a:pt x="407" y="164"/>
                </a:cubicBezTo>
                <a:cubicBezTo>
                  <a:pt x="461" y="138"/>
                  <a:pt x="492" y="92"/>
                  <a:pt x="539" y="55"/>
                </a:cubicBezTo>
                <a:cubicBezTo>
                  <a:pt x="562" y="36"/>
                  <a:pt x="709" y="13"/>
                  <a:pt x="709" y="13"/>
                </a:cubicBezTo>
                <a:cubicBezTo>
                  <a:pt x="808" y="18"/>
                  <a:pt x="759" y="0"/>
                  <a:pt x="858" y="13"/>
                </a:cubicBezTo>
                <a:cubicBezTo>
                  <a:pt x="890" y="16"/>
                  <a:pt x="964" y="51"/>
                  <a:pt x="992" y="69"/>
                </a:cubicBezTo>
                <a:cubicBezTo>
                  <a:pt x="1081" y="126"/>
                  <a:pt x="1136" y="205"/>
                  <a:pt x="1206" y="286"/>
                </a:cubicBezTo>
                <a:cubicBezTo>
                  <a:pt x="1238" y="393"/>
                  <a:pt x="1226" y="339"/>
                  <a:pt x="1242" y="448"/>
                </a:cubicBezTo>
                <a:cubicBezTo>
                  <a:pt x="1238" y="548"/>
                  <a:pt x="1273" y="544"/>
                  <a:pt x="1255" y="641"/>
                </a:cubicBezTo>
                <a:cubicBezTo>
                  <a:pt x="1252" y="658"/>
                  <a:pt x="1168" y="737"/>
                  <a:pt x="1158" y="738"/>
                </a:cubicBezTo>
                <a:cubicBezTo>
                  <a:pt x="1098" y="745"/>
                  <a:pt x="1060" y="778"/>
                  <a:pt x="1001" y="783"/>
                </a:cubicBezTo>
                <a:cubicBezTo>
                  <a:pt x="982" y="786"/>
                  <a:pt x="909" y="784"/>
                  <a:pt x="881" y="798"/>
                </a:cubicBezTo>
                <a:cubicBezTo>
                  <a:pt x="868" y="805"/>
                  <a:pt x="759" y="874"/>
                  <a:pt x="746" y="881"/>
                </a:cubicBezTo>
                <a:cubicBezTo>
                  <a:pt x="729" y="891"/>
                  <a:pt x="604" y="950"/>
                  <a:pt x="589" y="955"/>
                </a:cubicBezTo>
                <a:cubicBezTo>
                  <a:pt x="499" y="1032"/>
                  <a:pt x="495" y="1020"/>
                  <a:pt x="384" y="1045"/>
                </a:cubicBezTo>
                <a:cubicBezTo>
                  <a:pt x="254" y="1036"/>
                  <a:pt x="210" y="1057"/>
                  <a:pt x="121" y="990"/>
                </a:cubicBezTo>
                <a:cubicBezTo>
                  <a:pt x="70" y="902"/>
                  <a:pt x="66" y="794"/>
                  <a:pt x="14" y="706"/>
                </a:cubicBezTo>
                <a:cubicBezTo>
                  <a:pt x="0" y="593"/>
                  <a:pt x="2" y="643"/>
                  <a:pt x="2" y="557"/>
                </a:cubicBezTo>
                <a:close/>
              </a:path>
            </a:pathLst>
          </a:custGeom>
          <a:solidFill>
            <a:srgbClr val="D9F1FF">
              <a:alpha val="50195"/>
            </a:srgbClr>
          </a:solidFill>
          <a:ln w="12700" cap="flat" cmpd="sng">
            <a:solidFill>
              <a:srgbClr val="3333FF"/>
            </a:solidFill>
            <a:prstDash val="solid"/>
            <a:round/>
            <a:headEnd type="none" w="med" len="med"/>
            <a:tailEnd type="none" w="med" len="med"/>
          </a:ln>
        </p:spPr>
        <p:txBody>
          <a:bodyPr/>
          <a:p>
            <a:endParaRPr lang="zh-CN" altLang="en-US"/>
          </a:p>
        </p:txBody>
      </p:sp>
      <p:graphicFrame>
        <p:nvGraphicFramePr>
          <p:cNvPr id="39949" name="Object 14"/>
          <p:cNvGraphicFramePr/>
          <p:nvPr/>
        </p:nvGraphicFramePr>
        <p:xfrm>
          <a:off x="5562600" y="5111750"/>
          <a:ext cx="431800" cy="527050"/>
        </p:xfrm>
        <a:graphic>
          <a:graphicData uri="http://schemas.openxmlformats.org/presentationml/2006/ole">
            <mc:AlternateContent xmlns:mc="http://schemas.openxmlformats.org/markup-compatibility/2006">
              <mc:Choice xmlns:v="urn:schemas-microsoft-com:vml" Requires="v">
                <p:oleObj spid="_x0000_s3190" name="" r:id="rId3" imgW="241300" imgH="304800" progId="Equation.3">
                  <p:embed/>
                </p:oleObj>
              </mc:Choice>
              <mc:Fallback>
                <p:oleObj name="" r:id="rId3" imgW="241300" imgH="304800" progId="Equation.3">
                  <p:embed/>
                  <p:pic>
                    <p:nvPicPr>
                      <p:cNvPr id="0" name="图片 3189"/>
                      <p:cNvPicPr/>
                      <p:nvPr/>
                    </p:nvPicPr>
                    <p:blipFill>
                      <a:blip r:embed="rId4">
                        <a:clrChange>
                          <a:clrFrom>
                            <a:srgbClr val="000000"/>
                          </a:clrFrom>
                          <a:clrTo>
                            <a:srgbClr val="0000FF"/>
                          </a:clrTo>
                        </a:clrChange>
                      </a:blip>
                      <a:stretch>
                        <a:fillRect/>
                      </a:stretch>
                    </p:blipFill>
                    <p:spPr>
                      <a:xfrm>
                        <a:off x="5562600" y="5111750"/>
                        <a:ext cx="431800" cy="527050"/>
                      </a:xfrm>
                      <a:prstGeom prst="rect">
                        <a:avLst/>
                      </a:prstGeom>
                      <a:noFill/>
                      <a:ln w="38100">
                        <a:noFill/>
                        <a:miter/>
                      </a:ln>
                    </p:spPr>
                  </p:pic>
                </p:oleObj>
              </mc:Fallback>
            </mc:AlternateContent>
          </a:graphicData>
        </a:graphic>
      </p:graphicFrame>
      <p:sp>
        <p:nvSpPr>
          <p:cNvPr id="39950" name="Oval 15"/>
          <p:cNvSpPr/>
          <p:nvPr/>
        </p:nvSpPr>
        <p:spPr>
          <a:xfrm rot="-1933549">
            <a:off x="7010400" y="4343400"/>
            <a:ext cx="228600" cy="457200"/>
          </a:xfrm>
          <a:prstGeom prst="ellipse">
            <a:avLst/>
          </a:prstGeom>
          <a:gradFill rotWithShape="0">
            <a:gsLst>
              <a:gs pos="0">
                <a:srgbClr val="FFFFFF"/>
              </a:gs>
              <a:gs pos="100000">
                <a:srgbClr val="6F6FDB"/>
              </a:gs>
            </a:gsLst>
            <a:path path="shape">
              <a:fillToRect l="50000" t="50000" r="50000" b="50000"/>
            </a:path>
            <a:tileRect/>
          </a:gradFill>
          <a:ln w="28575" cap="flat" cmpd="sng">
            <a:solidFill>
              <a:srgbClr val="3366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9951" name="Line 16"/>
          <p:cNvSpPr/>
          <p:nvPr/>
        </p:nvSpPr>
        <p:spPr>
          <a:xfrm flipV="1">
            <a:off x="7162800" y="4191000"/>
            <a:ext cx="762000" cy="381000"/>
          </a:xfrm>
          <a:prstGeom prst="line">
            <a:avLst/>
          </a:prstGeom>
          <a:ln w="38100" cap="flat" cmpd="sng">
            <a:solidFill>
              <a:srgbClr val="0000FF"/>
            </a:solidFill>
            <a:prstDash val="solid"/>
            <a:round/>
            <a:headEnd type="none" w="med" len="med"/>
            <a:tailEnd type="triangle" w="sm" len="lg"/>
          </a:ln>
        </p:spPr>
      </p:sp>
      <p:sp>
        <p:nvSpPr>
          <p:cNvPr id="39952" name="Line 17"/>
          <p:cNvSpPr/>
          <p:nvPr/>
        </p:nvSpPr>
        <p:spPr>
          <a:xfrm flipV="1">
            <a:off x="7162800" y="3505200"/>
            <a:ext cx="685800" cy="1066800"/>
          </a:xfrm>
          <a:prstGeom prst="line">
            <a:avLst/>
          </a:prstGeom>
          <a:ln w="38100" cap="flat" cmpd="sng">
            <a:solidFill>
              <a:srgbClr val="FF0000"/>
            </a:solidFill>
            <a:prstDash val="solid"/>
            <a:round/>
            <a:headEnd type="none" w="med" len="med"/>
            <a:tailEnd type="triangle" w="sm" len="lg"/>
          </a:ln>
        </p:spPr>
      </p:sp>
      <p:graphicFrame>
        <p:nvGraphicFramePr>
          <p:cNvPr id="39953" name="Object 18"/>
          <p:cNvGraphicFramePr/>
          <p:nvPr/>
        </p:nvGraphicFramePr>
        <p:xfrm>
          <a:off x="7924800" y="3938588"/>
          <a:ext cx="533400" cy="503237"/>
        </p:xfrm>
        <a:graphic>
          <a:graphicData uri="http://schemas.openxmlformats.org/presentationml/2006/ole">
            <mc:AlternateContent xmlns:mc="http://schemas.openxmlformats.org/markup-compatibility/2006">
              <mc:Choice xmlns:v="urn:schemas-microsoft-com:vml" Requires="v">
                <p:oleObj spid="_x0000_s3194" name="" r:id="rId5" imgW="469900" imgH="444500" progId="Equation.3">
                  <p:embed/>
                </p:oleObj>
              </mc:Choice>
              <mc:Fallback>
                <p:oleObj name="" r:id="rId5" imgW="469900" imgH="444500" progId="Equation.3">
                  <p:embed/>
                  <p:pic>
                    <p:nvPicPr>
                      <p:cNvPr id="0" name="图片 3193"/>
                      <p:cNvPicPr/>
                      <p:nvPr/>
                    </p:nvPicPr>
                    <p:blipFill>
                      <a:blip r:embed="rId6">
                        <a:clrChange>
                          <a:clrFrom>
                            <a:srgbClr val="000000"/>
                          </a:clrFrom>
                          <a:clrTo>
                            <a:srgbClr val="0000FF"/>
                          </a:clrTo>
                        </a:clrChange>
                      </a:blip>
                      <a:stretch>
                        <a:fillRect/>
                      </a:stretch>
                    </p:blipFill>
                    <p:spPr>
                      <a:xfrm>
                        <a:off x="7924800" y="3938588"/>
                        <a:ext cx="533400" cy="503237"/>
                      </a:xfrm>
                      <a:prstGeom prst="rect">
                        <a:avLst/>
                      </a:prstGeom>
                      <a:noFill/>
                      <a:ln w="38100">
                        <a:noFill/>
                        <a:miter/>
                      </a:ln>
                    </p:spPr>
                  </p:pic>
                </p:oleObj>
              </mc:Fallback>
            </mc:AlternateContent>
          </a:graphicData>
        </a:graphic>
      </p:graphicFrame>
      <p:graphicFrame>
        <p:nvGraphicFramePr>
          <p:cNvPr id="39954" name="Object 19"/>
          <p:cNvGraphicFramePr/>
          <p:nvPr/>
        </p:nvGraphicFramePr>
        <p:xfrm>
          <a:off x="7848600" y="3200400"/>
          <a:ext cx="423863" cy="533400"/>
        </p:xfrm>
        <a:graphic>
          <a:graphicData uri="http://schemas.openxmlformats.org/presentationml/2006/ole">
            <mc:AlternateContent xmlns:mc="http://schemas.openxmlformats.org/markup-compatibility/2006">
              <mc:Choice xmlns:v="urn:schemas-microsoft-com:vml" Requires="v">
                <p:oleObj spid="_x0000_s3196" name="" r:id="rId7" imgW="317500" imgH="406400" progId="Equation.3">
                  <p:embed/>
                </p:oleObj>
              </mc:Choice>
              <mc:Fallback>
                <p:oleObj name="" r:id="rId7" imgW="317500" imgH="406400" progId="Equation.3">
                  <p:embed/>
                  <p:pic>
                    <p:nvPicPr>
                      <p:cNvPr id="0" name="图片 3195"/>
                      <p:cNvPicPr/>
                      <p:nvPr/>
                    </p:nvPicPr>
                    <p:blipFill>
                      <a:blip r:embed="rId8">
                        <a:clrChange>
                          <a:clrFrom>
                            <a:srgbClr val="000000"/>
                          </a:clrFrom>
                          <a:clrTo>
                            <a:srgbClr val="FF0000"/>
                          </a:clrTo>
                        </a:clrChange>
                      </a:blip>
                      <a:stretch>
                        <a:fillRect/>
                      </a:stretch>
                    </p:blipFill>
                    <p:spPr>
                      <a:xfrm>
                        <a:off x="7848600" y="3200400"/>
                        <a:ext cx="423863" cy="533400"/>
                      </a:xfrm>
                      <a:prstGeom prst="rect">
                        <a:avLst/>
                      </a:prstGeom>
                      <a:noFill/>
                      <a:ln w="38100">
                        <a:noFill/>
                        <a:miter/>
                      </a:ln>
                    </p:spPr>
                  </p:pic>
                </p:oleObj>
              </mc:Fallback>
            </mc:AlternateContent>
          </a:graphicData>
        </a:graphic>
      </p:graphicFrame>
      <p:sp>
        <p:nvSpPr>
          <p:cNvPr id="39955" name="Text Box 20"/>
          <p:cNvSpPr txBox="1"/>
          <p:nvPr/>
        </p:nvSpPr>
        <p:spPr>
          <a:xfrm>
            <a:off x="685800" y="914400"/>
            <a:ext cx="3962400" cy="519113"/>
          </a:xfrm>
          <a:prstGeom prst="rect">
            <a:avLst/>
          </a:prstGeom>
          <a:noFill/>
          <a:ln w="9525">
            <a:noFill/>
          </a:ln>
        </p:spPr>
        <p:txBody>
          <a:bodyPr anchor="t" anchorCtr="0">
            <a:spAutoFit/>
          </a:bodyPr>
          <a:p>
            <a:pPr>
              <a:spcBef>
                <a:spcPct val="50000"/>
              </a:spcBef>
              <a:buBlip>
                <a:blip r:embed="rId9"/>
              </a:buBlip>
            </a:pPr>
            <a:r>
              <a:rPr lang="en-US" altLang="zh-CN" sz="2800" b="1" dirty="0">
                <a:latin typeface="宋体" panose="02010600030101010101" pitchFamily="2" charset="-122"/>
                <a:ea typeface="宋体" panose="02010600030101010101" pitchFamily="2" charset="-122"/>
              </a:rPr>
              <a:t> </a:t>
            </a:r>
            <a:r>
              <a:rPr lang="zh-CN" altLang="en-US" sz="2800" b="1" dirty="0">
                <a:solidFill>
                  <a:schemeClr val="bg2"/>
                </a:solidFill>
                <a:latin typeface="宋体" panose="02010600030101010101" pitchFamily="2" charset="-122"/>
                <a:ea typeface="宋体" panose="02010600030101010101" pitchFamily="2" charset="-122"/>
              </a:rPr>
              <a:t>点电荷系的电场</a:t>
            </a:r>
            <a:endParaRPr lang="zh-CN" altLang="en-US" sz="2800" b="1" dirty="0">
              <a:solidFill>
                <a:schemeClr val="bg2"/>
              </a:solidFill>
              <a:latin typeface="宋体" panose="02010600030101010101" pitchFamily="2" charset="-122"/>
              <a:ea typeface="宋体" panose="02010600030101010101" pitchFamily="2" charset="-122"/>
            </a:endParaRPr>
          </a:p>
        </p:txBody>
      </p:sp>
      <p:graphicFrame>
        <p:nvGraphicFramePr>
          <p:cNvPr id="32789" name="Object 21"/>
          <p:cNvGraphicFramePr/>
          <p:nvPr/>
        </p:nvGraphicFramePr>
        <p:xfrm>
          <a:off x="822325" y="4724400"/>
          <a:ext cx="3081338" cy="1271588"/>
        </p:xfrm>
        <a:graphic>
          <a:graphicData uri="http://schemas.openxmlformats.org/presentationml/2006/ole">
            <mc:AlternateContent xmlns:mc="http://schemas.openxmlformats.org/markup-compatibility/2006">
              <mc:Choice xmlns:v="urn:schemas-microsoft-com:vml" Requires="v">
                <p:oleObj spid="_x0000_s3191" name="" r:id="rId10" imgW="1167765" imgH="444500" progId="Equation.3">
                  <p:embed/>
                </p:oleObj>
              </mc:Choice>
              <mc:Fallback>
                <p:oleObj name="" r:id="rId10" imgW="1167765" imgH="444500" progId="Equation.3">
                  <p:embed/>
                  <p:pic>
                    <p:nvPicPr>
                      <p:cNvPr id="0" name="图片 3190"/>
                      <p:cNvPicPr/>
                      <p:nvPr/>
                    </p:nvPicPr>
                    <p:blipFill>
                      <a:blip r:embed="rId11"/>
                      <a:stretch>
                        <a:fillRect/>
                      </a:stretch>
                    </p:blipFill>
                    <p:spPr>
                      <a:xfrm>
                        <a:off x="822325" y="4724400"/>
                        <a:ext cx="3081338" cy="1271588"/>
                      </a:xfrm>
                      <a:prstGeom prst="rect">
                        <a:avLst/>
                      </a:prstGeom>
                      <a:noFill/>
                      <a:ln w="38100">
                        <a:noFill/>
                        <a:miter/>
                      </a:ln>
                    </p:spPr>
                  </p:pic>
                </p:oleObj>
              </mc:Fallback>
            </mc:AlternateContent>
          </a:graphicData>
        </a:graphic>
      </p:graphicFrame>
      <p:graphicFrame>
        <p:nvGraphicFramePr>
          <p:cNvPr id="32790" name="Object 22"/>
          <p:cNvGraphicFramePr/>
          <p:nvPr/>
        </p:nvGraphicFramePr>
        <p:xfrm>
          <a:off x="1414463" y="3048000"/>
          <a:ext cx="1219200" cy="685800"/>
        </p:xfrm>
        <a:graphic>
          <a:graphicData uri="http://schemas.openxmlformats.org/presentationml/2006/ole">
            <mc:AlternateContent xmlns:mc="http://schemas.openxmlformats.org/markup-compatibility/2006">
              <mc:Choice xmlns:v="urn:schemas-microsoft-com:vml" Requires="v">
                <p:oleObj spid="_x0000_s3195" name="" r:id="rId12" imgW="520700" imgH="241300" progId="Equation.3">
                  <p:embed/>
                </p:oleObj>
              </mc:Choice>
              <mc:Fallback>
                <p:oleObj name="" r:id="rId12" imgW="520700" imgH="241300" progId="Equation.3">
                  <p:embed/>
                  <p:pic>
                    <p:nvPicPr>
                      <p:cNvPr id="0" name="图片 3194"/>
                      <p:cNvPicPr/>
                      <p:nvPr/>
                    </p:nvPicPr>
                    <p:blipFill>
                      <a:blip r:embed="rId13"/>
                      <a:stretch>
                        <a:fillRect/>
                      </a:stretch>
                    </p:blipFill>
                    <p:spPr>
                      <a:xfrm>
                        <a:off x="1414463" y="3048000"/>
                        <a:ext cx="1219200" cy="685800"/>
                      </a:xfrm>
                      <a:prstGeom prst="rect">
                        <a:avLst/>
                      </a:prstGeom>
                      <a:noFill/>
                      <a:ln w="38100">
                        <a:noFill/>
                        <a:miter/>
                      </a:ln>
                    </p:spPr>
                  </p:pic>
                </p:oleObj>
              </mc:Fallback>
            </mc:AlternateContent>
          </a:graphicData>
        </a:graphic>
      </p:graphicFrame>
      <p:graphicFrame>
        <p:nvGraphicFramePr>
          <p:cNvPr id="32791" name="Object 23"/>
          <p:cNvGraphicFramePr/>
          <p:nvPr/>
        </p:nvGraphicFramePr>
        <p:xfrm>
          <a:off x="1259523" y="3627120"/>
          <a:ext cx="1782762" cy="1249363"/>
        </p:xfrm>
        <a:graphic>
          <a:graphicData uri="http://schemas.openxmlformats.org/presentationml/2006/ole">
            <mc:AlternateContent xmlns:mc="http://schemas.openxmlformats.org/markup-compatibility/2006">
              <mc:Choice xmlns:v="urn:schemas-microsoft-com:vml" Requires="v">
                <p:oleObj spid="_x0000_s3193" name="" r:id="rId14" imgW="735965" imgH="431800" progId="Equation.3">
                  <p:embed/>
                </p:oleObj>
              </mc:Choice>
              <mc:Fallback>
                <p:oleObj name="" r:id="rId14" imgW="735965" imgH="431800" progId="Equation.3">
                  <p:embed/>
                  <p:pic>
                    <p:nvPicPr>
                      <p:cNvPr id="0" name="图片 3192"/>
                      <p:cNvPicPr/>
                      <p:nvPr/>
                    </p:nvPicPr>
                    <p:blipFill>
                      <a:blip r:embed="rId15"/>
                      <a:stretch>
                        <a:fillRect/>
                      </a:stretch>
                    </p:blipFill>
                    <p:spPr>
                      <a:xfrm>
                        <a:off x="1259523" y="3627120"/>
                        <a:ext cx="1782762" cy="1249363"/>
                      </a:xfrm>
                      <a:prstGeom prst="rect">
                        <a:avLst/>
                      </a:prstGeom>
                      <a:noFill/>
                      <a:ln w="38100">
                        <a:noFill/>
                        <a:miter/>
                      </a:ln>
                    </p:spPr>
                  </p:pic>
                </p:oleObj>
              </mc:Fallback>
            </mc:AlternateContent>
          </a:graphicData>
        </a:graphic>
      </p:graphicFrame>
      <p:graphicFrame>
        <p:nvGraphicFramePr>
          <p:cNvPr id="32792" name="Object 24"/>
          <p:cNvGraphicFramePr/>
          <p:nvPr/>
        </p:nvGraphicFramePr>
        <p:xfrm>
          <a:off x="2136775" y="2362200"/>
          <a:ext cx="3090863" cy="660400"/>
        </p:xfrm>
        <a:graphic>
          <a:graphicData uri="http://schemas.openxmlformats.org/presentationml/2006/ole">
            <mc:AlternateContent xmlns:mc="http://schemas.openxmlformats.org/markup-compatibility/2006">
              <mc:Choice xmlns:v="urn:schemas-microsoft-com:vml" Requires="v">
                <p:oleObj spid="_x0000_s3192" name="" r:id="rId16" imgW="1295400" imgH="228600" progId="Equation.3">
                  <p:embed/>
                </p:oleObj>
              </mc:Choice>
              <mc:Fallback>
                <p:oleObj name="" r:id="rId16" imgW="1295400" imgH="228600" progId="Equation.3">
                  <p:embed/>
                  <p:pic>
                    <p:nvPicPr>
                      <p:cNvPr id="0" name="图片 3191"/>
                      <p:cNvPicPr/>
                      <p:nvPr/>
                    </p:nvPicPr>
                    <p:blipFill>
                      <a:blip r:embed="rId17"/>
                      <a:stretch>
                        <a:fillRect/>
                      </a:stretch>
                    </p:blipFill>
                    <p:spPr>
                      <a:xfrm>
                        <a:off x="2136775" y="2362200"/>
                        <a:ext cx="3090863" cy="660400"/>
                      </a:xfrm>
                      <a:prstGeom prst="rect">
                        <a:avLst/>
                      </a:prstGeom>
                      <a:noFill/>
                      <a:ln w="38100">
                        <a:noFill/>
                        <a:miter/>
                      </a:ln>
                    </p:spPr>
                  </p:pic>
                </p:oleObj>
              </mc:Fallback>
            </mc:AlternateContent>
          </a:graphicData>
        </a:graphic>
      </p:graphicFrame>
      <p:graphicFrame>
        <p:nvGraphicFramePr>
          <p:cNvPr id="32793" name="Object 25"/>
          <p:cNvGraphicFramePr/>
          <p:nvPr/>
        </p:nvGraphicFramePr>
        <p:xfrm>
          <a:off x="777875" y="1600200"/>
          <a:ext cx="7815263" cy="844550"/>
        </p:xfrm>
        <a:graphic>
          <a:graphicData uri="http://schemas.openxmlformats.org/presentationml/2006/ole">
            <mc:AlternateContent xmlns:mc="http://schemas.openxmlformats.org/markup-compatibility/2006">
              <mc:Choice xmlns:v="urn:schemas-microsoft-com:vml" Requires="v">
                <p:oleObj spid="_x0000_s3197" name="" r:id="rId18" imgW="2729230" imgH="292100" progId="Equation.3">
                  <p:embed/>
                </p:oleObj>
              </mc:Choice>
              <mc:Fallback>
                <p:oleObj name="" r:id="rId18" imgW="2729230" imgH="292100" progId="Equation.3">
                  <p:embed/>
                  <p:pic>
                    <p:nvPicPr>
                      <p:cNvPr id="0" name="图片 3196"/>
                      <p:cNvPicPr/>
                      <p:nvPr/>
                    </p:nvPicPr>
                    <p:blipFill>
                      <a:blip r:embed="rId19"/>
                      <a:stretch>
                        <a:fillRect/>
                      </a:stretch>
                    </p:blipFill>
                    <p:spPr>
                      <a:xfrm>
                        <a:off x="777875" y="1600200"/>
                        <a:ext cx="7815263" cy="844550"/>
                      </a:xfrm>
                      <a:prstGeom prst="rect">
                        <a:avLst/>
                      </a:prstGeom>
                      <a:noFill/>
                      <a:ln w="38100">
                        <a:noFill/>
                        <a:miter/>
                      </a:ln>
                    </p:spPr>
                  </p:pic>
                </p:oleObj>
              </mc:Fallback>
            </mc:AlternateContent>
          </a:graphicData>
        </a:graphic>
      </p:graphicFrame>
      <p:sp>
        <p:nvSpPr>
          <p:cNvPr id="39961" name="Text Box 23"/>
          <p:cNvSpPr txBox="1"/>
          <p:nvPr/>
        </p:nvSpPr>
        <p:spPr>
          <a:xfrm>
            <a:off x="1143000" y="142875"/>
            <a:ext cx="3581400" cy="584200"/>
          </a:xfrm>
          <a:prstGeom prst="rect">
            <a:avLst/>
          </a:prstGeom>
          <a:noFill/>
          <a:ln w="9525">
            <a:noFill/>
          </a:ln>
        </p:spPr>
        <p:txBody>
          <a:bodyPr anchor="t" anchorCtr="0">
            <a:spAutoFit/>
          </a:bodyPr>
          <a:p>
            <a:pPr algn="ctr">
              <a:spcBef>
                <a:spcPct val="50000"/>
              </a:spcBef>
            </a:pPr>
            <a:r>
              <a:rPr lang="zh-CN" altLang="en-US" sz="3200" dirty="0">
                <a:solidFill>
                  <a:srgbClr val="C00000"/>
                </a:solidFill>
                <a:latin typeface="Times New Roman" panose="02020603050405020304" pitchFamily="18" charset="0"/>
                <a:ea typeface="黑体" panose="02010609060101010101" pitchFamily="49" charset="-122"/>
              </a:rPr>
              <a:t>验证高斯定理：</a:t>
            </a:r>
            <a:endParaRPr lang="zh-CN" altLang="en-US" sz="3200" dirty="0">
              <a:solidFill>
                <a:srgbClr val="C00000"/>
              </a:solidFill>
              <a:latin typeface="Times New Roman" panose="02020603050405020304" pitchFamily="18" charset="0"/>
              <a:ea typeface="黑体" panose="02010609060101010101" pitchFamily="49"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32793"/>
                                        </p:tgtEl>
                                        <p:attrNameLst>
                                          <p:attrName>style.visibility</p:attrName>
                                        </p:attrNameLst>
                                      </p:cBhvr>
                                      <p:to>
                                        <p:strVal val="visible"/>
                                      </p:to>
                                    </p:set>
                                    <p:animEffect transition="in" filter="blinds(vertical)">
                                      <p:cBhvr>
                                        <p:cTn id="7" dur="500"/>
                                        <p:tgtEl>
                                          <p:spTgt spid="327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32792"/>
                                        </p:tgtEl>
                                        <p:attrNameLst>
                                          <p:attrName>style.visibility</p:attrName>
                                        </p:attrNameLst>
                                      </p:cBhvr>
                                      <p:to>
                                        <p:strVal val="visible"/>
                                      </p:to>
                                    </p:set>
                                    <p:animEffect transition="in" filter="blinds(vertical)">
                                      <p:cBhvr>
                                        <p:cTn id="12" dur="500"/>
                                        <p:tgtEl>
                                          <p:spTgt spid="327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2790"/>
                                        </p:tgtEl>
                                        <p:attrNameLst>
                                          <p:attrName>style.visibility</p:attrName>
                                        </p:attrNameLst>
                                      </p:cBhvr>
                                      <p:to>
                                        <p:strVal val="visible"/>
                                      </p:to>
                                    </p:set>
                                    <p:animEffect transition="in" filter="blinds(vertical)">
                                      <p:cBhvr>
                                        <p:cTn id="17" dur="500"/>
                                        <p:tgtEl>
                                          <p:spTgt spid="327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32791"/>
                                        </p:tgtEl>
                                        <p:attrNameLst>
                                          <p:attrName>style.visibility</p:attrName>
                                        </p:attrNameLst>
                                      </p:cBhvr>
                                      <p:to>
                                        <p:strVal val="visible"/>
                                      </p:to>
                                    </p:set>
                                    <p:animEffect transition="in" filter="blinds(vertical)">
                                      <p:cBhvr>
                                        <p:cTn id="22" dur="500"/>
                                        <p:tgtEl>
                                          <p:spTgt spid="3279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32789"/>
                                        </p:tgtEl>
                                        <p:attrNameLst>
                                          <p:attrName>style.visibility</p:attrName>
                                        </p:attrNameLst>
                                      </p:cBhvr>
                                      <p:to>
                                        <p:strVal val="visible"/>
                                      </p:to>
                                    </p:set>
                                    <p:animEffect transition="in" filter="blinds(vertical)">
                                      <p:cBhvr>
                                        <p:cTn id="27" dur="500"/>
                                        <p:tgtEl>
                                          <p:spTgt spid="32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0961" name="Group 2"/>
          <p:cNvGrpSpPr/>
          <p:nvPr/>
        </p:nvGrpSpPr>
        <p:grpSpPr>
          <a:xfrm>
            <a:off x="685800" y="1752600"/>
            <a:ext cx="7848600" cy="1933575"/>
            <a:chOff x="480" y="960"/>
            <a:chExt cx="4944" cy="1218"/>
          </a:xfrm>
        </p:grpSpPr>
        <p:sp>
          <p:nvSpPr>
            <p:cNvPr id="40962" name="Text Box 3"/>
            <p:cNvSpPr txBox="1"/>
            <p:nvPr/>
          </p:nvSpPr>
          <p:spPr>
            <a:xfrm>
              <a:off x="480" y="960"/>
              <a:ext cx="4944" cy="1162"/>
            </a:xfrm>
            <a:prstGeom prst="rect">
              <a:avLst/>
            </a:prstGeom>
            <a:noFill/>
            <a:ln w="9525">
              <a:noFill/>
            </a:ln>
          </p:spPr>
          <p:txBody>
            <a:bodyPr anchor="t" anchorCtr="0">
              <a:spAutoFit/>
            </a:bodyPr>
            <a:p>
              <a:pPr>
                <a:lnSpc>
                  <a:spcPct val="120000"/>
                </a:lnSpc>
              </a:pPr>
              <a:r>
                <a:rPr lang="en-US" altLang="zh-CN" sz="3200" b="1" dirty="0">
                  <a:latin typeface="宋体" panose="02010600030101010101" pitchFamily="2" charset="-122"/>
                  <a:ea typeface="宋体" panose="02010600030101010101" pitchFamily="2" charset="-122"/>
                </a:rPr>
                <a:t>    </a:t>
              </a:r>
              <a:r>
                <a:rPr lang="zh-CN" altLang="en-US" sz="3200" b="1" dirty="0">
                  <a:latin typeface="宋体" panose="02010600030101010101" pitchFamily="2" charset="-122"/>
                  <a:ea typeface="宋体" panose="02010600030101010101" pitchFamily="2" charset="-122"/>
                </a:rPr>
                <a:t>在真空中静电场，穿过任一</a:t>
              </a:r>
              <a:r>
                <a:rPr lang="zh-CN" altLang="en-US" sz="3200" b="1" dirty="0">
                  <a:solidFill>
                    <a:srgbClr val="CC0000"/>
                  </a:solidFill>
                  <a:latin typeface="宋体" panose="02010600030101010101" pitchFamily="2" charset="-122"/>
                  <a:ea typeface="宋体" panose="02010600030101010101" pitchFamily="2" charset="-122"/>
                </a:rPr>
                <a:t>闭合曲面</a:t>
              </a:r>
              <a:r>
                <a:rPr lang="zh-CN" altLang="en-US" sz="3200" b="1" dirty="0">
                  <a:latin typeface="宋体" panose="02010600030101010101" pitchFamily="2" charset="-122"/>
                  <a:ea typeface="宋体" panose="02010600030101010101" pitchFamily="2" charset="-122"/>
                </a:rPr>
                <a:t>的电场强度通量，等于该曲面所包围的所有电荷的代数和除以   </a:t>
              </a:r>
              <a:r>
                <a:rPr lang="en-US" altLang="zh-CN" sz="3200" dirty="0">
                  <a:latin typeface="宋体" panose="02010600030101010101" pitchFamily="2" charset="-122"/>
                  <a:ea typeface="宋体" panose="02010600030101010101" pitchFamily="2" charset="-122"/>
                </a:rPr>
                <a:t>.</a:t>
              </a:r>
              <a:endParaRPr lang="en-US" altLang="zh-CN" sz="3200" dirty="0">
                <a:latin typeface="宋体" panose="02010600030101010101" pitchFamily="2" charset="-122"/>
                <a:ea typeface="宋体" panose="02010600030101010101" pitchFamily="2" charset="-122"/>
              </a:endParaRPr>
            </a:p>
          </p:txBody>
        </p:sp>
        <p:graphicFrame>
          <p:nvGraphicFramePr>
            <p:cNvPr id="40963" name="Object 4"/>
            <p:cNvGraphicFramePr/>
            <p:nvPr/>
          </p:nvGraphicFramePr>
          <p:xfrm>
            <a:off x="2868" y="1698"/>
            <a:ext cx="300" cy="480"/>
          </p:xfrm>
          <a:graphic>
            <a:graphicData uri="http://schemas.openxmlformats.org/presentationml/2006/ole">
              <mc:AlternateContent xmlns:mc="http://schemas.openxmlformats.org/markup-compatibility/2006">
                <mc:Choice xmlns:v="urn:schemas-microsoft-com:vml" Requires="v">
                  <p:oleObj spid="_x0000_s3200" name="" r:id="rId1" imgW="152400" imgH="228600" progId="Equation.3">
                    <p:embed/>
                  </p:oleObj>
                </mc:Choice>
                <mc:Fallback>
                  <p:oleObj name="" r:id="rId1" imgW="152400" imgH="228600" progId="Equation.3">
                    <p:embed/>
                    <p:pic>
                      <p:nvPicPr>
                        <p:cNvPr id="0" name="图片 3199"/>
                        <p:cNvPicPr/>
                        <p:nvPr/>
                      </p:nvPicPr>
                      <p:blipFill>
                        <a:blip r:embed="rId2"/>
                        <a:stretch>
                          <a:fillRect/>
                        </a:stretch>
                      </p:blipFill>
                      <p:spPr>
                        <a:xfrm>
                          <a:off x="2868" y="1698"/>
                          <a:ext cx="300" cy="480"/>
                        </a:xfrm>
                        <a:prstGeom prst="rect">
                          <a:avLst/>
                        </a:prstGeom>
                        <a:noFill/>
                        <a:ln w="38100">
                          <a:noFill/>
                          <a:miter/>
                        </a:ln>
                      </p:spPr>
                    </p:pic>
                  </p:oleObj>
                </mc:Fallback>
              </mc:AlternateContent>
            </a:graphicData>
          </a:graphic>
        </p:graphicFrame>
      </p:grpSp>
      <p:sp>
        <p:nvSpPr>
          <p:cNvPr id="40964" name="Rectangle 5"/>
          <p:cNvSpPr/>
          <p:nvPr/>
        </p:nvSpPr>
        <p:spPr>
          <a:xfrm>
            <a:off x="1285875" y="214313"/>
            <a:ext cx="1816100" cy="579437"/>
          </a:xfrm>
          <a:prstGeom prst="rect">
            <a:avLst/>
          </a:prstGeom>
          <a:noFill/>
          <a:ln w="9525">
            <a:noFill/>
          </a:ln>
        </p:spPr>
        <p:txBody>
          <a:bodyPr wrap="none" anchor="t" anchorCtr="0">
            <a:spAutoFit/>
          </a:bodyPr>
          <a:p>
            <a:pPr algn="ctr"/>
            <a:r>
              <a:rPr lang="zh-CN" altLang="en-US" sz="3200" b="1" dirty="0">
                <a:solidFill>
                  <a:srgbClr val="CC0000"/>
                </a:solidFill>
                <a:latin typeface="宋体" panose="02010600030101010101" pitchFamily="2" charset="-122"/>
                <a:ea typeface="宋体" panose="02010600030101010101" pitchFamily="2" charset="-122"/>
              </a:rPr>
              <a:t>高斯定理</a:t>
            </a:r>
            <a:endParaRPr lang="zh-CN" altLang="en-US" sz="3200" b="1" dirty="0">
              <a:solidFill>
                <a:srgbClr val="CC0000"/>
              </a:solidFill>
              <a:latin typeface="宋体" panose="02010600030101010101" pitchFamily="2" charset="-122"/>
              <a:ea typeface="宋体" panose="02010600030101010101" pitchFamily="2" charset="-122"/>
            </a:endParaRPr>
          </a:p>
        </p:txBody>
      </p:sp>
      <p:sp>
        <p:nvSpPr>
          <p:cNvPr id="33798" name="AutoShape 6"/>
          <p:cNvSpPr>
            <a:spLocks noChangeArrowheads="1"/>
          </p:cNvSpPr>
          <p:nvPr/>
        </p:nvSpPr>
        <p:spPr bwMode="auto">
          <a:xfrm>
            <a:off x="6629400" y="838200"/>
            <a:ext cx="2133600" cy="838200"/>
          </a:xfrm>
          <a:prstGeom prst="cloudCallout">
            <a:avLst>
              <a:gd name="adj1" fmla="val -38912"/>
              <a:gd name="adj2" fmla="val 75949"/>
            </a:avLst>
          </a:prstGeom>
          <a:gradFill rotWithShape="0">
            <a:gsLst>
              <a:gs pos="0">
                <a:schemeClr val="accent1"/>
              </a:gs>
              <a:gs pos="50000">
                <a:schemeClr val="bg1"/>
              </a:gs>
              <a:gs pos="100000">
                <a:schemeClr val="accent1"/>
              </a:gs>
            </a:gsLst>
            <a:lin ang="5400000" scaled="1"/>
          </a:grad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高斯面</a:t>
            </a:r>
            <a:endParaRPr kumimoji="1" lang="zh-CN" altLang="en-US"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graphicFrame>
        <p:nvGraphicFramePr>
          <p:cNvPr id="40966" name="Object 7"/>
          <p:cNvGraphicFramePr/>
          <p:nvPr/>
        </p:nvGraphicFramePr>
        <p:xfrm>
          <a:off x="2268538" y="3860800"/>
          <a:ext cx="4814887" cy="1296988"/>
        </p:xfrm>
        <a:graphic>
          <a:graphicData uri="http://schemas.openxmlformats.org/presentationml/2006/ole">
            <mc:AlternateContent xmlns:mc="http://schemas.openxmlformats.org/markup-compatibility/2006">
              <mc:Choice xmlns:v="urn:schemas-microsoft-com:vml" Requires="v">
                <p:oleObj spid="_x0000_s3203" name="" r:id="rId3" imgW="1473200" imgH="457200" progId="Equation.3">
                  <p:embed/>
                </p:oleObj>
              </mc:Choice>
              <mc:Fallback>
                <p:oleObj name="" r:id="rId3" imgW="1473200" imgH="457200" progId="Equation.3">
                  <p:embed/>
                  <p:pic>
                    <p:nvPicPr>
                      <p:cNvPr id="0" name="图片 3202"/>
                      <p:cNvPicPr/>
                      <p:nvPr/>
                    </p:nvPicPr>
                    <p:blipFill>
                      <a:blip r:embed="rId4"/>
                      <a:stretch>
                        <a:fillRect/>
                      </a:stretch>
                    </p:blipFill>
                    <p:spPr>
                      <a:xfrm>
                        <a:off x="2268538" y="3860800"/>
                        <a:ext cx="4814887" cy="1296988"/>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8"/>
                                        </p:tgtEl>
                                        <p:attrNameLst>
                                          <p:attrName>style.visibility</p:attrName>
                                        </p:attrNameLst>
                                      </p:cBhvr>
                                      <p:to>
                                        <p:strVal val="visible"/>
                                      </p:to>
                                    </p:set>
                                    <p:animEffect transition="in" filter="checkerboard(across)">
                                      <p:cBhvr>
                                        <p:cTn id="7" dur="5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Rectangle 3"/>
          <p:cNvSpPr/>
          <p:nvPr/>
        </p:nvSpPr>
        <p:spPr>
          <a:xfrm>
            <a:off x="928688" y="1643063"/>
            <a:ext cx="7315200" cy="519112"/>
          </a:xfrm>
          <a:prstGeom prst="rect">
            <a:avLst/>
          </a:prstGeom>
          <a:noFill/>
          <a:ln w="9525">
            <a:noFill/>
          </a:ln>
        </p:spPr>
        <p:txBody>
          <a:bodyPr anchor="t" anchorCtr="0">
            <a:spAutoFit/>
          </a:bodyPr>
          <a:p>
            <a:pPr>
              <a:spcBef>
                <a:spcPct val="50000"/>
              </a:spcBef>
            </a:pPr>
            <a:r>
              <a:rPr lang="en-US" altLang="zh-CN" sz="2800" b="1" dirty="0">
                <a:solidFill>
                  <a:srgbClr val="CC0000"/>
                </a:solidFill>
                <a:latin typeface="宋体" panose="02010600030101010101" pitchFamily="2" charset="-122"/>
                <a:ea typeface="宋体" panose="02010600030101010101" pitchFamily="2" charset="-122"/>
              </a:rPr>
              <a:t>(</a:t>
            </a:r>
            <a:r>
              <a:rPr lang="en-US" altLang="zh-CN" sz="2800" b="1" dirty="0">
                <a:solidFill>
                  <a:srgbClr val="CC0000"/>
                </a:solidFill>
                <a:latin typeface="Times New Roman" panose="02020603050405020304" pitchFamily="18" charset="0"/>
                <a:ea typeface="宋体" panose="02010600030101010101" pitchFamily="2" charset="-122"/>
              </a:rPr>
              <a:t>1</a:t>
            </a:r>
            <a:r>
              <a:rPr lang="en-US" altLang="zh-CN" sz="2800" b="1" dirty="0">
                <a:solidFill>
                  <a:srgbClr val="CC0000"/>
                </a:solidFill>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高斯面</a:t>
            </a:r>
            <a:r>
              <a:rPr lang="en-US" altLang="zh-CN" sz="2800" b="1" dirty="0">
                <a:latin typeface="宋体" panose="02010600030101010101" pitchFamily="2" charset="-122"/>
                <a:ea typeface="宋体" panose="02010600030101010101" pitchFamily="2" charset="-122"/>
              </a:rPr>
              <a:t>S</a:t>
            </a:r>
            <a:r>
              <a:rPr lang="zh-CN" altLang="en-US" sz="2800" b="1" dirty="0">
                <a:latin typeface="宋体" panose="02010600030101010101" pitchFamily="2" charset="-122"/>
                <a:ea typeface="宋体" panose="02010600030101010101" pitchFamily="2" charset="-122"/>
              </a:rPr>
              <a:t>：闭合曲面</a:t>
            </a:r>
            <a:r>
              <a:rPr lang="en-US"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p:txBody>
      </p:sp>
      <p:graphicFrame>
        <p:nvGraphicFramePr>
          <p:cNvPr id="41986" name="Object 8"/>
          <p:cNvGraphicFramePr/>
          <p:nvPr/>
        </p:nvGraphicFramePr>
        <p:xfrm>
          <a:off x="2786063" y="214313"/>
          <a:ext cx="4100512" cy="1104900"/>
        </p:xfrm>
        <a:graphic>
          <a:graphicData uri="http://schemas.openxmlformats.org/presentationml/2006/ole">
            <mc:AlternateContent xmlns:mc="http://schemas.openxmlformats.org/markup-compatibility/2006">
              <mc:Choice xmlns:v="urn:schemas-microsoft-com:vml" Requires="v">
                <p:oleObj spid="_x0000_s3201" name="" r:id="rId1" imgW="1473200" imgH="457200" progId="Equation.3">
                  <p:embed/>
                </p:oleObj>
              </mc:Choice>
              <mc:Fallback>
                <p:oleObj name="" r:id="rId1" imgW="1473200" imgH="457200" progId="Equation.3">
                  <p:embed/>
                  <p:pic>
                    <p:nvPicPr>
                      <p:cNvPr id="0" name="图片 3200"/>
                      <p:cNvPicPr/>
                      <p:nvPr/>
                    </p:nvPicPr>
                    <p:blipFill>
                      <a:blip r:embed="rId2"/>
                      <a:stretch>
                        <a:fillRect/>
                      </a:stretch>
                    </p:blipFill>
                    <p:spPr>
                      <a:xfrm>
                        <a:off x="2786063" y="214313"/>
                        <a:ext cx="4100512" cy="1104900"/>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pSp>
        <p:nvGrpSpPr>
          <p:cNvPr id="41987" name="Group 23"/>
          <p:cNvGrpSpPr/>
          <p:nvPr/>
        </p:nvGrpSpPr>
        <p:grpSpPr>
          <a:xfrm>
            <a:off x="1214438" y="0"/>
            <a:ext cx="1447800" cy="838200"/>
            <a:chOff x="240" y="480"/>
            <a:chExt cx="912" cy="528"/>
          </a:xfrm>
        </p:grpSpPr>
        <p:sp>
          <p:nvSpPr>
            <p:cNvPr id="41988" name="AutoShape 24"/>
            <p:cNvSpPr/>
            <p:nvPr/>
          </p:nvSpPr>
          <p:spPr>
            <a:xfrm>
              <a:off x="240" y="480"/>
              <a:ext cx="816" cy="528"/>
            </a:xfrm>
            <a:prstGeom prst="horizontalScroll">
              <a:avLst>
                <a:gd name="adj" fmla="val 12500"/>
              </a:avLst>
            </a:prstGeom>
            <a:solidFill>
              <a:schemeClr val="accent1"/>
            </a:solidFill>
            <a:ln w="9525" cap="flat" cmpd="sng">
              <a:solidFill>
                <a:schemeClr val="tx1"/>
              </a:solidFill>
              <a:prstDash val="solid"/>
              <a:round/>
              <a:headEnd type="none" w="med" len="med"/>
              <a:tailEnd type="none" w="med" len="med"/>
            </a:ln>
            <a:effectLst>
              <a:outerShdw dist="107763" dir="13499999" algn="ctr" rotWithShape="0">
                <a:srgbClr val="009900"/>
              </a:outerShdw>
            </a:effectLst>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1989" name="Text Box 25"/>
            <p:cNvSpPr txBox="1"/>
            <p:nvPr/>
          </p:nvSpPr>
          <p:spPr>
            <a:xfrm>
              <a:off x="240" y="570"/>
              <a:ext cx="912" cy="365"/>
            </a:xfrm>
            <a:prstGeom prst="rect">
              <a:avLst/>
            </a:prstGeom>
            <a:noFill/>
            <a:ln w="9525">
              <a:noFill/>
            </a:ln>
          </p:spPr>
          <p:txBody>
            <a:bodyPr anchor="t" anchorCtr="0">
              <a:spAutoFit/>
            </a:bodyPr>
            <a:p>
              <a:pPr algn="ctr"/>
              <a:r>
                <a:rPr lang="zh-CN" altLang="en-US" sz="3200" b="1" dirty="0">
                  <a:solidFill>
                    <a:srgbClr val="CC0000"/>
                  </a:solidFill>
                  <a:latin typeface="Times New Roman" panose="02020603050405020304" pitchFamily="18" charset="0"/>
                  <a:ea typeface="宋体" panose="02010600030101010101" pitchFamily="2" charset="-122"/>
                </a:rPr>
                <a:t>说明</a:t>
              </a:r>
              <a:endParaRPr lang="zh-CN" altLang="en-US" sz="3200" b="1" dirty="0">
                <a:solidFill>
                  <a:srgbClr val="CC0000"/>
                </a:solidFill>
                <a:latin typeface="Times New Roman" panose="02020603050405020304" pitchFamily="18" charset="0"/>
                <a:ea typeface="宋体" panose="02010600030101010101" pitchFamily="2" charset="-122"/>
              </a:endParaRPr>
            </a:p>
          </p:txBody>
        </p:sp>
      </p:grpSp>
      <p:grpSp>
        <p:nvGrpSpPr>
          <p:cNvPr id="3" name="组合 22"/>
          <p:cNvGrpSpPr/>
          <p:nvPr/>
        </p:nvGrpSpPr>
        <p:grpSpPr>
          <a:xfrm>
            <a:off x="857250" y="2571750"/>
            <a:ext cx="7924800" cy="1123950"/>
            <a:chOff x="1066800" y="2816225"/>
            <a:chExt cx="7924800" cy="1124471"/>
          </a:xfrm>
        </p:grpSpPr>
        <p:sp>
          <p:nvSpPr>
            <p:cNvPr id="41991" name="Text Box 4"/>
            <p:cNvSpPr txBox="1"/>
            <p:nvPr/>
          </p:nvSpPr>
          <p:spPr>
            <a:xfrm>
              <a:off x="1066800" y="2816225"/>
              <a:ext cx="7924800" cy="1124471"/>
            </a:xfrm>
            <a:prstGeom prst="rect">
              <a:avLst/>
            </a:prstGeom>
            <a:noFill/>
            <a:ln w="9525">
              <a:noFill/>
            </a:ln>
          </p:spPr>
          <p:txBody>
            <a:bodyPr anchor="t" anchorCtr="0">
              <a:spAutoFit/>
            </a:bodyPr>
            <a:p>
              <a:pPr>
                <a:lnSpc>
                  <a:spcPct val="120000"/>
                </a:lnSpc>
              </a:pPr>
              <a:r>
                <a:rPr lang="en-US" altLang="zh-CN" sz="2800" b="1" dirty="0">
                  <a:solidFill>
                    <a:srgbClr val="CC0000"/>
                  </a:solidFill>
                  <a:latin typeface="宋体" panose="02010600030101010101" pitchFamily="2" charset="-122"/>
                  <a:ea typeface="宋体" panose="02010600030101010101" pitchFamily="2" charset="-122"/>
                </a:rPr>
                <a:t>(</a:t>
              </a:r>
              <a:r>
                <a:rPr lang="en-US" altLang="zh-CN" sz="2800" b="1" dirty="0">
                  <a:solidFill>
                    <a:srgbClr val="CC0000"/>
                  </a:solidFill>
                  <a:latin typeface="Times New Roman" panose="02020603050405020304" pitchFamily="18" charset="0"/>
                  <a:ea typeface="宋体" panose="02010600030101010101" pitchFamily="2" charset="-122"/>
                </a:rPr>
                <a:t>2</a:t>
              </a:r>
              <a:r>
                <a:rPr lang="en-US" altLang="zh-CN" sz="2800" b="1" dirty="0">
                  <a:solidFill>
                    <a:srgbClr val="CC0000"/>
                  </a:solidFill>
                  <a:latin typeface="宋体" panose="02010600030101010101" pitchFamily="2" charset="-122"/>
                  <a:ea typeface="宋体" panose="02010600030101010101" pitchFamily="2" charset="-122"/>
                </a:rPr>
                <a:t>)</a:t>
              </a:r>
              <a:r>
                <a:rPr lang="zh-CN" altLang="zh-CN" sz="2800" b="1" dirty="0">
                  <a:solidFill>
                    <a:srgbClr val="CC0000"/>
                  </a:solidFill>
                  <a:latin typeface="宋体" panose="02010600030101010101" pitchFamily="2" charset="-122"/>
                  <a:ea typeface="宋体" panose="02010600030101010101" pitchFamily="2" charset="-122"/>
                </a:rPr>
                <a:t>式中</a:t>
              </a:r>
              <a:r>
                <a:rPr lang="en-US" altLang="zh-CN" sz="2800" b="1" dirty="0">
                  <a:solidFill>
                    <a:srgbClr val="CC0000"/>
                  </a:solidFill>
                  <a:latin typeface="宋体" panose="02010600030101010101" pitchFamily="2" charset="-122"/>
                  <a:ea typeface="宋体" panose="02010600030101010101" pitchFamily="2" charset="-122"/>
                </a:rPr>
                <a:t>  </a:t>
              </a:r>
              <a:r>
                <a:rPr lang="zh-CN" altLang="en-US" sz="2800" b="1" dirty="0">
                  <a:solidFill>
                    <a:srgbClr val="CC0000"/>
                  </a:solidFill>
                  <a:latin typeface="宋体" panose="02010600030101010101" pitchFamily="2" charset="-122"/>
                  <a:ea typeface="宋体" panose="02010600030101010101" pitchFamily="2" charset="-122"/>
                </a:rPr>
                <a:t>是</a:t>
              </a:r>
              <a:r>
                <a:rPr lang="zh-CN" altLang="en-US" sz="2800" b="1" dirty="0">
                  <a:latin typeface="宋体" panose="02010600030101010101" pitchFamily="2" charset="-122"/>
                  <a:ea typeface="宋体" panose="02010600030101010101" pitchFamily="2" charset="-122"/>
                </a:rPr>
                <a:t>闭合面内外</a:t>
              </a:r>
              <a:r>
                <a:rPr lang="zh-CN" altLang="en-US" sz="2800" b="1" dirty="0">
                  <a:solidFill>
                    <a:srgbClr val="CC0000"/>
                  </a:solidFill>
                  <a:latin typeface="宋体" panose="02010600030101010101" pitchFamily="2" charset="-122"/>
                  <a:ea typeface="宋体" panose="02010600030101010101" pitchFamily="2" charset="-122"/>
                </a:rPr>
                <a:t>所有</a:t>
              </a:r>
              <a:r>
                <a:rPr lang="zh-CN" altLang="en-US" sz="2800" b="1" dirty="0">
                  <a:latin typeface="宋体" panose="02010600030101010101" pitchFamily="2" charset="-122"/>
                  <a:ea typeface="宋体" panose="02010600030101010101" pitchFamily="2" charset="-122"/>
                </a:rPr>
                <a:t>电荷共同产生的电场强度</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与电荷量、电荷的分布有关</a:t>
              </a:r>
              <a:r>
                <a:rPr lang="en-US"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p:txBody>
        </p:sp>
        <p:graphicFrame>
          <p:nvGraphicFramePr>
            <p:cNvPr id="41992" name="Object 3"/>
            <p:cNvGraphicFramePr>
              <a:graphicFrameLocks noChangeAspect="1"/>
            </p:cNvGraphicFramePr>
            <p:nvPr/>
          </p:nvGraphicFramePr>
          <p:xfrm>
            <a:off x="2358212" y="2880690"/>
            <a:ext cx="461010" cy="495250"/>
          </p:xfrm>
          <a:graphic>
            <a:graphicData uri="http://schemas.openxmlformats.org/presentationml/2006/ole">
              <mc:AlternateContent xmlns:mc="http://schemas.openxmlformats.org/markup-compatibility/2006">
                <mc:Choice xmlns:v="urn:schemas-microsoft-com:vml" Requires="v">
                  <p:oleObj spid="_x0000_s3199" name="" r:id="rId3" imgW="152400" imgH="190500" progId="Equation.3">
                    <p:embed/>
                  </p:oleObj>
                </mc:Choice>
                <mc:Fallback>
                  <p:oleObj name="" r:id="rId3" imgW="152400" imgH="190500" progId="Equation.3">
                    <p:embed/>
                    <p:pic>
                      <p:nvPicPr>
                        <p:cNvPr id="0" name="图片 3198"/>
                        <p:cNvPicPr/>
                        <p:nvPr/>
                      </p:nvPicPr>
                      <p:blipFill>
                        <a:blip r:embed="rId4"/>
                        <a:stretch>
                          <a:fillRect/>
                        </a:stretch>
                      </p:blipFill>
                      <p:spPr>
                        <a:xfrm>
                          <a:off x="2358212" y="2880690"/>
                          <a:ext cx="461010" cy="495250"/>
                        </a:xfrm>
                        <a:prstGeom prst="rect">
                          <a:avLst/>
                        </a:prstGeom>
                        <a:noFill/>
                        <a:ln w="38100">
                          <a:noFill/>
                          <a:miter/>
                        </a:ln>
                      </p:spPr>
                    </p:pic>
                  </p:oleObj>
                </mc:Fallback>
              </mc:AlternateContent>
            </a:graphicData>
          </a:graphic>
        </p:graphicFrame>
      </p:grpSp>
      <p:grpSp>
        <p:nvGrpSpPr>
          <p:cNvPr id="4" name="组合 21"/>
          <p:cNvGrpSpPr/>
          <p:nvPr/>
        </p:nvGrpSpPr>
        <p:grpSpPr>
          <a:xfrm>
            <a:off x="928688" y="3714750"/>
            <a:ext cx="7643812" cy="1127125"/>
            <a:chOff x="857224" y="3929066"/>
            <a:chExt cx="7643866" cy="1126462"/>
          </a:xfrm>
        </p:grpSpPr>
        <p:sp>
          <p:nvSpPr>
            <p:cNvPr id="41994" name="Rectangle 5"/>
            <p:cNvSpPr/>
            <p:nvPr/>
          </p:nvSpPr>
          <p:spPr>
            <a:xfrm>
              <a:off x="857224" y="3929066"/>
              <a:ext cx="7643866" cy="1126462"/>
            </a:xfrm>
            <a:prstGeom prst="rect">
              <a:avLst/>
            </a:prstGeom>
            <a:noFill/>
            <a:ln w="9525">
              <a:noFill/>
            </a:ln>
          </p:spPr>
          <p:txBody>
            <a:bodyPr anchor="t" anchorCtr="0">
              <a:spAutoFit/>
            </a:bodyPr>
            <a:p>
              <a:pPr>
                <a:lnSpc>
                  <a:spcPct val="120000"/>
                </a:lnSpc>
              </a:pPr>
              <a:r>
                <a:rPr lang="en-US" altLang="zh-CN" sz="2800" b="1" dirty="0">
                  <a:solidFill>
                    <a:srgbClr val="CC0000"/>
                  </a:solidFill>
                  <a:latin typeface="宋体" panose="02010600030101010101" pitchFamily="2" charset="-122"/>
                  <a:ea typeface="宋体" panose="02010600030101010101" pitchFamily="2" charset="-122"/>
                </a:rPr>
                <a:t>(</a:t>
              </a:r>
              <a:r>
                <a:rPr lang="en-US" altLang="zh-CN" sz="2800" b="1" dirty="0">
                  <a:solidFill>
                    <a:srgbClr val="CC0000"/>
                  </a:solidFill>
                  <a:latin typeface="Times New Roman" panose="02020603050405020304" pitchFamily="18" charset="0"/>
                  <a:ea typeface="宋体" panose="02010600030101010101" pitchFamily="2" charset="-122"/>
                </a:rPr>
                <a:t>3</a:t>
              </a:r>
              <a:r>
                <a:rPr lang="en-US" altLang="zh-CN" sz="2800" b="1" dirty="0">
                  <a:solidFill>
                    <a:srgbClr val="CC0000"/>
                  </a:solidFill>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电通量      ：仅与</a:t>
              </a:r>
              <a:r>
                <a:rPr lang="zh-CN" altLang="en-US" sz="2800" b="1" dirty="0">
                  <a:solidFill>
                    <a:srgbClr val="FF0000"/>
                  </a:solidFill>
                  <a:latin typeface="宋体" panose="02010600030101010101" pitchFamily="2" charset="-122"/>
                  <a:ea typeface="宋体" panose="02010600030101010101" pitchFamily="2" charset="-122"/>
                </a:rPr>
                <a:t>闭合面内</a:t>
              </a:r>
              <a:r>
                <a:rPr lang="zh-CN" altLang="en-US" sz="2800" b="1" dirty="0">
                  <a:latin typeface="宋体" panose="02010600030101010101" pitchFamily="2" charset="-122"/>
                  <a:ea typeface="宋体" panose="02010600030101010101" pitchFamily="2" charset="-122"/>
                </a:rPr>
                <a:t>的电量有关</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与电荷的分布无关</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穿出为正，穿进为负</a:t>
              </a:r>
              <a:r>
                <a:rPr lang="en-US" altLang="zh-CN" sz="2800" b="1" dirty="0">
                  <a:latin typeface="宋体" panose="02010600030101010101" pitchFamily="2" charset="-122"/>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graphicFrame>
          <p:nvGraphicFramePr>
            <p:cNvPr id="41995" name="Object 2"/>
            <p:cNvGraphicFramePr>
              <a:graphicFrameLocks noChangeAspect="1"/>
            </p:cNvGraphicFramePr>
            <p:nvPr/>
          </p:nvGraphicFramePr>
          <p:xfrm>
            <a:off x="2714612" y="3929066"/>
            <a:ext cx="1143008" cy="661471"/>
          </p:xfrm>
          <a:graphic>
            <a:graphicData uri="http://schemas.openxmlformats.org/presentationml/2006/ole">
              <mc:AlternateContent xmlns:mc="http://schemas.openxmlformats.org/markup-compatibility/2006">
                <mc:Choice xmlns:v="urn:schemas-microsoft-com:vml" Requires="v">
                  <p:oleObj spid="_x0000_s3202" name="" r:id="rId5" imgW="1130300" imgH="673100" progId="Equation.3">
                    <p:embed/>
                  </p:oleObj>
                </mc:Choice>
                <mc:Fallback>
                  <p:oleObj name="" r:id="rId5" imgW="1130300" imgH="673100" progId="Equation.3">
                    <p:embed/>
                    <p:pic>
                      <p:nvPicPr>
                        <p:cNvPr id="0" name="图片 3201"/>
                        <p:cNvPicPr/>
                        <p:nvPr/>
                      </p:nvPicPr>
                      <p:blipFill>
                        <a:blip r:embed="rId6">
                          <a:clrChange>
                            <a:clrFrom>
                              <a:srgbClr val="000000"/>
                            </a:clrFrom>
                            <a:clrTo>
                              <a:srgbClr val="FF6600"/>
                            </a:clrTo>
                          </a:clrChange>
                        </a:blip>
                        <a:stretch>
                          <a:fillRect/>
                        </a:stretch>
                      </p:blipFill>
                      <p:spPr>
                        <a:xfrm>
                          <a:off x="2714612" y="3929066"/>
                          <a:ext cx="1143008" cy="661471"/>
                        </a:xfrm>
                        <a:prstGeom prst="rect">
                          <a:avLst/>
                        </a:prstGeom>
                        <a:noFill/>
                        <a:ln w="38100">
                          <a:noFill/>
                          <a:miter/>
                        </a:ln>
                      </p:spPr>
                    </p:pic>
                  </p:oleObj>
                </mc:Fallback>
              </mc:AlternateContent>
            </a:graphicData>
          </a:graphic>
        </p:graphicFrame>
      </p:grpSp>
      <p:grpSp>
        <p:nvGrpSpPr>
          <p:cNvPr id="5" name="组合 20"/>
          <p:cNvGrpSpPr/>
          <p:nvPr/>
        </p:nvGrpSpPr>
        <p:grpSpPr>
          <a:xfrm>
            <a:off x="5143500" y="1428750"/>
            <a:ext cx="2500313" cy="952500"/>
            <a:chOff x="1000100" y="5214950"/>
            <a:chExt cx="2500330" cy="952037"/>
          </a:xfrm>
        </p:grpSpPr>
        <p:graphicFrame>
          <p:nvGraphicFramePr>
            <p:cNvPr id="41997" name="Object 11"/>
            <p:cNvGraphicFramePr/>
            <p:nvPr/>
          </p:nvGraphicFramePr>
          <p:xfrm>
            <a:off x="2357423" y="5214950"/>
            <a:ext cx="1000132" cy="952037"/>
          </p:xfrm>
          <a:graphic>
            <a:graphicData uri="http://schemas.openxmlformats.org/presentationml/2006/ole">
              <mc:AlternateContent xmlns:mc="http://schemas.openxmlformats.org/markup-compatibility/2006">
                <mc:Choice xmlns:v="urn:schemas-microsoft-com:vml" Requires="v">
                  <p:oleObj spid="_x0000_s3204" name="" r:id="rId7" imgW="393700" imgH="431800" progId="Equation.3">
                    <p:embed/>
                  </p:oleObj>
                </mc:Choice>
                <mc:Fallback>
                  <p:oleObj name="" r:id="rId7" imgW="393700" imgH="431800" progId="Equation.3">
                    <p:embed/>
                    <p:pic>
                      <p:nvPicPr>
                        <p:cNvPr id="0" name="图片 3203"/>
                        <p:cNvPicPr/>
                        <p:nvPr/>
                      </p:nvPicPr>
                      <p:blipFill>
                        <a:blip r:embed="rId8"/>
                        <a:stretch>
                          <a:fillRect/>
                        </a:stretch>
                      </p:blipFill>
                      <p:spPr>
                        <a:xfrm>
                          <a:off x="2357423" y="5214950"/>
                          <a:ext cx="1000132" cy="952037"/>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sp>
          <p:nvSpPr>
            <p:cNvPr id="41998" name="Rectangle 7"/>
            <p:cNvSpPr/>
            <p:nvPr/>
          </p:nvSpPr>
          <p:spPr>
            <a:xfrm>
              <a:off x="1000100" y="5429264"/>
              <a:ext cx="2500330" cy="519112"/>
            </a:xfrm>
            <a:prstGeom prst="rect">
              <a:avLst/>
            </a:prstGeom>
            <a:noFill/>
            <a:ln w="9525">
              <a:noFill/>
            </a:ln>
          </p:spPr>
          <p:txBody>
            <a:bodyPr anchor="t" anchorCtr="0">
              <a:spAutoFit/>
            </a:bodyPr>
            <a:p>
              <a:pPr>
                <a:spcBef>
                  <a:spcPct val="50000"/>
                </a:spcBef>
              </a:pPr>
              <a:r>
                <a:rPr lang="zh-CN" altLang="en-US" sz="2800" b="1" dirty="0">
                  <a:latin typeface="Times New Roman" panose="02020603050405020304" pitchFamily="18" charset="0"/>
                  <a:ea typeface="宋体" panose="02010600030101010101" pitchFamily="2" charset="-122"/>
                </a:rPr>
                <a:t>净电荷</a:t>
              </a:r>
              <a:r>
                <a:rPr lang="zh-CN" altLang="en-US" sz="2800" b="1" dirty="0">
                  <a:latin typeface="宋体" panose="02010600030101010101" pitchFamily="2" charset="-122"/>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grpSp>
      <p:sp>
        <p:nvSpPr>
          <p:cNvPr id="17419" name="矩形 15"/>
          <p:cNvSpPr/>
          <p:nvPr/>
        </p:nvSpPr>
        <p:spPr>
          <a:xfrm>
            <a:off x="785813" y="4929188"/>
            <a:ext cx="8001000" cy="1643062"/>
          </a:xfrm>
          <a:prstGeom prst="rect">
            <a:avLst/>
          </a:prstGeom>
          <a:noFill/>
          <a:ln w="9525">
            <a:noFill/>
          </a:ln>
        </p:spPr>
        <p:txBody>
          <a:bodyPr anchor="t" anchorCtr="0">
            <a:spAutoFit/>
          </a:bodyPr>
          <a:p>
            <a:pPr>
              <a:lnSpc>
                <a:spcPct val="120000"/>
              </a:lnSpc>
            </a:pPr>
            <a:r>
              <a:rPr lang="zh-CN" altLang="en-US" sz="2800" b="1" dirty="0">
                <a:solidFill>
                  <a:srgbClr val="FF0000"/>
                </a:solidFill>
                <a:latin typeface="Times New Roman" panose="02020603050405020304" pitchFamily="18" charset="0"/>
                <a:ea typeface="宋体" panose="02010600030101010101" pitchFamily="2" charset="-122"/>
              </a:rPr>
              <a:t>（</a:t>
            </a:r>
            <a:r>
              <a:rPr lang="en-US" altLang="zh-CN" sz="2800" b="1" dirty="0">
                <a:solidFill>
                  <a:srgbClr val="FF0000"/>
                </a:solidFill>
                <a:latin typeface="Times New Roman" panose="02020603050405020304" pitchFamily="18" charset="0"/>
                <a:ea typeface="宋体" panose="02010600030101010101" pitchFamily="2" charset="-122"/>
              </a:rPr>
              <a:t>4</a:t>
            </a:r>
            <a:r>
              <a:rPr lang="zh-CN" altLang="en-US" sz="2800" b="1" dirty="0">
                <a:solidFill>
                  <a:srgbClr val="FF0000"/>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若高斯面内的电荷净电量为零，则通过高斯面的</a:t>
            </a:r>
            <a:r>
              <a:rPr lang="zh-CN" altLang="en-US" sz="2800" b="1" dirty="0">
                <a:solidFill>
                  <a:srgbClr val="FF3300"/>
                </a:solidFill>
                <a:latin typeface="Times New Roman" panose="02020603050405020304" pitchFamily="18" charset="0"/>
                <a:ea typeface="宋体" panose="02010600030101010101" pitchFamily="2" charset="-122"/>
              </a:rPr>
              <a:t>电通量</a:t>
            </a:r>
            <a:r>
              <a:rPr lang="zh-CN" altLang="en-US" sz="2800" b="1" dirty="0">
                <a:latin typeface="Times New Roman" panose="02020603050405020304" pitchFamily="18" charset="0"/>
                <a:ea typeface="宋体" panose="02010600030101010101" pitchFamily="2" charset="-122"/>
              </a:rPr>
              <a:t>为零，但高斯面上各点的</a:t>
            </a:r>
            <a:r>
              <a:rPr lang="zh-CN" altLang="en-US" sz="2800" b="1" dirty="0">
                <a:solidFill>
                  <a:srgbClr val="FF3300"/>
                </a:solidFill>
                <a:latin typeface="Times New Roman" panose="02020603050405020304" pitchFamily="18" charset="0"/>
                <a:ea typeface="宋体" panose="02010600030101010101" pitchFamily="2" charset="-122"/>
              </a:rPr>
              <a:t>电场强度</a:t>
            </a:r>
            <a:r>
              <a:rPr lang="zh-CN" altLang="en-US" sz="2800" b="1" dirty="0">
                <a:latin typeface="Times New Roman" panose="02020603050405020304" pitchFamily="18" charset="0"/>
                <a:ea typeface="宋体" panose="02010600030101010101" pitchFamily="2" charset="-122"/>
              </a:rPr>
              <a:t>并不一定为零</a:t>
            </a:r>
            <a:r>
              <a:rPr lang="en-US" altLang="zh-CN" sz="2800" b="1" dirty="0">
                <a:latin typeface="Times New Roman" panose="02020603050405020304" pitchFamily="18" charset="0"/>
                <a:ea typeface="宋体" panose="02010600030101010101" pitchFamily="2" charset="-122"/>
              </a:rPr>
              <a:t>.</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p:cTn id="7" dur="500" fill="hold"/>
                                        <p:tgtEl>
                                          <p:spTgt spid="34819"/>
                                        </p:tgtEl>
                                        <p:attrNameLst>
                                          <p:attrName>ppt_x</p:attrName>
                                        </p:attrNameLst>
                                      </p:cBhvr>
                                      <p:tavLst>
                                        <p:tav tm="0">
                                          <p:val>
                                            <p:strVal val="#ppt_x-#ppt_w/2"/>
                                          </p:val>
                                        </p:tav>
                                        <p:tav tm="100000">
                                          <p:val>
                                            <p:strVal val="#ppt_x"/>
                                          </p:val>
                                        </p:tav>
                                      </p:tavLst>
                                    </p:anim>
                                    <p:anim calcmode="lin" valueType="num">
                                      <p:cBhvr>
                                        <p:cTn id="8" dur="500" fill="hold"/>
                                        <p:tgtEl>
                                          <p:spTgt spid="34819"/>
                                        </p:tgtEl>
                                        <p:attrNameLst>
                                          <p:attrName>ppt_y</p:attrName>
                                        </p:attrNameLst>
                                      </p:cBhvr>
                                      <p:tavLst>
                                        <p:tav tm="0">
                                          <p:val>
                                            <p:strVal val="#ppt_y"/>
                                          </p:val>
                                        </p:tav>
                                        <p:tav tm="100000">
                                          <p:val>
                                            <p:strVal val="#ppt_y"/>
                                          </p:val>
                                        </p:tav>
                                      </p:tavLst>
                                    </p:anim>
                                    <p:anim calcmode="lin" valueType="num">
                                      <p:cBhvr>
                                        <p:cTn id="9" dur="500" fill="hold"/>
                                        <p:tgtEl>
                                          <p:spTgt spid="34819"/>
                                        </p:tgtEl>
                                        <p:attrNameLst>
                                          <p:attrName>ppt_w</p:attrName>
                                        </p:attrNameLst>
                                      </p:cBhvr>
                                      <p:tavLst>
                                        <p:tav tm="0">
                                          <p:val>
                                            <p:fltVal val="0.000000"/>
                                          </p:val>
                                        </p:tav>
                                        <p:tav tm="100000">
                                          <p:val>
                                            <p:strVal val="#ppt_w"/>
                                          </p:val>
                                        </p:tav>
                                      </p:tavLst>
                                    </p:anim>
                                    <p:anim calcmode="lin" valueType="num">
                                      <p:cBhvr>
                                        <p:cTn id="10" dur="500" fill="hold"/>
                                        <p:tgtEl>
                                          <p:spTgt spid="34819"/>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7419"/>
                                        </p:tgtEl>
                                        <p:attrNameLst>
                                          <p:attrName>style.visibility</p:attrName>
                                        </p:attrNameLst>
                                      </p:cBhvr>
                                      <p:to>
                                        <p:strVal val="visible"/>
                                      </p:to>
                                    </p:set>
                                    <p:animEffect transition="in" filter="blinds(horizontal)">
                                      <p:cBhvr>
                                        <p:cTn id="30" dur="500"/>
                                        <p:tgtEl>
                                          <p:spTgt spid="17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P spid="174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52" name="Text Box 12"/>
          <p:cNvSpPr txBox="1"/>
          <p:nvPr/>
        </p:nvSpPr>
        <p:spPr>
          <a:xfrm>
            <a:off x="692150" y="4745038"/>
            <a:ext cx="7500938" cy="1382712"/>
          </a:xfrm>
          <a:prstGeom prst="rect">
            <a:avLst/>
          </a:prstGeom>
          <a:noFill/>
          <a:ln w="9525">
            <a:noFill/>
          </a:ln>
        </p:spPr>
        <p:txBody>
          <a:bodyPr anchor="t" anchorCtr="0">
            <a:spAutoFit/>
          </a:bodyPr>
          <a:p>
            <a:pPr>
              <a:lnSpc>
                <a:spcPct val="150000"/>
              </a:lnSpc>
            </a:pPr>
            <a:r>
              <a:rPr lang="en-US" altLang="zh-CN" sz="2800" b="1" dirty="0">
                <a:latin typeface="宋体" panose="02010600030101010101" pitchFamily="2" charset="-122"/>
                <a:ea typeface="宋体" panose="02010600030101010101" pitchFamily="2" charset="-122"/>
              </a:rPr>
              <a:t> </a:t>
            </a:r>
            <a:r>
              <a:rPr lang="en-US" altLang="zh-CN" sz="2800" b="1" dirty="0">
                <a:solidFill>
                  <a:srgbClr val="FF0000"/>
                </a:solidFill>
                <a:latin typeface="宋体" panose="02010600030101010101" pitchFamily="2" charset="-122"/>
                <a:ea typeface="宋体" panose="02010600030101010101" pitchFamily="2" charset="-122"/>
              </a:rPr>
              <a:t>(5)</a:t>
            </a:r>
            <a:r>
              <a:rPr lang="zh-CN" altLang="en-US" sz="2800" b="1" dirty="0">
                <a:latin typeface="宋体" panose="02010600030101010101" pitchFamily="2" charset="-122"/>
                <a:ea typeface="宋体" panose="02010600030101010101" pitchFamily="2" charset="-122"/>
              </a:rPr>
              <a:t>高斯定理揭示了场和场源的内在联系，静电场是</a:t>
            </a:r>
            <a:r>
              <a:rPr lang="zh-CN" altLang="en-US" sz="2800" b="1" dirty="0">
                <a:solidFill>
                  <a:srgbClr val="FF0000"/>
                </a:solidFill>
                <a:latin typeface="宋体" panose="02010600030101010101" pitchFamily="2" charset="-122"/>
                <a:ea typeface="宋体" panose="02010600030101010101" pitchFamily="2" charset="-122"/>
              </a:rPr>
              <a:t>有源场</a:t>
            </a:r>
            <a:r>
              <a:rPr lang="zh-CN" altLang="en-US" sz="2800" b="1" dirty="0">
                <a:latin typeface="宋体" panose="02010600030101010101" pitchFamily="2" charset="-122"/>
                <a:ea typeface="宋体" panose="02010600030101010101" pitchFamily="2" charset="-122"/>
              </a:rPr>
              <a:t>，正、负电荷是静电场的场源</a:t>
            </a:r>
            <a:r>
              <a:rPr lang="en-US"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p:txBody>
      </p:sp>
      <p:grpSp>
        <p:nvGrpSpPr>
          <p:cNvPr id="43010" name="Group 23"/>
          <p:cNvGrpSpPr/>
          <p:nvPr/>
        </p:nvGrpSpPr>
        <p:grpSpPr>
          <a:xfrm>
            <a:off x="1214438" y="0"/>
            <a:ext cx="1447800" cy="838200"/>
            <a:chOff x="240" y="480"/>
            <a:chExt cx="912" cy="528"/>
          </a:xfrm>
        </p:grpSpPr>
        <p:sp>
          <p:nvSpPr>
            <p:cNvPr id="43011" name="AutoShape 24"/>
            <p:cNvSpPr/>
            <p:nvPr/>
          </p:nvSpPr>
          <p:spPr>
            <a:xfrm>
              <a:off x="240" y="480"/>
              <a:ext cx="816" cy="528"/>
            </a:xfrm>
            <a:prstGeom prst="horizontalScroll">
              <a:avLst>
                <a:gd name="adj" fmla="val 12500"/>
              </a:avLst>
            </a:prstGeom>
            <a:solidFill>
              <a:schemeClr val="accent1"/>
            </a:solidFill>
            <a:ln w="9525" cap="flat" cmpd="sng">
              <a:solidFill>
                <a:schemeClr val="tx1"/>
              </a:solidFill>
              <a:prstDash val="solid"/>
              <a:round/>
              <a:headEnd type="none" w="med" len="med"/>
              <a:tailEnd type="none" w="med" len="med"/>
            </a:ln>
            <a:effectLst>
              <a:outerShdw dist="107763" dir="13499999" algn="ctr" rotWithShape="0">
                <a:srgbClr val="009900"/>
              </a:outerShdw>
            </a:effectLst>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3012" name="Text Box 25"/>
            <p:cNvSpPr txBox="1"/>
            <p:nvPr/>
          </p:nvSpPr>
          <p:spPr>
            <a:xfrm>
              <a:off x="240" y="570"/>
              <a:ext cx="912" cy="365"/>
            </a:xfrm>
            <a:prstGeom prst="rect">
              <a:avLst/>
            </a:prstGeom>
            <a:noFill/>
            <a:ln w="9525">
              <a:noFill/>
            </a:ln>
          </p:spPr>
          <p:txBody>
            <a:bodyPr anchor="t" anchorCtr="0">
              <a:spAutoFit/>
            </a:bodyPr>
            <a:p>
              <a:pPr algn="ctr"/>
              <a:r>
                <a:rPr lang="zh-CN" altLang="en-US" sz="3200" b="1" dirty="0">
                  <a:solidFill>
                    <a:srgbClr val="CC0000"/>
                  </a:solidFill>
                  <a:latin typeface="Times New Roman" panose="02020603050405020304" pitchFamily="18" charset="0"/>
                  <a:ea typeface="宋体" panose="02010600030101010101" pitchFamily="2" charset="-122"/>
                </a:rPr>
                <a:t>说明</a:t>
              </a:r>
              <a:endParaRPr lang="zh-CN" altLang="en-US" sz="3200" b="1" dirty="0">
                <a:solidFill>
                  <a:srgbClr val="CC0000"/>
                </a:solidFill>
                <a:latin typeface="Times New Roman" panose="02020603050405020304" pitchFamily="18" charset="0"/>
                <a:ea typeface="宋体" panose="02010600030101010101" pitchFamily="2" charset="-122"/>
              </a:endParaRPr>
            </a:p>
          </p:txBody>
        </p:sp>
      </p:grpSp>
      <p:graphicFrame>
        <p:nvGraphicFramePr>
          <p:cNvPr id="43013" name="Object 8"/>
          <p:cNvGraphicFramePr/>
          <p:nvPr/>
        </p:nvGraphicFramePr>
        <p:xfrm>
          <a:off x="2717800" y="360363"/>
          <a:ext cx="4814888" cy="1296987"/>
        </p:xfrm>
        <a:graphic>
          <a:graphicData uri="http://schemas.openxmlformats.org/presentationml/2006/ole">
            <mc:AlternateContent xmlns:mc="http://schemas.openxmlformats.org/markup-compatibility/2006">
              <mc:Choice xmlns:v="urn:schemas-microsoft-com:vml" Requires="v">
                <p:oleObj spid="_x0000_s3209" name="" r:id="rId1" imgW="1473200" imgH="457200" progId="Equation.3">
                  <p:embed/>
                </p:oleObj>
              </mc:Choice>
              <mc:Fallback>
                <p:oleObj name="" r:id="rId1" imgW="1473200" imgH="457200" progId="Equation.3">
                  <p:embed/>
                  <p:pic>
                    <p:nvPicPr>
                      <p:cNvPr id="0" name="图片 3208"/>
                      <p:cNvPicPr/>
                      <p:nvPr/>
                    </p:nvPicPr>
                    <p:blipFill>
                      <a:blip r:embed="rId2"/>
                      <a:stretch>
                        <a:fillRect/>
                      </a:stretch>
                    </p:blipFill>
                    <p:spPr>
                      <a:xfrm>
                        <a:off x="2717800" y="360363"/>
                        <a:ext cx="4814888" cy="1296987"/>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pSp>
        <p:nvGrpSpPr>
          <p:cNvPr id="6" name="组合 5"/>
          <p:cNvGrpSpPr/>
          <p:nvPr/>
        </p:nvGrpSpPr>
        <p:grpSpPr>
          <a:xfrm>
            <a:off x="692150" y="1631950"/>
            <a:ext cx="7570788" cy="1382713"/>
            <a:chOff x="1089" y="5734"/>
            <a:chExt cx="11924" cy="2178"/>
          </a:xfrm>
        </p:grpSpPr>
        <p:sp>
          <p:nvSpPr>
            <p:cNvPr id="43015" name="Rectangle 8"/>
            <p:cNvSpPr/>
            <p:nvPr/>
          </p:nvSpPr>
          <p:spPr>
            <a:xfrm>
              <a:off x="1089" y="5733"/>
              <a:ext cx="11925" cy="2179"/>
            </a:xfrm>
            <a:prstGeom prst="rect">
              <a:avLst/>
            </a:prstGeom>
            <a:noFill/>
            <a:ln w="9525">
              <a:noFill/>
            </a:ln>
          </p:spPr>
          <p:txBody>
            <a:bodyPr anchor="ctr" anchorCtr="0">
              <a:spAutoFit/>
            </a:bodyPr>
            <a:p>
              <a:pPr>
                <a:lnSpc>
                  <a:spcPct val="150000"/>
                </a:lnSpc>
              </a:pPr>
              <a:r>
                <a:rPr lang="zh-CN" altLang="en-US" sz="2800" b="1" dirty="0">
                  <a:latin typeface="宋体" panose="02010600030101010101" pitchFamily="2" charset="-122"/>
                  <a:ea typeface="宋体" panose="02010600030101010101" pitchFamily="2" charset="-122"/>
                </a:rPr>
                <a:t>若       ，则      ，说明有电场线从封闭曲面内发出，即正电荷是电场的源；</a:t>
              </a:r>
              <a:endParaRPr lang="zh-CN" altLang="en-US" sz="2800" b="1" dirty="0">
                <a:latin typeface="宋体" panose="02010600030101010101" pitchFamily="2" charset="-122"/>
                <a:ea typeface="宋体" panose="02010600030101010101" pitchFamily="2" charset="-122"/>
              </a:endParaRPr>
            </a:p>
          </p:txBody>
        </p:sp>
        <p:graphicFrame>
          <p:nvGraphicFramePr>
            <p:cNvPr id="43016" name="Object 8"/>
            <p:cNvGraphicFramePr/>
            <p:nvPr/>
          </p:nvGraphicFramePr>
          <p:xfrm>
            <a:off x="1913" y="6002"/>
            <a:ext cx="1735" cy="936"/>
          </p:xfrm>
          <a:graphic>
            <a:graphicData uri="http://schemas.openxmlformats.org/presentationml/2006/ole">
              <mc:AlternateContent xmlns:mc="http://schemas.openxmlformats.org/markup-compatibility/2006">
                <mc:Choice xmlns:v="urn:schemas-microsoft-com:vml" Requires="v">
                  <p:oleObj spid="_x0000_s3208" name="" r:id="rId3" imgW="634365" imgH="431800" progId="Equation.3">
                    <p:embed/>
                  </p:oleObj>
                </mc:Choice>
                <mc:Fallback>
                  <p:oleObj name="" r:id="rId3" imgW="634365" imgH="431800" progId="Equation.3">
                    <p:embed/>
                    <p:pic>
                      <p:nvPicPr>
                        <p:cNvPr id="0" name="图片 3207"/>
                        <p:cNvPicPr/>
                        <p:nvPr/>
                      </p:nvPicPr>
                      <p:blipFill>
                        <a:blip r:embed="rId4"/>
                        <a:stretch>
                          <a:fillRect/>
                        </a:stretch>
                      </p:blipFill>
                      <p:spPr>
                        <a:xfrm>
                          <a:off x="1913" y="6002"/>
                          <a:ext cx="1735" cy="936"/>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aphicFrame>
          <p:nvGraphicFramePr>
            <p:cNvPr id="43017" name="Object 8"/>
            <p:cNvGraphicFramePr/>
            <p:nvPr/>
          </p:nvGraphicFramePr>
          <p:xfrm>
            <a:off x="4983" y="6055"/>
            <a:ext cx="1624" cy="830"/>
          </p:xfrm>
          <a:graphic>
            <a:graphicData uri="http://schemas.openxmlformats.org/presentationml/2006/ole">
              <mc:AlternateContent xmlns:mc="http://schemas.openxmlformats.org/markup-compatibility/2006">
                <mc:Choice xmlns:v="urn:schemas-microsoft-com:vml" Requires="v">
                  <p:oleObj spid="_x0000_s3205" name="" r:id="rId5" imgW="431800" imgH="228600" progId="Equation.3">
                    <p:embed/>
                  </p:oleObj>
                </mc:Choice>
                <mc:Fallback>
                  <p:oleObj name="" r:id="rId5" imgW="431800" imgH="228600" progId="Equation.3">
                    <p:embed/>
                    <p:pic>
                      <p:nvPicPr>
                        <p:cNvPr id="0" name="图片 3204"/>
                        <p:cNvPicPr/>
                        <p:nvPr/>
                      </p:nvPicPr>
                      <p:blipFill>
                        <a:blip r:embed="rId6"/>
                        <a:stretch>
                          <a:fillRect/>
                        </a:stretch>
                      </p:blipFill>
                      <p:spPr>
                        <a:xfrm>
                          <a:off x="4983" y="6055"/>
                          <a:ext cx="1624" cy="830"/>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pSp>
      <p:grpSp>
        <p:nvGrpSpPr>
          <p:cNvPr id="7" name="组合 6"/>
          <p:cNvGrpSpPr/>
          <p:nvPr/>
        </p:nvGrpSpPr>
        <p:grpSpPr>
          <a:xfrm>
            <a:off x="692150" y="3241675"/>
            <a:ext cx="7572375" cy="1384300"/>
            <a:chOff x="1089" y="5734"/>
            <a:chExt cx="11925" cy="2179"/>
          </a:xfrm>
        </p:grpSpPr>
        <p:sp>
          <p:nvSpPr>
            <p:cNvPr id="43019" name="Rectangle 8"/>
            <p:cNvSpPr/>
            <p:nvPr/>
          </p:nvSpPr>
          <p:spPr>
            <a:xfrm>
              <a:off x="1089" y="5734"/>
              <a:ext cx="11925" cy="2179"/>
            </a:xfrm>
            <a:prstGeom prst="rect">
              <a:avLst/>
            </a:prstGeom>
            <a:noFill/>
            <a:ln w="9525">
              <a:noFill/>
            </a:ln>
          </p:spPr>
          <p:txBody>
            <a:bodyPr anchor="ctr" anchorCtr="0">
              <a:spAutoFit/>
            </a:bodyPr>
            <a:p>
              <a:pPr>
                <a:lnSpc>
                  <a:spcPct val="150000"/>
                </a:lnSpc>
              </a:pPr>
              <a:r>
                <a:rPr lang="zh-CN" altLang="en-US" sz="2800" b="1" dirty="0">
                  <a:latin typeface="宋体" panose="02010600030101010101" pitchFamily="2" charset="-122"/>
                  <a:ea typeface="宋体" panose="02010600030101010101" pitchFamily="2" charset="-122"/>
                </a:rPr>
                <a:t>若       ，则      ，说明有电场线向封闭曲面汇集，即负电荷是电场的尾</a:t>
              </a:r>
              <a:r>
                <a:rPr lang="en-US"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p:txBody>
        </p:sp>
        <p:graphicFrame>
          <p:nvGraphicFramePr>
            <p:cNvPr id="43020" name="Object 8"/>
            <p:cNvGraphicFramePr/>
            <p:nvPr/>
          </p:nvGraphicFramePr>
          <p:xfrm>
            <a:off x="1929" y="6002"/>
            <a:ext cx="1703" cy="936"/>
          </p:xfrm>
          <a:graphic>
            <a:graphicData uri="http://schemas.openxmlformats.org/presentationml/2006/ole">
              <mc:AlternateContent xmlns:mc="http://schemas.openxmlformats.org/markup-compatibility/2006">
                <mc:Choice xmlns:v="urn:schemas-microsoft-com:vml" Requires="v">
                  <p:oleObj spid="_x0000_s3206" name="" r:id="rId7" imgW="622300" imgH="431800" progId="Equation.3">
                    <p:embed/>
                  </p:oleObj>
                </mc:Choice>
                <mc:Fallback>
                  <p:oleObj name="" r:id="rId7" imgW="622300" imgH="431800" progId="Equation.3">
                    <p:embed/>
                    <p:pic>
                      <p:nvPicPr>
                        <p:cNvPr id="0" name="图片 3205"/>
                        <p:cNvPicPr/>
                        <p:nvPr/>
                      </p:nvPicPr>
                      <p:blipFill>
                        <a:blip r:embed="rId8"/>
                        <a:stretch>
                          <a:fillRect/>
                        </a:stretch>
                      </p:blipFill>
                      <p:spPr>
                        <a:xfrm>
                          <a:off x="1929" y="6002"/>
                          <a:ext cx="1703" cy="936"/>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aphicFrame>
          <p:nvGraphicFramePr>
            <p:cNvPr id="43021" name="Object 8"/>
            <p:cNvGraphicFramePr/>
            <p:nvPr/>
          </p:nvGraphicFramePr>
          <p:xfrm>
            <a:off x="4983" y="6055"/>
            <a:ext cx="1624" cy="830"/>
          </p:xfrm>
          <a:graphic>
            <a:graphicData uri="http://schemas.openxmlformats.org/presentationml/2006/ole">
              <mc:AlternateContent xmlns:mc="http://schemas.openxmlformats.org/markup-compatibility/2006">
                <mc:Choice xmlns:v="urn:schemas-microsoft-com:vml" Requires="v">
                  <p:oleObj spid="_x0000_s3207" name="" r:id="rId9" imgW="431800" imgH="228600" progId="Equation.3">
                    <p:embed/>
                  </p:oleObj>
                </mc:Choice>
                <mc:Fallback>
                  <p:oleObj name="" r:id="rId9" imgW="431800" imgH="228600" progId="Equation.3">
                    <p:embed/>
                    <p:pic>
                      <p:nvPicPr>
                        <p:cNvPr id="0" name="图片 3206"/>
                        <p:cNvPicPr/>
                        <p:nvPr/>
                      </p:nvPicPr>
                      <p:blipFill>
                        <a:blip r:embed="rId10"/>
                        <a:stretch>
                          <a:fillRect/>
                        </a:stretch>
                      </p:blipFill>
                      <p:spPr>
                        <a:xfrm>
                          <a:off x="4983" y="6055"/>
                          <a:ext cx="1624" cy="830"/>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052"/>
                                        </p:tgtEl>
                                        <p:attrNameLst>
                                          <p:attrName>style.visibility</p:attrName>
                                        </p:attrNameLst>
                                      </p:cBhvr>
                                      <p:to>
                                        <p:strVal val="visible"/>
                                      </p:to>
                                    </p:set>
                                    <p:animEffect transition="in" filter="wipe(left)">
                                      <p:cBhvr>
                                        <p:cTn id="17" dur="500"/>
                                        <p:tgtEl>
                                          <p:spTgt spid="87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8" name="Rectangle 8"/>
          <p:cNvSpPr/>
          <p:nvPr/>
        </p:nvSpPr>
        <p:spPr>
          <a:xfrm>
            <a:off x="479425" y="2019300"/>
            <a:ext cx="7572375" cy="2032000"/>
          </a:xfrm>
          <a:prstGeom prst="rect">
            <a:avLst/>
          </a:prstGeom>
          <a:noFill/>
          <a:ln w="9525">
            <a:noFill/>
          </a:ln>
        </p:spPr>
        <p:txBody>
          <a:bodyPr anchor="ctr" anchorCtr="0">
            <a:spAutoFit/>
          </a:bodyPr>
          <a:p>
            <a:pPr>
              <a:lnSpc>
                <a:spcPct val="150000"/>
              </a:lnSpc>
            </a:pPr>
            <a:r>
              <a:rPr lang="en-US" altLang="zh-CN" sz="2800" b="1" dirty="0">
                <a:solidFill>
                  <a:srgbClr val="FF0000"/>
                </a:solidFill>
                <a:latin typeface="宋体" panose="02010600030101010101" pitchFamily="2" charset="-122"/>
                <a:ea typeface="宋体" panose="02010600030101010101" pitchFamily="2" charset="-122"/>
              </a:rPr>
              <a:t>(6)</a:t>
            </a:r>
            <a:r>
              <a:rPr lang="zh-CN" altLang="en-US" sz="2800" b="1" dirty="0">
                <a:latin typeface="宋体" panose="02010600030101010101" pitchFamily="2" charset="-122"/>
                <a:ea typeface="宋体" panose="02010600030101010101" pitchFamily="2" charset="-122"/>
              </a:rPr>
              <a:t>高斯定理是在库仑定律的基础上得出的，库仑定律只适用于静电场，而高斯定理适用于</a:t>
            </a:r>
            <a:r>
              <a:rPr lang="zh-CN" altLang="en-US" sz="2800" b="1" dirty="0">
                <a:solidFill>
                  <a:srgbClr val="FF0000"/>
                </a:solidFill>
                <a:latin typeface="宋体" panose="02010600030101010101" pitchFamily="2" charset="-122"/>
                <a:ea typeface="宋体" panose="02010600030101010101" pitchFamily="2" charset="-122"/>
              </a:rPr>
              <a:t>迅变电磁场</a:t>
            </a:r>
            <a:r>
              <a:rPr lang="zh-CN" altLang="en-US" sz="2800" b="1" dirty="0">
                <a:latin typeface="宋体" panose="02010600030101010101" pitchFamily="2" charset="-122"/>
                <a:ea typeface="宋体" panose="02010600030101010101" pitchFamily="2" charset="-122"/>
              </a:rPr>
              <a:t>，应用范围比库仑定律更为广泛</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grpSp>
        <p:nvGrpSpPr>
          <p:cNvPr id="45058" name="Group 23"/>
          <p:cNvGrpSpPr/>
          <p:nvPr/>
        </p:nvGrpSpPr>
        <p:grpSpPr>
          <a:xfrm>
            <a:off x="1214438" y="0"/>
            <a:ext cx="1447800" cy="838200"/>
            <a:chOff x="240" y="480"/>
            <a:chExt cx="912" cy="528"/>
          </a:xfrm>
        </p:grpSpPr>
        <p:sp>
          <p:nvSpPr>
            <p:cNvPr id="45059" name="AutoShape 24"/>
            <p:cNvSpPr/>
            <p:nvPr/>
          </p:nvSpPr>
          <p:spPr>
            <a:xfrm>
              <a:off x="240" y="480"/>
              <a:ext cx="816" cy="528"/>
            </a:xfrm>
            <a:prstGeom prst="horizontalScroll">
              <a:avLst>
                <a:gd name="adj" fmla="val 12500"/>
              </a:avLst>
            </a:prstGeom>
            <a:solidFill>
              <a:schemeClr val="accent1"/>
            </a:solidFill>
            <a:ln w="9525" cap="flat" cmpd="sng">
              <a:solidFill>
                <a:schemeClr val="tx1"/>
              </a:solidFill>
              <a:prstDash val="solid"/>
              <a:round/>
              <a:headEnd type="none" w="med" len="med"/>
              <a:tailEnd type="none" w="med" len="med"/>
            </a:ln>
            <a:effectLst>
              <a:outerShdw dist="107763" dir="13499999" algn="ctr" rotWithShape="0">
                <a:srgbClr val="009900"/>
              </a:outerShdw>
            </a:effectLst>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5060" name="Text Box 25"/>
            <p:cNvSpPr txBox="1"/>
            <p:nvPr/>
          </p:nvSpPr>
          <p:spPr>
            <a:xfrm>
              <a:off x="240" y="570"/>
              <a:ext cx="912" cy="365"/>
            </a:xfrm>
            <a:prstGeom prst="rect">
              <a:avLst/>
            </a:prstGeom>
            <a:noFill/>
            <a:ln w="9525">
              <a:noFill/>
            </a:ln>
          </p:spPr>
          <p:txBody>
            <a:bodyPr anchor="t" anchorCtr="0">
              <a:spAutoFit/>
            </a:bodyPr>
            <a:p>
              <a:pPr algn="ctr"/>
              <a:r>
                <a:rPr lang="zh-CN" altLang="en-US" sz="3200" b="1" dirty="0">
                  <a:solidFill>
                    <a:srgbClr val="CC0000"/>
                  </a:solidFill>
                  <a:latin typeface="Times New Roman" panose="02020603050405020304" pitchFamily="18" charset="0"/>
                  <a:ea typeface="宋体" panose="02010600030101010101" pitchFamily="2" charset="-122"/>
                </a:rPr>
                <a:t>说明</a:t>
              </a:r>
              <a:endParaRPr lang="zh-CN" altLang="en-US" sz="3200" b="1" dirty="0">
                <a:solidFill>
                  <a:srgbClr val="CC0000"/>
                </a:solidFill>
                <a:latin typeface="Times New Roman" panose="02020603050405020304" pitchFamily="18" charset="0"/>
                <a:ea typeface="宋体" panose="02010600030101010101" pitchFamily="2" charset="-122"/>
              </a:endParaRPr>
            </a:p>
          </p:txBody>
        </p:sp>
      </p:grpSp>
      <p:graphicFrame>
        <p:nvGraphicFramePr>
          <p:cNvPr id="45061" name="Object 8"/>
          <p:cNvGraphicFramePr/>
          <p:nvPr/>
        </p:nvGraphicFramePr>
        <p:xfrm>
          <a:off x="2003425" y="722313"/>
          <a:ext cx="4814888" cy="1296987"/>
        </p:xfrm>
        <a:graphic>
          <a:graphicData uri="http://schemas.openxmlformats.org/presentationml/2006/ole">
            <mc:AlternateContent xmlns:mc="http://schemas.openxmlformats.org/markup-compatibility/2006">
              <mc:Choice xmlns:v="urn:schemas-microsoft-com:vml" Requires="v">
                <p:oleObj spid="_x0000_s3213" name="" r:id="rId1" imgW="1473200" imgH="457200" progId="Equation.3">
                  <p:embed/>
                </p:oleObj>
              </mc:Choice>
              <mc:Fallback>
                <p:oleObj name="" r:id="rId1" imgW="1473200" imgH="457200" progId="Equation.3">
                  <p:embed/>
                  <p:pic>
                    <p:nvPicPr>
                      <p:cNvPr id="0" name="图片 3212"/>
                      <p:cNvPicPr/>
                      <p:nvPr/>
                    </p:nvPicPr>
                    <p:blipFill>
                      <a:blip r:embed="rId2"/>
                      <a:stretch>
                        <a:fillRect/>
                      </a:stretch>
                    </p:blipFill>
                    <p:spPr>
                      <a:xfrm>
                        <a:off x="2003425" y="722313"/>
                        <a:ext cx="4814888" cy="1296987"/>
                      </a:xfrm>
                      <a:prstGeom prst="rect">
                        <a:avLst/>
                      </a:prstGeom>
                      <a:gradFill rotWithShape="0">
                        <a:gsLst>
                          <a:gs pos="0">
                            <a:srgbClr val="C8E6E8"/>
                          </a:gs>
                          <a:gs pos="50000">
                            <a:srgbClr val="FFFFFF"/>
                          </a:gs>
                          <a:gs pos="100000">
                            <a:srgbClr val="C8E6E8"/>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8"/>
                                        </p:tgtEl>
                                        <p:attrNameLst>
                                          <p:attrName>style.visibility</p:attrName>
                                        </p:attrNameLst>
                                      </p:cBhvr>
                                      <p:to>
                                        <p:strVal val="visible"/>
                                      </p:to>
                                    </p:set>
                                    <p:animEffect transition="in" filter="wipe(left)">
                                      <p:cBhvr>
                                        <p:cTn id="7" dur="2000"/>
                                        <p:tgtEl>
                                          <p:spTgt spid="87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7105" name="Group 23"/>
          <p:cNvGrpSpPr/>
          <p:nvPr/>
        </p:nvGrpSpPr>
        <p:grpSpPr>
          <a:xfrm>
            <a:off x="1214438" y="0"/>
            <a:ext cx="1600200" cy="838200"/>
            <a:chOff x="240" y="480"/>
            <a:chExt cx="1008" cy="528"/>
          </a:xfrm>
        </p:grpSpPr>
        <p:sp>
          <p:nvSpPr>
            <p:cNvPr id="47106" name="AutoShape 24"/>
            <p:cNvSpPr/>
            <p:nvPr/>
          </p:nvSpPr>
          <p:spPr>
            <a:xfrm>
              <a:off x="240" y="480"/>
              <a:ext cx="816" cy="528"/>
            </a:xfrm>
            <a:prstGeom prst="horizontalScroll">
              <a:avLst>
                <a:gd name="adj" fmla="val 12500"/>
              </a:avLst>
            </a:prstGeom>
            <a:solidFill>
              <a:schemeClr val="accent1"/>
            </a:solidFill>
            <a:ln w="9525" cap="flat" cmpd="sng">
              <a:solidFill>
                <a:schemeClr val="tx1"/>
              </a:solidFill>
              <a:prstDash val="solid"/>
              <a:round/>
              <a:headEnd type="none" w="med" len="med"/>
              <a:tailEnd type="none" w="med" len="med"/>
            </a:ln>
            <a:effectLst>
              <a:outerShdw dist="107763" dir="13499999" algn="ctr" rotWithShape="0">
                <a:srgbClr val="009900"/>
              </a:outerShdw>
            </a:effectLst>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7107" name="Text Box 25"/>
            <p:cNvSpPr txBox="1"/>
            <p:nvPr/>
          </p:nvSpPr>
          <p:spPr>
            <a:xfrm>
              <a:off x="336" y="528"/>
              <a:ext cx="912" cy="365"/>
            </a:xfrm>
            <a:prstGeom prst="rect">
              <a:avLst/>
            </a:prstGeom>
            <a:noFill/>
            <a:ln w="9525">
              <a:noFill/>
            </a:ln>
          </p:spPr>
          <p:txBody>
            <a:bodyPr anchor="t" anchorCtr="0">
              <a:spAutoFit/>
            </a:bodyPr>
            <a:p>
              <a:pPr algn="ctr"/>
              <a:r>
                <a:rPr lang="zh-CN" altLang="en-US" sz="3200" b="1" dirty="0">
                  <a:solidFill>
                    <a:srgbClr val="CC0000"/>
                  </a:solidFill>
                  <a:latin typeface="Times New Roman" panose="02020603050405020304" pitchFamily="18" charset="0"/>
                  <a:ea typeface="宋体" panose="02010600030101010101" pitchFamily="2" charset="-122"/>
                </a:rPr>
                <a:t>讨论</a:t>
              </a:r>
              <a:endParaRPr lang="zh-CN" altLang="en-US" sz="3200" b="1" dirty="0">
                <a:solidFill>
                  <a:srgbClr val="CC0000"/>
                </a:solidFill>
                <a:latin typeface="Times New Roman" panose="02020603050405020304" pitchFamily="18" charset="0"/>
                <a:ea typeface="宋体" panose="02010600030101010101" pitchFamily="2" charset="-122"/>
              </a:endParaRPr>
            </a:p>
          </p:txBody>
        </p:sp>
      </p:grpSp>
      <p:grpSp>
        <p:nvGrpSpPr>
          <p:cNvPr id="47108" name="Group 27"/>
          <p:cNvGrpSpPr/>
          <p:nvPr/>
        </p:nvGrpSpPr>
        <p:grpSpPr>
          <a:xfrm>
            <a:off x="1143000" y="1071563"/>
            <a:ext cx="4141788" cy="754062"/>
            <a:chOff x="1152" y="480"/>
            <a:chExt cx="2609" cy="475"/>
          </a:xfrm>
        </p:grpSpPr>
        <p:sp>
          <p:nvSpPr>
            <p:cNvPr id="47109" name="Text Box 28"/>
            <p:cNvSpPr txBox="1"/>
            <p:nvPr/>
          </p:nvSpPr>
          <p:spPr>
            <a:xfrm>
              <a:off x="1152" y="576"/>
              <a:ext cx="2544" cy="368"/>
            </a:xfrm>
            <a:prstGeom prst="rect">
              <a:avLst/>
            </a:prstGeom>
            <a:noFill/>
            <a:ln w="9525">
              <a:noFill/>
            </a:ln>
          </p:spPr>
          <p:txBody>
            <a:bodyPr anchor="t" anchorCtr="0">
              <a:spAutoFit/>
            </a:bodyPr>
            <a:p>
              <a:pPr algn="ctr">
                <a:spcBef>
                  <a:spcPct val="50000"/>
                </a:spcBef>
                <a:buBlip>
                  <a:blip r:embed="rId1"/>
                </a:buBlip>
              </a:pPr>
              <a:r>
                <a:rPr lang="en-US" altLang="zh-CN" sz="2800" b="1" dirty="0">
                  <a:solidFill>
                    <a:srgbClr val="CC0000"/>
                  </a:solidFill>
                  <a:latin typeface="宋体" panose="02010600030101010101" pitchFamily="2" charset="-122"/>
                  <a:ea typeface="宋体" panose="02010600030101010101" pitchFamily="2" charset="-122"/>
                </a:rPr>
                <a:t> </a:t>
              </a:r>
              <a:r>
                <a:rPr lang="zh-CN" altLang="en-US" sz="3200" b="1" dirty="0">
                  <a:solidFill>
                    <a:srgbClr val="006699"/>
                  </a:solidFill>
                  <a:latin typeface="宋体" panose="02010600030101010101" pitchFamily="2" charset="-122"/>
                  <a:ea typeface="宋体" panose="02010600030101010101" pitchFamily="2" charset="-122"/>
                </a:rPr>
                <a:t>将   从   移到</a:t>
              </a:r>
              <a:endParaRPr lang="zh-CN" altLang="en-US" sz="3200" b="1" dirty="0">
                <a:solidFill>
                  <a:srgbClr val="CC0000"/>
                </a:solidFill>
                <a:latin typeface="宋体" panose="02010600030101010101" pitchFamily="2" charset="-122"/>
                <a:ea typeface="宋体" panose="02010600030101010101" pitchFamily="2" charset="-122"/>
              </a:endParaRPr>
            </a:p>
          </p:txBody>
        </p:sp>
        <p:graphicFrame>
          <p:nvGraphicFramePr>
            <p:cNvPr id="47110" name="Object 29"/>
            <p:cNvGraphicFramePr/>
            <p:nvPr/>
          </p:nvGraphicFramePr>
          <p:xfrm>
            <a:off x="1872" y="480"/>
            <a:ext cx="385" cy="471"/>
          </p:xfrm>
          <a:graphic>
            <a:graphicData uri="http://schemas.openxmlformats.org/presentationml/2006/ole">
              <mc:AlternateContent xmlns:mc="http://schemas.openxmlformats.org/markup-compatibility/2006">
                <mc:Choice xmlns:v="urn:schemas-microsoft-com:vml" Requires="v">
                  <p:oleObj spid="_x0000_s3212" name="" r:id="rId2" imgW="177800" imgH="215265" progId="Equation.3">
                    <p:embed/>
                  </p:oleObj>
                </mc:Choice>
                <mc:Fallback>
                  <p:oleObj name="" r:id="rId2" imgW="177800" imgH="215265" progId="Equation.3">
                    <p:embed/>
                    <p:pic>
                      <p:nvPicPr>
                        <p:cNvPr id="0" name="图片 3211"/>
                        <p:cNvPicPr/>
                        <p:nvPr/>
                      </p:nvPicPr>
                      <p:blipFill>
                        <a:blip r:embed="rId3"/>
                        <a:stretch>
                          <a:fillRect/>
                        </a:stretch>
                      </p:blipFill>
                      <p:spPr>
                        <a:xfrm>
                          <a:off x="1872" y="480"/>
                          <a:ext cx="385" cy="471"/>
                        </a:xfrm>
                        <a:prstGeom prst="rect">
                          <a:avLst/>
                        </a:prstGeom>
                        <a:noFill/>
                        <a:ln w="38100">
                          <a:noFill/>
                          <a:miter/>
                        </a:ln>
                      </p:spPr>
                    </p:pic>
                  </p:oleObj>
                </mc:Fallback>
              </mc:AlternateContent>
            </a:graphicData>
          </a:graphic>
        </p:graphicFrame>
        <p:graphicFrame>
          <p:nvGraphicFramePr>
            <p:cNvPr id="47111" name="Object 30"/>
            <p:cNvGraphicFramePr/>
            <p:nvPr/>
          </p:nvGraphicFramePr>
          <p:xfrm>
            <a:off x="2637" y="570"/>
            <a:ext cx="314" cy="340"/>
          </p:xfrm>
          <a:graphic>
            <a:graphicData uri="http://schemas.openxmlformats.org/presentationml/2006/ole">
              <mc:AlternateContent xmlns:mc="http://schemas.openxmlformats.org/markup-compatibility/2006">
                <mc:Choice xmlns:v="urn:schemas-microsoft-com:vml" Requires="v">
                  <p:oleObj spid="_x0000_s3214" name="" r:id="rId4" imgW="3657600" imgH="3962400" progId="Equation.3">
                    <p:embed/>
                  </p:oleObj>
                </mc:Choice>
                <mc:Fallback>
                  <p:oleObj name="" r:id="rId4" imgW="3657600" imgH="3962400" progId="Equation.3">
                    <p:embed/>
                    <p:pic>
                      <p:nvPicPr>
                        <p:cNvPr id="0" name="图片 3213"/>
                        <p:cNvPicPr/>
                        <p:nvPr/>
                      </p:nvPicPr>
                      <p:blipFill>
                        <a:blip r:embed="rId5"/>
                        <a:stretch>
                          <a:fillRect/>
                        </a:stretch>
                      </p:blipFill>
                      <p:spPr>
                        <a:xfrm>
                          <a:off x="2637" y="570"/>
                          <a:ext cx="314" cy="340"/>
                        </a:xfrm>
                        <a:prstGeom prst="rect">
                          <a:avLst/>
                        </a:prstGeom>
                        <a:noFill/>
                        <a:ln w="38100">
                          <a:noFill/>
                          <a:miter/>
                        </a:ln>
                      </p:spPr>
                    </p:pic>
                  </p:oleObj>
                </mc:Fallback>
              </mc:AlternateContent>
            </a:graphicData>
          </a:graphic>
        </p:graphicFrame>
        <p:graphicFrame>
          <p:nvGraphicFramePr>
            <p:cNvPr id="47112" name="Object 31"/>
            <p:cNvGraphicFramePr/>
            <p:nvPr/>
          </p:nvGraphicFramePr>
          <p:xfrm>
            <a:off x="3447" y="615"/>
            <a:ext cx="314" cy="340"/>
          </p:xfrm>
          <a:graphic>
            <a:graphicData uri="http://schemas.openxmlformats.org/presentationml/2006/ole">
              <mc:AlternateContent xmlns:mc="http://schemas.openxmlformats.org/markup-compatibility/2006">
                <mc:Choice xmlns:v="urn:schemas-microsoft-com:vml" Requires="v">
                  <p:oleObj spid="_x0000_s3211" name="" r:id="rId6" imgW="3657600" imgH="3962400" progId="Equation.3">
                    <p:embed/>
                  </p:oleObj>
                </mc:Choice>
                <mc:Fallback>
                  <p:oleObj name="" r:id="rId6" imgW="3657600" imgH="3962400" progId="Equation.3">
                    <p:embed/>
                    <p:pic>
                      <p:nvPicPr>
                        <p:cNvPr id="0" name="图片 3210"/>
                        <p:cNvPicPr/>
                        <p:nvPr/>
                      </p:nvPicPr>
                      <p:blipFill>
                        <a:blip r:embed="rId7"/>
                        <a:stretch>
                          <a:fillRect/>
                        </a:stretch>
                      </p:blipFill>
                      <p:spPr>
                        <a:xfrm>
                          <a:off x="3447" y="615"/>
                          <a:ext cx="314" cy="340"/>
                        </a:xfrm>
                        <a:prstGeom prst="rect">
                          <a:avLst/>
                        </a:prstGeom>
                        <a:noFill/>
                        <a:ln w="38100">
                          <a:noFill/>
                          <a:miter/>
                        </a:ln>
                      </p:spPr>
                    </p:pic>
                  </p:oleObj>
                </mc:Fallback>
              </mc:AlternateContent>
            </a:graphicData>
          </a:graphic>
        </p:graphicFrame>
      </p:grpSp>
      <p:grpSp>
        <p:nvGrpSpPr>
          <p:cNvPr id="47113" name="Group 54"/>
          <p:cNvGrpSpPr/>
          <p:nvPr/>
        </p:nvGrpSpPr>
        <p:grpSpPr>
          <a:xfrm>
            <a:off x="1143000" y="1928813"/>
            <a:ext cx="6467475" cy="1435100"/>
            <a:chOff x="356" y="1801"/>
            <a:chExt cx="4074" cy="904"/>
          </a:xfrm>
        </p:grpSpPr>
        <p:sp>
          <p:nvSpPr>
            <p:cNvPr id="47114" name="Rectangle 35"/>
            <p:cNvSpPr/>
            <p:nvPr/>
          </p:nvSpPr>
          <p:spPr>
            <a:xfrm>
              <a:off x="356" y="1801"/>
              <a:ext cx="4074" cy="834"/>
            </a:xfrm>
            <a:prstGeom prst="rect">
              <a:avLst/>
            </a:prstGeom>
            <a:noFill/>
            <a:ln w="9525">
              <a:noFill/>
            </a:ln>
          </p:spPr>
          <p:txBody>
            <a:bodyPr anchor="t" anchorCtr="0">
              <a:spAutoFit/>
            </a:bodyPr>
            <a:p>
              <a:pPr algn="ctr">
                <a:spcBef>
                  <a:spcPct val="50000"/>
                </a:spcBef>
              </a:pPr>
              <a:r>
                <a:rPr lang="zh-CN" altLang="en-US" sz="3200" b="1" dirty="0">
                  <a:solidFill>
                    <a:srgbClr val="000000"/>
                  </a:solidFill>
                  <a:latin typeface="宋体" panose="02010600030101010101" pitchFamily="2" charset="-122"/>
                  <a:ea typeface="宋体" panose="02010600030101010101" pitchFamily="2" charset="-122"/>
                </a:rPr>
                <a:t>点电场强度是否变化？</a:t>
              </a:r>
              <a:endParaRPr lang="zh-CN" altLang="en-US" sz="3200" b="1" dirty="0">
                <a:solidFill>
                  <a:srgbClr val="000000"/>
                </a:solidFill>
                <a:latin typeface="宋体" panose="02010600030101010101" pitchFamily="2" charset="-122"/>
                <a:ea typeface="宋体" panose="02010600030101010101" pitchFamily="2" charset="-122"/>
              </a:endParaRPr>
            </a:p>
            <a:p>
              <a:pPr algn="ctr">
                <a:spcBef>
                  <a:spcPct val="50000"/>
                </a:spcBef>
              </a:pPr>
              <a:r>
                <a:rPr lang="zh-CN" altLang="en-US" sz="3200" b="1" dirty="0">
                  <a:solidFill>
                    <a:srgbClr val="000000"/>
                  </a:solidFill>
                  <a:latin typeface="宋体" panose="02010600030101010101" pitchFamily="2" charset="-122"/>
                  <a:ea typeface="宋体" panose="02010600030101010101" pitchFamily="2" charset="-122"/>
                </a:rPr>
                <a:t>穿过高斯面   的   有否变化？</a:t>
              </a:r>
              <a:endParaRPr lang="zh-CN" altLang="en-US" sz="3200" b="1" dirty="0">
                <a:solidFill>
                  <a:srgbClr val="000000"/>
                </a:solidFill>
                <a:latin typeface="宋体" panose="02010600030101010101" pitchFamily="2" charset="-122"/>
                <a:ea typeface="宋体" panose="02010600030101010101" pitchFamily="2" charset="-122"/>
              </a:endParaRPr>
            </a:p>
          </p:txBody>
        </p:sp>
        <p:graphicFrame>
          <p:nvGraphicFramePr>
            <p:cNvPr id="47115" name="Object 32"/>
            <p:cNvGraphicFramePr/>
            <p:nvPr/>
          </p:nvGraphicFramePr>
          <p:xfrm>
            <a:off x="2561" y="2251"/>
            <a:ext cx="326" cy="454"/>
          </p:xfrm>
          <a:graphic>
            <a:graphicData uri="http://schemas.openxmlformats.org/presentationml/2006/ole">
              <mc:AlternateContent xmlns:mc="http://schemas.openxmlformats.org/markup-compatibility/2006">
                <mc:Choice xmlns:v="urn:schemas-microsoft-com:vml" Requires="v">
                  <p:oleObj spid="_x0000_s3215" name="" r:id="rId8" imgW="165100" imgH="228600" progId="Equation.3">
                    <p:embed/>
                  </p:oleObj>
                </mc:Choice>
                <mc:Fallback>
                  <p:oleObj name="" r:id="rId8" imgW="165100" imgH="228600" progId="Equation.3">
                    <p:embed/>
                    <p:pic>
                      <p:nvPicPr>
                        <p:cNvPr id="0" name="图片 3214"/>
                        <p:cNvPicPr/>
                        <p:nvPr/>
                      </p:nvPicPr>
                      <p:blipFill>
                        <a:blip r:embed="rId9"/>
                        <a:stretch>
                          <a:fillRect/>
                        </a:stretch>
                      </p:blipFill>
                      <p:spPr>
                        <a:xfrm>
                          <a:off x="2561" y="2251"/>
                          <a:ext cx="326" cy="454"/>
                        </a:xfrm>
                        <a:prstGeom prst="rect">
                          <a:avLst/>
                        </a:prstGeom>
                        <a:noFill/>
                        <a:ln w="38100">
                          <a:noFill/>
                          <a:miter/>
                        </a:ln>
                      </p:spPr>
                    </p:pic>
                  </p:oleObj>
                </mc:Fallback>
              </mc:AlternateContent>
            </a:graphicData>
          </a:graphic>
        </p:graphicFrame>
        <p:graphicFrame>
          <p:nvGraphicFramePr>
            <p:cNvPr id="47116" name="Object 33"/>
            <p:cNvGraphicFramePr/>
            <p:nvPr/>
          </p:nvGraphicFramePr>
          <p:xfrm>
            <a:off x="718" y="1832"/>
            <a:ext cx="310" cy="336"/>
          </p:xfrm>
          <a:graphic>
            <a:graphicData uri="http://schemas.openxmlformats.org/presentationml/2006/ole">
              <mc:AlternateContent xmlns:mc="http://schemas.openxmlformats.org/markup-compatibility/2006">
                <mc:Choice xmlns:v="urn:schemas-microsoft-com:vml" Requires="v">
                  <p:oleObj spid="_x0000_s3210" name="" r:id="rId10" imgW="152400" imgH="165100" progId="Equation.3">
                    <p:embed/>
                  </p:oleObj>
                </mc:Choice>
                <mc:Fallback>
                  <p:oleObj name="" r:id="rId10" imgW="152400" imgH="165100" progId="Equation.3">
                    <p:embed/>
                    <p:pic>
                      <p:nvPicPr>
                        <p:cNvPr id="0" name="图片 3209"/>
                        <p:cNvPicPr/>
                        <p:nvPr/>
                      </p:nvPicPr>
                      <p:blipFill>
                        <a:blip r:embed="rId11"/>
                        <a:stretch>
                          <a:fillRect/>
                        </a:stretch>
                      </p:blipFill>
                      <p:spPr>
                        <a:xfrm>
                          <a:off x="718" y="1832"/>
                          <a:ext cx="310" cy="336"/>
                        </a:xfrm>
                        <a:prstGeom prst="rect">
                          <a:avLst/>
                        </a:prstGeom>
                        <a:noFill/>
                        <a:ln w="38100">
                          <a:noFill/>
                          <a:miter/>
                        </a:ln>
                      </p:spPr>
                    </p:pic>
                  </p:oleObj>
                </mc:Fallback>
              </mc:AlternateContent>
            </a:graphicData>
          </a:graphic>
        </p:graphicFrame>
        <p:graphicFrame>
          <p:nvGraphicFramePr>
            <p:cNvPr id="47117" name="Object 34"/>
            <p:cNvGraphicFramePr/>
            <p:nvPr/>
          </p:nvGraphicFramePr>
          <p:xfrm>
            <a:off x="1941" y="2260"/>
            <a:ext cx="353" cy="432"/>
          </p:xfrm>
          <a:graphic>
            <a:graphicData uri="http://schemas.openxmlformats.org/presentationml/2006/ole">
              <mc:AlternateContent xmlns:mc="http://schemas.openxmlformats.org/markup-compatibility/2006">
                <mc:Choice xmlns:v="urn:schemas-microsoft-com:vml" Requires="v">
                  <p:oleObj spid="_x0000_s3219" name="" r:id="rId12" imgW="114300" imgH="139700" progId="Equation.3">
                    <p:embed/>
                  </p:oleObj>
                </mc:Choice>
                <mc:Fallback>
                  <p:oleObj name="" r:id="rId12" imgW="114300" imgH="139700" progId="Equation.3">
                    <p:embed/>
                    <p:pic>
                      <p:nvPicPr>
                        <p:cNvPr id="0" name="图片 3218"/>
                        <p:cNvPicPr/>
                        <p:nvPr/>
                      </p:nvPicPr>
                      <p:blipFill>
                        <a:blip r:embed="rId13"/>
                        <a:stretch>
                          <a:fillRect/>
                        </a:stretch>
                      </p:blipFill>
                      <p:spPr>
                        <a:xfrm>
                          <a:off x="1941" y="2260"/>
                          <a:ext cx="353" cy="432"/>
                        </a:xfrm>
                        <a:prstGeom prst="rect">
                          <a:avLst/>
                        </a:prstGeom>
                        <a:noFill/>
                        <a:ln w="38100">
                          <a:noFill/>
                          <a:miter/>
                        </a:ln>
                      </p:spPr>
                    </p:pic>
                  </p:oleObj>
                </mc:Fallback>
              </mc:AlternateContent>
            </a:graphicData>
          </a:graphic>
        </p:graphicFrame>
      </p:grpSp>
      <p:grpSp>
        <p:nvGrpSpPr>
          <p:cNvPr id="47118" name="Group 36"/>
          <p:cNvGrpSpPr/>
          <p:nvPr/>
        </p:nvGrpSpPr>
        <p:grpSpPr>
          <a:xfrm>
            <a:off x="3135313" y="3794125"/>
            <a:ext cx="3429000" cy="2514600"/>
            <a:chOff x="3456" y="432"/>
            <a:chExt cx="2160" cy="1584"/>
          </a:xfrm>
        </p:grpSpPr>
        <p:sp>
          <p:nvSpPr>
            <p:cNvPr id="47119" name="Rectangle 37"/>
            <p:cNvSpPr/>
            <p:nvPr/>
          </p:nvSpPr>
          <p:spPr>
            <a:xfrm>
              <a:off x="3456" y="432"/>
              <a:ext cx="2160" cy="1584"/>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7120" name="Freeform 38"/>
            <p:cNvSpPr/>
            <p:nvPr/>
          </p:nvSpPr>
          <p:spPr>
            <a:xfrm>
              <a:off x="4320" y="866"/>
              <a:ext cx="1160" cy="804"/>
            </a:xfrm>
            <a:custGeom>
              <a:avLst/>
              <a:gdLst/>
              <a:ahLst/>
              <a:cxnLst>
                <a:cxn ang="0">
                  <a:pos x="164" y="264"/>
                </a:cxn>
                <a:cxn ang="0">
                  <a:pos x="248" y="144"/>
                </a:cxn>
                <a:cxn ang="0">
                  <a:pos x="320" y="120"/>
                </a:cxn>
                <a:cxn ang="0">
                  <a:pos x="428" y="60"/>
                </a:cxn>
                <a:cxn ang="0">
                  <a:pos x="548" y="12"/>
                </a:cxn>
                <a:cxn ang="0">
                  <a:pos x="584" y="0"/>
                </a:cxn>
                <a:cxn ang="0">
                  <a:pos x="780" y="16"/>
                </a:cxn>
                <a:cxn ang="0">
                  <a:pos x="908" y="48"/>
                </a:cxn>
                <a:cxn ang="0">
                  <a:pos x="980" y="96"/>
                </a:cxn>
                <a:cxn ang="0">
                  <a:pos x="1088" y="156"/>
                </a:cxn>
                <a:cxn ang="0">
                  <a:pos x="1124" y="228"/>
                </a:cxn>
                <a:cxn ang="0">
                  <a:pos x="1160" y="372"/>
                </a:cxn>
                <a:cxn ang="0">
                  <a:pos x="1148" y="648"/>
                </a:cxn>
                <a:cxn ang="0">
                  <a:pos x="1052" y="720"/>
                </a:cxn>
                <a:cxn ang="0">
                  <a:pos x="764" y="804"/>
                </a:cxn>
                <a:cxn ang="0">
                  <a:pos x="284" y="792"/>
                </a:cxn>
                <a:cxn ang="0">
                  <a:pos x="212" y="744"/>
                </a:cxn>
                <a:cxn ang="0">
                  <a:pos x="128" y="708"/>
                </a:cxn>
                <a:cxn ang="0">
                  <a:pos x="56" y="660"/>
                </a:cxn>
                <a:cxn ang="0">
                  <a:pos x="164" y="264"/>
                </a:cxn>
              </a:cxnLst>
              <a:pathLst>
                <a:path w="1160" h="804">
                  <a:moveTo>
                    <a:pt x="164" y="264"/>
                  </a:moveTo>
                  <a:cubicBezTo>
                    <a:pt x="178" y="209"/>
                    <a:pt x="193" y="172"/>
                    <a:pt x="248" y="144"/>
                  </a:cubicBezTo>
                  <a:cubicBezTo>
                    <a:pt x="271" y="133"/>
                    <a:pt x="299" y="134"/>
                    <a:pt x="320" y="120"/>
                  </a:cubicBezTo>
                  <a:cubicBezTo>
                    <a:pt x="355" y="97"/>
                    <a:pt x="391" y="81"/>
                    <a:pt x="428" y="60"/>
                  </a:cubicBezTo>
                  <a:cubicBezTo>
                    <a:pt x="477" y="32"/>
                    <a:pt x="489" y="32"/>
                    <a:pt x="548" y="12"/>
                  </a:cubicBezTo>
                  <a:cubicBezTo>
                    <a:pt x="560" y="8"/>
                    <a:pt x="584" y="0"/>
                    <a:pt x="584" y="0"/>
                  </a:cubicBezTo>
                  <a:cubicBezTo>
                    <a:pt x="680" y="4"/>
                    <a:pt x="685" y="2"/>
                    <a:pt x="780" y="16"/>
                  </a:cubicBezTo>
                  <a:cubicBezTo>
                    <a:pt x="797" y="18"/>
                    <a:pt x="895" y="38"/>
                    <a:pt x="908" y="48"/>
                  </a:cubicBezTo>
                  <a:cubicBezTo>
                    <a:pt x="931" y="66"/>
                    <a:pt x="953" y="87"/>
                    <a:pt x="980" y="96"/>
                  </a:cubicBezTo>
                  <a:cubicBezTo>
                    <a:pt x="1019" y="109"/>
                    <a:pt x="1088" y="156"/>
                    <a:pt x="1088" y="156"/>
                  </a:cubicBezTo>
                  <a:cubicBezTo>
                    <a:pt x="1132" y="287"/>
                    <a:pt x="1062" y="88"/>
                    <a:pt x="1124" y="228"/>
                  </a:cubicBezTo>
                  <a:cubicBezTo>
                    <a:pt x="1149" y="285"/>
                    <a:pt x="1150" y="312"/>
                    <a:pt x="1160" y="372"/>
                  </a:cubicBezTo>
                  <a:cubicBezTo>
                    <a:pt x="1156" y="464"/>
                    <a:pt x="1159" y="557"/>
                    <a:pt x="1148" y="648"/>
                  </a:cubicBezTo>
                  <a:cubicBezTo>
                    <a:pt x="1143" y="693"/>
                    <a:pt x="1084" y="706"/>
                    <a:pt x="1052" y="720"/>
                  </a:cubicBezTo>
                  <a:cubicBezTo>
                    <a:pt x="961" y="759"/>
                    <a:pt x="863" y="788"/>
                    <a:pt x="764" y="804"/>
                  </a:cubicBezTo>
                  <a:cubicBezTo>
                    <a:pt x="604" y="800"/>
                    <a:pt x="444" y="799"/>
                    <a:pt x="284" y="792"/>
                  </a:cubicBezTo>
                  <a:cubicBezTo>
                    <a:pt x="240" y="790"/>
                    <a:pt x="246" y="768"/>
                    <a:pt x="212" y="744"/>
                  </a:cubicBezTo>
                  <a:cubicBezTo>
                    <a:pt x="128" y="684"/>
                    <a:pt x="199" y="747"/>
                    <a:pt x="128" y="708"/>
                  </a:cubicBezTo>
                  <a:cubicBezTo>
                    <a:pt x="103" y="694"/>
                    <a:pt x="56" y="660"/>
                    <a:pt x="56" y="660"/>
                  </a:cubicBezTo>
                  <a:cubicBezTo>
                    <a:pt x="1" y="496"/>
                    <a:pt x="0" y="346"/>
                    <a:pt x="164" y="264"/>
                  </a:cubicBezTo>
                  <a:close/>
                </a:path>
              </a:pathLst>
            </a:custGeom>
            <a:gradFill rotWithShape="0">
              <a:gsLst>
                <a:gs pos="0">
                  <a:schemeClr val="bg1"/>
                </a:gs>
                <a:gs pos="100000">
                  <a:srgbClr val="99CCFF"/>
                </a:gs>
              </a:gsLst>
              <a:path path="rect">
                <a:fillToRect l="50000" t="50000" r="50000" b="50000"/>
              </a:path>
              <a:tileRect/>
            </a:gradFill>
            <a:ln w="9525" cap="flat" cmpd="sng">
              <a:solidFill>
                <a:schemeClr val="tx1"/>
              </a:solidFill>
              <a:prstDash val="solid"/>
              <a:round/>
              <a:headEnd type="none" w="med" len="med"/>
              <a:tailEnd type="none" w="med" len="med"/>
            </a:ln>
          </p:spPr>
          <p:txBody>
            <a:bodyPr/>
            <a:p>
              <a:endParaRPr lang="zh-CN" altLang="en-US"/>
            </a:p>
          </p:txBody>
        </p:sp>
        <p:sp>
          <p:nvSpPr>
            <p:cNvPr id="47121" name="Oval 39"/>
            <p:cNvSpPr/>
            <p:nvPr/>
          </p:nvSpPr>
          <p:spPr>
            <a:xfrm>
              <a:off x="4896" y="1200"/>
              <a:ext cx="144" cy="144"/>
            </a:xfrm>
            <a:prstGeom prst="ellipse">
              <a:avLst/>
            </a:prstGeom>
            <a:gradFill rotWithShape="0">
              <a:gsLst>
                <a:gs pos="0">
                  <a:srgbClr val="FF6600"/>
                </a:gs>
                <a:gs pos="100000">
                  <a:srgbClr val="C24E00"/>
                </a:gs>
              </a:gsLst>
              <a:path path="shape">
                <a:fillToRect l="50000" t="50000" r="50000" b="50000"/>
              </a:path>
              <a:tileRect/>
            </a:gradFill>
            <a:ln w="28575" cap="flat" cmpd="sng">
              <a:solidFill>
                <a:srgbClr val="CC0000"/>
              </a:solidFill>
              <a:prstDash val="solid"/>
              <a:round/>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graphicFrame>
          <p:nvGraphicFramePr>
            <p:cNvPr id="47122" name="Object 40"/>
            <p:cNvGraphicFramePr/>
            <p:nvPr/>
          </p:nvGraphicFramePr>
          <p:xfrm>
            <a:off x="3504" y="672"/>
            <a:ext cx="307" cy="375"/>
          </p:xfrm>
          <a:graphic>
            <a:graphicData uri="http://schemas.openxmlformats.org/presentationml/2006/ole">
              <mc:AlternateContent xmlns:mc="http://schemas.openxmlformats.org/markup-compatibility/2006">
                <mc:Choice xmlns:v="urn:schemas-microsoft-com:vml" Requires="v">
                  <p:oleObj spid="_x0000_s3222" name="" r:id="rId14" imgW="177800" imgH="215265" progId="Equation.3">
                    <p:embed/>
                  </p:oleObj>
                </mc:Choice>
                <mc:Fallback>
                  <p:oleObj name="" r:id="rId14" imgW="177800" imgH="215265" progId="Equation.3">
                    <p:embed/>
                    <p:pic>
                      <p:nvPicPr>
                        <p:cNvPr id="0" name="图片 3221"/>
                        <p:cNvPicPr/>
                        <p:nvPr/>
                      </p:nvPicPr>
                      <p:blipFill>
                        <a:blip r:embed="rId3"/>
                        <a:stretch>
                          <a:fillRect/>
                        </a:stretch>
                      </p:blipFill>
                      <p:spPr>
                        <a:xfrm>
                          <a:off x="3504" y="672"/>
                          <a:ext cx="307" cy="375"/>
                        </a:xfrm>
                        <a:prstGeom prst="rect">
                          <a:avLst/>
                        </a:prstGeom>
                        <a:noFill/>
                        <a:ln w="38100">
                          <a:noFill/>
                          <a:miter/>
                        </a:ln>
                      </p:spPr>
                    </p:pic>
                  </p:oleObj>
                </mc:Fallback>
              </mc:AlternateContent>
            </a:graphicData>
          </a:graphic>
        </p:graphicFrame>
        <p:sp>
          <p:nvSpPr>
            <p:cNvPr id="47123" name="Oval 41"/>
            <p:cNvSpPr/>
            <p:nvPr/>
          </p:nvSpPr>
          <p:spPr>
            <a:xfrm>
              <a:off x="3792" y="816"/>
              <a:ext cx="96" cy="96"/>
            </a:xfrm>
            <a:prstGeom prst="ellipse">
              <a:avLst/>
            </a:prstGeom>
            <a:solidFill>
              <a:srgbClr val="E43A67"/>
            </a:solidFill>
            <a:ln w="28575" cap="flat" cmpd="sng">
              <a:solidFill>
                <a:schemeClr val="tx1"/>
              </a:solidFill>
              <a:prstDash val="solid"/>
              <a:round/>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graphicFrame>
          <p:nvGraphicFramePr>
            <p:cNvPr id="47124" name="Object 42"/>
            <p:cNvGraphicFramePr/>
            <p:nvPr/>
          </p:nvGraphicFramePr>
          <p:xfrm>
            <a:off x="3792" y="1488"/>
            <a:ext cx="307" cy="375"/>
          </p:xfrm>
          <a:graphic>
            <a:graphicData uri="http://schemas.openxmlformats.org/presentationml/2006/ole">
              <mc:AlternateContent xmlns:mc="http://schemas.openxmlformats.org/markup-compatibility/2006">
                <mc:Choice xmlns:v="urn:schemas-microsoft-com:vml" Requires="v">
                  <p:oleObj spid="_x0000_s3220" name="" r:id="rId15" imgW="177800" imgH="215265" progId="Equation.3">
                    <p:embed/>
                  </p:oleObj>
                </mc:Choice>
                <mc:Fallback>
                  <p:oleObj name="" r:id="rId15" imgW="177800" imgH="215265" progId="Equation.3">
                    <p:embed/>
                    <p:pic>
                      <p:nvPicPr>
                        <p:cNvPr id="0" name="图片 3219"/>
                        <p:cNvPicPr/>
                        <p:nvPr/>
                      </p:nvPicPr>
                      <p:blipFill>
                        <a:blip r:embed="rId3"/>
                        <a:stretch>
                          <a:fillRect/>
                        </a:stretch>
                      </p:blipFill>
                      <p:spPr>
                        <a:xfrm>
                          <a:off x="3792" y="1488"/>
                          <a:ext cx="307" cy="375"/>
                        </a:xfrm>
                        <a:prstGeom prst="rect">
                          <a:avLst/>
                        </a:prstGeom>
                        <a:noFill/>
                        <a:ln w="38100">
                          <a:noFill/>
                          <a:miter/>
                        </a:ln>
                      </p:spPr>
                    </p:pic>
                  </p:oleObj>
                </mc:Fallback>
              </mc:AlternateContent>
            </a:graphicData>
          </a:graphic>
        </p:graphicFrame>
        <p:sp>
          <p:nvSpPr>
            <p:cNvPr id="47125" name="Oval 43"/>
            <p:cNvSpPr/>
            <p:nvPr/>
          </p:nvSpPr>
          <p:spPr>
            <a:xfrm>
              <a:off x="4080" y="1632"/>
              <a:ext cx="96" cy="96"/>
            </a:xfrm>
            <a:prstGeom prst="ellipse">
              <a:avLst/>
            </a:prstGeom>
            <a:solidFill>
              <a:srgbClr val="E43A67"/>
            </a:solidFill>
            <a:ln w="19050" cap="flat" cmpd="sng">
              <a:solidFill>
                <a:schemeClr val="tx1"/>
              </a:solidFill>
              <a:prstDash val="solid"/>
              <a:round/>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7126" name="Oval 44"/>
            <p:cNvSpPr/>
            <p:nvPr/>
          </p:nvSpPr>
          <p:spPr>
            <a:xfrm>
              <a:off x="3792" y="816"/>
              <a:ext cx="96" cy="96"/>
            </a:xfrm>
            <a:prstGeom prst="ellipse">
              <a:avLst/>
            </a:prstGeom>
            <a:noFill/>
            <a:ln w="19050" cap="flat" cmpd="sng">
              <a:solidFill>
                <a:schemeClr val="tx1"/>
              </a:solidFill>
              <a:prstDash val="solid"/>
              <a:round/>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47127" name="Freeform 45"/>
            <p:cNvSpPr/>
            <p:nvPr/>
          </p:nvSpPr>
          <p:spPr>
            <a:xfrm>
              <a:off x="3840" y="912"/>
              <a:ext cx="288" cy="768"/>
            </a:xfrm>
            <a:custGeom>
              <a:avLst/>
              <a:gdLst/>
              <a:ahLst/>
              <a:cxnLst>
                <a:cxn ang="0">
                  <a:pos x="0" y="0"/>
                </a:cxn>
                <a:cxn ang="0">
                  <a:pos x="48" y="384"/>
                </a:cxn>
                <a:cxn ang="0">
                  <a:pos x="288" y="768"/>
                </a:cxn>
              </a:cxnLst>
              <a:pathLst>
                <a:path w="288" h="768">
                  <a:moveTo>
                    <a:pt x="0" y="0"/>
                  </a:moveTo>
                  <a:cubicBezTo>
                    <a:pt x="0" y="128"/>
                    <a:pt x="0" y="256"/>
                    <a:pt x="48" y="384"/>
                  </a:cubicBezTo>
                  <a:cubicBezTo>
                    <a:pt x="96" y="512"/>
                    <a:pt x="248" y="704"/>
                    <a:pt x="288" y="768"/>
                  </a:cubicBezTo>
                </a:path>
              </a:pathLst>
            </a:custGeom>
            <a:noFill/>
            <a:ln w="38100" cap="flat" cmpd="sng">
              <a:solidFill>
                <a:schemeClr val="tx1"/>
              </a:solidFill>
              <a:prstDash val="sysDot"/>
              <a:round/>
              <a:headEnd type="none" w="med" len="med"/>
              <a:tailEnd type="none" w="med" len="med"/>
            </a:ln>
          </p:spPr>
          <p:txBody>
            <a:bodyPr/>
            <a:p>
              <a:endParaRPr lang="zh-CN" altLang="en-US"/>
            </a:p>
          </p:txBody>
        </p:sp>
        <p:sp>
          <p:nvSpPr>
            <p:cNvPr id="47128" name="Line 46"/>
            <p:cNvSpPr/>
            <p:nvPr/>
          </p:nvSpPr>
          <p:spPr>
            <a:xfrm>
              <a:off x="3888" y="1296"/>
              <a:ext cx="48" cy="144"/>
            </a:xfrm>
            <a:prstGeom prst="line">
              <a:avLst/>
            </a:prstGeom>
            <a:ln w="38100" cap="flat" cmpd="sng">
              <a:solidFill>
                <a:srgbClr val="FF0000"/>
              </a:solidFill>
              <a:prstDash val="solid"/>
              <a:round/>
              <a:headEnd type="none" w="med" len="med"/>
              <a:tailEnd type="triangle" w="sm" len="med"/>
            </a:ln>
          </p:spPr>
        </p:sp>
        <p:graphicFrame>
          <p:nvGraphicFramePr>
            <p:cNvPr id="47129" name="Object 47"/>
            <p:cNvGraphicFramePr/>
            <p:nvPr/>
          </p:nvGraphicFramePr>
          <p:xfrm>
            <a:off x="3888" y="528"/>
            <a:ext cx="314" cy="340"/>
          </p:xfrm>
          <a:graphic>
            <a:graphicData uri="http://schemas.openxmlformats.org/presentationml/2006/ole">
              <mc:AlternateContent xmlns:mc="http://schemas.openxmlformats.org/markup-compatibility/2006">
                <mc:Choice xmlns:v="urn:schemas-microsoft-com:vml" Requires="v">
                  <p:oleObj spid="_x0000_s3218" name="" r:id="rId16" imgW="3657600" imgH="3962400" progId="Equation.3">
                    <p:embed/>
                  </p:oleObj>
                </mc:Choice>
                <mc:Fallback>
                  <p:oleObj name="" r:id="rId16" imgW="3657600" imgH="3962400" progId="Equation.3">
                    <p:embed/>
                    <p:pic>
                      <p:nvPicPr>
                        <p:cNvPr id="0" name="图片 3217"/>
                        <p:cNvPicPr/>
                        <p:nvPr/>
                      </p:nvPicPr>
                      <p:blipFill>
                        <a:blip r:embed="rId5"/>
                        <a:stretch>
                          <a:fillRect/>
                        </a:stretch>
                      </p:blipFill>
                      <p:spPr>
                        <a:xfrm>
                          <a:off x="3888" y="528"/>
                          <a:ext cx="314" cy="340"/>
                        </a:xfrm>
                        <a:prstGeom prst="rect">
                          <a:avLst/>
                        </a:prstGeom>
                        <a:noFill/>
                        <a:ln w="38100">
                          <a:noFill/>
                          <a:miter/>
                        </a:ln>
                      </p:spPr>
                    </p:pic>
                  </p:oleObj>
                </mc:Fallback>
              </mc:AlternateContent>
            </a:graphicData>
          </a:graphic>
        </p:graphicFrame>
        <p:graphicFrame>
          <p:nvGraphicFramePr>
            <p:cNvPr id="47130" name="Object 48"/>
            <p:cNvGraphicFramePr/>
            <p:nvPr/>
          </p:nvGraphicFramePr>
          <p:xfrm>
            <a:off x="4176" y="1580"/>
            <a:ext cx="314" cy="340"/>
          </p:xfrm>
          <a:graphic>
            <a:graphicData uri="http://schemas.openxmlformats.org/presentationml/2006/ole">
              <mc:AlternateContent xmlns:mc="http://schemas.openxmlformats.org/markup-compatibility/2006">
                <mc:Choice xmlns:v="urn:schemas-microsoft-com:vml" Requires="v">
                  <p:oleObj spid="_x0000_s3217" name="" r:id="rId17" imgW="3657600" imgH="3962400" progId="Equation.3">
                    <p:embed/>
                  </p:oleObj>
                </mc:Choice>
                <mc:Fallback>
                  <p:oleObj name="" r:id="rId17" imgW="3657600" imgH="3962400" progId="Equation.3">
                    <p:embed/>
                    <p:pic>
                      <p:nvPicPr>
                        <p:cNvPr id="0" name="图片 3216"/>
                        <p:cNvPicPr/>
                        <p:nvPr/>
                      </p:nvPicPr>
                      <p:blipFill>
                        <a:blip r:embed="rId7"/>
                        <a:stretch>
                          <a:fillRect/>
                        </a:stretch>
                      </p:blipFill>
                      <p:spPr>
                        <a:xfrm>
                          <a:off x="4176" y="1580"/>
                          <a:ext cx="314" cy="340"/>
                        </a:xfrm>
                        <a:prstGeom prst="rect">
                          <a:avLst/>
                        </a:prstGeom>
                        <a:noFill/>
                        <a:ln w="38100">
                          <a:noFill/>
                          <a:miter/>
                        </a:ln>
                      </p:spPr>
                    </p:pic>
                  </p:oleObj>
                </mc:Fallback>
              </mc:AlternateContent>
            </a:graphicData>
          </a:graphic>
        </p:graphicFrame>
        <p:sp>
          <p:nvSpPr>
            <p:cNvPr id="47131" name="Freeform 49"/>
            <p:cNvSpPr/>
            <p:nvPr/>
          </p:nvSpPr>
          <p:spPr>
            <a:xfrm>
              <a:off x="4320" y="864"/>
              <a:ext cx="1160" cy="804"/>
            </a:xfrm>
            <a:custGeom>
              <a:avLst/>
              <a:gdLst/>
              <a:ahLst/>
              <a:cxnLst>
                <a:cxn ang="0">
                  <a:pos x="164" y="264"/>
                </a:cxn>
                <a:cxn ang="0">
                  <a:pos x="248" y="144"/>
                </a:cxn>
                <a:cxn ang="0">
                  <a:pos x="320" y="120"/>
                </a:cxn>
                <a:cxn ang="0">
                  <a:pos x="428" y="60"/>
                </a:cxn>
                <a:cxn ang="0">
                  <a:pos x="548" y="12"/>
                </a:cxn>
                <a:cxn ang="0">
                  <a:pos x="584" y="0"/>
                </a:cxn>
                <a:cxn ang="0">
                  <a:pos x="780" y="16"/>
                </a:cxn>
                <a:cxn ang="0">
                  <a:pos x="908" y="48"/>
                </a:cxn>
                <a:cxn ang="0">
                  <a:pos x="980" y="96"/>
                </a:cxn>
                <a:cxn ang="0">
                  <a:pos x="1088" y="156"/>
                </a:cxn>
                <a:cxn ang="0">
                  <a:pos x="1124" y="228"/>
                </a:cxn>
                <a:cxn ang="0">
                  <a:pos x="1160" y="372"/>
                </a:cxn>
                <a:cxn ang="0">
                  <a:pos x="1148" y="648"/>
                </a:cxn>
                <a:cxn ang="0">
                  <a:pos x="1052" y="720"/>
                </a:cxn>
                <a:cxn ang="0">
                  <a:pos x="764" y="804"/>
                </a:cxn>
                <a:cxn ang="0">
                  <a:pos x="284" y="792"/>
                </a:cxn>
                <a:cxn ang="0">
                  <a:pos x="212" y="744"/>
                </a:cxn>
                <a:cxn ang="0">
                  <a:pos x="128" y="708"/>
                </a:cxn>
                <a:cxn ang="0">
                  <a:pos x="56" y="660"/>
                </a:cxn>
                <a:cxn ang="0">
                  <a:pos x="164" y="264"/>
                </a:cxn>
              </a:cxnLst>
              <a:pathLst>
                <a:path w="1160" h="804">
                  <a:moveTo>
                    <a:pt x="164" y="264"/>
                  </a:moveTo>
                  <a:cubicBezTo>
                    <a:pt x="178" y="209"/>
                    <a:pt x="193" y="172"/>
                    <a:pt x="248" y="144"/>
                  </a:cubicBezTo>
                  <a:cubicBezTo>
                    <a:pt x="271" y="133"/>
                    <a:pt x="299" y="134"/>
                    <a:pt x="320" y="120"/>
                  </a:cubicBezTo>
                  <a:cubicBezTo>
                    <a:pt x="355" y="97"/>
                    <a:pt x="391" y="81"/>
                    <a:pt x="428" y="60"/>
                  </a:cubicBezTo>
                  <a:cubicBezTo>
                    <a:pt x="477" y="32"/>
                    <a:pt x="489" y="32"/>
                    <a:pt x="548" y="12"/>
                  </a:cubicBezTo>
                  <a:cubicBezTo>
                    <a:pt x="560" y="8"/>
                    <a:pt x="584" y="0"/>
                    <a:pt x="584" y="0"/>
                  </a:cubicBezTo>
                  <a:cubicBezTo>
                    <a:pt x="680" y="4"/>
                    <a:pt x="685" y="2"/>
                    <a:pt x="780" y="16"/>
                  </a:cubicBezTo>
                  <a:cubicBezTo>
                    <a:pt x="797" y="18"/>
                    <a:pt x="895" y="38"/>
                    <a:pt x="908" y="48"/>
                  </a:cubicBezTo>
                  <a:cubicBezTo>
                    <a:pt x="931" y="66"/>
                    <a:pt x="953" y="87"/>
                    <a:pt x="980" y="96"/>
                  </a:cubicBezTo>
                  <a:cubicBezTo>
                    <a:pt x="1019" y="109"/>
                    <a:pt x="1088" y="156"/>
                    <a:pt x="1088" y="156"/>
                  </a:cubicBezTo>
                  <a:cubicBezTo>
                    <a:pt x="1132" y="287"/>
                    <a:pt x="1062" y="88"/>
                    <a:pt x="1124" y="228"/>
                  </a:cubicBezTo>
                  <a:cubicBezTo>
                    <a:pt x="1149" y="285"/>
                    <a:pt x="1150" y="312"/>
                    <a:pt x="1160" y="372"/>
                  </a:cubicBezTo>
                  <a:cubicBezTo>
                    <a:pt x="1156" y="464"/>
                    <a:pt x="1159" y="557"/>
                    <a:pt x="1148" y="648"/>
                  </a:cubicBezTo>
                  <a:cubicBezTo>
                    <a:pt x="1143" y="693"/>
                    <a:pt x="1084" y="706"/>
                    <a:pt x="1052" y="720"/>
                  </a:cubicBezTo>
                  <a:cubicBezTo>
                    <a:pt x="961" y="759"/>
                    <a:pt x="863" y="788"/>
                    <a:pt x="764" y="804"/>
                  </a:cubicBezTo>
                  <a:cubicBezTo>
                    <a:pt x="604" y="800"/>
                    <a:pt x="444" y="799"/>
                    <a:pt x="284" y="792"/>
                  </a:cubicBezTo>
                  <a:cubicBezTo>
                    <a:pt x="240" y="790"/>
                    <a:pt x="246" y="768"/>
                    <a:pt x="212" y="744"/>
                  </a:cubicBezTo>
                  <a:cubicBezTo>
                    <a:pt x="128" y="684"/>
                    <a:pt x="199" y="747"/>
                    <a:pt x="128" y="708"/>
                  </a:cubicBezTo>
                  <a:cubicBezTo>
                    <a:pt x="103" y="694"/>
                    <a:pt x="56" y="660"/>
                    <a:pt x="56" y="660"/>
                  </a:cubicBezTo>
                  <a:cubicBezTo>
                    <a:pt x="1" y="496"/>
                    <a:pt x="0" y="346"/>
                    <a:pt x="164" y="264"/>
                  </a:cubicBezTo>
                  <a:close/>
                </a:path>
              </a:pathLst>
            </a:custGeom>
            <a:solidFill>
              <a:srgbClr val="CCECFF">
                <a:alpha val="50195"/>
              </a:srgbClr>
            </a:solidFill>
            <a:ln w="9525" cap="flat" cmpd="sng">
              <a:solidFill>
                <a:schemeClr val="tx1"/>
              </a:solidFill>
              <a:prstDash val="solid"/>
              <a:round/>
              <a:headEnd type="none" w="med" len="med"/>
              <a:tailEnd type="none" w="med" len="med"/>
            </a:ln>
          </p:spPr>
          <p:txBody>
            <a:bodyPr/>
            <a:p>
              <a:endParaRPr lang="zh-CN" altLang="en-US"/>
            </a:p>
          </p:txBody>
        </p:sp>
        <p:graphicFrame>
          <p:nvGraphicFramePr>
            <p:cNvPr id="47132" name="Object 50"/>
            <p:cNvGraphicFramePr/>
            <p:nvPr/>
          </p:nvGraphicFramePr>
          <p:xfrm>
            <a:off x="4512" y="1296"/>
            <a:ext cx="274" cy="336"/>
          </p:xfrm>
          <a:graphic>
            <a:graphicData uri="http://schemas.openxmlformats.org/presentationml/2006/ole">
              <mc:AlternateContent xmlns:mc="http://schemas.openxmlformats.org/markup-compatibility/2006">
                <mc:Choice xmlns:v="urn:schemas-microsoft-com:vml" Requires="v">
                  <p:oleObj spid="_x0000_s3221" name="" r:id="rId18" imgW="241300" imgH="304800" progId="Equation.3">
                    <p:embed/>
                  </p:oleObj>
                </mc:Choice>
                <mc:Fallback>
                  <p:oleObj name="" r:id="rId18" imgW="241300" imgH="304800" progId="Equation.3">
                    <p:embed/>
                    <p:pic>
                      <p:nvPicPr>
                        <p:cNvPr id="0" name="图片 3220"/>
                        <p:cNvPicPr/>
                        <p:nvPr/>
                      </p:nvPicPr>
                      <p:blipFill>
                        <a:blip r:embed="rId19">
                          <a:clrChange>
                            <a:clrFrom>
                              <a:srgbClr val="000000"/>
                            </a:clrFrom>
                            <a:clrTo>
                              <a:srgbClr val="0033CC"/>
                            </a:clrTo>
                          </a:clrChange>
                        </a:blip>
                        <a:stretch>
                          <a:fillRect/>
                        </a:stretch>
                      </p:blipFill>
                      <p:spPr>
                        <a:xfrm>
                          <a:off x="4512" y="1296"/>
                          <a:ext cx="274" cy="336"/>
                        </a:xfrm>
                        <a:prstGeom prst="rect">
                          <a:avLst/>
                        </a:prstGeom>
                        <a:noFill/>
                        <a:ln w="38100">
                          <a:noFill/>
                          <a:miter/>
                        </a:ln>
                      </p:spPr>
                    </p:pic>
                  </p:oleObj>
                </mc:Fallback>
              </mc:AlternateContent>
            </a:graphicData>
          </a:graphic>
        </p:graphicFrame>
        <p:graphicFrame>
          <p:nvGraphicFramePr>
            <p:cNvPr id="47133" name="Object 51"/>
            <p:cNvGraphicFramePr/>
            <p:nvPr/>
          </p:nvGraphicFramePr>
          <p:xfrm>
            <a:off x="5136" y="960"/>
            <a:ext cx="330" cy="471"/>
          </p:xfrm>
          <a:graphic>
            <a:graphicData uri="http://schemas.openxmlformats.org/presentationml/2006/ole">
              <mc:AlternateContent xmlns:mc="http://schemas.openxmlformats.org/markup-compatibility/2006">
                <mc:Choice xmlns:v="urn:schemas-microsoft-com:vml" Requires="v">
                  <p:oleObj spid="_x0000_s3223" name="" r:id="rId20" imgW="152400" imgH="215900" progId="Equation.3">
                    <p:embed/>
                  </p:oleObj>
                </mc:Choice>
                <mc:Fallback>
                  <p:oleObj name="" r:id="rId20" imgW="152400" imgH="215900" progId="Equation.3">
                    <p:embed/>
                    <p:pic>
                      <p:nvPicPr>
                        <p:cNvPr id="0" name="图片 3222"/>
                        <p:cNvPicPr/>
                        <p:nvPr/>
                      </p:nvPicPr>
                      <p:blipFill>
                        <a:blip r:embed="rId21"/>
                        <a:stretch>
                          <a:fillRect/>
                        </a:stretch>
                      </p:blipFill>
                      <p:spPr>
                        <a:xfrm>
                          <a:off x="5136" y="960"/>
                          <a:ext cx="330" cy="471"/>
                        </a:xfrm>
                        <a:prstGeom prst="rect">
                          <a:avLst/>
                        </a:prstGeom>
                        <a:noFill/>
                        <a:ln w="38100">
                          <a:noFill/>
                          <a:miter/>
                        </a:ln>
                      </p:spPr>
                    </p:pic>
                  </p:oleObj>
                </mc:Fallback>
              </mc:AlternateContent>
            </a:graphicData>
          </a:graphic>
        </p:graphicFrame>
        <p:graphicFrame>
          <p:nvGraphicFramePr>
            <p:cNvPr id="47134" name="Object 52"/>
            <p:cNvGraphicFramePr/>
            <p:nvPr/>
          </p:nvGraphicFramePr>
          <p:xfrm>
            <a:off x="4368" y="720"/>
            <a:ext cx="314" cy="340"/>
          </p:xfrm>
          <a:graphic>
            <a:graphicData uri="http://schemas.openxmlformats.org/presentationml/2006/ole">
              <mc:AlternateContent xmlns:mc="http://schemas.openxmlformats.org/markup-compatibility/2006">
                <mc:Choice xmlns:v="urn:schemas-microsoft-com:vml" Requires="v">
                  <p:oleObj spid="_x0000_s3216" name="" r:id="rId22" imgW="317500" imgH="342900" progId="Equation.3">
                    <p:embed/>
                  </p:oleObj>
                </mc:Choice>
                <mc:Fallback>
                  <p:oleObj name="" r:id="rId22" imgW="317500" imgH="342900" progId="Equation.3">
                    <p:embed/>
                    <p:pic>
                      <p:nvPicPr>
                        <p:cNvPr id="0" name="图片 3215"/>
                        <p:cNvPicPr/>
                        <p:nvPr/>
                      </p:nvPicPr>
                      <p:blipFill>
                        <a:blip r:embed="rId23">
                          <a:clrChange>
                            <a:clrFrom>
                              <a:srgbClr val="000000"/>
                            </a:clrFrom>
                            <a:clrTo>
                              <a:srgbClr val="FF0000"/>
                            </a:clrTo>
                          </a:clrChange>
                        </a:blip>
                        <a:stretch>
                          <a:fillRect/>
                        </a:stretch>
                      </p:blipFill>
                      <p:spPr>
                        <a:xfrm>
                          <a:off x="4368" y="720"/>
                          <a:ext cx="314" cy="340"/>
                        </a:xfrm>
                        <a:prstGeom prst="rect">
                          <a:avLst/>
                        </a:prstGeom>
                        <a:noFill/>
                        <a:ln w="38100">
                          <a:noFill/>
                          <a:miter/>
                        </a:ln>
                      </p:spPr>
                    </p:pic>
                  </p:oleObj>
                </mc:Fallback>
              </mc:AlternateContent>
            </a:graphicData>
          </a:graphic>
        </p:graphicFrame>
        <p:sp>
          <p:nvSpPr>
            <p:cNvPr id="47135" name="Text Box 53"/>
            <p:cNvSpPr txBox="1"/>
            <p:nvPr/>
          </p:nvSpPr>
          <p:spPr>
            <a:xfrm>
              <a:off x="4464" y="864"/>
              <a:ext cx="336" cy="327"/>
            </a:xfrm>
            <a:prstGeom prst="rect">
              <a:avLst/>
            </a:prstGeom>
            <a:noFill/>
            <a:ln w="9525">
              <a:noFill/>
            </a:ln>
          </p:spPr>
          <p:txBody>
            <a:bodyPr anchor="t" anchorCtr="0">
              <a:spAutoFit/>
            </a:bodyPr>
            <a:p>
              <a:pPr algn="ctr">
                <a:spcBef>
                  <a:spcPct val="50000"/>
                </a:spcBef>
              </a:pPr>
              <a:r>
                <a:rPr lang="en-US" altLang="zh-CN" sz="2800" b="1" dirty="0">
                  <a:solidFill>
                    <a:srgbClr val="FF6600"/>
                  </a:solidFill>
                  <a:latin typeface="Times New Roman" panose="02020603050405020304" pitchFamily="18" charset="0"/>
                  <a:ea typeface="宋体" panose="02010600030101010101" pitchFamily="2" charset="-122"/>
                </a:rPr>
                <a:t>*</a:t>
              </a:r>
              <a:endParaRPr lang="en-US" altLang="zh-CN" sz="2800" b="1" dirty="0">
                <a:solidFill>
                  <a:srgbClr val="FF6600"/>
                </a:solidFill>
                <a:latin typeface="Times New Roman" panose="02020603050405020304" pitchFamily="18" charset="0"/>
                <a:ea typeface="宋体" panose="02010600030101010101" pitchFamily="2" charset="-122"/>
              </a:endParaRPr>
            </a:p>
          </p:txBody>
        </p:sp>
      </p:grpSp>
    </p:spTree>
  </p:cSld>
  <p:clrMapOvr>
    <a:masterClrMapping/>
  </p:clrMapOvr>
  <p:transition spd="med">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101" name="Text Box 5"/>
          <p:cNvSpPr txBox="1">
            <a:spLocks noChangeArrowheads="1"/>
          </p:cNvSpPr>
          <p:nvPr/>
        </p:nvSpPr>
        <p:spPr bwMode="auto">
          <a:xfrm>
            <a:off x="928688" y="928688"/>
            <a:ext cx="7543800"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高斯定理的一个重要应用就是计算电场强度</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2102" name="Text Box 6"/>
          <p:cNvSpPr txBox="1"/>
          <p:nvPr/>
        </p:nvSpPr>
        <p:spPr>
          <a:xfrm>
            <a:off x="785813" y="1571625"/>
            <a:ext cx="5181600" cy="519113"/>
          </a:xfrm>
          <a:prstGeom prst="rect">
            <a:avLst/>
          </a:prstGeom>
          <a:noFill/>
          <a:ln w="9525">
            <a:noFill/>
          </a:ln>
        </p:spPr>
        <p:txBody>
          <a:bodyPr anchor="t" anchorCtr="0">
            <a:spAutoFit/>
          </a:bodyPr>
          <a:p>
            <a:pPr algn="ctr">
              <a:spcBef>
                <a:spcPct val="50000"/>
              </a:spcBef>
            </a:pPr>
            <a:r>
              <a:rPr lang="zh-CN" altLang="en-US" sz="2800" b="1" dirty="0">
                <a:solidFill>
                  <a:srgbClr val="FF0000"/>
                </a:solidFill>
                <a:latin typeface="宋体" panose="02010600030101010101" pitchFamily="2" charset="-122"/>
                <a:ea typeface="宋体" panose="02010600030101010101" pitchFamily="2" charset="-122"/>
              </a:rPr>
              <a:t>高斯定理计算场强的条件：</a:t>
            </a:r>
            <a:endParaRPr lang="zh-CN" altLang="en-US" sz="2800" b="1" dirty="0">
              <a:solidFill>
                <a:srgbClr val="FF0000"/>
              </a:solidFill>
              <a:latin typeface="宋体" panose="02010600030101010101" pitchFamily="2" charset="-122"/>
              <a:ea typeface="宋体" panose="02010600030101010101" pitchFamily="2" charset="-122"/>
            </a:endParaRPr>
          </a:p>
        </p:txBody>
      </p:sp>
      <p:sp>
        <p:nvSpPr>
          <p:cNvPr id="132103" name="Text Box 7"/>
          <p:cNvSpPr txBox="1"/>
          <p:nvPr/>
        </p:nvSpPr>
        <p:spPr>
          <a:xfrm>
            <a:off x="857250" y="2143125"/>
            <a:ext cx="7704138" cy="519113"/>
          </a:xfrm>
          <a:prstGeom prst="rect">
            <a:avLst/>
          </a:prstGeom>
          <a:noFill/>
          <a:ln w="9525">
            <a:noFill/>
          </a:ln>
        </p:spPr>
        <p:txBody>
          <a:bodyPr anchor="t" anchorCtr="0">
            <a:spAutoFit/>
          </a:bodyPr>
          <a:p>
            <a:pPr algn="ctr">
              <a:spcBef>
                <a:spcPct val="50000"/>
              </a:spcBef>
            </a:pPr>
            <a:r>
              <a:rPr lang="zh-CN" altLang="en-US" sz="2800" b="1" dirty="0">
                <a:latin typeface="Times New Roman" panose="02020603050405020304" pitchFamily="18" charset="0"/>
                <a:ea typeface="宋体" panose="02010600030101010101" pitchFamily="2" charset="-122"/>
              </a:rPr>
              <a:t>带电体的电场强度分布要具有高度的</a:t>
            </a:r>
            <a:r>
              <a:rPr lang="zh-CN" altLang="en-US" sz="2800" b="1" dirty="0">
                <a:solidFill>
                  <a:srgbClr val="FF0000"/>
                </a:solidFill>
                <a:latin typeface="Times New Roman" panose="02020603050405020304" pitchFamily="18" charset="0"/>
                <a:ea typeface="宋体" panose="02010600030101010101" pitchFamily="2" charset="-122"/>
              </a:rPr>
              <a:t>对称性</a:t>
            </a:r>
            <a:endParaRPr lang="zh-CN" altLang="en-US" sz="2400" b="1" dirty="0">
              <a:latin typeface="Times New Roman" panose="02020603050405020304" pitchFamily="18" charset="0"/>
              <a:ea typeface="宋体" panose="02010600030101010101" pitchFamily="2" charset="-122"/>
            </a:endParaRPr>
          </a:p>
        </p:txBody>
      </p:sp>
      <p:sp>
        <p:nvSpPr>
          <p:cNvPr id="132104" name="Text Box 8"/>
          <p:cNvSpPr txBox="1"/>
          <p:nvPr/>
        </p:nvSpPr>
        <p:spPr>
          <a:xfrm>
            <a:off x="857250" y="2714625"/>
            <a:ext cx="6985000" cy="519113"/>
          </a:xfrm>
          <a:prstGeom prst="rect">
            <a:avLst/>
          </a:prstGeom>
          <a:noFill/>
          <a:ln w="9525">
            <a:noFill/>
          </a:ln>
        </p:spPr>
        <p:txBody>
          <a:bodyPr anchor="t" anchorCtr="0">
            <a:spAutoFit/>
          </a:bodyPr>
          <a:p>
            <a:pPr algn="ctr">
              <a:spcBef>
                <a:spcPct val="50000"/>
              </a:spcBef>
            </a:pPr>
            <a:r>
              <a:rPr lang="en-US" altLang="zh-CN" sz="2800" b="1" dirty="0">
                <a:latin typeface="Arial" panose="020B0604020202020204" pitchFamily="34" charset="0"/>
                <a:ea typeface="宋体" panose="02010600030101010101" pitchFamily="2" charset="-122"/>
              </a:rPr>
              <a:t>⑴  </a:t>
            </a:r>
            <a:r>
              <a:rPr lang="zh-CN" altLang="en-US" sz="2800" b="1" dirty="0">
                <a:latin typeface="Arial" panose="020B0604020202020204" pitchFamily="34" charset="0"/>
                <a:ea typeface="宋体" panose="02010600030101010101" pitchFamily="2" charset="-122"/>
              </a:rPr>
              <a:t>高斯面上的电场强度大小处处相等；</a:t>
            </a:r>
            <a:endParaRPr lang="zh-CN" altLang="en-US" sz="2800" b="1" dirty="0">
              <a:latin typeface="Arial" panose="020B0604020202020204" pitchFamily="34" charset="0"/>
              <a:ea typeface="宋体" panose="02010600030101010101" pitchFamily="2" charset="-122"/>
            </a:endParaRPr>
          </a:p>
        </p:txBody>
      </p:sp>
      <p:sp>
        <p:nvSpPr>
          <p:cNvPr id="132105" name="Rectangle 9"/>
          <p:cNvSpPr/>
          <p:nvPr/>
        </p:nvSpPr>
        <p:spPr>
          <a:xfrm>
            <a:off x="1143000" y="3214688"/>
            <a:ext cx="7667625" cy="946150"/>
          </a:xfrm>
          <a:prstGeom prst="rect">
            <a:avLst/>
          </a:prstGeom>
          <a:noFill/>
          <a:ln w="9525">
            <a:noFill/>
          </a:ln>
        </p:spPr>
        <p:txBody>
          <a:bodyPr anchor="t" anchorCtr="0">
            <a:spAutoFit/>
          </a:bodyPr>
          <a:p>
            <a:pPr>
              <a:spcBef>
                <a:spcPct val="50000"/>
              </a:spcBef>
            </a:pPr>
            <a:r>
              <a:rPr lang="en-US" altLang="zh-CN" sz="2800" b="1" dirty="0">
                <a:latin typeface="Arial" panose="020B0604020202020204" pitchFamily="34" charset="0"/>
                <a:ea typeface="宋体" panose="02010600030101010101" pitchFamily="2" charset="-122"/>
              </a:rPr>
              <a:t>⑵  </a:t>
            </a:r>
            <a:r>
              <a:rPr lang="zh-CN" altLang="en-US" sz="2800" b="1" dirty="0">
                <a:latin typeface="Arial" panose="020B0604020202020204" pitchFamily="34" charset="0"/>
                <a:ea typeface="宋体" panose="02010600030101010101" pitchFamily="2" charset="-122"/>
              </a:rPr>
              <a:t>面积元</a:t>
            </a:r>
            <a:r>
              <a:rPr lang="en-US" altLang="zh-CN" sz="2800" b="1" dirty="0">
                <a:latin typeface="Times New Roman" panose="02020603050405020304" pitchFamily="18" charset="0"/>
                <a:ea typeface="宋体" panose="02010600030101010101" pitchFamily="2" charset="-122"/>
              </a:rPr>
              <a:t>d</a:t>
            </a:r>
            <a:r>
              <a:rPr lang="en-US" altLang="zh-CN" sz="2800" b="1" i="1" dirty="0">
                <a:latin typeface="Times New Roman" panose="02020603050405020304" pitchFamily="18" charset="0"/>
                <a:ea typeface="宋体" panose="02010600030101010101" pitchFamily="2" charset="-122"/>
              </a:rPr>
              <a:t>S</a:t>
            </a:r>
            <a:r>
              <a:rPr lang="zh-CN" altLang="en-US" sz="2800" b="1" dirty="0">
                <a:latin typeface="Arial" panose="020B0604020202020204" pitchFamily="34" charset="0"/>
                <a:ea typeface="宋体" panose="02010600030101010101" pitchFamily="2" charset="-122"/>
              </a:rPr>
              <a:t>的法线方向与该处的电场强度的方向一致。 </a:t>
            </a:r>
            <a:endParaRPr lang="zh-CN" altLang="en-US" sz="2800" b="1" dirty="0">
              <a:latin typeface="Arial" panose="020B0604020202020204" pitchFamily="34" charset="0"/>
              <a:ea typeface="宋体" panose="02010600030101010101" pitchFamily="2" charset="-122"/>
            </a:endParaRPr>
          </a:p>
        </p:txBody>
      </p:sp>
      <p:sp>
        <p:nvSpPr>
          <p:cNvPr id="49158" name="Text Box 2"/>
          <p:cNvSpPr txBox="1"/>
          <p:nvPr/>
        </p:nvSpPr>
        <p:spPr>
          <a:xfrm>
            <a:off x="1258888" y="188913"/>
            <a:ext cx="5029200" cy="579437"/>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宋体" panose="02010600030101010101" pitchFamily="2" charset="-122"/>
                <a:ea typeface="宋体" panose="02010600030101010101" pitchFamily="2" charset="-122"/>
              </a:rPr>
              <a:t>高斯定理的应用</a:t>
            </a:r>
            <a:endParaRPr lang="zh-CN" altLang="en-US" sz="3200" b="1" dirty="0">
              <a:solidFill>
                <a:srgbClr val="A50021"/>
              </a:solidFill>
              <a:latin typeface="宋体" panose="02010600030101010101" pitchFamily="2" charset="-122"/>
              <a:ea typeface="宋体" panose="02010600030101010101" pitchFamily="2" charset="-122"/>
            </a:endParaRPr>
          </a:p>
        </p:txBody>
      </p:sp>
      <p:graphicFrame>
        <p:nvGraphicFramePr>
          <p:cNvPr id="77826" name="Object 2"/>
          <p:cNvGraphicFramePr/>
          <p:nvPr/>
        </p:nvGraphicFramePr>
        <p:xfrm>
          <a:off x="785813" y="4286250"/>
          <a:ext cx="3143250" cy="1087438"/>
        </p:xfrm>
        <a:graphic>
          <a:graphicData uri="http://schemas.openxmlformats.org/presentationml/2006/ole">
            <mc:AlternateContent xmlns:mc="http://schemas.openxmlformats.org/markup-compatibility/2006">
              <mc:Choice xmlns:v="urn:schemas-microsoft-com:vml" Requires="v">
                <p:oleObj spid="_x0000_s3224" name="" r:id="rId1" imgW="2908300" imgH="977900" progId="Equation.3">
                  <p:embed/>
                </p:oleObj>
              </mc:Choice>
              <mc:Fallback>
                <p:oleObj name="" r:id="rId1" imgW="2908300" imgH="977900" progId="Equation.3">
                  <p:embed/>
                  <p:pic>
                    <p:nvPicPr>
                      <p:cNvPr id="0" name="图片 3223"/>
                      <p:cNvPicPr/>
                      <p:nvPr/>
                    </p:nvPicPr>
                    <p:blipFill>
                      <a:blip r:embed="rId2">
                        <a:clrChange>
                          <a:clrFrom>
                            <a:srgbClr val="000000"/>
                          </a:clrFrom>
                          <a:clrTo>
                            <a:srgbClr val="000000"/>
                          </a:clrTo>
                        </a:clrChange>
                      </a:blip>
                      <a:stretch>
                        <a:fillRect/>
                      </a:stretch>
                    </p:blipFill>
                    <p:spPr>
                      <a:xfrm>
                        <a:off x="785813" y="4286250"/>
                        <a:ext cx="3143250" cy="1087438"/>
                      </a:xfrm>
                      <a:prstGeom prst="rect">
                        <a:avLst/>
                      </a:prstGeom>
                      <a:noFill/>
                      <a:ln w="38100">
                        <a:noFill/>
                        <a:miter/>
                      </a:ln>
                    </p:spPr>
                  </p:pic>
                </p:oleObj>
              </mc:Fallback>
            </mc:AlternateContent>
          </a:graphicData>
        </a:graphic>
      </p:graphicFrame>
      <p:graphicFrame>
        <p:nvGraphicFramePr>
          <p:cNvPr id="77827" name="Object 3"/>
          <p:cNvGraphicFramePr/>
          <p:nvPr/>
        </p:nvGraphicFramePr>
        <p:xfrm>
          <a:off x="1714500" y="5357813"/>
          <a:ext cx="2071688" cy="1062037"/>
        </p:xfrm>
        <a:graphic>
          <a:graphicData uri="http://schemas.openxmlformats.org/presentationml/2006/ole">
            <mc:AlternateContent xmlns:mc="http://schemas.openxmlformats.org/markup-compatibility/2006">
              <mc:Choice xmlns:v="urn:schemas-microsoft-com:vml" Requires="v">
                <p:oleObj spid="_x0000_s3226" name="" r:id="rId3" imgW="1943100" imgH="977900" progId="Equation.3">
                  <p:embed/>
                </p:oleObj>
              </mc:Choice>
              <mc:Fallback>
                <p:oleObj name="" r:id="rId3" imgW="1943100" imgH="977900" progId="Equation.3">
                  <p:embed/>
                  <p:pic>
                    <p:nvPicPr>
                      <p:cNvPr id="0" name="图片 3225"/>
                      <p:cNvPicPr/>
                      <p:nvPr/>
                    </p:nvPicPr>
                    <p:blipFill>
                      <a:blip r:embed="rId4">
                        <a:clrChange>
                          <a:clrFrom>
                            <a:srgbClr val="000000"/>
                          </a:clrFrom>
                          <a:clrTo>
                            <a:srgbClr val="000000"/>
                          </a:clrTo>
                        </a:clrChange>
                      </a:blip>
                      <a:stretch>
                        <a:fillRect/>
                      </a:stretch>
                    </p:blipFill>
                    <p:spPr>
                      <a:xfrm>
                        <a:off x="1714500" y="5357813"/>
                        <a:ext cx="2071688" cy="1062037"/>
                      </a:xfrm>
                      <a:prstGeom prst="rect">
                        <a:avLst/>
                      </a:prstGeom>
                      <a:noFill/>
                      <a:ln w="38100">
                        <a:noFill/>
                        <a:miter/>
                      </a:ln>
                    </p:spPr>
                  </p:pic>
                </p:oleObj>
              </mc:Fallback>
            </mc:AlternateContent>
          </a:graphicData>
        </a:graphic>
      </p:graphicFrame>
      <p:graphicFrame>
        <p:nvGraphicFramePr>
          <p:cNvPr id="77828" name="Object 4"/>
          <p:cNvGraphicFramePr/>
          <p:nvPr/>
        </p:nvGraphicFramePr>
        <p:xfrm>
          <a:off x="4643438" y="5143500"/>
          <a:ext cx="1657350" cy="1404938"/>
        </p:xfrm>
        <a:graphic>
          <a:graphicData uri="http://schemas.openxmlformats.org/presentationml/2006/ole">
            <mc:AlternateContent xmlns:mc="http://schemas.openxmlformats.org/markup-compatibility/2006">
              <mc:Choice xmlns:v="urn:schemas-microsoft-com:vml" Requires="v">
                <p:oleObj spid="_x0000_s3225" name="" r:id="rId5" imgW="1333500" imgH="1130300" progId="Equation.3">
                  <p:embed/>
                </p:oleObj>
              </mc:Choice>
              <mc:Fallback>
                <p:oleObj name="" r:id="rId5" imgW="1333500" imgH="1130300" progId="Equation.3">
                  <p:embed/>
                  <p:pic>
                    <p:nvPicPr>
                      <p:cNvPr id="0" name="图片 3224"/>
                      <p:cNvPicPr/>
                      <p:nvPr/>
                    </p:nvPicPr>
                    <p:blipFill>
                      <a:blip r:embed="rId6">
                        <a:clrChange>
                          <a:clrFrom>
                            <a:srgbClr val="000000"/>
                          </a:clrFrom>
                          <a:clrTo>
                            <a:srgbClr val="000000"/>
                          </a:clrTo>
                        </a:clrChange>
                      </a:blip>
                      <a:stretch>
                        <a:fillRect/>
                      </a:stretch>
                    </p:blipFill>
                    <p:spPr>
                      <a:xfrm>
                        <a:off x="4643438" y="5143500"/>
                        <a:ext cx="1657350" cy="1404938"/>
                      </a:xfrm>
                      <a:prstGeom prst="rect">
                        <a:avLst/>
                      </a:prstGeom>
                      <a:noFill/>
                      <a:ln w="38100">
                        <a:noFill/>
                        <a:miter/>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21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132102"/>
                                        </p:tgtEl>
                                        <p:attrNameLst>
                                          <p:attrName>style.visibility</p:attrName>
                                        </p:attrNameLst>
                                      </p:cBhvr>
                                      <p:to>
                                        <p:strVal val="visible"/>
                                      </p:to>
                                    </p:set>
                                    <p:animEffect transition="in" filter="strips(downRight)">
                                      <p:cBhvr>
                                        <p:cTn id="11" dur="500"/>
                                        <p:tgtEl>
                                          <p:spTgt spid="13210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3210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2104"/>
                                        </p:tgtEl>
                                        <p:attrNameLst>
                                          <p:attrName>style.visibility</p:attrName>
                                        </p:attrNameLst>
                                      </p:cBhvr>
                                      <p:to>
                                        <p:strVal val="visible"/>
                                      </p:to>
                                    </p:set>
                                    <p:animEffect transition="in" filter="wipe(left)">
                                      <p:cBhvr>
                                        <p:cTn id="20" dur="500"/>
                                        <p:tgtEl>
                                          <p:spTgt spid="13210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2105"/>
                                        </p:tgtEl>
                                        <p:attrNameLst>
                                          <p:attrName>style.visibility</p:attrName>
                                        </p:attrNameLst>
                                      </p:cBhvr>
                                      <p:to>
                                        <p:strVal val="visible"/>
                                      </p:to>
                                    </p:set>
                                    <p:animEffect transition="in" filter="wipe(left)">
                                      <p:cBhvr>
                                        <p:cTn id="25" dur="500"/>
                                        <p:tgtEl>
                                          <p:spTgt spid="132105"/>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77826"/>
                                        </p:tgtEl>
                                        <p:attrNameLst>
                                          <p:attrName>style.visibility</p:attrName>
                                        </p:attrNameLst>
                                      </p:cBhvr>
                                      <p:to>
                                        <p:strVal val="visible"/>
                                      </p:to>
                                    </p:set>
                                    <p:animEffect transition="in" filter="box(out)">
                                      <p:cBhvr>
                                        <p:cTn id="30" dur="500"/>
                                        <p:tgtEl>
                                          <p:spTgt spid="77826"/>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77827"/>
                                        </p:tgtEl>
                                        <p:attrNameLst>
                                          <p:attrName>style.visibility</p:attrName>
                                        </p:attrNameLst>
                                      </p:cBhvr>
                                      <p:to>
                                        <p:strVal val="visible"/>
                                      </p:to>
                                    </p:set>
                                    <p:animEffect transition="in" filter="box(out)">
                                      <p:cBhvr>
                                        <p:cTn id="35" dur="500"/>
                                        <p:tgtEl>
                                          <p:spTgt spid="77827"/>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77828"/>
                                        </p:tgtEl>
                                        <p:attrNameLst>
                                          <p:attrName>style.visibility</p:attrName>
                                        </p:attrNameLst>
                                      </p:cBhvr>
                                      <p:to>
                                        <p:strVal val="visible"/>
                                      </p:to>
                                    </p:set>
                                    <p:animEffect transition="in" filter="box(out)">
                                      <p:cBhvr>
                                        <p:cTn id="40" dur="500"/>
                                        <p:tgtEl>
                                          <p:spTgt spid="77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p:bldP spid="132102" grpId="0"/>
      <p:bldP spid="132103" grpId="0"/>
      <p:bldP spid="132104" grpId="0"/>
      <p:bldP spid="1321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2"/>
          <p:cNvSpPr txBox="1"/>
          <p:nvPr/>
        </p:nvSpPr>
        <p:spPr>
          <a:xfrm>
            <a:off x="381000" y="1752600"/>
            <a:ext cx="8458200" cy="946150"/>
          </a:xfrm>
          <a:prstGeom prst="rect">
            <a:avLst/>
          </a:prstGeom>
          <a:noFill/>
          <a:ln w="9525">
            <a:noFill/>
          </a:ln>
        </p:spPr>
        <p:txBody>
          <a:bodyPr anchor="t" anchorCtr="0">
            <a:spAutoFit/>
          </a:bodyPr>
          <a:p>
            <a:pPr>
              <a:spcBef>
                <a:spcPct val="20000"/>
              </a:spcBef>
              <a:buClr>
                <a:schemeClr val="tx2"/>
              </a:buClr>
            </a:pPr>
            <a:r>
              <a:rPr lang="en-US" altLang="zh-CN" sz="2800" b="1" dirty="0">
                <a:solidFill>
                  <a:srgbClr val="FF3300"/>
                </a:solidFill>
                <a:latin typeface="宋体" panose="02010600030101010101" pitchFamily="2" charset="-122"/>
                <a:ea typeface="宋体" panose="02010600030101010101" pitchFamily="2" charset="-122"/>
              </a:rPr>
              <a:t>(2)</a:t>
            </a:r>
            <a:r>
              <a:rPr lang="zh-CN" altLang="en-US" sz="2800" b="1" dirty="0">
                <a:solidFill>
                  <a:srgbClr val="FF3300"/>
                </a:solidFill>
                <a:latin typeface="宋体" panose="02010600030101010101" pitchFamily="2" charset="-122"/>
                <a:ea typeface="宋体" panose="02010600030101010101" pitchFamily="2" charset="-122"/>
              </a:rPr>
              <a:t>轴对称性</a:t>
            </a:r>
            <a:r>
              <a:rPr lang="zh-CN" altLang="en-US" sz="2800" b="1" dirty="0">
                <a:solidFill>
                  <a:srgbClr val="FF33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如无限长均匀带电直线，无限长均匀带电圆柱体或圆柱面，无限长均匀带电同轴圆柱面</a:t>
            </a:r>
            <a:r>
              <a:rPr lang="zh-CN" altLang="en-US" sz="2800" b="1" dirty="0">
                <a:latin typeface="楷体_GB2312" pitchFamily="49" charset="-122"/>
                <a:ea typeface="楷体_GB2312" pitchFamily="49" charset="-122"/>
              </a:rPr>
              <a:t>等</a:t>
            </a:r>
            <a:endParaRPr lang="zh-CN" altLang="en-US" sz="2800" b="1" dirty="0">
              <a:latin typeface="楷体_GB2312" pitchFamily="49" charset="-122"/>
              <a:ea typeface="楷体_GB2312" pitchFamily="49" charset="-122"/>
            </a:endParaRPr>
          </a:p>
        </p:txBody>
      </p:sp>
      <p:sp>
        <p:nvSpPr>
          <p:cNvPr id="49155" name="Text Box 3"/>
          <p:cNvSpPr txBox="1"/>
          <p:nvPr/>
        </p:nvSpPr>
        <p:spPr>
          <a:xfrm>
            <a:off x="381000" y="2743200"/>
            <a:ext cx="8458200" cy="884238"/>
          </a:xfrm>
          <a:prstGeom prst="rect">
            <a:avLst/>
          </a:prstGeom>
          <a:noFill/>
          <a:ln w="9525">
            <a:noFill/>
          </a:ln>
        </p:spPr>
        <p:txBody>
          <a:bodyPr anchor="t" anchorCtr="0">
            <a:spAutoFit/>
          </a:bodyPr>
          <a:p>
            <a:pPr>
              <a:spcBef>
                <a:spcPct val="20000"/>
              </a:spcBef>
              <a:buClr>
                <a:schemeClr val="tx2"/>
              </a:buClr>
            </a:pPr>
            <a:r>
              <a:rPr lang="en-US" altLang="zh-CN" sz="2800" b="1" dirty="0">
                <a:solidFill>
                  <a:srgbClr val="FF3300"/>
                </a:solidFill>
                <a:latin typeface="宋体" panose="02010600030101010101" pitchFamily="2" charset="-122"/>
                <a:ea typeface="宋体" panose="02010600030101010101" pitchFamily="2" charset="-122"/>
              </a:rPr>
              <a:t>(3)</a:t>
            </a:r>
            <a:r>
              <a:rPr lang="zh-CN" altLang="en-US" sz="2800" b="1" dirty="0">
                <a:solidFill>
                  <a:srgbClr val="FF3300"/>
                </a:solidFill>
                <a:latin typeface="宋体" panose="02010600030101010101" pitchFamily="2" charset="-122"/>
                <a:ea typeface="宋体" panose="02010600030101010101" pitchFamily="2" charset="-122"/>
              </a:rPr>
              <a:t>面对称性</a:t>
            </a:r>
            <a:r>
              <a:rPr lang="zh-CN" altLang="en-US" sz="28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如无限大均匀带电平面或平板，或若干个无限大均匀带电平行平面等</a:t>
            </a:r>
            <a:endParaRPr lang="zh-CN" altLang="en-US" sz="2400" b="1" dirty="0">
              <a:latin typeface="楷体_GB2312" pitchFamily="49" charset="-122"/>
              <a:ea typeface="楷体_GB2312" pitchFamily="49" charset="-122"/>
            </a:endParaRPr>
          </a:p>
        </p:txBody>
      </p:sp>
      <p:sp>
        <p:nvSpPr>
          <p:cNvPr id="49156" name="Text Box 4"/>
          <p:cNvSpPr txBox="1"/>
          <p:nvPr/>
        </p:nvSpPr>
        <p:spPr>
          <a:xfrm>
            <a:off x="6165850" y="6248400"/>
            <a:ext cx="2255838" cy="366713"/>
          </a:xfrm>
          <a:prstGeom prst="rect">
            <a:avLst/>
          </a:prstGeom>
          <a:noFill/>
          <a:ln w="9525">
            <a:noFill/>
          </a:ln>
        </p:spPr>
        <p:txBody>
          <a:bodyPr wrap="none" anchor="t" anchorCtr="0">
            <a:spAutoFit/>
          </a:bodyPr>
          <a:p>
            <a:pPr algn="ctr"/>
            <a:r>
              <a:rPr lang="zh-CN" altLang="en-US" b="1" dirty="0">
                <a:latin typeface="楷体_GB2312" pitchFamily="49" charset="-122"/>
                <a:ea typeface="楷体_GB2312" pitchFamily="49" charset="-122"/>
              </a:rPr>
              <a:t>均匀带电无限大平板</a:t>
            </a:r>
            <a:endParaRPr lang="zh-CN" altLang="en-US" b="1" dirty="0">
              <a:latin typeface="楷体_GB2312" pitchFamily="49" charset="-122"/>
              <a:ea typeface="楷体_GB2312" pitchFamily="49" charset="-122"/>
            </a:endParaRPr>
          </a:p>
        </p:txBody>
      </p:sp>
      <p:sp>
        <p:nvSpPr>
          <p:cNvPr id="49157" name="Text Box 5"/>
          <p:cNvSpPr txBox="1"/>
          <p:nvPr/>
        </p:nvSpPr>
        <p:spPr>
          <a:xfrm>
            <a:off x="3492500" y="6381750"/>
            <a:ext cx="1782763" cy="366713"/>
          </a:xfrm>
          <a:prstGeom prst="rect">
            <a:avLst/>
          </a:prstGeom>
          <a:noFill/>
          <a:ln w="9525">
            <a:noFill/>
          </a:ln>
        </p:spPr>
        <p:txBody>
          <a:bodyPr anchor="t" anchorCtr="0">
            <a:spAutoFit/>
          </a:bodyPr>
          <a:p>
            <a:pPr algn="ctr"/>
            <a:r>
              <a:rPr lang="zh-CN" altLang="en-US" b="1" dirty="0">
                <a:latin typeface="楷体_GB2312" pitchFamily="49" charset="-122"/>
                <a:ea typeface="楷体_GB2312" pitchFamily="49" charset="-122"/>
              </a:rPr>
              <a:t>均匀带电细棒</a:t>
            </a:r>
            <a:endParaRPr lang="zh-CN" altLang="en-US" b="1" dirty="0">
              <a:latin typeface="楷体_GB2312" pitchFamily="49" charset="-122"/>
              <a:ea typeface="楷体_GB2312" pitchFamily="49" charset="-122"/>
            </a:endParaRPr>
          </a:p>
        </p:txBody>
      </p:sp>
      <p:grpSp>
        <p:nvGrpSpPr>
          <p:cNvPr id="2" name="Group 6"/>
          <p:cNvGrpSpPr/>
          <p:nvPr/>
        </p:nvGrpSpPr>
        <p:grpSpPr>
          <a:xfrm>
            <a:off x="3124200" y="3657600"/>
            <a:ext cx="2590800" cy="2667000"/>
            <a:chOff x="1968" y="2496"/>
            <a:chExt cx="1632" cy="1488"/>
          </a:xfrm>
        </p:grpSpPr>
        <p:graphicFrame>
          <p:nvGraphicFramePr>
            <p:cNvPr id="50182" name="Object 7"/>
            <p:cNvGraphicFramePr/>
            <p:nvPr/>
          </p:nvGraphicFramePr>
          <p:xfrm>
            <a:off x="3333" y="2927"/>
            <a:ext cx="267" cy="200"/>
          </p:xfrm>
          <a:graphic>
            <a:graphicData uri="http://schemas.openxmlformats.org/presentationml/2006/ole">
              <mc:AlternateContent xmlns:mc="http://schemas.openxmlformats.org/markup-compatibility/2006">
                <mc:Choice xmlns:v="urn:schemas-microsoft-com:vml" Requires="v">
                  <p:oleObj spid="_x0000_s3229" name="" r:id="rId1" imgW="152400" imgH="190500" progId="Equation.3">
                    <p:embed/>
                  </p:oleObj>
                </mc:Choice>
                <mc:Fallback>
                  <p:oleObj name="" r:id="rId1" imgW="152400" imgH="190500" progId="Equation.3">
                    <p:embed/>
                    <p:pic>
                      <p:nvPicPr>
                        <p:cNvPr id="0" name="图片 3228"/>
                        <p:cNvPicPr/>
                        <p:nvPr/>
                      </p:nvPicPr>
                      <p:blipFill>
                        <a:blip r:embed="rId2"/>
                        <a:stretch>
                          <a:fillRect/>
                        </a:stretch>
                      </p:blipFill>
                      <p:spPr>
                        <a:xfrm>
                          <a:off x="3333" y="2927"/>
                          <a:ext cx="267" cy="200"/>
                        </a:xfrm>
                        <a:prstGeom prst="rect">
                          <a:avLst/>
                        </a:prstGeom>
                        <a:noFill/>
                        <a:ln w="38100">
                          <a:noFill/>
                          <a:miter/>
                        </a:ln>
                      </p:spPr>
                    </p:pic>
                  </p:oleObj>
                </mc:Fallback>
              </mc:AlternateContent>
            </a:graphicData>
          </a:graphic>
        </p:graphicFrame>
        <p:sp>
          <p:nvSpPr>
            <p:cNvPr id="50183" name="Oval 8"/>
            <p:cNvSpPr/>
            <p:nvPr/>
          </p:nvSpPr>
          <p:spPr>
            <a:xfrm>
              <a:off x="2362" y="2788"/>
              <a:ext cx="823" cy="210"/>
            </a:xfrm>
            <a:prstGeom prst="ellipse">
              <a:avLst/>
            </a:prstGeom>
            <a:solidFill>
              <a:srgbClr val="00CCFF"/>
            </a:solidFill>
            <a:ln w="12700" cap="flat" cmpd="sng">
              <a:solidFill>
                <a:srgbClr val="000000"/>
              </a:solidFill>
              <a:prstDash val="solid"/>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50184" name="Oval 9"/>
            <p:cNvSpPr/>
            <p:nvPr/>
          </p:nvSpPr>
          <p:spPr>
            <a:xfrm>
              <a:off x="2352" y="3354"/>
              <a:ext cx="823" cy="210"/>
            </a:xfrm>
            <a:prstGeom prst="ellipse">
              <a:avLst/>
            </a:prstGeom>
            <a:solidFill>
              <a:srgbClr val="00FFFF"/>
            </a:solidFill>
            <a:ln w="12700" cap="flat" cmpd="sng">
              <a:solidFill>
                <a:srgbClr val="000000"/>
              </a:solidFill>
              <a:prstDash val="solid"/>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50185" name="Oval 10"/>
            <p:cNvSpPr/>
            <p:nvPr/>
          </p:nvSpPr>
          <p:spPr>
            <a:xfrm>
              <a:off x="2362" y="3052"/>
              <a:ext cx="823" cy="209"/>
            </a:xfrm>
            <a:prstGeom prst="ellipse">
              <a:avLst/>
            </a:prstGeom>
            <a:solidFill>
              <a:srgbClr val="FFFFFF"/>
            </a:solidFill>
            <a:ln w="6350" cap="flat" cmpd="sng">
              <a:solidFill>
                <a:srgbClr val="000000"/>
              </a:solidFill>
              <a:prstDash val="sysDot"/>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50186" name="Line 11"/>
            <p:cNvSpPr/>
            <p:nvPr/>
          </p:nvSpPr>
          <p:spPr>
            <a:xfrm flipV="1">
              <a:off x="2728" y="2496"/>
              <a:ext cx="0" cy="349"/>
            </a:xfrm>
            <a:prstGeom prst="line">
              <a:avLst/>
            </a:prstGeom>
            <a:ln w="12700" cap="flat" cmpd="sng">
              <a:solidFill>
                <a:srgbClr val="000000"/>
              </a:solidFill>
              <a:prstDash val="solid"/>
              <a:round/>
              <a:headEnd type="none" w="sm" len="sm"/>
              <a:tailEnd type="none" w="sm" len="sm"/>
            </a:ln>
          </p:spPr>
        </p:sp>
        <p:sp>
          <p:nvSpPr>
            <p:cNvPr id="50187" name="Line 12"/>
            <p:cNvSpPr/>
            <p:nvPr/>
          </p:nvSpPr>
          <p:spPr>
            <a:xfrm>
              <a:off x="2818" y="2496"/>
              <a:ext cx="0" cy="349"/>
            </a:xfrm>
            <a:prstGeom prst="line">
              <a:avLst/>
            </a:prstGeom>
            <a:ln w="12700" cap="flat" cmpd="sng">
              <a:solidFill>
                <a:srgbClr val="000000"/>
              </a:solidFill>
              <a:prstDash val="solid"/>
              <a:round/>
              <a:headEnd type="none" w="sm" len="sm"/>
              <a:tailEnd type="none" w="sm" len="sm"/>
            </a:ln>
          </p:spPr>
        </p:sp>
        <p:sp>
          <p:nvSpPr>
            <p:cNvPr id="50188" name="Line 13"/>
            <p:cNvSpPr/>
            <p:nvPr/>
          </p:nvSpPr>
          <p:spPr>
            <a:xfrm>
              <a:off x="2728" y="3566"/>
              <a:ext cx="0" cy="418"/>
            </a:xfrm>
            <a:prstGeom prst="line">
              <a:avLst/>
            </a:prstGeom>
            <a:ln w="12700" cap="flat" cmpd="sng">
              <a:solidFill>
                <a:srgbClr val="000000"/>
              </a:solidFill>
              <a:prstDash val="solid"/>
              <a:round/>
              <a:headEnd type="none" w="sm" len="sm"/>
              <a:tailEnd type="none" w="sm" len="sm"/>
            </a:ln>
          </p:spPr>
        </p:sp>
        <p:sp>
          <p:nvSpPr>
            <p:cNvPr id="50189" name="Line 14"/>
            <p:cNvSpPr/>
            <p:nvPr/>
          </p:nvSpPr>
          <p:spPr>
            <a:xfrm>
              <a:off x="2818" y="3566"/>
              <a:ext cx="0" cy="418"/>
            </a:xfrm>
            <a:prstGeom prst="line">
              <a:avLst/>
            </a:prstGeom>
            <a:ln w="12700" cap="flat" cmpd="sng">
              <a:solidFill>
                <a:srgbClr val="000000"/>
              </a:solidFill>
              <a:prstDash val="solid"/>
              <a:round/>
              <a:headEnd type="none" w="sm" len="sm"/>
              <a:tailEnd type="none" w="sm" len="sm"/>
            </a:ln>
          </p:spPr>
        </p:sp>
        <p:sp>
          <p:nvSpPr>
            <p:cNvPr id="50190" name="Line 15"/>
            <p:cNvSpPr/>
            <p:nvPr/>
          </p:nvSpPr>
          <p:spPr>
            <a:xfrm>
              <a:off x="2362" y="2914"/>
              <a:ext cx="0" cy="556"/>
            </a:xfrm>
            <a:prstGeom prst="line">
              <a:avLst/>
            </a:prstGeom>
            <a:ln w="12700" cap="flat" cmpd="sng">
              <a:solidFill>
                <a:srgbClr val="000000"/>
              </a:solidFill>
              <a:prstDash val="solid"/>
              <a:round/>
              <a:headEnd type="none" w="sm" len="sm"/>
              <a:tailEnd type="none" w="sm" len="sm"/>
            </a:ln>
          </p:spPr>
        </p:sp>
        <p:sp>
          <p:nvSpPr>
            <p:cNvPr id="50191" name="Line 16"/>
            <p:cNvSpPr/>
            <p:nvPr/>
          </p:nvSpPr>
          <p:spPr>
            <a:xfrm>
              <a:off x="3185" y="2914"/>
              <a:ext cx="0" cy="556"/>
            </a:xfrm>
            <a:prstGeom prst="line">
              <a:avLst/>
            </a:prstGeom>
            <a:ln w="12700" cap="flat" cmpd="sng">
              <a:solidFill>
                <a:srgbClr val="000000"/>
              </a:solidFill>
              <a:prstDash val="solid"/>
              <a:round/>
              <a:headEnd type="none" w="sm" len="sm"/>
              <a:tailEnd type="none" w="sm" len="sm"/>
            </a:ln>
          </p:spPr>
        </p:sp>
        <p:sp>
          <p:nvSpPr>
            <p:cNvPr id="50192" name="Line 17"/>
            <p:cNvSpPr/>
            <p:nvPr/>
          </p:nvSpPr>
          <p:spPr>
            <a:xfrm>
              <a:off x="1997" y="2902"/>
              <a:ext cx="365" cy="1"/>
            </a:xfrm>
            <a:prstGeom prst="line">
              <a:avLst/>
            </a:prstGeom>
            <a:ln w="6350" cap="flat" cmpd="sng">
              <a:solidFill>
                <a:srgbClr val="000000"/>
              </a:solidFill>
              <a:prstDash val="sysDot"/>
              <a:round/>
              <a:headEnd type="none" w="sm" len="sm"/>
              <a:tailEnd type="none" w="sm" len="sm"/>
            </a:ln>
          </p:spPr>
        </p:sp>
        <p:sp>
          <p:nvSpPr>
            <p:cNvPr id="50193" name="Line 18"/>
            <p:cNvSpPr/>
            <p:nvPr/>
          </p:nvSpPr>
          <p:spPr>
            <a:xfrm>
              <a:off x="1968" y="3469"/>
              <a:ext cx="365" cy="1"/>
            </a:xfrm>
            <a:prstGeom prst="line">
              <a:avLst/>
            </a:prstGeom>
            <a:ln w="6350" cap="flat" cmpd="sng">
              <a:solidFill>
                <a:srgbClr val="000000"/>
              </a:solidFill>
              <a:prstDash val="sysDot"/>
              <a:round/>
              <a:headEnd type="none" w="sm" len="sm"/>
              <a:tailEnd type="none" w="sm" len="sm"/>
            </a:ln>
          </p:spPr>
        </p:sp>
        <p:sp>
          <p:nvSpPr>
            <p:cNvPr id="50194" name="Line 19"/>
            <p:cNvSpPr/>
            <p:nvPr/>
          </p:nvSpPr>
          <p:spPr>
            <a:xfrm>
              <a:off x="2064" y="3297"/>
              <a:ext cx="0" cy="157"/>
            </a:xfrm>
            <a:prstGeom prst="line">
              <a:avLst/>
            </a:prstGeom>
            <a:ln w="12700" cap="flat" cmpd="sng">
              <a:solidFill>
                <a:srgbClr val="000000"/>
              </a:solidFill>
              <a:prstDash val="solid"/>
              <a:round/>
              <a:headEnd type="none" w="sm" len="sm"/>
              <a:tailEnd type="arrow" w="med" len="lg"/>
            </a:ln>
          </p:spPr>
        </p:sp>
        <p:sp>
          <p:nvSpPr>
            <p:cNvPr id="50195" name="Line 20"/>
            <p:cNvSpPr/>
            <p:nvPr/>
          </p:nvSpPr>
          <p:spPr>
            <a:xfrm flipV="1">
              <a:off x="2089" y="2902"/>
              <a:ext cx="0" cy="211"/>
            </a:xfrm>
            <a:prstGeom prst="line">
              <a:avLst/>
            </a:prstGeom>
            <a:ln w="12700" cap="flat" cmpd="sng">
              <a:solidFill>
                <a:srgbClr val="000000"/>
              </a:solidFill>
              <a:prstDash val="solid"/>
              <a:round/>
              <a:headEnd type="none" w="sm" len="sm"/>
              <a:tailEnd type="arrow" w="med" len="lg"/>
            </a:ln>
          </p:spPr>
        </p:sp>
        <p:graphicFrame>
          <p:nvGraphicFramePr>
            <p:cNvPr id="50196" name="Object 21"/>
            <p:cNvGraphicFramePr/>
            <p:nvPr/>
          </p:nvGraphicFramePr>
          <p:xfrm>
            <a:off x="2064" y="3120"/>
            <a:ext cx="124" cy="192"/>
          </p:xfrm>
          <a:graphic>
            <a:graphicData uri="http://schemas.openxmlformats.org/presentationml/2006/ole">
              <mc:AlternateContent xmlns:mc="http://schemas.openxmlformats.org/markup-compatibility/2006">
                <mc:Choice xmlns:v="urn:schemas-microsoft-com:vml" Requires="v">
                  <p:oleObj spid="_x0000_s3227" name="" r:id="rId3" imgW="101600" imgH="177800" progId="Equation.3">
                    <p:embed/>
                  </p:oleObj>
                </mc:Choice>
                <mc:Fallback>
                  <p:oleObj name="" r:id="rId3" imgW="101600" imgH="177800" progId="Equation.3">
                    <p:embed/>
                    <p:pic>
                      <p:nvPicPr>
                        <p:cNvPr id="0" name="图片 3226"/>
                        <p:cNvPicPr/>
                        <p:nvPr/>
                      </p:nvPicPr>
                      <p:blipFill>
                        <a:blip r:embed="rId4"/>
                        <a:stretch>
                          <a:fillRect/>
                        </a:stretch>
                      </p:blipFill>
                      <p:spPr>
                        <a:xfrm>
                          <a:off x="2064" y="3120"/>
                          <a:ext cx="124" cy="192"/>
                        </a:xfrm>
                        <a:prstGeom prst="rect">
                          <a:avLst/>
                        </a:prstGeom>
                        <a:noFill/>
                        <a:ln w="38100">
                          <a:noFill/>
                          <a:miter/>
                        </a:ln>
                      </p:spPr>
                    </p:pic>
                  </p:oleObj>
                </mc:Fallback>
              </mc:AlternateContent>
            </a:graphicData>
          </a:graphic>
        </p:graphicFrame>
        <p:sp>
          <p:nvSpPr>
            <p:cNvPr id="50197" name="Text Box 22"/>
            <p:cNvSpPr txBox="1"/>
            <p:nvPr/>
          </p:nvSpPr>
          <p:spPr>
            <a:xfrm>
              <a:off x="2949" y="2630"/>
              <a:ext cx="310" cy="255"/>
            </a:xfrm>
            <a:prstGeom prst="rect">
              <a:avLst/>
            </a:prstGeom>
            <a:noFill/>
            <a:ln w="9525">
              <a:noFill/>
            </a:ln>
          </p:spPr>
          <p:txBody>
            <a:bodyPr wrap="none" anchor="t" anchorCtr="0">
              <a:spAutoFit/>
            </a:bodyPr>
            <a:p>
              <a:r>
                <a:rPr lang="en-US" altLang="zh-CN" sz="2400" b="1" dirty="0">
                  <a:latin typeface="楷体_GB2312" pitchFamily="49" charset="-122"/>
                  <a:ea typeface="楷体_GB2312" pitchFamily="49" charset="-122"/>
                </a:rPr>
                <a:t>S </a:t>
              </a:r>
              <a:endParaRPr lang="en-US" altLang="zh-CN" sz="2400" b="1" dirty="0">
                <a:latin typeface="楷体_GB2312" pitchFamily="49" charset="-122"/>
                <a:ea typeface="楷体_GB2312" pitchFamily="49" charset="-122"/>
              </a:endParaRPr>
            </a:p>
          </p:txBody>
        </p:sp>
        <p:graphicFrame>
          <p:nvGraphicFramePr>
            <p:cNvPr id="50198" name="Object 23"/>
            <p:cNvGraphicFramePr/>
            <p:nvPr/>
          </p:nvGraphicFramePr>
          <p:xfrm>
            <a:off x="2829" y="3586"/>
            <a:ext cx="269" cy="199"/>
          </p:xfrm>
          <a:graphic>
            <a:graphicData uri="http://schemas.openxmlformats.org/presentationml/2006/ole">
              <mc:AlternateContent xmlns:mc="http://schemas.openxmlformats.org/markup-compatibility/2006">
                <mc:Choice xmlns:v="urn:schemas-microsoft-com:vml" Requires="v">
                  <p:oleObj spid="_x0000_s3231" name="" r:id="rId5" imgW="139700" imgH="177800" progId="Equation.DSMT4">
                    <p:embed/>
                  </p:oleObj>
                </mc:Choice>
                <mc:Fallback>
                  <p:oleObj name="" r:id="rId5" imgW="139700" imgH="177800" progId="Equation.DSMT4">
                    <p:embed/>
                    <p:pic>
                      <p:nvPicPr>
                        <p:cNvPr id="0" name="图片 3230"/>
                        <p:cNvPicPr/>
                        <p:nvPr/>
                      </p:nvPicPr>
                      <p:blipFill>
                        <a:blip r:embed="rId6"/>
                        <a:stretch>
                          <a:fillRect/>
                        </a:stretch>
                      </p:blipFill>
                      <p:spPr>
                        <a:xfrm>
                          <a:off x="2829" y="3586"/>
                          <a:ext cx="269" cy="199"/>
                        </a:xfrm>
                        <a:prstGeom prst="rect">
                          <a:avLst/>
                        </a:prstGeom>
                        <a:noFill/>
                        <a:ln w="38100">
                          <a:noFill/>
                          <a:miter/>
                        </a:ln>
                      </p:spPr>
                    </p:pic>
                  </p:oleObj>
                </mc:Fallback>
              </mc:AlternateContent>
            </a:graphicData>
          </a:graphic>
        </p:graphicFrame>
        <p:sp>
          <p:nvSpPr>
            <p:cNvPr id="50199" name="Freeform 24"/>
            <p:cNvSpPr/>
            <p:nvPr/>
          </p:nvSpPr>
          <p:spPr>
            <a:xfrm>
              <a:off x="2772" y="3078"/>
              <a:ext cx="234" cy="77"/>
            </a:xfrm>
            <a:custGeom>
              <a:avLst/>
              <a:gdLst/>
              <a:ahLst/>
              <a:cxnLst>
                <a:cxn ang="0">
                  <a:pos x="0" y="77"/>
                </a:cxn>
                <a:cxn ang="0">
                  <a:pos x="234" y="0"/>
                </a:cxn>
              </a:cxnLst>
              <a:pathLst>
                <a:path w="234" h="130">
                  <a:moveTo>
                    <a:pt x="0" y="130"/>
                  </a:moveTo>
                  <a:lnTo>
                    <a:pt x="234" y="0"/>
                  </a:lnTo>
                </a:path>
              </a:pathLst>
            </a:custGeom>
            <a:noFill/>
            <a:ln w="41275" cap="flat" cmpd="sng">
              <a:solidFill>
                <a:schemeClr val="tx1"/>
              </a:solidFill>
              <a:prstDash val="solid"/>
              <a:round/>
              <a:headEnd type="none" w="med" len="med"/>
              <a:tailEnd type="none" w="med" len="med"/>
            </a:ln>
          </p:spPr>
          <p:txBody>
            <a:bodyPr/>
            <a:p>
              <a:endParaRPr lang="zh-CN" altLang="en-US"/>
            </a:p>
          </p:txBody>
        </p:sp>
        <p:sp>
          <p:nvSpPr>
            <p:cNvPr id="50200" name="Line 25"/>
            <p:cNvSpPr/>
            <p:nvPr/>
          </p:nvSpPr>
          <p:spPr>
            <a:xfrm>
              <a:off x="3189" y="3156"/>
              <a:ext cx="384" cy="0"/>
            </a:xfrm>
            <a:prstGeom prst="line">
              <a:avLst/>
            </a:prstGeom>
            <a:ln w="41275" cap="flat" cmpd="sng">
              <a:solidFill>
                <a:srgbClr val="0000FF"/>
              </a:solidFill>
              <a:prstDash val="solid"/>
              <a:round/>
              <a:headEnd type="none" w="med" len="med"/>
              <a:tailEnd type="arrow" w="med" len="med"/>
            </a:ln>
          </p:spPr>
        </p:sp>
        <p:graphicFrame>
          <p:nvGraphicFramePr>
            <p:cNvPr id="50201" name="Object 26"/>
            <p:cNvGraphicFramePr/>
            <p:nvPr/>
          </p:nvGraphicFramePr>
          <p:xfrm>
            <a:off x="2469" y="3070"/>
            <a:ext cx="210" cy="143"/>
          </p:xfrm>
          <a:graphic>
            <a:graphicData uri="http://schemas.openxmlformats.org/presentationml/2006/ole">
              <mc:AlternateContent xmlns:mc="http://schemas.openxmlformats.org/markup-compatibility/2006">
                <mc:Choice xmlns:v="urn:schemas-microsoft-com:vml" Requires="v">
                  <p:oleObj spid="_x0000_s3230" name="" r:id="rId7" imgW="152400" imgH="177800" progId="Equation.3">
                    <p:embed/>
                  </p:oleObj>
                </mc:Choice>
                <mc:Fallback>
                  <p:oleObj name="" r:id="rId7" imgW="152400" imgH="177800" progId="Equation.3">
                    <p:embed/>
                    <p:pic>
                      <p:nvPicPr>
                        <p:cNvPr id="0" name="图片 3229"/>
                        <p:cNvPicPr/>
                        <p:nvPr/>
                      </p:nvPicPr>
                      <p:blipFill>
                        <a:blip r:embed="rId8"/>
                        <a:stretch>
                          <a:fillRect/>
                        </a:stretch>
                      </p:blipFill>
                      <p:spPr>
                        <a:xfrm>
                          <a:off x="2469" y="3070"/>
                          <a:ext cx="210" cy="143"/>
                        </a:xfrm>
                        <a:prstGeom prst="rect">
                          <a:avLst/>
                        </a:prstGeom>
                        <a:noFill/>
                        <a:ln w="38100">
                          <a:noFill/>
                          <a:miter/>
                        </a:ln>
                      </p:spPr>
                    </p:pic>
                  </p:oleObj>
                </mc:Fallback>
              </mc:AlternateContent>
            </a:graphicData>
          </a:graphic>
        </p:graphicFrame>
        <p:graphicFrame>
          <p:nvGraphicFramePr>
            <p:cNvPr id="50202" name="Object 27"/>
            <p:cNvGraphicFramePr/>
            <p:nvPr/>
          </p:nvGraphicFramePr>
          <p:xfrm>
            <a:off x="2901" y="3127"/>
            <a:ext cx="219" cy="142"/>
          </p:xfrm>
          <a:graphic>
            <a:graphicData uri="http://schemas.openxmlformats.org/presentationml/2006/ole">
              <mc:AlternateContent xmlns:mc="http://schemas.openxmlformats.org/markup-compatibility/2006">
                <mc:Choice xmlns:v="urn:schemas-microsoft-com:vml" Requires="v">
                  <p:oleObj spid="_x0000_s3232" name="" r:id="rId9" imgW="114300" imgH="127000" progId="Equation.3">
                    <p:embed/>
                  </p:oleObj>
                </mc:Choice>
                <mc:Fallback>
                  <p:oleObj name="" r:id="rId9" imgW="114300" imgH="127000" progId="Equation.3">
                    <p:embed/>
                    <p:pic>
                      <p:nvPicPr>
                        <p:cNvPr id="0" name="图片 3231"/>
                        <p:cNvPicPr/>
                        <p:nvPr/>
                      </p:nvPicPr>
                      <p:blipFill>
                        <a:blip r:embed="rId10"/>
                        <a:stretch>
                          <a:fillRect/>
                        </a:stretch>
                      </p:blipFill>
                      <p:spPr>
                        <a:xfrm>
                          <a:off x="2901" y="3127"/>
                          <a:ext cx="219" cy="142"/>
                        </a:xfrm>
                        <a:prstGeom prst="rect">
                          <a:avLst/>
                        </a:prstGeom>
                        <a:noFill/>
                        <a:ln w="38100">
                          <a:noFill/>
                          <a:miter/>
                        </a:ln>
                      </p:spPr>
                    </p:pic>
                  </p:oleObj>
                </mc:Fallback>
              </mc:AlternateContent>
            </a:graphicData>
          </a:graphic>
        </p:graphicFrame>
        <p:graphicFrame>
          <p:nvGraphicFramePr>
            <p:cNvPr id="50203" name="Object 28"/>
            <p:cNvGraphicFramePr/>
            <p:nvPr/>
          </p:nvGraphicFramePr>
          <p:xfrm>
            <a:off x="3237" y="3185"/>
            <a:ext cx="227" cy="143"/>
          </p:xfrm>
          <a:graphic>
            <a:graphicData uri="http://schemas.openxmlformats.org/presentationml/2006/ole">
              <mc:AlternateContent xmlns:mc="http://schemas.openxmlformats.org/markup-compatibility/2006">
                <mc:Choice xmlns:v="urn:schemas-microsoft-com:vml" Requires="v">
                  <p:oleObj spid="_x0000_s3228" name="" r:id="rId11" imgW="152400" imgH="165100" progId="Equation.3">
                    <p:embed/>
                  </p:oleObj>
                </mc:Choice>
                <mc:Fallback>
                  <p:oleObj name="" r:id="rId11" imgW="152400" imgH="165100" progId="Equation.3">
                    <p:embed/>
                    <p:pic>
                      <p:nvPicPr>
                        <p:cNvPr id="0" name="图片 3227"/>
                        <p:cNvPicPr/>
                        <p:nvPr/>
                      </p:nvPicPr>
                      <p:blipFill>
                        <a:blip r:embed="rId12"/>
                        <a:stretch>
                          <a:fillRect/>
                        </a:stretch>
                      </p:blipFill>
                      <p:spPr>
                        <a:xfrm>
                          <a:off x="3237" y="3185"/>
                          <a:ext cx="227" cy="143"/>
                        </a:xfrm>
                        <a:prstGeom prst="rect">
                          <a:avLst/>
                        </a:prstGeom>
                        <a:noFill/>
                        <a:ln w="38100">
                          <a:noFill/>
                          <a:miter/>
                        </a:ln>
                      </p:spPr>
                    </p:pic>
                  </p:oleObj>
                </mc:Fallback>
              </mc:AlternateContent>
            </a:graphicData>
          </a:graphic>
        </p:graphicFrame>
        <p:sp>
          <p:nvSpPr>
            <p:cNvPr id="50204" name="Line 29"/>
            <p:cNvSpPr/>
            <p:nvPr/>
          </p:nvSpPr>
          <p:spPr>
            <a:xfrm>
              <a:off x="2814" y="3256"/>
              <a:ext cx="0" cy="219"/>
            </a:xfrm>
            <a:prstGeom prst="line">
              <a:avLst/>
            </a:prstGeom>
            <a:ln w="6350" cap="flat" cmpd="sng">
              <a:solidFill>
                <a:srgbClr val="000000"/>
              </a:solidFill>
              <a:prstDash val="sysDot"/>
              <a:round/>
              <a:headEnd type="none" w="sm" len="sm"/>
              <a:tailEnd type="none" w="sm" len="sm"/>
            </a:ln>
          </p:spPr>
        </p:sp>
        <p:sp>
          <p:nvSpPr>
            <p:cNvPr id="50205" name="Line 30"/>
            <p:cNvSpPr/>
            <p:nvPr/>
          </p:nvSpPr>
          <p:spPr>
            <a:xfrm>
              <a:off x="2726" y="3252"/>
              <a:ext cx="0" cy="219"/>
            </a:xfrm>
            <a:prstGeom prst="line">
              <a:avLst/>
            </a:prstGeom>
            <a:ln w="6350" cap="flat" cmpd="sng">
              <a:solidFill>
                <a:srgbClr val="000000"/>
              </a:solidFill>
              <a:prstDash val="sysDot"/>
              <a:round/>
              <a:headEnd type="none" w="sm" len="sm"/>
              <a:tailEnd type="none" w="sm" len="sm"/>
            </a:ln>
          </p:spPr>
        </p:sp>
        <p:sp>
          <p:nvSpPr>
            <p:cNvPr id="50206" name="Line 31"/>
            <p:cNvSpPr/>
            <p:nvPr/>
          </p:nvSpPr>
          <p:spPr>
            <a:xfrm>
              <a:off x="2726" y="2990"/>
              <a:ext cx="0" cy="186"/>
            </a:xfrm>
            <a:prstGeom prst="line">
              <a:avLst/>
            </a:prstGeom>
            <a:ln w="6350" cap="flat" cmpd="sng">
              <a:solidFill>
                <a:srgbClr val="000000"/>
              </a:solidFill>
              <a:prstDash val="sysDot"/>
              <a:round/>
              <a:headEnd type="none" w="sm" len="sm"/>
              <a:tailEnd type="none" w="sm" len="sm"/>
            </a:ln>
          </p:spPr>
        </p:sp>
        <p:sp>
          <p:nvSpPr>
            <p:cNvPr id="50207" name="Line 32"/>
            <p:cNvSpPr/>
            <p:nvPr/>
          </p:nvSpPr>
          <p:spPr>
            <a:xfrm>
              <a:off x="2812" y="2996"/>
              <a:ext cx="0" cy="187"/>
            </a:xfrm>
            <a:prstGeom prst="line">
              <a:avLst/>
            </a:prstGeom>
            <a:ln w="6350" cap="flat" cmpd="sng">
              <a:solidFill>
                <a:srgbClr val="000000"/>
              </a:solidFill>
              <a:prstDash val="sysDot"/>
              <a:round/>
              <a:headEnd type="none" w="sm" len="sm"/>
              <a:tailEnd type="none" w="sm" len="sm"/>
            </a:ln>
          </p:spPr>
        </p:sp>
      </p:grpSp>
      <p:grpSp>
        <p:nvGrpSpPr>
          <p:cNvPr id="3" name="Group 33"/>
          <p:cNvGrpSpPr/>
          <p:nvPr/>
        </p:nvGrpSpPr>
        <p:grpSpPr>
          <a:xfrm>
            <a:off x="6019800" y="3581400"/>
            <a:ext cx="2549525" cy="2847975"/>
            <a:chOff x="3792" y="2256"/>
            <a:chExt cx="1606" cy="1794"/>
          </a:xfrm>
        </p:grpSpPr>
        <p:sp>
          <p:nvSpPr>
            <p:cNvPr id="50209" name="Line 34"/>
            <p:cNvSpPr/>
            <p:nvPr/>
          </p:nvSpPr>
          <p:spPr>
            <a:xfrm flipV="1">
              <a:off x="4384" y="3564"/>
              <a:ext cx="384" cy="283"/>
            </a:xfrm>
            <a:prstGeom prst="line">
              <a:avLst/>
            </a:prstGeom>
            <a:ln w="9525" cap="flat" cmpd="sng">
              <a:solidFill>
                <a:schemeClr val="tx1"/>
              </a:solidFill>
              <a:prstDash val="solid"/>
              <a:round/>
              <a:headEnd type="none" w="med" len="med"/>
              <a:tailEnd type="none" w="med" len="med"/>
            </a:ln>
          </p:spPr>
        </p:sp>
        <p:sp>
          <p:nvSpPr>
            <p:cNvPr id="50210" name="Oval 35"/>
            <p:cNvSpPr/>
            <p:nvPr/>
          </p:nvSpPr>
          <p:spPr>
            <a:xfrm>
              <a:off x="4960" y="2877"/>
              <a:ext cx="240" cy="566"/>
            </a:xfrm>
            <a:prstGeom prst="ellipse">
              <a:avLst/>
            </a:prstGeom>
            <a:solidFill>
              <a:srgbClr val="CC9900"/>
            </a:solidFill>
            <a:ln w="41275" cap="flat" cmpd="sng">
              <a:solidFill>
                <a:srgbClr val="9933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0211" name="Line 36"/>
            <p:cNvSpPr/>
            <p:nvPr/>
          </p:nvSpPr>
          <p:spPr>
            <a:xfrm>
              <a:off x="4384" y="2796"/>
              <a:ext cx="0" cy="1051"/>
            </a:xfrm>
            <a:prstGeom prst="line">
              <a:avLst/>
            </a:prstGeom>
            <a:ln w="9525" cap="flat" cmpd="sng">
              <a:solidFill>
                <a:schemeClr val="tx1"/>
              </a:solidFill>
              <a:prstDash val="solid"/>
              <a:round/>
              <a:headEnd type="none" w="med" len="med"/>
              <a:tailEnd type="none" w="med" len="med"/>
            </a:ln>
          </p:spPr>
        </p:sp>
        <p:sp>
          <p:nvSpPr>
            <p:cNvPr id="50212" name="Line 37"/>
            <p:cNvSpPr/>
            <p:nvPr/>
          </p:nvSpPr>
          <p:spPr>
            <a:xfrm>
              <a:off x="4784" y="2499"/>
              <a:ext cx="0" cy="1052"/>
            </a:xfrm>
            <a:prstGeom prst="line">
              <a:avLst/>
            </a:prstGeom>
            <a:ln w="9525" cap="flat" cmpd="sng">
              <a:solidFill>
                <a:schemeClr val="tx1"/>
              </a:solidFill>
              <a:prstDash val="solid"/>
              <a:round/>
              <a:headEnd type="none" w="med" len="med"/>
              <a:tailEnd type="none" w="med" len="med"/>
            </a:ln>
          </p:spPr>
        </p:sp>
        <p:sp>
          <p:nvSpPr>
            <p:cNvPr id="50213" name="Line 38"/>
            <p:cNvSpPr/>
            <p:nvPr/>
          </p:nvSpPr>
          <p:spPr>
            <a:xfrm>
              <a:off x="3904" y="2877"/>
              <a:ext cx="428" cy="1"/>
            </a:xfrm>
            <a:prstGeom prst="line">
              <a:avLst/>
            </a:prstGeom>
            <a:ln w="41275" cap="flat" cmpd="sng">
              <a:solidFill>
                <a:srgbClr val="993300"/>
              </a:solidFill>
              <a:prstDash val="solid"/>
              <a:round/>
              <a:headEnd type="none" w="med" len="med"/>
              <a:tailEnd type="none" w="med" len="med"/>
            </a:ln>
          </p:spPr>
        </p:sp>
        <p:sp>
          <p:nvSpPr>
            <p:cNvPr id="50214" name="Line 39"/>
            <p:cNvSpPr/>
            <p:nvPr/>
          </p:nvSpPr>
          <p:spPr>
            <a:xfrm>
              <a:off x="3936" y="3443"/>
              <a:ext cx="428" cy="0"/>
            </a:xfrm>
            <a:prstGeom prst="line">
              <a:avLst/>
            </a:prstGeom>
            <a:ln w="41275" cap="flat" cmpd="sng">
              <a:solidFill>
                <a:srgbClr val="993300"/>
              </a:solidFill>
              <a:prstDash val="solid"/>
              <a:round/>
              <a:headEnd type="none" w="med" len="med"/>
              <a:tailEnd type="none" w="med" len="med"/>
            </a:ln>
          </p:spPr>
        </p:sp>
        <p:sp>
          <p:nvSpPr>
            <p:cNvPr id="50215" name="Oval 40"/>
            <p:cNvSpPr/>
            <p:nvPr/>
          </p:nvSpPr>
          <p:spPr>
            <a:xfrm>
              <a:off x="4474" y="2865"/>
              <a:ext cx="240" cy="566"/>
            </a:xfrm>
            <a:prstGeom prst="ellipse">
              <a:avLst/>
            </a:prstGeom>
            <a:noFill/>
            <a:ln w="41275" cap="flat" cmpd="sng">
              <a:solidFill>
                <a:srgbClr val="9933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0216" name="Line 41"/>
            <p:cNvSpPr/>
            <p:nvPr/>
          </p:nvSpPr>
          <p:spPr>
            <a:xfrm>
              <a:off x="4624" y="2877"/>
              <a:ext cx="432" cy="0"/>
            </a:xfrm>
            <a:prstGeom prst="line">
              <a:avLst/>
            </a:prstGeom>
            <a:ln w="41275" cap="flat" cmpd="sng">
              <a:solidFill>
                <a:srgbClr val="993300"/>
              </a:solidFill>
              <a:prstDash val="solid"/>
              <a:round/>
              <a:headEnd type="none" w="med" len="med"/>
              <a:tailEnd type="none" w="med" len="med"/>
            </a:ln>
          </p:spPr>
        </p:sp>
        <p:sp>
          <p:nvSpPr>
            <p:cNvPr id="50217" name="Line 42"/>
            <p:cNvSpPr/>
            <p:nvPr/>
          </p:nvSpPr>
          <p:spPr>
            <a:xfrm>
              <a:off x="4640" y="3429"/>
              <a:ext cx="432" cy="0"/>
            </a:xfrm>
            <a:prstGeom prst="line">
              <a:avLst/>
            </a:prstGeom>
            <a:ln w="41275" cap="flat" cmpd="sng">
              <a:solidFill>
                <a:srgbClr val="993300"/>
              </a:solidFill>
              <a:prstDash val="solid"/>
              <a:round/>
              <a:headEnd type="none" w="med" len="med"/>
              <a:tailEnd type="none" w="med" len="med"/>
            </a:ln>
          </p:spPr>
        </p:sp>
        <p:sp>
          <p:nvSpPr>
            <p:cNvPr id="50218" name="Line 43"/>
            <p:cNvSpPr/>
            <p:nvPr/>
          </p:nvSpPr>
          <p:spPr>
            <a:xfrm>
              <a:off x="4288" y="2877"/>
              <a:ext cx="288" cy="0"/>
            </a:xfrm>
            <a:prstGeom prst="line">
              <a:avLst/>
            </a:prstGeom>
            <a:ln w="41275" cap="rnd" cmpd="sng">
              <a:solidFill>
                <a:srgbClr val="993300"/>
              </a:solidFill>
              <a:prstDash val="sysDot"/>
              <a:round/>
              <a:headEnd type="none" w="med" len="med"/>
              <a:tailEnd type="none" w="med" len="med"/>
            </a:ln>
          </p:spPr>
        </p:sp>
        <p:sp>
          <p:nvSpPr>
            <p:cNvPr id="50219" name="Line 44"/>
            <p:cNvSpPr/>
            <p:nvPr/>
          </p:nvSpPr>
          <p:spPr>
            <a:xfrm>
              <a:off x="4320" y="3443"/>
              <a:ext cx="288" cy="0"/>
            </a:xfrm>
            <a:prstGeom prst="line">
              <a:avLst/>
            </a:prstGeom>
            <a:ln w="41275" cap="rnd" cmpd="sng">
              <a:solidFill>
                <a:srgbClr val="993300"/>
              </a:solidFill>
              <a:prstDash val="sysDot"/>
              <a:round/>
              <a:headEnd type="none" w="med" len="med"/>
              <a:tailEnd type="none" w="med" len="med"/>
            </a:ln>
          </p:spPr>
        </p:sp>
        <p:graphicFrame>
          <p:nvGraphicFramePr>
            <p:cNvPr id="50220" name="Object 45"/>
            <p:cNvGraphicFramePr/>
            <p:nvPr/>
          </p:nvGraphicFramePr>
          <p:xfrm>
            <a:off x="4512" y="3092"/>
            <a:ext cx="193" cy="181"/>
          </p:xfrm>
          <a:graphic>
            <a:graphicData uri="http://schemas.openxmlformats.org/presentationml/2006/ole">
              <mc:AlternateContent xmlns:mc="http://schemas.openxmlformats.org/markup-compatibility/2006">
                <mc:Choice xmlns:v="urn:schemas-microsoft-com:vml" Requires="v">
                  <p:oleObj spid="_x0000_s3234" name="" r:id="rId13" imgW="127000" imgH="139700" progId="Equation.3">
                    <p:embed/>
                  </p:oleObj>
                </mc:Choice>
                <mc:Fallback>
                  <p:oleObj name="" r:id="rId13" imgW="127000" imgH="139700" progId="Equation.3">
                    <p:embed/>
                    <p:pic>
                      <p:nvPicPr>
                        <p:cNvPr id="0" name="图片 3233"/>
                        <p:cNvPicPr/>
                        <p:nvPr/>
                      </p:nvPicPr>
                      <p:blipFill>
                        <a:blip r:embed="rId14"/>
                        <a:stretch>
                          <a:fillRect/>
                        </a:stretch>
                      </p:blipFill>
                      <p:spPr>
                        <a:xfrm>
                          <a:off x="4512" y="3092"/>
                          <a:ext cx="193" cy="181"/>
                        </a:xfrm>
                        <a:prstGeom prst="rect">
                          <a:avLst/>
                        </a:prstGeom>
                        <a:noFill/>
                        <a:ln w="38100">
                          <a:noFill/>
                          <a:miter/>
                        </a:ln>
                      </p:spPr>
                    </p:pic>
                  </p:oleObj>
                </mc:Fallback>
              </mc:AlternateContent>
            </a:graphicData>
          </a:graphic>
        </p:graphicFrame>
        <p:graphicFrame>
          <p:nvGraphicFramePr>
            <p:cNvPr id="50221" name="Object 46"/>
            <p:cNvGraphicFramePr/>
            <p:nvPr/>
          </p:nvGraphicFramePr>
          <p:xfrm>
            <a:off x="5056" y="2917"/>
            <a:ext cx="266" cy="243"/>
          </p:xfrm>
          <a:graphic>
            <a:graphicData uri="http://schemas.openxmlformats.org/presentationml/2006/ole">
              <mc:AlternateContent xmlns:mc="http://schemas.openxmlformats.org/markup-compatibility/2006">
                <mc:Choice xmlns:v="urn:schemas-microsoft-com:vml" Requires="v">
                  <p:oleObj spid="_x0000_s3236" name="" r:id="rId15" imgW="152400" imgH="165100" progId="Equation.3">
                    <p:embed/>
                  </p:oleObj>
                </mc:Choice>
                <mc:Fallback>
                  <p:oleObj name="" r:id="rId15" imgW="152400" imgH="165100" progId="Equation.3">
                    <p:embed/>
                    <p:pic>
                      <p:nvPicPr>
                        <p:cNvPr id="0" name="图片 3235"/>
                        <p:cNvPicPr/>
                        <p:nvPr/>
                      </p:nvPicPr>
                      <p:blipFill>
                        <a:blip r:embed="rId16"/>
                        <a:stretch>
                          <a:fillRect/>
                        </a:stretch>
                      </p:blipFill>
                      <p:spPr>
                        <a:xfrm>
                          <a:off x="5056" y="2917"/>
                          <a:ext cx="266" cy="243"/>
                        </a:xfrm>
                        <a:prstGeom prst="rect">
                          <a:avLst/>
                        </a:prstGeom>
                        <a:noFill/>
                        <a:ln w="38100">
                          <a:noFill/>
                          <a:miter/>
                        </a:ln>
                      </p:spPr>
                    </p:pic>
                  </p:oleObj>
                </mc:Fallback>
              </mc:AlternateContent>
            </a:graphicData>
          </a:graphic>
        </p:graphicFrame>
        <p:graphicFrame>
          <p:nvGraphicFramePr>
            <p:cNvPr id="50222" name="Object 47"/>
            <p:cNvGraphicFramePr/>
            <p:nvPr/>
          </p:nvGraphicFramePr>
          <p:xfrm>
            <a:off x="4464" y="3456"/>
            <a:ext cx="288" cy="221"/>
          </p:xfrm>
          <a:graphic>
            <a:graphicData uri="http://schemas.openxmlformats.org/presentationml/2006/ole">
              <mc:AlternateContent xmlns:mc="http://schemas.openxmlformats.org/markup-compatibility/2006">
                <mc:Choice xmlns:v="urn:schemas-microsoft-com:vml" Requires="v">
                  <p:oleObj spid="_x0000_s3233" name="" r:id="rId17" imgW="152400" imgH="139700" progId="Equation.DSMT4">
                    <p:embed/>
                  </p:oleObj>
                </mc:Choice>
                <mc:Fallback>
                  <p:oleObj name="" r:id="rId17" imgW="152400" imgH="139700" progId="Equation.DSMT4">
                    <p:embed/>
                    <p:pic>
                      <p:nvPicPr>
                        <p:cNvPr id="0" name="图片 3232"/>
                        <p:cNvPicPr/>
                        <p:nvPr/>
                      </p:nvPicPr>
                      <p:blipFill>
                        <a:blip r:embed="rId18"/>
                        <a:stretch>
                          <a:fillRect/>
                        </a:stretch>
                      </p:blipFill>
                      <p:spPr>
                        <a:xfrm>
                          <a:off x="4464" y="3456"/>
                          <a:ext cx="288" cy="221"/>
                        </a:xfrm>
                        <a:prstGeom prst="rect">
                          <a:avLst/>
                        </a:prstGeom>
                        <a:noFill/>
                        <a:ln w="38100">
                          <a:noFill/>
                          <a:miter/>
                        </a:ln>
                      </p:spPr>
                    </p:pic>
                  </p:oleObj>
                </mc:Fallback>
              </mc:AlternateContent>
            </a:graphicData>
          </a:graphic>
        </p:graphicFrame>
        <p:graphicFrame>
          <p:nvGraphicFramePr>
            <p:cNvPr id="50223" name="Object 48"/>
            <p:cNvGraphicFramePr/>
            <p:nvPr/>
          </p:nvGraphicFramePr>
          <p:xfrm>
            <a:off x="5128" y="3312"/>
            <a:ext cx="270" cy="288"/>
          </p:xfrm>
          <a:graphic>
            <a:graphicData uri="http://schemas.openxmlformats.org/presentationml/2006/ole">
              <mc:AlternateContent xmlns:mc="http://schemas.openxmlformats.org/markup-compatibility/2006">
                <mc:Choice xmlns:v="urn:schemas-microsoft-com:vml" Requires="v">
                  <p:oleObj spid="_x0000_s3237" name="" r:id="rId19" imgW="152400" imgH="190500" progId="Equation.3">
                    <p:embed/>
                  </p:oleObj>
                </mc:Choice>
                <mc:Fallback>
                  <p:oleObj name="" r:id="rId19" imgW="152400" imgH="190500" progId="Equation.3">
                    <p:embed/>
                    <p:pic>
                      <p:nvPicPr>
                        <p:cNvPr id="0" name="图片 3236"/>
                        <p:cNvPicPr/>
                        <p:nvPr/>
                      </p:nvPicPr>
                      <p:blipFill>
                        <a:blip r:embed="rId20"/>
                        <a:stretch>
                          <a:fillRect/>
                        </a:stretch>
                      </p:blipFill>
                      <p:spPr>
                        <a:xfrm>
                          <a:off x="5128" y="3312"/>
                          <a:ext cx="270" cy="288"/>
                        </a:xfrm>
                        <a:prstGeom prst="rect">
                          <a:avLst/>
                        </a:prstGeom>
                        <a:noFill/>
                        <a:ln w="38100">
                          <a:noFill/>
                          <a:miter/>
                        </a:ln>
                      </p:spPr>
                    </p:pic>
                  </p:oleObj>
                </mc:Fallback>
              </mc:AlternateContent>
            </a:graphicData>
          </a:graphic>
        </p:graphicFrame>
        <p:graphicFrame>
          <p:nvGraphicFramePr>
            <p:cNvPr id="50224" name="Object 49"/>
            <p:cNvGraphicFramePr/>
            <p:nvPr/>
          </p:nvGraphicFramePr>
          <p:xfrm>
            <a:off x="3856" y="2634"/>
            <a:ext cx="320" cy="208"/>
          </p:xfrm>
          <a:graphic>
            <a:graphicData uri="http://schemas.openxmlformats.org/presentationml/2006/ole">
              <mc:AlternateContent xmlns:mc="http://schemas.openxmlformats.org/markup-compatibility/2006">
                <mc:Choice xmlns:v="urn:schemas-microsoft-com:vml" Requires="v">
                  <p:oleObj spid="_x0000_s3235" name="" r:id="rId21" imgW="228600" imgH="177800" progId="Equation.3">
                    <p:embed/>
                  </p:oleObj>
                </mc:Choice>
                <mc:Fallback>
                  <p:oleObj name="" r:id="rId21" imgW="228600" imgH="177800" progId="Equation.3">
                    <p:embed/>
                    <p:pic>
                      <p:nvPicPr>
                        <p:cNvPr id="0" name="图片 3234"/>
                        <p:cNvPicPr/>
                        <p:nvPr/>
                      </p:nvPicPr>
                      <p:blipFill>
                        <a:blip r:embed="rId22"/>
                        <a:stretch>
                          <a:fillRect/>
                        </a:stretch>
                      </p:blipFill>
                      <p:spPr>
                        <a:xfrm>
                          <a:off x="3856" y="2634"/>
                          <a:ext cx="320" cy="208"/>
                        </a:xfrm>
                        <a:prstGeom prst="rect">
                          <a:avLst/>
                        </a:prstGeom>
                        <a:noFill/>
                        <a:ln w="38100">
                          <a:noFill/>
                          <a:miter/>
                        </a:ln>
                      </p:spPr>
                    </p:pic>
                  </p:oleObj>
                </mc:Fallback>
              </mc:AlternateContent>
            </a:graphicData>
          </a:graphic>
        </p:graphicFrame>
        <p:sp>
          <p:nvSpPr>
            <p:cNvPr id="50225" name="Line 50"/>
            <p:cNvSpPr/>
            <p:nvPr/>
          </p:nvSpPr>
          <p:spPr>
            <a:xfrm>
              <a:off x="5056" y="3200"/>
              <a:ext cx="308" cy="0"/>
            </a:xfrm>
            <a:prstGeom prst="line">
              <a:avLst/>
            </a:prstGeom>
            <a:ln w="41275" cap="flat" cmpd="sng">
              <a:solidFill>
                <a:srgbClr val="CC3300"/>
              </a:solidFill>
              <a:prstDash val="solid"/>
              <a:round/>
              <a:headEnd type="none" w="med" len="med"/>
              <a:tailEnd type="arrow" w="med" len="lg"/>
            </a:ln>
          </p:spPr>
        </p:sp>
        <p:sp>
          <p:nvSpPr>
            <p:cNvPr id="50226" name="Line 51"/>
            <p:cNvSpPr/>
            <p:nvPr/>
          </p:nvSpPr>
          <p:spPr>
            <a:xfrm flipV="1">
              <a:off x="4400" y="2486"/>
              <a:ext cx="384" cy="283"/>
            </a:xfrm>
            <a:prstGeom prst="line">
              <a:avLst/>
            </a:prstGeom>
            <a:ln w="9525" cap="flat" cmpd="sng">
              <a:solidFill>
                <a:schemeClr val="tx1"/>
              </a:solidFill>
              <a:prstDash val="solid"/>
              <a:round/>
              <a:headEnd type="none" w="med" len="med"/>
              <a:tailEnd type="none" w="med" len="med"/>
            </a:ln>
          </p:spPr>
        </p:sp>
        <p:grpSp>
          <p:nvGrpSpPr>
            <p:cNvPr id="50227" name="Group 52"/>
            <p:cNvGrpSpPr/>
            <p:nvPr/>
          </p:nvGrpSpPr>
          <p:grpSpPr>
            <a:xfrm>
              <a:off x="3792" y="2875"/>
              <a:ext cx="240" cy="566"/>
              <a:chOff x="1200" y="2496"/>
              <a:chExt cx="240" cy="672"/>
            </a:xfrm>
          </p:grpSpPr>
          <p:sp>
            <p:nvSpPr>
              <p:cNvPr id="50228" name="Oval 53"/>
              <p:cNvSpPr/>
              <p:nvPr/>
            </p:nvSpPr>
            <p:spPr>
              <a:xfrm>
                <a:off x="1200" y="2496"/>
                <a:ext cx="240" cy="672"/>
              </a:xfrm>
              <a:prstGeom prst="ellipse">
                <a:avLst/>
              </a:prstGeom>
              <a:noFill/>
              <a:ln w="41275" cap="flat" cmpd="sng">
                <a:solidFill>
                  <a:srgbClr val="9933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0229" name="Line 54"/>
              <p:cNvSpPr/>
              <p:nvPr/>
            </p:nvSpPr>
            <p:spPr>
              <a:xfrm flipH="1">
                <a:off x="1200" y="2592"/>
                <a:ext cx="192" cy="240"/>
              </a:xfrm>
              <a:prstGeom prst="line">
                <a:avLst/>
              </a:prstGeom>
              <a:ln w="34925" cap="flat" cmpd="sng">
                <a:solidFill>
                  <a:srgbClr val="CC9900"/>
                </a:solidFill>
                <a:prstDash val="solid"/>
                <a:round/>
                <a:headEnd type="none" w="med" len="med"/>
                <a:tailEnd type="none" w="med" len="med"/>
              </a:ln>
            </p:spPr>
          </p:sp>
          <p:sp>
            <p:nvSpPr>
              <p:cNvPr id="50230" name="Line 55"/>
              <p:cNvSpPr/>
              <p:nvPr/>
            </p:nvSpPr>
            <p:spPr>
              <a:xfrm flipH="1">
                <a:off x="1210" y="2678"/>
                <a:ext cx="192" cy="240"/>
              </a:xfrm>
              <a:prstGeom prst="line">
                <a:avLst/>
              </a:prstGeom>
              <a:ln w="34925" cap="flat" cmpd="sng">
                <a:solidFill>
                  <a:srgbClr val="CC9900"/>
                </a:solidFill>
                <a:prstDash val="solid"/>
                <a:round/>
                <a:headEnd type="none" w="med" len="med"/>
                <a:tailEnd type="none" w="med" len="med"/>
              </a:ln>
            </p:spPr>
          </p:sp>
          <p:sp>
            <p:nvSpPr>
              <p:cNvPr id="50231" name="Line 56"/>
              <p:cNvSpPr/>
              <p:nvPr/>
            </p:nvSpPr>
            <p:spPr>
              <a:xfrm flipH="1">
                <a:off x="1228" y="2746"/>
                <a:ext cx="192" cy="240"/>
              </a:xfrm>
              <a:prstGeom prst="line">
                <a:avLst/>
              </a:prstGeom>
              <a:ln w="34925" cap="flat" cmpd="sng">
                <a:solidFill>
                  <a:srgbClr val="CC9900"/>
                </a:solidFill>
                <a:prstDash val="solid"/>
                <a:round/>
                <a:headEnd type="none" w="med" len="med"/>
                <a:tailEnd type="none" w="med" len="med"/>
              </a:ln>
            </p:spPr>
          </p:sp>
          <p:sp>
            <p:nvSpPr>
              <p:cNvPr id="50232" name="Line 57"/>
              <p:cNvSpPr/>
              <p:nvPr/>
            </p:nvSpPr>
            <p:spPr>
              <a:xfrm flipH="1">
                <a:off x="1248" y="2832"/>
                <a:ext cx="192" cy="240"/>
              </a:xfrm>
              <a:prstGeom prst="line">
                <a:avLst/>
              </a:prstGeom>
              <a:ln w="34925" cap="flat" cmpd="sng">
                <a:solidFill>
                  <a:srgbClr val="CC9900"/>
                </a:solidFill>
                <a:prstDash val="solid"/>
                <a:round/>
                <a:headEnd type="none" w="med" len="med"/>
                <a:tailEnd type="none" w="med" len="med"/>
              </a:ln>
            </p:spPr>
          </p:sp>
          <p:sp>
            <p:nvSpPr>
              <p:cNvPr id="50233" name="Line 58"/>
              <p:cNvSpPr/>
              <p:nvPr/>
            </p:nvSpPr>
            <p:spPr>
              <a:xfrm flipH="1">
                <a:off x="1248" y="2928"/>
                <a:ext cx="192" cy="240"/>
              </a:xfrm>
              <a:prstGeom prst="line">
                <a:avLst/>
              </a:prstGeom>
              <a:ln w="34925" cap="flat" cmpd="sng">
                <a:solidFill>
                  <a:srgbClr val="CC9900"/>
                </a:solidFill>
                <a:prstDash val="solid"/>
                <a:round/>
                <a:headEnd type="none" w="med" len="med"/>
                <a:tailEnd type="none" w="med" len="med"/>
              </a:ln>
            </p:spPr>
          </p:sp>
          <p:sp>
            <p:nvSpPr>
              <p:cNvPr id="50234" name="Freeform 59"/>
              <p:cNvSpPr/>
              <p:nvPr/>
            </p:nvSpPr>
            <p:spPr>
              <a:xfrm>
                <a:off x="1200" y="2547"/>
                <a:ext cx="163" cy="189"/>
              </a:xfrm>
              <a:custGeom>
                <a:avLst/>
                <a:gdLst/>
                <a:ahLst/>
                <a:cxnLst>
                  <a:cxn ang="0">
                    <a:pos x="163" y="0"/>
                  </a:cxn>
                  <a:cxn ang="0">
                    <a:pos x="0" y="189"/>
                  </a:cxn>
                </a:cxnLst>
                <a:pathLst>
                  <a:path w="163" h="189">
                    <a:moveTo>
                      <a:pt x="163" y="0"/>
                    </a:moveTo>
                    <a:lnTo>
                      <a:pt x="0" y="189"/>
                    </a:lnTo>
                  </a:path>
                </a:pathLst>
              </a:custGeom>
              <a:noFill/>
              <a:ln w="34925" cap="flat" cmpd="sng">
                <a:solidFill>
                  <a:srgbClr val="CC9900"/>
                </a:solidFill>
                <a:prstDash val="solid"/>
                <a:round/>
                <a:headEnd type="none" w="med" len="med"/>
                <a:tailEnd type="none" w="med" len="med"/>
              </a:ln>
            </p:spPr>
            <p:txBody>
              <a:bodyPr/>
              <a:p>
                <a:endParaRPr lang="zh-CN" altLang="en-US"/>
              </a:p>
            </p:txBody>
          </p:sp>
        </p:grpSp>
        <p:sp>
          <p:nvSpPr>
            <p:cNvPr id="50235" name="Line 60"/>
            <p:cNvSpPr/>
            <p:nvPr/>
          </p:nvSpPr>
          <p:spPr>
            <a:xfrm>
              <a:off x="4704" y="2971"/>
              <a:ext cx="2" cy="41"/>
            </a:xfrm>
            <a:prstGeom prst="line">
              <a:avLst/>
            </a:prstGeom>
            <a:ln w="63500" cap="flat" cmpd="sng">
              <a:solidFill>
                <a:srgbClr val="FFFFFF"/>
              </a:solidFill>
              <a:prstDash val="solid"/>
              <a:round/>
              <a:headEnd type="none" w="med" len="med"/>
              <a:tailEnd type="none" w="med" len="med"/>
            </a:ln>
          </p:spPr>
        </p:sp>
        <p:sp>
          <p:nvSpPr>
            <p:cNvPr id="50236" name="Line 61"/>
            <p:cNvSpPr/>
            <p:nvPr/>
          </p:nvSpPr>
          <p:spPr>
            <a:xfrm>
              <a:off x="4714" y="3092"/>
              <a:ext cx="2" cy="41"/>
            </a:xfrm>
            <a:prstGeom prst="line">
              <a:avLst/>
            </a:prstGeom>
            <a:ln w="63500" cap="flat" cmpd="sng">
              <a:solidFill>
                <a:srgbClr val="FFFFFF"/>
              </a:solidFill>
              <a:prstDash val="solid"/>
              <a:round/>
              <a:headEnd type="none" w="med" len="med"/>
              <a:tailEnd type="none" w="med" len="med"/>
            </a:ln>
          </p:spPr>
        </p:sp>
        <p:sp>
          <p:nvSpPr>
            <p:cNvPr id="50237" name="Line 62"/>
            <p:cNvSpPr/>
            <p:nvPr/>
          </p:nvSpPr>
          <p:spPr>
            <a:xfrm flipH="1">
              <a:off x="4716" y="3214"/>
              <a:ext cx="2" cy="40"/>
            </a:xfrm>
            <a:prstGeom prst="line">
              <a:avLst/>
            </a:prstGeom>
            <a:ln w="63500" cap="flat" cmpd="sng">
              <a:solidFill>
                <a:srgbClr val="FFFFFF"/>
              </a:solidFill>
              <a:prstDash val="solid"/>
              <a:round/>
              <a:headEnd type="none" w="med" len="med"/>
              <a:tailEnd type="none" w="med" len="med"/>
            </a:ln>
          </p:spPr>
        </p:sp>
        <p:sp>
          <p:nvSpPr>
            <p:cNvPr id="50238" name="Line 63"/>
            <p:cNvSpPr/>
            <p:nvPr/>
          </p:nvSpPr>
          <p:spPr>
            <a:xfrm flipH="1">
              <a:off x="4684" y="3335"/>
              <a:ext cx="2" cy="40"/>
            </a:xfrm>
            <a:prstGeom prst="line">
              <a:avLst/>
            </a:prstGeom>
            <a:ln w="63500" cap="flat" cmpd="sng">
              <a:solidFill>
                <a:srgbClr val="FFFFFF"/>
              </a:solidFill>
              <a:prstDash val="solid"/>
              <a:round/>
              <a:headEnd type="none" w="med" len="med"/>
              <a:tailEnd type="none" w="med" len="med"/>
            </a:ln>
          </p:spPr>
        </p:sp>
        <p:sp>
          <p:nvSpPr>
            <p:cNvPr id="50239" name="Line 64"/>
            <p:cNvSpPr/>
            <p:nvPr/>
          </p:nvSpPr>
          <p:spPr>
            <a:xfrm>
              <a:off x="3981" y="2931"/>
              <a:ext cx="2" cy="40"/>
            </a:xfrm>
            <a:prstGeom prst="line">
              <a:avLst/>
            </a:prstGeom>
            <a:ln w="63500" cap="flat" cmpd="sng">
              <a:solidFill>
                <a:srgbClr val="FFFFFF"/>
              </a:solidFill>
              <a:prstDash val="solid"/>
              <a:round/>
              <a:headEnd type="none" w="med" len="med"/>
              <a:tailEnd type="none" w="med" len="med"/>
            </a:ln>
          </p:spPr>
        </p:sp>
        <p:sp>
          <p:nvSpPr>
            <p:cNvPr id="50240" name="Line 65"/>
            <p:cNvSpPr/>
            <p:nvPr/>
          </p:nvSpPr>
          <p:spPr>
            <a:xfrm>
              <a:off x="4032" y="3108"/>
              <a:ext cx="2" cy="40"/>
            </a:xfrm>
            <a:prstGeom prst="line">
              <a:avLst/>
            </a:prstGeom>
            <a:ln w="63500" cap="flat" cmpd="sng">
              <a:solidFill>
                <a:srgbClr val="FFFFFF"/>
              </a:solidFill>
              <a:prstDash val="solid"/>
              <a:round/>
              <a:headEnd type="none" w="med" len="med"/>
              <a:tailEnd type="none" w="med" len="med"/>
            </a:ln>
          </p:spPr>
        </p:sp>
        <p:sp>
          <p:nvSpPr>
            <p:cNvPr id="50241" name="Line 66"/>
            <p:cNvSpPr/>
            <p:nvPr/>
          </p:nvSpPr>
          <p:spPr>
            <a:xfrm flipH="1">
              <a:off x="4032" y="3267"/>
              <a:ext cx="2" cy="40"/>
            </a:xfrm>
            <a:prstGeom prst="line">
              <a:avLst/>
            </a:prstGeom>
            <a:ln w="63500" cap="flat" cmpd="sng">
              <a:solidFill>
                <a:srgbClr val="FFFFFF"/>
              </a:solidFill>
              <a:prstDash val="solid"/>
              <a:round/>
              <a:headEnd type="none" w="med" len="med"/>
              <a:tailEnd type="none" w="med" len="med"/>
            </a:ln>
          </p:spPr>
        </p:sp>
        <p:sp>
          <p:nvSpPr>
            <p:cNvPr id="50242" name="Line 67"/>
            <p:cNvSpPr/>
            <p:nvPr/>
          </p:nvSpPr>
          <p:spPr>
            <a:xfrm flipH="1">
              <a:off x="3984" y="3375"/>
              <a:ext cx="2" cy="41"/>
            </a:xfrm>
            <a:prstGeom prst="line">
              <a:avLst/>
            </a:prstGeom>
            <a:ln w="63500" cap="flat" cmpd="sng">
              <a:solidFill>
                <a:srgbClr val="FFFFFF"/>
              </a:solidFill>
              <a:prstDash val="solid"/>
              <a:round/>
              <a:headEnd type="none" w="med" len="med"/>
              <a:tailEnd type="none" w="med" len="med"/>
            </a:ln>
          </p:spPr>
        </p:sp>
        <p:sp>
          <p:nvSpPr>
            <p:cNvPr id="50243" name="Line 68"/>
            <p:cNvSpPr/>
            <p:nvPr/>
          </p:nvSpPr>
          <p:spPr>
            <a:xfrm>
              <a:off x="4380" y="2362"/>
              <a:ext cx="0" cy="404"/>
            </a:xfrm>
            <a:prstGeom prst="line">
              <a:avLst/>
            </a:prstGeom>
            <a:ln w="9525" cap="flat" cmpd="sng">
              <a:solidFill>
                <a:schemeClr val="tx1"/>
              </a:solidFill>
              <a:prstDash val="dash"/>
              <a:round/>
              <a:headEnd type="none" w="med" len="med"/>
              <a:tailEnd type="none" w="med" len="med"/>
            </a:ln>
          </p:spPr>
        </p:sp>
        <p:sp>
          <p:nvSpPr>
            <p:cNvPr id="50244" name="Line 69"/>
            <p:cNvSpPr/>
            <p:nvPr/>
          </p:nvSpPr>
          <p:spPr>
            <a:xfrm>
              <a:off x="4782" y="2256"/>
              <a:ext cx="0" cy="404"/>
            </a:xfrm>
            <a:prstGeom prst="line">
              <a:avLst/>
            </a:prstGeom>
            <a:ln w="9525" cap="flat" cmpd="sng">
              <a:solidFill>
                <a:schemeClr val="tx1"/>
              </a:solidFill>
              <a:prstDash val="dash"/>
              <a:round/>
              <a:headEnd type="none" w="med" len="med"/>
              <a:tailEnd type="none" w="med" len="med"/>
            </a:ln>
          </p:spPr>
        </p:sp>
        <p:sp>
          <p:nvSpPr>
            <p:cNvPr id="50245" name="Line 70"/>
            <p:cNvSpPr/>
            <p:nvPr/>
          </p:nvSpPr>
          <p:spPr>
            <a:xfrm>
              <a:off x="4383" y="3646"/>
              <a:ext cx="0" cy="404"/>
            </a:xfrm>
            <a:prstGeom prst="line">
              <a:avLst/>
            </a:prstGeom>
            <a:ln w="9525" cap="flat" cmpd="sng">
              <a:solidFill>
                <a:schemeClr val="tx1"/>
              </a:solidFill>
              <a:prstDash val="dash"/>
              <a:round/>
              <a:headEnd type="none" w="med" len="med"/>
              <a:tailEnd type="none" w="med" len="med"/>
            </a:ln>
          </p:spPr>
        </p:sp>
        <p:sp>
          <p:nvSpPr>
            <p:cNvPr id="50246" name="Line 71"/>
            <p:cNvSpPr/>
            <p:nvPr/>
          </p:nvSpPr>
          <p:spPr>
            <a:xfrm>
              <a:off x="4782" y="3537"/>
              <a:ext cx="0" cy="404"/>
            </a:xfrm>
            <a:prstGeom prst="line">
              <a:avLst/>
            </a:prstGeom>
            <a:ln w="9525" cap="flat" cmpd="sng">
              <a:solidFill>
                <a:schemeClr val="tx1"/>
              </a:solidFill>
              <a:prstDash val="dash"/>
              <a:round/>
              <a:headEnd type="none" w="med" len="med"/>
              <a:tailEnd type="none" w="med" len="med"/>
            </a:ln>
          </p:spPr>
        </p:sp>
      </p:grpSp>
      <p:sp>
        <p:nvSpPr>
          <p:cNvPr id="4" name="Text Box 72"/>
          <p:cNvSpPr txBox="1"/>
          <p:nvPr/>
        </p:nvSpPr>
        <p:spPr>
          <a:xfrm>
            <a:off x="457200" y="914400"/>
            <a:ext cx="8229600" cy="884238"/>
          </a:xfrm>
          <a:prstGeom prst="rect">
            <a:avLst/>
          </a:prstGeom>
          <a:noFill/>
          <a:ln w="9525">
            <a:noFill/>
          </a:ln>
        </p:spPr>
        <p:txBody>
          <a:bodyPr anchor="t" anchorCtr="0">
            <a:spAutoFit/>
          </a:bodyPr>
          <a:p>
            <a:r>
              <a:rPr lang="en-US" altLang="zh-CN" sz="2800" b="1" dirty="0">
                <a:solidFill>
                  <a:srgbClr val="FF3300"/>
                </a:solidFill>
                <a:latin typeface="宋体" panose="02010600030101010101" pitchFamily="2" charset="-122"/>
                <a:ea typeface="宋体" panose="02010600030101010101" pitchFamily="2" charset="-122"/>
              </a:rPr>
              <a:t>(1)</a:t>
            </a:r>
            <a:r>
              <a:rPr lang="zh-CN" altLang="en-US" sz="2800" b="1" dirty="0">
                <a:solidFill>
                  <a:srgbClr val="FF3300"/>
                </a:solidFill>
                <a:latin typeface="宋体" panose="02010600030101010101" pitchFamily="2" charset="-122"/>
                <a:ea typeface="宋体" panose="02010600030101010101" pitchFamily="2" charset="-122"/>
              </a:rPr>
              <a:t>球对称性</a:t>
            </a:r>
            <a:r>
              <a:rPr lang="zh-CN" altLang="en-US" sz="28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如点电荷，均匀带电球面或球体，均匀带电同心球面等；</a:t>
            </a:r>
            <a:endParaRPr lang="zh-CN" altLang="en-US" sz="2400" b="1" dirty="0">
              <a:latin typeface="楷体_GB2312" pitchFamily="49" charset="-122"/>
              <a:ea typeface="楷体_GB2312" pitchFamily="49" charset="-122"/>
            </a:endParaRPr>
          </a:p>
        </p:txBody>
      </p:sp>
      <p:sp>
        <p:nvSpPr>
          <p:cNvPr id="5" name="Text Box 73"/>
          <p:cNvSpPr txBox="1"/>
          <p:nvPr/>
        </p:nvSpPr>
        <p:spPr>
          <a:xfrm>
            <a:off x="833438" y="6248400"/>
            <a:ext cx="1565275" cy="366713"/>
          </a:xfrm>
          <a:prstGeom prst="rect">
            <a:avLst/>
          </a:prstGeom>
          <a:noFill/>
          <a:ln w="9525">
            <a:noFill/>
          </a:ln>
        </p:spPr>
        <p:txBody>
          <a:bodyPr wrap="none" anchor="t" anchorCtr="0">
            <a:spAutoFit/>
          </a:bodyPr>
          <a:p>
            <a:pPr algn="ctr"/>
            <a:r>
              <a:rPr lang="zh-CN" altLang="en-US" b="1" dirty="0">
                <a:latin typeface="楷体_GB2312" pitchFamily="49" charset="-122"/>
                <a:ea typeface="楷体_GB2312" pitchFamily="49" charset="-122"/>
              </a:rPr>
              <a:t>均匀带电球壳</a:t>
            </a:r>
            <a:endParaRPr lang="zh-CN" altLang="en-US" b="1" dirty="0">
              <a:latin typeface="楷体_GB2312" pitchFamily="49" charset="-122"/>
              <a:ea typeface="楷体_GB2312" pitchFamily="49" charset="-122"/>
            </a:endParaRPr>
          </a:p>
        </p:txBody>
      </p:sp>
      <p:grpSp>
        <p:nvGrpSpPr>
          <p:cNvPr id="6" name="Group 74"/>
          <p:cNvGrpSpPr/>
          <p:nvPr/>
        </p:nvGrpSpPr>
        <p:grpSpPr>
          <a:xfrm>
            <a:off x="533400" y="4038600"/>
            <a:ext cx="2136775" cy="1981200"/>
            <a:chOff x="288" y="1954"/>
            <a:chExt cx="1586" cy="1531"/>
          </a:xfrm>
        </p:grpSpPr>
        <p:graphicFrame>
          <p:nvGraphicFramePr>
            <p:cNvPr id="50250" name="Object 75"/>
            <p:cNvGraphicFramePr/>
            <p:nvPr/>
          </p:nvGraphicFramePr>
          <p:xfrm>
            <a:off x="1538" y="2352"/>
            <a:ext cx="254" cy="322"/>
          </p:xfrm>
          <a:graphic>
            <a:graphicData uri="http://schemas.openxmlformats.org/presentationml/2006/ole">
              <mc:AlternateContent xmlns:mc="http://schemas.openxmlformats.org/markup-compatibility/2006">
                <mc:Choice xmlns:v="urn:schemas-microsoft-com:vml" Requires="v">
                  <p:oleObj spid="_x0000_s3238" name="" r:id="rId23" imgW="152400" imgH="190500" progId="Equation.3">
                    <p:embed/>
                  </p:oleObj>
                </mc:Choice>
                <mc:Fallback>
                  <p:oleObj name="" r:id="rId23" imgW="152400" imgH="190500" progId="Equation.3">
                    <p:embed/>
                    <p:pic>
                      <p:nvPicPr>
                        <p:cNvPr id="0" name="图片 3237"/>
                        <p:cNvPicPr/>
                        <p:nvPr/>
                      </p:nvPicPr>
                      <p:blipFill>
                        <a:blip r:embed="rId24"/>
                        <a:stretch>
                          <a:fillRect/>
                        </a:stretch>
                      </p:blipFill>
                      <p:spPr>
                        <a:xfrm>
                          <a:off x="1538" y="2352"/>
                          <a:ext cx="254" cy="322"/>
                        </a:xfrm>
                        <a:prstGeom prst="rect">
                          <a:avLst/>
                        </a:prstGeom>
                        <a:noFill/>
                        <a:ln w="38100">
                          <a:noFill/>
                          <a:miter/>
                        </a:ln>
                      </p:spPr>
                    </p:pic>
                  </p:oleObj>
                </mc:Fallback>
              </mc:AlternateContent>
            </a:graphicData>
          </a:graphic>
        </p:graphicFrame>
        <p:sp>
          <p:nvSpPr>
            <p:cNvPr id="50251" name="Oval 76"/>
            <p:cNvSpPr/>
            <p:nvPr/>
          </p:nvSpPr>
          <p:spPr>
            <a:xfrm>
              <a:off x="578" y="2269"/>
              <a:ext cx="1008" cy="960"/>
            </a:xfrm>
            <a:prstGeom prst="ellipse">
              <a:avLst/>
            </a:prstGeom>
            <a:noFill/>
            <a:ln w="111125" cap="flat" cmpd="sng">
              <a:solidFill>
                <a:srgbClr val="CC33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0252" name="Line 77"/>
            <p:cNvSpPr/>
            <p:nvPr/>
          </p:nvSpPr>
          <p:spPr>
            <a:xfrm>
              <a:off x="1584" y="2749"/>
              <a:ext cx="290" cy="0"/>
            </a:xfrm>
            <a:prstGeom prst="line">
              <a:avLst/>
            </a:prstGeom>
            <a:ln w="41275" cap="flat" cmpd="sng">
              <a:solidFill>
                <a:srgbClr val="3333FF"/>
              </a:solidFill>
              <a:prstDash val="solid"/>
              <a:round/>
              <a:headEnd type="none" w="med" len="lg"/>
              <a:tailEnd type="arrow" w="med" len="lg"/>
            </a:ln>
          </p:spPr>
        </p:sp>
        <p:sp>
          <p:nvSpPr>
            <p:cNvPr id="50253" name="Line 78"/>
            <p:cNvSpPr/>
            <p:nvPr/>
          </p:nvSpPr>
          <p:spPr>
            <a:xfrm flipV="1">
              <a:off x="1058" y="1954"/>
              <a:ext cx="0" cy="283"/>
            </a:xfrm>
            <a:prstGeom prst="line">
              <a:avLst/>
            </a:prstGeom>
            <a:ln w="41275" cap="flat" cmpd="sng">
              <a:solidFill>
                <a:srgbClr val="3333FF"/>
              </a:solidFill>
              <a:prstDash val="solid"/>
              <a:round/>
              <a:headEnd type="none" w="med" len="med"/>
              <a:tailEnd type="arrow" w="med" len="lg"/>
            </a:ln>
          </p:spPr>
        </p:sp>
        <p:sp>
          <p:nvSpPr>
            <p:cNvPr id="50254" name="Line 79"/>
            <p:cNvSpPr/>
            <p:nvPr/>
          </p:nvSpPr>
          <p:spPr>
            <a:xfrm>
              <a:off x="1058" y="3202"/>
              <a:ext cx="0" cy="283"/>
            </a:xfrm>
            <a:prstGeom prst="line">
              <a:avLst/>
            </a:prstGeom>
            <a:ln w="41275" cap="flat" cmpd="sng">
              <a:solidFill>
                <a:srgbClr val="3333FF"/>
              </a:solidFill>
              <a:prstDash val="solid"/>
              <a:round/>
              <a:headEnd type="none" w="med" len="med"/>
              <a:tailEnd type="arrow" w="med" len="lg"/>
            </a:ln>
          </p:spPr>
        </p:sp>
        <p:graphicFrame>
          <p:nvGraphicFramePr>
            <p:cNvPr id="50255" name="Object 80"/>
            <p:cNvGraphicFramePr/>
            <p:nvPr/>
          </p:nvGraphicFramePr>
          <p:xfrm>
            <a:off x="1188" y="2807"/>
            <a:ext cx="254" cy="342"/>
          </p:xfrm>
          <a:graphic>
            <a:graphicData uri="http://schemas.openxmlformats.org/presentationml/2006/ole">
              <mc:AlternateContent xmlns:mc="http://schemas.openxmlformats.org/markup-compatibility/2006">
                <mc:Choice xmlns:v="urn:schemas-microsoft-com:vml" Requires="v">
                  <p:oleObj spid="_x0000_s3150" name="" r:id="rId25" imgW="152400" imgH="203200" progId="Equation.3">
                    <p:embed/>
                  </p:oleObj>
                </mc:Choice>
                <mc:Fallback>
                  <p:oleObj name="" r:id="rId25" imgW="152400" imgH="203200" progId="Equation.3">
                    <p:embed/>
                    <p:pic>
                      <p:nvPicPr>
                        <p:cNvPr id="0" name="图片 3149"/>
                        <p:cNvPicPr/>
                        <p:nvPr/>
                      </p:nvPicPr>
                      <p:blipFill>
                        <a:blip r:embed="rId26"/>
                        <a:stretch>
                          <a:fillRect/>
                        </a:stretch>
                      </p:blipFill>
                      <p:spPr>
                        <a:xfrm>
                          <a:off x="1188" y="2807"/>
                          <a:ext cx="254" cy="342"/>
                        </a:xfrm>
                        <a:prstGeom prst="rect">
                          <a:avLst/>
                        </a:prstGeom>
                        <a:noFill/>
                        <a:ln w="38100">
                          <a:noFill/>
                          <a:miter/>
                        </a:ln>
                      </p:spPr>
                    </p:pic>
                  </p:oleObj>
                </mc:Fallback>
              </mc:AlternateContent>
            </a:graphicData>
          </a:graphic>
        </p:graphicFrame>
        <p:sp>
          <p:nvSpPr>
            <p:cNvPr id="50256" name="Line 81"/>
            <p:cNvSpPr/>
            <p:nvPr/>
          </p:nvSpPr>
          <p:spPr>
            <a:xfrm flipH="1">
              <a:off x="288" y="2765"/>
              <a:ext cx="290" cy="0"/>
            </a:xfrm>
            <a:prstGeom prst="line">
              <a:avLst/>
            </a:prstGeom>
            <a:ln w="41275" cap="flat" cmpd="sng">
              <a:solidFill>
                <a:srgbClr val="3333FF"/>
              </a:solidFill>
              <a:prstDash val="solid"/>
              <a:round/>
              <a:headEnd type="none" w="med" len="lg"/>
              <a:tailEnd type="arrow" w="med" len="lg"/>
            </a:ln>
          </p:spPr>
        </p:sp>
        <p:sp>
          <p:nvSpPr>
            <p:cNvPr id="50257" name="Oval 82"/>
            <p:cNvSpPr/>
            <p:nvPr/>
          </p:nvSpPr>
          <p:spPr>
            <a:xfrm>
              <a:off x="321" y="1968"/>
              <a:ext cx="1514" cy="1514"/>
            </a:xfrm>
            <a:prstGeom prst="ellipse">
              <a:avLst/>
            </a:prstGeom>
            <a:no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sp>
        <p:nvSpPr>
          <p:cNvPr id="7" name="Text Box 83"/>
          <p:cNvSpPr txBox="1"/>
          <p:nvPr/>
        </p:nvSpPr>
        <p:spPr>
          <a:xfrm>
            <a:off x="1143000" y="214313"/>
            <a:ext cx="3581400" cy="519112"/>
          </a:xfrm>
          <a:prstGeom prst="rect">
            <a:avLst/>
          </a:prstGeom>
          <a:noFill/>
          <a:ln w="9525">
            <a:noFill/>
          </a:ln>
        </p:spPr>
        <p:txBody>
          <a:bodyPr anchor="t" anchorCtr="0">
            <a:spAutoFit/>
          </a:bodyPr>
          <a:p>
            <a:r>
              <a:rPr lang="zh-CN" altLang="en-US" sz="2800" b="1" dirty="0">
                <a:latin typeface="宋体" panose="02010600030101010101" pitchFamily="2" charset="-122"/>
                <a:ea typeface="宋体" panose="02010600030101010101" pitchFamily="2" charset="-122"/>
              </a:rPr>
              <a:t>典型的对称性</a:t>
            </a:r>
            <a:r>
              <a:rPr lang="zh-CN" altLang="en-US"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9154"/>
                                        </p:tgtEl>
                                        <p:attrNameLst>
                                          <p:attrName>style.visibility</p:attrName>
                                        </p:attrNameLst>
                                      </p:cBhvr>
                                      <p:to>
                                        <p:strVal val="visible"/>
                                      </p:to>
                                    </p:set>
                                    <p:anim calcmode="lin" valueType="num">
                                      <p:cBhvr additive="base">
                                        <p:cTn id="29" dur="500" fill="hold"/>
                                        <p:tgtEl>
                                          <p:spTgt spid="49154"/>
                                        </p:tgtEl>
                                        <p:attrNameLst>
                                          <p:attrName>ppt_x</p:attrName>
                                        </p:attrNameLst>
                                      </p:cBhvr>
                                      <p:tavLst>
                                        <p:tav tm="0">
                                          <p:val>
                                            <p:strVal val="0-#ppt_w/2"/>
                                          </p:val>
                                        </p:tav>
                                        <p:tav tm="100000">
                                          <p:val>
                                            <p:strVal val="#ppt_x"/>
                                          </p:val>
                                        </p:tav>
                                      </p:tavLst>
                                    </p:anim>
                                    <p:anim calcmode="lin" valueType="num">
                                      <p:cBhvr additive="base">
                                        <p:cTn id="30" dur="500" fill="hold"/>
                                        <p:tgtEl>
                                          <p:spTgt spid="4915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0-#ppt_w/2"/>
                                          </p:val>
                                        </p:tav>
                                        <p:tav tm="100000">
                                          <p:val>
                                            <p:strVal val="#ppt_x"/>
                                          </p:val>
                                        </p:tav>
                                      </p:tavLst>
                                    </p:anim>
                                    <p:anim calcmode="lin" valueType="num">
                                      <p:cBhvr additive="base">
                                        <p:cTn id="3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6" fill="hold" grpId="0" nodeType="clickEffect">
                                  <p:stCondLst>
                                    <p:cond delay="0"/>
                                  </p:stCondLst>
                                  <p:childTnLst>
                                    <p:set>
                                      <p:cBhvr>
                                        <p:cTn id="40" dur="1" fill="hold">
                                          <p:stCondLst>
                                            <p:cond delay="0"/>
                                          </p:stCondLst>
                                        </p:cTn>
                                        <p:tgtEl>
                                          <p:spTgt spid="49157"/>
                                        </p:tgtEl>
                                        <p:attrNameLst>
                                          <p:attrName>style.visibility</p:attrName>
                                        </p:attrNameLst>
                                      </p:cBhvr>
                                      <p:to>
                                        <p:strVal val="visible"/>
                                      </p:to>
                                    </p:set>
                                    <p:anim calcmode="lin" valueType="num">
                                      <p:cBhvr additive="base">
                                        <p:cTn id="41" dur="500" fill="hold"/>
                                        <p:tgtEl>
                                          <p:spTgt spid="49157"/>
                                        </p:tgtEl>
                                        <p:attrNameLst>
                                          <p:attrName>ppt_x</p:attrName>
                                        </p:attrNameLst>
                                      </p:cBhvr>
                                      <p:tavLst>
                                        <p:tav tm="0">
                                          <p:val>
                                            <p:strVal val="1+#ppt_w/2"/>
                                          </p:val>
                                        </p:tav>
                                        <p:tav tm="100000">
                                          <p:val>
                                            <p:strVal val="#ppt_x"/>
                                          </p:val>
                                        </p:tav>
                                      </p:tavLst>
                                    </p:anim>
                                    <p:anim calcmode="lin" valueType="num">
                                      <p:cBhvr additive="base">
                                        <p:cTn id="42"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49155"/>
                                        </p:tgtEl>
                                        <p:attrNameLst>
                                          <p:attrName>style.visibility</p:attrName>
                                        </p:attrNameLst>
                                      </p:cBhvr>
                                      <p:to>
                                        <p:strVal val="visible"/>
                                      </p:to>
                                    </p:set>
                                    <p:anim calcmode="lin" valueType="num">
                                      <p:cBhvr additive="base">
                                        <p:cTn id="47" dur="500" fill="hold"/>
                                        <p:tgtEl>
                                          <p:spTgt spid="49155"/>
                                        </p:tgtEl>
                                        <p:attrNameLst>
                                          <p:attrName>ppt_x</p:attrName>
                                        </p:attrNameLst>
                                      </p:cBhvr>
                                      <p:tavLst>
                                        <p:tav tm="0">
                                          <p:val>
                                            <p:strVal val="0-#ppt_w/2"/>
                                          </p:val>
                                        </p:tav>
                                        <p:tav tm="100000">
                                          <p:val>
                                            <p:strVal val="#ppt_x"/>
                                          </p:val>
                                        </p:tav>
                                      </p:tavLst>
                                    </p:anim>
                                    <p:anim calcmode="lin" valueType="num">
                                      <p:cBhvr additive="base">
                                        <p:cTn id="48" dur="500" fill="hold"/>
                                        <p:tgtEl>
                                          <p:spTgt spid="4915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 calcmode="lin" valueType="num">
                                      <p:cBhvr additive="base">
                                        <p:cTn id="53" dur="500" fill="hold"/>
                                        <p:tgtEl>
                                          <p:spTgt spid="3"/>
                                        </p:tgtEl>
                                        <p:attrNameLst>
                                          <p:attrName>ppt_x</p:attrName>
                                        </p:attrNameLst>
                                      </p:cBhvr>
                                      <p:tavLst>
                                        <p:tav tm="0">
                                          <p:val>
                                            <p:strVal val="0-#ppt_w/2"/>
                                          </p:val>
                                        </p:tav>
                                        <p:tav tm="100000">
                                          <p:val>
                                            <p:strVal val="#ppt_x"/>
                                          </p:val>
                                        </p:tav>
                                      </p:tavLst>
                                    </p:anim>
                                    <p:anim calcmode="lin" valueType="num">
                                      <p:cBhvr additive="base">
                                        <p:cTn id="5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9156"/>
                                        </p:tgtEl>
                                        <p:attrNameLst>
                                          <p:attrName>style.visibility</p:attrName>
                                        </p:attrNameLst>
                                      </p:cBhvr>
                                      <p:to>
                                        <p:strVal val="visible"/>
                                      </p:to>
                                    </p:set>
                                    <p:anim calcmode="lin" valueType="num">
                                      <p:cBhvr additive="base">
                                        <p:cTn id="59" dur="500" fill="hold"/>
                                        <p:tgtEl>
                                          <p:spTgt spid="49156"/>
                                        </p:tgtEl>
                                        <p:attrNameLst>
                                          <p:attrName>ppt_x</p:attrName>
                                        </p:attrNameLst>
                                      </p:cBhvr>
                                      <p:tavLst>
                                        <p:tav tm="0">
                                          <p:val>
                                            <p:strVal val="#ppt_x"/>
                                          </p:val>
                                        </p:tav>
                                        <p:tav tm="100000">
                                          <p:val>
                                            <p:strVal val="#ppt_x"/>
                                          </p:val>
                                        </p:tav>
                                      </p:tavLst>
                                    </p:anim>
                                    <p:anim calcmode="lin" valueType="num">
                                      <p:cBhvr additive="base">
                                        <p:cTn id="60"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p:bldP spid="49156" grpId="0"/>
      <p:bldP spid="49157" grpId="0"/>
      <p:bldP spid="4" grpId="0"/>
      <p:bldP spid="5"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p:nvPr/>
        </p:nvSpPr>
        <p:spPr>
          <a:xfrm>
            <a:off x="5486400" y="3279775"/>
            <a:ext cx="2971800" cy="29718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1202" name="Oval 3"/>
          <p:cNvSpPr/>
          <p:nvPr/>
        </p:nvSpPr>
        <p:spPr>
          <a:xfrm>
            <a:off x="6096000" y="3813175"/>
            <a:ext cx="1870075" cy="1849438"/>
          </a:xfrm>
          <a:prstGeom prst="ellipse">
            <a:avLst/>
          </a:prstGeom>
          <a:gradFill rotWithShape="0">
            <a:gsLst>
              <a:gs pos="0">
                <a:schemeClr val="bg1"/>
              </a:gs>
              <a:gs pos="100000">
                <a:srgbClr val="99CCFF"/>
              </a:gs>
            </a:gsLst>
            <a:path path="shape">
              <a:fillToRect l="50000" t="50000" r="50000" b="50000"/>
            </a:path>
            <a:tileRect/>
          </a:gra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1203" name="Line 4"/>
          <p:cNvSpPr/>
          <p:nvPr/>
        </p:nvSpPr>
        <p:spPr>
          <a:xfrm flipH="1">
            <a:off x="6400800" y="4727575"/>
            <a:ext cx="609600" cy="685800"/>
          </a:xfrm>
          <a:prstGeom prst="line">
            <a:avLst/>
          </a:prstGeom>
          <a:ln w="19050" cap="flat" cmpd="sng">
            <a:solidFill>
              <a:srgbClr val="CC0000"/>
            </a:solidFill>
            <a:prstDash val="solid"/>
            <a:round/>
            <a:headEnd type="none" w="med" len="med"/>
            <a:tailEnd type="triangle" w="sm" len="lg"/>
          </a:ln>
        </p:spPr>
      </p:sp>
      <p:graphicFrame>
        <p:nvGraphicFramePr>
          <p:cNvPr id="51204" name="Object 5"/>
          <p:cNvGraphicFramePr/>
          <p:nvPr/>
        </p:nvGraphicFramePr>
        <p:xfrm>
          <a:off x="6705600" y="4346575"/>
          <a:ext cx="403225" cy="469900"/>
        </p:xfrm>
        <a:graphic>
          <a:graphicData uri="http://schemas.openxmlformats.org/presentationml/2006/ole">
            <mc:AlternateContent xmlns:mc="http://schemas.openxmlformats.org/markup-compatibility/2006">
              <mc:Choice xmlns:v="urn:schemas-microsoft-com:vml" Requires="v">
                <p:oleObj spid="_x0000_s3249" name="" r:id="rId1" imgW="152400" imgH="177800" progId="Equation.3">
                  <p:embed/>
                </p:oleObj>
              </mc:Choice>
              <mc:Fallback>
                <p:oleObj name="" r:id="rId1" imgW="152400" imgH="177800" progId="Equation.3">
                  <p:embed/>
                  <p:pic>
                    <p:nvPicPr>
                      <p:cNvPr id="0" name="图片 3248"/>
                      <p:cNvPicPr/>
                      <p:nvPr/>
                    </p:nvPicPr>
                    <p:blipFill>
                      <a:blip r:embed="rId2"/>
                      <a:stretch>
                        <a:fillRect/>
                      </a:stretch>
                    </p:blipFill>
                    <p:spPr>
                      <a:xfrm>
                        <a:off x="6705600" y="4346575"/>
                        <a:ext cx="403225" cy="469900"/>
                      </a:xfrm>
                      <a:prstGeom prst="rect">
                        <a:avLst/>
                      </a:prstGeom>
                      <a:noFill/>
                      <a:ln w="38100">
                        <a:noFill/>
                        <a:miter/>
                      </a:ln>
                    </p:spPr>
                  </p:pic>
                </p:oleObj>
              </mc:Fallback>
            </mc:AlternateContent>
          </a:graphicData>
        </a:graphic>
      </p:graphicFrame>
      <p:sp>
        <p:nvSpPr>
          <p:cNvPr id="51205" name="Rectangle 6"/>
          <p:cNvSpPr/>
          <p:nvPr/>
        </p:nvSpPr>
        <p:spPr>
          <a:xfrm>
            <a:off x="7620000" y="5260975"/>
            <a:ext cx="477838" cy="579438"/>
          </a:xfrm>
          <a:prstGeom prst="rect">
            <a:avLst/>
          </a:prstGeom>
          <a:noFill/>
          <a:ln w="9525">
            <a:noFill/>
          </a:ln>
        </p:spPr>
        <p:txBody>
          <a:bodyPr wrap="none" anchor="t" anchorCtr="0">
            <a:spAutoFit/>
          </a:bodyPr>
          <a:p>
            <a:pPr algn="ctr"/>
            <a:r>
              <a:rPr lang="en-US" altLang="zh-CN" sz="3200" i="1" dirty="0">
                <a:latin typeface="Times New Roman" panose="02020603050405020304" pitchFamily="18" charset="0"/>
                <a:ea typeface="宋体" panose="02010600030101010101" pitchFamily="2" charset="-122"/>
              </a:rPr>
              <a:t>Q</a:t>
            </a:r>
            <a:endParaRPr lang="en-US" altLang="zh-CN" sz="3200" i="1" dirty="0">
              <a:latin typeface="Times New Roman" panose="02020603050405020304" pitchFamily="18" charset="0"/>
              <a:ea typeface="宋体" panose="02010600030101010101" pitchFamily="2" charset="-122"/>
            </a:endParaRPr>
          </a:p>
        </p:txBody>
      </p:sp>
      <p:grpSp>
        <p:nvGrpSpPr>
          <p:cNvPr id="2" name="Group 7"/>
          <p:cNvGrpSpPr/>
          <p:nvPr/>
        </p:nvGrpSpPr>
        <p:grpSpPr>
          <a:xfrm>
            <a:off x="1949450" y="4654550"/>
            <a:ext cx="2079625" cy="1471613"/>
            <a:chOff x="1392" y="2854"/>
            <a:chExt cx="1310" cy="927"/>
          </a:xfrm>
        </p:grpSpPr>
        <p:graphicFrame>
          <p:nvGraphicFramePr>
            <p:cNvPr id="51207" name="Object 8"/>
            <p:cNvGraphicFramePr/>
            <p:nvPr/>
          </p:nvGraphicFramePr>
          <p:xfrm>
            <a:off x="1392" y="2854"/>
            <a:ext cx="1310" cy="521"/>
          </p:xfrm>
          <a:graphic>
            <a:graphicData uri="http://schemas.openxmlformats.org/presentationml/2006/ole">
              <mc:AlternateContent xmlns:mc="http://schemas.openxmlformats.org/markup-compatibility/2006">
                <mc:Choice xmlns:v="urn:schemas-microsoft-com:vml" Requires="v">
                  <p:oleObj spid="_x0000_s3247" name="" r:id="rId3" imgW="711200" imgH="292100" progId="Equation.3">
                    <p:embed/>
                  </p:oleObj>
                </mc:Choice>
                <mc:Fallback>
                  <p:oleObj name="" r:id="rId3" imgW="711200" imgH="292100" progId="Equation.3">
                    <p:embed/>
                    <p:pic>
                      <p:nvPicPr>
                        <p:cNvPr id="0" name="图片 3246"/>
                        <p:cNvPicPr/>
                        <p:nvPr/>
                      </p:nvPicPr>
                      <p:blipFill>
                        <a:blip r:embed="rId4"/>
                        <a:stretch>
                          <a:fillRect/>
                        </a:stretch>
                      </p:blipFill>
                      <p:spPr>
                        <a:xfrm>
                          <a:off x="1392" y="2854"/>
                          <a:ext cx="1310" cy="521"/>
                        </a:xfrm>
                        <a:prstGeom prst="rect">
                          <a:avLst/>
                        </a:prstGeom>
                        <a:noFill/>
                        <a:ln w="38100">
                          <a:noFill/>
                          <a:miter/>
                        </a:ln>
                      </p:spPr>
                    </p:pic>
                  </p:oleObj>
                </mc:Fallback>
              </mc:AlternateContent>
            </a:graphicData>
          </a:graphic>
        </p:graphicFrame>
        <p:graphicFrame>
          <p:nvGraphicFramePr>
            <p:cNvPr id="51208" name="Object 9"/>
            <p:cNvGraphicFramePr/>
            <p:nvPr/>
          </p:nvGraphicFramePr>
          <p:xfrm>
            <a:off x="1549" y="3408"/>
            <a:ext cx="803" cy="373"/>
          </p:xfrm>
          <a:graphic>
            <a:graphicData uri="http://schemas.openxmlformats.org/presentationml/2006/ole">
              <mc:AlternateContent xmlns:mc="http://schemas.openxmlformats.org/markup-compatibility/2006">
                <mc:Choice xmlns:v="urn:schemas-microsoft-com:vml" Requires="v">
                  <p:oleObj spid="_x0000_s3248" name="" r:id="rId5" imgW="380365" imgH="203200" progId="Equation.3">
                    <p:embed/>
                  </p:oleObj>
                </mc:Choice>
                <mc:Fallback>
                  <p:oleObj name="" r:id="rId5" imgW="380365" imgH="203200" progId="Equation.3">
                    <p:embed/>
                    <p:pic>
                      <p:nvPicPr>
                        <p:cNvPr id="0" name="图片 3247"/>
                        <p:cNvPicPr/>
                        <p:nvPr/>
                      </p:nvPicPr>
                      <p:blipFill>
                        <a:blip r:embed="rId6"/>
                        <a:stretch>
                          <a:fillRect/>
                        </a:stretch>
                      </p:blipFill>
                      <p:spPr>
                        <a:xfrm>
                          <a:off x="1549" y="3408"/>
                          <a:ext cx="803" cy="373"/>
                        </a:xfrm>
                        <a:prstGeom prst="rect">
                          <a:avLst/>
                        </a:prstGeom>
                        <a:noFill/>
                        <a:ln w="38100">
                          <a:noFill/>
                          <a:miter/>
                        </a:ln>
                      </p:spPr>
                    </p:pic>
                  </p:oleObj>
                </mc:Fallback>
              </mc:AlternateContent>
            </a:graphicData>
          </a:graphic>
        </p:graphicFrame>
      </p:grpSp>
      <p:sp>
        <p:nvSpPr>
          <p:cNvPr id="51209" name="Text Box 10"/>
          <p:cNvSpPr txBox="1"/>
          <p:nvPr/>
        </p:nvSpPr>
        <p:spPr>
          <a:xfrm>
            <a:off x="381000" y="1008063"/>
            <a:ext cx="8077200" cy="1260475"/>
          </a:xfrm>
          <a:prstGeom prst="rect">
            <a:avLst/>
          </a:prstGeom>
          <a:noFill/>
          <a:ln w="9525">
            <a:noFill/>
          </a:ln>
        </p:spPr>
        <p:txBody>
          <a:bodyPr anchor="t" anchorCtr="0">
            <a:spAutoFit/>
          </a:bodyPr>
          <a:p>
            <a:pPr>
              <a:lnSpc>
                <a:spcPct val="120000"/>
              </a:lnSpc>
            </a:pPr>
            <a:r>
              <a:rPr lang="en-US" altLang="zh-CN" sz="3200" b="1" dirty="0">
                <a:solidFill>
                  <a:srgbClr val="CC0000"/>
                </a:solidFill>
                <a:latin typeface="宋体" panose="02010600030101010101" pitchFamily="2" charset="-122"/>
                <a:ea typeface="宋体" panose="02010600030101010101" pitchFamily="2" charset="-122"/>
              </a:rPr>
              <a:t>  </a:t>
            </a:r>
            <a:r>
              <a:rPr lang="zh-CN" altLang="en-US" sz="3200" b="1" dirty="0">
                <a:solidFill>
                  <a:srgbClr val="CC0000"/>
                </a:solidFill>
                <a:latin typeface="宋体" panose="02010600030101010101" pitchFamily="2" charset="-122"/>
                <a:ea typeface="宋体" panose="02010600030101010101" pitchFamily="2" charset="-122"/>
              </a:rPr>
              <a:t>例</a:t>
            </a:r>
            <a:r>
              <a:rPr lang="en-US" altLang="zh-CN" sz="3200" b="1" dirty="0">
                <a:solidFill>
                  <a:srgbClr val="CC0000"/>
                </a:solidFill>
                <a:latin typeface="Times New Roman" panose="02020603050405020304" pitchFamily="18" charset="0"/>
                <a:ea typeface="宋体" panose="02010600030101010101" pitchFamily="2" charset="-122"/>
              </a:rPr>
              <a:t>2 </a:t>
            </a:r>
            <a:r>
              <a:rPr lang="en-US" altLang="zh-CN" sz="3200" b="1" dirty="0">
                <a:solidFill>
                  <a:srgbClr val="CC0000"/>
                </a:solidFill>
                <a:latin typeface="宋体" panose="02010600030101010101" pitchFamily="2" charset="-122"/>
                <a:ea typeface="宋体" panose="02010600030101010101" pitchFamily="2" charset="-122"/>
              </a:rPr>
              <a:t> </a:t>
            </a:r>
            <a:r>
              <a:rPr lang="zh-CN" altLang="en-US" sz="3200" b="1" dirty="0">
                <a:latin typeface="宋体" panose="02010600030101010101" pitchFamily="2" charset="-122"/>
                <a:ea typeface="宋体" panose="02010600030101010101" pitchFamily="2" charset="-122"/>
              </a:rPr>
              <a:t>设有</a:t>
            </a:r>
            <a:r>
              <a:rPr lang="zh-CN" altLang="en-US" sz="3200" b="1" dirty="0">
                <a:latin typeface="Times New Roman" panose="02020603050405020304" pitchFamily="18" charset="0"/>
                <a:ea typeface="宋体" panose="02010600030101010101" pitchFamily="2" charset="-122"/>
              </a:rPr>
              <a:t>一半径为</a:t>
            </a:r>
            <a:r>
              <a:rPr lang="en-US" altLang="zh-CN" sz="3200" i="1" dirty="0">
                <a:latin typeface="Times New Roman" panose="02020603050405020304" pitchFamily="18" charset="0"/>
                <a:ea typeface="宋体" panose="02010600030101010101" pitchFamily="2" charset="-122"/>
              </a:rPr>
              <a:t>R</a:t>
            </a:r>
            <a:r>
              <a:rPr lang="en-US" altLang="zh-CN" sz="3200" b="1" i="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均匀带电</a:t>
            </a:r>
            <a:r>
              <a:rPr lang="en-US" altLang="zh-CN" sz="3200" i="1" dirty="0">
                <a:latin typeface="Times New Roman" panose="02020603050405020304" pitchFamily="18" charset="0"/>
                <a:ea typeface="宋体" panose="02010600030101010101" pitchFamily="2" charset="-122"/>
              </a:rPr>
              <a:t>Q</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的球面</a:t>
            </a:r>
            <a:r>
              <a:rPr lang="en-US" altLang="zh-CN" sz="3200" b="1" dirty="0">
                <a:solidFill>
                  <a:srgbClr val="1C1C1C"/>
                </a:solidFill>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求球面内外</a:t>
            </a:r>
            <a:r>
              <a:rPr lang="zh-CN" altLang="en-US" sz="3200" b="1" dirty="0">
                <a:solidFill>
                  <a:srgbClr val="1C1C1C"/>
                </a:solidFill>
                <a:latin typeface="Times New Roman" panose="02020603050405020304" pitchFamily="18" charset="0"/>
                <a:ea typeface="宋体" panose="02010600030101010101" pitchFamily="2" charset="-122"/>
              </a:rPr>
              <a:t>任意点的电场强度</a:t>
            </a:r>
            <a:r>
              <a:rPr lang="en-US" altLang="zh-CN" sz="3200" b="1" dirty="0">
                <a:solidFill>
                  <a:srgbClr val="1C1C1C"/>
                </a:solidFill>
                <a:latin typeface="Times New Roman" panose="02020603050405020304" pitchFamily="18" charset="0"/>
                <a:ea typeface="宋体" panose="02010600030101010101" pitchFamily="2" charset="-122"/>
              </a:rPr>
              <a:t>.</a:t>
            </a:r>
            <a:endParaRPr lang="en-US" altLang="zh-CN" sz="3200" b="1" dirty="0">
              <a:solidFill>
                <a:srgbClr val="1C1C1C"/>
              </a:solidFill>
              <a:latin typeface="Times New Roman" panose="02020603050405020304" pitchFamily="18" charset="0"/>
              <a:ea typeface="宋体" panose="02010600030101010101" pitchFamily="2" charset="-122"/>
            </a:endParaRPr>
          </a:p>
        </p:txBody>
      </p:sp>
      <p:sp>
        <p:nvSpPr>
          <p:cNvPr id="36875" name="Rectangle 11"/>
          <p:cNvSpPr/>
          <p:nvPr/>
        </p:nvSpPr>
        <p:spPr>
          <a:xfrm>
            <a:off x="1331913" y="2632075"/>
            <a:ext cx="4287837" cy="519113"/>
          </a:xfrm>
          <a:prstGeom prst="rect">
            <a:avLst/>
          </a:prstGeom>
          <a:noFill/>
          <a:ln w="9525">
            <a:noFill/>
          </a:ln>
        </p:spPr>
        <p:txBody>
          <a:bodyPr anchor="t" anchorCtr="0">
            <a:spAutoFit/>
          </a:bodyPr>
          <a:p>
            <a:r>
              <a:rPr lang="zh-CN" altLang="en-US" sz="2800" b="1" dirty="0">
                <a:latin typeface="宋体" panose="02010600030101010101" pitchFamily="2" charset="-122"/>
                <a:ea typeface="宋体" panose="02010600030101010101" pitchFamily="2" charset="-122"/>
              </a:rPr>
              <a:t>对称性分析：</a:t>
            </a:r>
            <a:r>
              <a:rPr lang="zh-CN" altLang="en-US" sz="2800" b="1" dirty="0">
                <a:solidFill>
                  <a:srgbClr val="CC0000"/>
                </a:solidFill>
                <a:latin typeface="宋体" panose="02010600030101010101" pitchFamily="2" charset="-122"/>
                <a:ea typeface="宋体" panose="02010600030101010101" pitchFamily="2" charset="-122"/>
              </a:rPr>
              <a:t>球对称</a:t>
            </a:r>
            <a:endParaRPr lang="zh-CN" altLang="en-US" sz="2800" b="1" dirty="0">
              <a:latin typeface="宋体" panose="02010600030101010101" pitchFamily="2" charset="-122"/>
              <a:ea typeface="宋体" panose="02010600030101010101" pitchFamily="2" charset="-122"/>
            </a:endParaRPr>
          </a:p>
        </p:txBody>
      </p:sp>
      <p:sp>
        <p:nvSpPr>
          <p:cNvPr id="51211" name="Text Box 12"/>
          <p:cNvSpPr txBox="1"/>
          <p:nvPr/>
        </p:nvSpPr>
        <p:spPr>
          <a:xfrm>
            <a:off x="611188" y="2632075"/>
            <a:ext cx="1025525" cy="519113"/>
          </a:xfrm>
          <a:prstGeom prst="rect">
            <a:avLst/>
          </a:prstGeom>
          <a:noFill/>
          <a:ln w="9525">
            <a:noFill/>
          </a:ln>
        </p:spPr>
        <p:txBody>
          <a:bodyPr anchor="t" anchorCtr="0">
            <a:spAutoFit/>
          </a:bodyPr>
          <a:p>
            <a:pPr>
              <a:spcBef>
                <a:spcPct val="50000"/>
              </a:spcBef>
            </a:pPr>
            <a:r>
              <a:rPr lang="zh-CN" altLang="en-US" sz="2800" b="1" dirty="0">
                <a:solidFill>
                  <a:srgbClr val="CC0000"/>
                </a:solidFill>
                <a:latin typeface="Times New Roman" panose="02020603050405020304" pitchFamily="18" charset="0"/>
                <a:ea typeface="宋体" panose="02010600030101010101" pitchFamily="2" charset="-122"/>
              </a:rPr>
              <a:t>解</a:t>
            </a:r>
            <a:endParaRPr lang="zh-CN" altLang="en-US" sz="2800" b="1" dirty="0">
              <a:solidFill>
                <a:srgbClr val="CC0000"/>
              </a:solidFill>
              <a:latin typeface="Times New Roman" panose="02020603050405020304" pitchFamily="18" charset="0"/>
              <a:ea typeface="宋体" panose="02010600030101010101" pitchFamily="2" charset="-122"/>
            </a:endParaRPr>
          </a:p>
        </p:txBody>
      </p:sp>
      <p:sp>
        <p:nvSpPr>
          <p:cNvPr id="36877" name="Rectangle 13"/>
          <p:cNvSpPr/>
          <p:nvPr/>
        </p:nvSpPr>
        <p:spPr>
          <a:xfrm>
            <a:off x="1116013" y="3136900"/>
            <a:ext cx="3041650" cy="519113"/>
          </a:xfrm>
          <a:prstGeom prst="rect">
            <a:avLst/>
          </a:prstGeom>
          <a:noFill/>
          <a:ln w="9525">
            <a:noFill/>
          </a:ln>
        </p:spPr>
        <p:txBody>
          <a:bodyPr wrap="none" anchor="t" anchorCtr="0">
            <a:spAutoFit/>
          </a:bodyPr>
          <a:p>
            <a:pPr algn="ctr">
              <a:spcBef>
                <a:spcPct val="50000"/>
              </a:spcBef>
            </a:pPr>
            <a:r>
              <a:rPr lang="zh-CN" altLang="en-US" sz="2800" b="1" dirty="0">
                <a:solidFill>
                  <a:srgbClr val="CC0000"/>
                </a:solidFill>
                <a:latin typeface="Times New Roman" panose="02020603050405020304" pitchFamily="18" charset="0"/>
                <a:ea typeface="宋体" panose="02010600030101010101" pitchFamily="2" charset="-122"/>
              </a:rPr>
              <a:t>高斯面：</a:t>
            </a:r>
            <a:r>
              <a:rPr lang="zh-CN" altLang="en-US" sz="2800" b="1" dirty="0">
                <a:latin typeface="Times New Roman" panose="02020603050405020304" pitchFamily="18" charset="0"/>
                <a:ea typeface="宋体" panose="02010600030101010101" pitchFamily="2" charset="-122"/>
              </a:rPr>
              <a:t>闭合球面</a:t>
            </a:r>
            <a:endParaRPr lang="zh-CN" altLang="en-US" sz="2800" b="1" dirty="0">
              <a:latin typeface="Times New Roman" panose="02020603050405020304" pitchFamily="18" charset="0"/>
              <a:ea typeface="宋体" panose="02010600030101010101" pitchFamily="2" charset="-122"/>
            </a:endParaRPr>
          </a:p>
        </p:txBody>
      </p:sp>
      <p:grpSp>
        <p:nvGrpSpPr>
          <p:cNvPr id="3" name="Group 14"/>
          <p:cNvGrpSpPr/>
          <p:nvPr/>
        </p:nvGrpSpPr>
        <p:grpSpPr>
          <a:xfrm>
            <a:off x="376238" y="3452813"/>
            <a:ext cx="7831137" cy="1905000"/>
            <a:chOff x="234" y="2088"/>
            <a:chExt cx="4933" cy="1200"/>
          </a:xfrm>
        </p:grpSpPr>
        <p:grpSp>
          <p:nvGrpSpPr>
            <p:cNvPr id="51214" name="Group 15"/>
            <p:cNvGrpSpPr/>
            <p:nvPr/>
          </p:nvGrpSpPr>
          <p:grpSpPr>
            <a:xfrm>
              <a:off x="234" y="2410"/>
              <a:ext cx="2313" cy="330"/>
              <a:chOff x="234" y="2410"/>
              <a:chExt cx="2313" cy="330"/>
            </a:xfrm>
          </p:grpSpPr>
          <p:sp>
            <p:nvSpPr>
              <p:cNvPr id="51215" name="Text Box 16"/>
              <p:cNvSpPr txBox="1"/>
              <p:nvPr/>
            </p:nvSpPr>
            <p:spPr>
              <a:xfrm>
                <a:off x="234" y="2410"/>
                <a:ext cx="1890" cy="330"/>
              </a:xfrm>
              <a:prstGeom prst="rect">
                <a:avLst/>
              </a:prstGeom>
              <a:noFill/>
              <a:ln w="9525">
                <a:noFill/>
              </a:ln>
            </p:spPr>
            <p:txBody>
              <a:bodyPr anchor="t" anchorCtr="0">
                <a:spAutoFit/>
              </a:bodyPr>
              <a:p>
                <a:pPr>
                  <a:spcBef>
                    <a:spcPct val="50000"/>
                  </a:spcBef>
                </a:pPr>
                <a:r>
                  <a:rPr lang="en-US" altLang="zh-CN" sz="2800" b="1" dirty="0">
                    <a:solidFill>
                      <a:srgbClr val="CC0000"/>
                    </a:solidFill>
                    <a:latin typeface="Times New Roman" panose="02020603050405020304" pitchFamily="18" charset="0"/>
                    <a:ea typeface="宋体" panose="02010600030101010101" pitchFamily="2" charset="-122"/>
                  </a:rPr>
                  <a:t>   </a:t>
                </a:r>
                <a:r>
                  <a:rPr lang="en-US" altLang="zh-CN" sz="2800" b="1" dirty="0">
                    <a:solidFill>
                      <a:srgbClr val="CC0000"/>
                    </a:solidFill>
                    <a:latin typeface="宋体" panose="02010600030101010101" pitchFamily="2" charset="-122"/>
                    <a:ea typeface="宋体" panose="02010600030101010101" pitchFamily="2" charset="-122"/>
                  </a:rPr>
                  <a:t>(</a:t>
                </a:r>
                <a:r>
                  <a:rPr lang="en-US" altLang="zh-CN" sz="2800" b="1" dirty="0">
                    <a:solidFill>
                      <a:srgbClr val="CC0000"/>
                    </a:solidFill>
                    <a:latin typeface="Times New Roman" panose="02020603050405020304" pitchFamily="18" charset="0"/>
                    <a:ea typeface="宋体" panose="02010600030101010101" pitchFamily="2" charset="-122"/>
                  </a:rPr>
                  <a:t>1</a:t>
                </a:r>
                <a:r>
                  <a:rPr lang="en-US" altLang="zh-CN" sz="2800" b="1" dirty="0">
                    <a:solidFill>
                      <a:srgbClr val="CC0000"/>
                    </a:solidFill>
                    <a:latin typeface="宋体" panose="02010600030101010101" pitchFamily="2" charset="-122"/>
                    <a:ea typeface="宋体" panose="02010600030101010101" pitchFamily="2" charset="-122"/>
                  </a:rPr>
                  <a:t>)</a:t>
                </a:r>
                <a:r>
                  <a:rPr lang="zh-CN" altLang="en-US" sz="2800" b="1" dirty="0">
                    <a:solidFill>
                      <a:srgbClr val="CC0000"/>
                    </a:solidFill>
                    <a:latin typeface="宋体" panose="02010600030101010101" pitchFamily="2" charset="-122"/>
                    <a:ea typeface="宋体" panose="02010600030101010101" pitchFamily="2" charset="-122"/>
                  </a:rPr>
                  <a:t>球面内</a:t>
                </a:r>
                <a:endParaRPr lang="en-US" altLang="zh-CN" sz="2800" b="1" dirty="0">
                  <a:solidFill>
                    <a:srgbClr val="CC0000"/>
                  </a:solidFill>
                  <a:latin typeface="宋体" panose="02010600030101010101" pitchFamily="2" charset="-122"/>
                  <a:ea typeface="宋体" panose="02010600030101010101" pitchFamily="2" charset="-122"/>
                </a:endParaRPr>
              </a:p>
            </p:txBody>
          </p:sp>
          <p:graphicFrame>
            <p:nvGraphicFramePr>
              <p:cNvPr id="51216" name="Object 17"/>
              <p:cNvGraphicFramePr/>
              <p:nvPr/>
            </p:nvGraphicFramePr>
            <p:xfrm>
              <a:off x="1539" y="2410"/>
              <a:ext cx="1008" cy="320"/>
            </p:xfrm>
            <a:graphic>
              <a:graphicData uri="http://schemas.openxmlformats.org/presentationml/2006/ole">
                <mc:AlternateContent xmlns:mc="http://schemas.openxmlformats.org/markup-compatibility/2006">
                  <mc:Choice xmlns:v="urn:schemas-microsoft-com:vml" Requires="v">
                    <p:oleObj spid="_x0000_s3253" name="" r:id="rId7" imgW="595630" imgH="177800" progId="Equation.3">
                      <p:embed/>
                    </p:oleObj>
                  </mc:Choice>
                  <mc:Fallback>
                    <p:oleObj name="" r:id="rId7" imgW="595630" imgH="177800" progId="Equation.3">
                      <p:embed/>
                      <p:pic>
                        <p:nvPicPr>
                          <p:cNvPr id="0" name="图片 3252"/>
                          <p:cNvPicPr/>
                          <p:nvPr/>
                        </p:nvPicPr>
                        <p:blipFill>
                          <a:blip r:embed="rId8"/>
                          <a:stretch>
                            <a:fillRect/>
                          </a:stretch>
                        </p:blipFill>
                        <p:spPr>
                          <a:xfrm>
                            <a:off x="1539" y="2410"/>
                            <a:ext cx="1008" cy="320"/>
                          </a:xfrm>
                          <a:prstGeom prst="rect">
                            <a:avLst/>
                          </a:prstGeom>
                          <a:noFill/>
                          <a:ln w="38100">
                            <a:noFill/>
                            <a:miter/>
                          </a:ln>
                        </p:spPr>
                      </p:pic>
                    </p:oleObj>
                  </mc:Fallback>
                </mc:AlternateContent>
              </a:graphicData>
            </a:graphic>
          </p:graphicFrame>
        </p:grpSp>
        <p:graphicFrame>
          <p:nvGraphicFramePr>
            <p:cNvPr id="51217" name="Object 18"/>
            <p:cNvGraphicFramePr/>
            <p:nvPr/>
          </p:nvGraphicFramePr>
          <p:xfrm>
            <a:off x="4407" y="2967"/>
            <a:ext cx="260" cy="288"/>
          </p:xfrm>
          <a:graphic>
            <a:graphicData uri="http://schemas.openxmlformats.org/presentationml/2006/ole">
              <mc:AlternateContent xmlns:mc="http://schemas.openxmlformats.org/markup-compatibility/2006">
                <mc:Choice xmlns:v="urn:schemas-microsoft-com:vml" Requires="v">
                  <p:oleObj spid="_x0000_s3252" name="" r:id="rId9" imgW="241300" imgH="254000" progId="Equation.3">
                    <p:embed/>
                  </p:oleObj>
                </mc:Choice>
                <mc:Fallback>
                  <p:oleObj name="" r:id="rId9" imgW="241300" imgH="254000" progId="Equation.3">
                    <p:embed/>
                    <p:pic>
                      <p:nvPicPr>
                        <p:cNvPr id="0" name="图片 3251"/>
                        <p:cNvPicPr/>
                        <p:nvPr/>
                      </p:nvPicPr>
                      <p:blipFill>
                        <a:blip r:embed="rId10">
                          <a:clrChange>
                            <a:clrFrom>
                              <a:srgbClr val="000000"/>
                            </a:clrFrom>
                            <a:clrTo>
                              <a:srgbClr val="333399"/>
                            </a:clrTo>
                          </a:clrChange>
                        </a:blip>
                        <a:stretch>
                          <a:fillRect/>
                        </a:stretch>
                      </p:blipFill>
                      <p:spPr>
                        <a:xfrm>
                          <a:off x="4407" y="2967"/>
                          <a:ext cx="260" cy="288"/>
                        </a:xfrm>
                        <a:prstGeom prst="rect">
                          <a:avLst/>
                        </a:prstGeom>
                        <a:noFill/>
                        <a:ln w="38100">
                          <a:noFill/>
                          <a:miter/>
                        </a:ln>
                      </p:spPr>
                    </p:pic>
                  </p:oleObj>
                </mc:Fallback>
              </mc:AlternateContent>
            </a:graphicData>
          </a:graphic>
        </p:graphicFrame>
        <p:sp>
          <p:nvSpPr>
            <p:cNvPr id="51218" name="Oval 19"/>
            <p:cNvSpPr/>
            <p:nvPr/>
          </p:nvSpPr>
          <p:spPr>
            <a:xfrm>
              <a:off x="4023" y="2506"/>
              <a:ext cx="805" cy="782"/>
            </a:xfrm>
            <a:prstGeom prst="ellipse">
              <a:avLst/>
            </a:prstGeom>
            <a:noFill/>
            <a:ln w="38100" cap="flat" cmpd="sng">
              <a:solidFill>
                <a:schemeClr val="accent2"/>
              </a:solidFill>
              <a:prstDash val="dash"/>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1219" name="Line 20"/>
            <p:cNvSpPr/>
            <p:nvPr/>
          </p:nvSpPr>
          <p:spPr>
            <a:xfrm>
              <a:off x="4407" y="2889"/>
              <a:ext cx="432" cy="138"/>
            </a:xfrm>
            <a:prstGeom prst="line">
              <a:avLst/>
            </a:prstGeom>
            <a:ln w="38100" cap="flat" cmpd="sng">
              <a:solidFill>
                <a:schemeClr val="accent2"/>
              </a:solidFill>
              <a:prstDash val="solid"/>
              <a:round/>
              <a:headEnd type="none" w="med" len="med"/>
              <a:tailEnd type="triangle" w="sm" len="lg"/>
            </a:ln>
          </p:spPr>
        </p:sp>
        <p:graphicFrame>
          <p:nvGraphicFramePr>
            <p:cNvPr id="51220" name="Object 21"/>
            <p:cNvGraphicFramePr/>
            <p:nvPr/>
          </p:nvGraphicFramePr>
          <p:xfrm>
            <a:off x="4954" y="2088"/>
            <a:ext cx="213" cy="317"/>
          </p:xfrm>
          <a:graphic>
            <a:graphicData uri="http://schemas.openxmlformats.org/presentationml/2006/ole">
              <mc:AlternateContent xmlns:mc="http://schemas.openxmlformats.org/markup-compatibility/2006">
                <mc:Choice xmlns:v="urn:schemas-microsoft-com:vml" Requires="v">
                  <p:oleObj spid="_x0000_s3250" name="" r:id="rId11" imgW="304800" imgH="393700" progId="Equation.3">
                    <p:embed/>
                  </p:oleObj>
                </mc:Choice>
                <mc:Fallback>
                  <p:oleObj name="" r:id="rId11" imgW="304800" imgH="393700" progId="Equation.3">
                    <p:embed/>
                    <p:pic>
                      <p:nvPicPr>
                        <p:cNvPr id="0" name="图片 3249"/>
                        <p:cNvPicPr/>
                        <p:nvPr/>
                      </p:nvPicPr>
                      <p:blipFill>
                        <a:blip r:embed="rId12">
                          <a:clrChange>
                            <a:clrFrom>
                              <a:srgbClr val="000000"/>
                            </a:clrFrom>
                            <a:clrTo>
                              <a:srgbClr val="333399"/>
                            </a:clrTo>
                          </a:clrChange>
                        </a:blip>
                        <a:stretch>
                          <a:fillRect/>
                        </a:stretch>
                      </p:blipFill>
                      <p:spPr>
                        <a:xfrm>
                          <a:off x="4954" y="2088"/>
                          <a:ext cx="213" cy="317"/>
                        </a:xfrm>
                        <a:prstGeom prst="rect">
                          <a:avLst/>
                        </a:prstGeom>
                        <a:solidFill>
                          <a:schemeClr val="bg1">
                            <a:alpha val="50195"/>
                          </a:schemeClr>
                        </a:solidFill>
                        <a:ln w="38100">
                          <a:noFill/>
                          <a:miter/>
                        </a:ln>
                      </p:spPr>
                    </p:pic>
                  </p:oleObj>
                </mc:Fallback>
              </mc:AlternateContent>
            </a:graphicData>
          </a:graphic>
        </p:graphicFrame>
        <p:sp>
          <p:nvSpPr>
            <p:cNvPr id="51221" name="Line 22"/>
            <p:cNvSpPr/>
            <p:nvPr/>
          </p:nvSpPr>
          <p:spPr>
            <a:xfrm flipH="1">
              <a:off x="4695" y="2306"/>
              <a:ext cx="240" cy="250"/>
            </a:xfrm>
            <a:prstGeom prst="line">
              <a:avLst/>
            </a:prstGeom>
            <a:ln w="9525" cap="flat" cmpd="sng">
              <a:solidFill>
                <a:schemeClr val="tx1"/>
              </a:solidFill>
              <a:prstDash val="solid"/>
              <a:round/>
              <a:headEnd type="none" w="med" len="med"/>
              <a:tailEnd type="triangle" w="sm" len="lg"/>
            </a:ln>
          </p:spPr>
        </p:sp>
      </p:grpSp>
      <p:sp>
        <p:nvSpPr>
          <p:cNvPr id="51222" name="Text Box 23"/>
          <p:cNvSpPr txBox="1"/>
          <p:nvPr/>
        </p:nvSpPr>
        <p:spPr>
          <a:xfrm>
            <a:off x="6400800" y="4575175"/>
            <a:ext cx="457200" cy="579438"/>
          </a:xfrm>
          <a:prstGeom prst="rect">
            <a:avLst/>
          </a:prstGeom>
          <a:noFill/>
          <a:ln w="9525">
            <a:noFill/>
          </a:ln>
        </p:spPr>
        <p:txBody>
          <a:bodyPr anchor="t" anchorCtr="0">
            <a:spAutoFit/>
          </a:bodyPr>
          <a:p>
            <a:pPr>
              <a:spcBef>
                <a:spcPct val="50000"/>
              </a:spcBef>
            </a:pPr>
            <a:r>
              <a:rPr lang="en-US" altLang="zh-CN" sz="3200" i="1" dirty="0">
                <a:solidFill>
                  <a:srgbClr val="CC0000"/>
                </a:solidFill>
                <a:latin typeface="Times New Roman" panose="02020603050405020304" pitchFamily="18" charset="0"/>
                <a:ea typeface="宋体" panose="02010600030101010101" pitchFamily="2" charset="-122"/>
              </a:rPr>
              <a:t>R</a:t>
            </a:r>
            <a:endParaRPr lang="en-US" altLang="zh-CN" sz="3200" i="1" dirty="0">
              <a:solidFill>
                <a:srgbClr val="CC0000"/>
              </a:solidFill>
              <a:latin typeface="Times New Roman" panose="02020603050405020304" pitchFamily="18" charset="0"/>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6875"/>
                                        </p:tgtEl>
                                        <p:attrNameLst>
                                          <p:attrName>style.visibility</p:attrName>
                                        </p:attrNameLst>
                                      </p:cBhvr>
                                      <p:to>
                                        <p:strVal val="visible"/>
                                      </p:to>
                                    </p:set>
                                    <p:animEffect transition="in" filter="box(in)">
                                      <p:cBhvr>
                                        <p:cTn id="7" dur="500"/>
                                        <p:tgtEl>
                                          <p:spTgt spid="3687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6877"/>
                                        </p:tgtEl>
                                        <p:attrNameLst>
                                          <p:attrName>style.visibility</p:attrName>
                                        </p:attrNameLst>
                                      </p:cBhvr>
                                      <p:to>
                                        <p:strVal val="visible"/>
                                      </p:to>
                                    </p:set>
                                    <p:animEffect transition="in" filter="box(in)">
                                      <p:cBhvr>
                                        <p:cTn id="12" dur="500"/>
                                        <p:tgtEl>
                                          <p:spTgt spid="368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5" grpId="0"/>
      <p:bldP spid="3687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1"/>
          <p:cNvSpPr/>
          <p:nvPr/>
        </p:nvSpPr>
        <p:spPr>
          <a:xfrm>
            <a:off x="5500688" y="1065213"/>
            <a:ext cx="2971800" cy="29718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2226" name="Oval 22"/>
          <p:cNvSpPr/>
          <p:nvPr/>
        </p:nvSpPr>
        <p:spPr>
          <a:xfrm>
            <a:off x="6110288" y="1598613"/>
            <a:ext cx="1870075" cy="1849437"/>
          </a:xfrm>
          <a:prstGeom prst="ellipse">
            <a:avLst/>
          </a:prstGeom>
          <a:gradFill rotWithShape="0">
            <a:gsLst>
              <a:gs pos="0">
                <a:schemeClr val="bg1"/>
              </a:gs>
              <a:gs pos="100000">
                <a:srgbClr val="99CCFF"/>
              </a:gs>
            </a:gsLst>
            <a:path path="shape">
              <a:fillToRect l="50000" t="50000" r="50000" b="50000"/>
            </a:path>
            <a:tileRect/>
          </a:gra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52227" name="Object 23"/>
          <p:cNvGraphicFramePr/>
          <p:nvPr/>
        </p:nvGraphicFramePr>
        <p:xfrm>
          <a:off x="6811963" y="2500313"/>
          <a:ext cx="403225" cy="469900"/>
        </p:xfrm>
        <a:graphic>
          <a:graphicData uri="http://schemas.openxmlformats.org/presentationml/2006/ole">
            <mc:AlternateContent xmlns:mc="http://schemas.openxmlformats.org/markup-compatibility/2006">
              <mc:Choice xmlns:v="urn:schemas-microsoft-com:vml" Requires="v">
                <p:oleObj spid="_x0000_s3254" name="" r:id="rId1" imgW="152400" imgH="177800" progId="Equation.3">
                  <p:embed/>
                </p:oleObj>
              </mc:Choice>
              <mc:Fallback>
                <p:oleObj name="" r:id="rId1" imgW="152400" imgH="177800" progId="Equation.3">
                  <p:embed/>
                  <p:pic>
                    <p:nvPicPr>
                      <p:cNvPr id="0" name="图片 3253"/>
                      <p:cNvPicPr/>
                      <p:nvPr/>
                    </p:nvPicPr>
                    <p:blipFill>
                      <a:blip r:embed="rId2"/>
                      <a:stretch>
                        <a:fillRect/>
                      </a:stretch>
                    </p:blipFill>
                    <p:spPr>
                      <a:xfrm>
                        <a:off x="6811963" y="2500313"/>
                        <a:ext cx="403225" cy="469900"/>
                      </a:xfrm>
                      <a:prstGeom prst="rect">
                        <a:avLst/>
                      </a:prstGeom>
                      <a:noFill/>
                      <a:ln w="38100">
                        <a:noFill/>
                        <a:miter/>
                      </a:ln>
                    </p:spPr>
                  </p:pic>
                </p:oleObj>
              </mc:Fallback>
            </mc:AlternateContent>
          </a:graphicData>
        </a:graphic>
      </p:graphicFrame>
      <p:sp>
        <p:nvSpPr>
          <p:cNvPr id="52228" name="Rectangle 24"/>
          <p:cNvSpPr/>
          <p:nvPr/>
        </p:nvSpPr>
        <p:spPr>
          <a:xfrm>
            <a:off x="7253288" y="2665413"/>
            <a:ext cx="477837" cy="579437"/>
          </a:xfrm>
          <a:prstGeom prst="rect">
            <a:avLst/>
          </a:prstGeom>
          <a:noFill/>
          <a:ln w="9525">
            <a:noFill/>
          </a:ln>
        </p:spPr>
        <p:txBody>
          <a:bodyPr wrap="none" anchor="t" anchorCtr="0">
            <a:spAutoFit/>
          </a:bodyPr>
          <a:p>
            <a:pPr algn="ctr"/>
            <a:r>
              <a:rPr lang="en-US" altLang="zh-CN" sz="3200" i="1" dirty="0">
                <a:latin typeface="Times New Roman" panose="02020603050405020304" pitchFamily="18" charset="0"/>
                <a:ea typeface="宋体" panose="02010600030101010101" pitchFamily="2" charset="-122"/>
              </a:rPr>
              <a:t>Q</a:t>
            </a:r>
            <a:endParaRPr lang="en-US" altLang="zh-CN" sz="3200" i="1" dirty="0">
              <a:latin typeface="Times New Roman" panose="02020603050405020304" pitchFamily="18" charset="0"/>
              <a:ea typeface="宋体" panose="02010600030101010101" pitchFamily="2" charset="-122"/>
            </a:endParaRPr>
          </a:p>
        </p:txBody>
      </p:sp>
      <p:grpSp>
        <p:nvGrpSpPr>
          <p:cNvPr id="3" name="Group 25"/>
          <p:cNvGrpSpPr/>
          <p:nvPr/>
        </p:nvGrpSpPr>
        <p:grpSpPr>
          <a:xfrm>
            <a:off x="5757863" y="1384300"/>
            <a:ext cx="2449512" cy="2286000"/>
            <a:chOff x="3618" y="2169"/>
            <a:chExt cx="1543" cy="1440"/>
          </a:xfrm>
        </p:grpSpPr>
        <p:sp>
          <p:nvSpPr>
            <p:cNvPr id="52230" name="Oval 26"/>
            <p:cNvSpPr/>
            <p:nvPr/>
          </p:nvSpPr>
          <p:spPr>
            <a:xfrm>
              <a:off x="3717" y="2169"/>
              <a:ext cx="1444" cy="1428"/>
            </a:xfrm>
            <a:prstGeom prst="ellipse">
              <a:avLst/>
            </a:prstGeom>
            <a:solidFill>
              <a:srgbClr val="FFCCCC">
                <a:alpha val="50195"/>
              </a:srgbClr>
            </a:solidFill>
            <a:ln w="38100" cap="flat" cmpd="sng">
              <a:solidFill>
                <a:srgbClr val="FF0000"/>
              </a:solidFill>
              <a:prstDash val="dash"/>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2231" name="Line 27"/>
            <p:cNvSpPr/>
            <p:nvPr/>
          </p:nvSpPr>
          <p:spPr>
            <a:xfrm flipH="1" flipV="1">
              <a:off x="3744" y="2640"/>
              <a:ext cx="697" cy="221"/>
            </a:xfrm>
            <a:prstGeom prst="line">
              <a:avLst/>
            </a:prstGeom>
            <a:ln w="38100" cap="flat" cmpd="sng">
              <a:solidFill>
                <a:srgbClr val="FF0000"/>
              </a:solidFill>
              <a:prstDash val="sysDot"/>
              <a:round/>
              <a:headEnd type="none" w="med" len="med"/>
              <a:tailEnd type="triangle" w="sm" len="lg"/>
            </a:ln>
          </p:spPr>
        </p:sp>
        <p:graphicFrame>
          <p:nvGraphicFramePr>
            <p:cNvPr id="52232" name="Object 28"/>
            <p:cNvGraphicFramePr/>
            <p:nvPr/>
          </p:nvGraphicFramePr>
          <p:xfrm>
            <a:off x="4080" y="2448"/>
            <a:ext cx="229" cy="259"/>
          </p:xfrm>
          <a:graphic>
            <a:graphicData uri="http://schemas.openxmlformats.org/presentationml/2006/ole">
              <mc:AlternateContent xmlns:mc="http://schemas.openxmlformats.org/markup-compatibility/2006">
                <mc:Choice xmlns:v="urn:schemas-microsoft-com:vml" Requires="v">
                  <p:oleObj spid="_x0000_s3251" name="" r:id="rId3" imgW="241300" imgH="254000" progId="Equation.3">
                    <p:embed/>
                  </p:oleObj>
                </mc:Choice>
                <mc:Fallback>
                  <p:oleObj name="" r:id="rId3" imgW="241300" imgH="254000" progId="Equation.3">
                    <p:embed/>
                    <p:pic>
                      <p:nvPicPr>
                        <p:cNvPr id="0" name="图片 3250"/>
                        <p:cNvPicPr/>
                        <p:nvPr/>
                      </p:nvPicPr>
                      <p:blipFill>
                        <a:blip r:embed="rId4">
                          <a:clrChange>
                            <a:clrFrom>
                              <a:srgbClr val="000000"/>
                            </a:clrFrom>
                            <a:clrTo>
                              <a:srgbClr val="FF0000"/>
                            </a:clrTo>
                          </a:clrChange>
                        </a:blip>
                        <a:stretch>
                          <a:fillRect/>
                        </a:stretch>
                      </p:blipFill>
                      <p:spPr>
                        <a:xfrm>
                          <a:off x="4080" y="2448"/>
                          <a:ext cx="229" cy="259"/>
                        </a:xfrm>
                        <a:prstGeom prst="rect">
                          <a:avLst/>
                        </a:prstGeom>
                        <a:noFill/>
                        <a:ln w="38100">
                          <a:noFill/>
                          <a:miter/>
                        </a:ln>
                      </p:spPr>
                    </p:pic>
                  </p:oleObj>
                </mc:Fallback>
              </mc:AlternateContent>
            </a:graphicData>
          </a:graphic>
        </p:graphicFrame>
        <p:graphicFrame>
          <p:nvGraphicFramePr>
            <p:cNvPr id="52233" name="Object 29"/>
            <p:cNvGraphicFramePr/>
            <p:nvPr/>
          </p:nvGraphicFramePr>
          <p:xfrm>
            <a:off x="3618" y="3273"/>
            <a:ext cx="270" cy="336"/>
          </p:xfrm>
          <a:graphic>
            <a:graphicData uri="http://schemas.openxmlformats.org/presentationml/2006/ole">
              <mc:AlternateContent xmlns:mc="http://schemas.openxmlformats.org/markup-compatibility/2006">
                <mc:Choice xmlns:v="urn:schemas-microsoft-com:vml" Requires="v">
                  <p:oleObj spid="_x0000_s3258" name="" r:id="rId5" imgW="241300" imgH="304800" progId="Equation.3">
                    <p:embed/>
                  </p:oleObj>
                </mc:Choice>
                <mc:Fallback>
                  <p:oleObj name="" r:id="rId5" imgW="241300" imgH="304800" progId="Equation.3">
                    <p:embed/>
                    <p:pic>
                      <p:nvPicPr>
                        <p:cNvPr id="0" name="图片 3257"/>
                        <p:cNvPicPr/>
                        <p:nvPr/>
                      </p:nvPicPr>
                      <p:blipFill>
                        <a:blip r:embed="rId6">
                          <a:clrChange>
                            <a:clrFrom>
                              <a:srgbClr val="000000"/>
                            </a:clrFrom>
                            <a:clrTo>
                              <a:srgbClr val="FF0000"/>
                            </a:clrTo>
                          </a:clrChange>
                        </a:blip>
                        <a:stretch>
                          <a:fillRect/>
                        </a:stretch>
                      </p:blipFill>
                      <p:spPr>
                        <a:xfrm>
                          <a:off x="3618" y="3273"/>
                          <a:ext cx="270" cy="336"/>
                        </a:xfrm>
                        <a:prstGeom prst="rect">
                          <a:avLst/>
                        </a:prstGeom>
                        <a:noFill/>
                        <a:ln w="38100">
                          <a:noFill/>
                          <a:miter/>
                        </a:ln>
                      </p:spPr>
                    </p:pic>
                  </p:oleObj>
                </mc:Fallback>
              </mc:AlternateContent>
            </a:graphicData>
          </a:graphic>
        </p:graphicFrame>
      </p:grpSp>
      <p:graphicFrame>
        <p:nvGraphicFramePr>
          <p:cNvPr id="37924" name="Object 36"/>
          <p:cNvGraphicFramePr/>
          <p:nvPr/>
        </p:nvGraphicFramePr>
        <p:xfrm>
          <a:off x="1620838" y="2970213"/>
          <a:ext cx="2157412" cy="1260475"/>
        </p:xfrm>
        <a:graphic>
          <a:graphicData uri="http://schemas.openxmlformats.org/presentationml/2006/ole">
            <mc:AlternateContent xmlns:mc="http://schemas.openxmlformats.org/markup-compatibility/2006">
              <mc:Choice xmlns:v="urn:schemas-microsoft-com:vml" Requires="v">
                <p:oleObj spid="_x0000_s3263" name="" r:id="rId7" imgW="735965" imgH="431800" progId="Equation.3">
                  <p:embed/>
                </p:oleObj>
              </mc:Choice>
              <mc:Fallback>
                <p:oleObj name="" r:id="rId7" imgW="735965" imgH="431800" progId="Equation.3">
                  <p:embed/>
                  <p:pic>
                    <p:nvPicPr>
                      <p:cNvPr id="0" name="图片 3262"/>
                      <p:cNvPicPr/>
                      <p:nvPr/>
                    </p:nvPicPr>
                    <p:blipFill>
                      <a:blip r:embed="rId8"/>
                      <a:stretch>
                        <a:fillRect/>
                      </a:stretch>
                    </p:blipFill>
                    <p:spPr>
                      <a:xfrm>
                        <a:off x="1620838" y="2970213"/>
                        <a:ext cx="2157412" cy="1260475"/>
                      </a:xfrm>
                      <a:prstGeom prst="rect">
                        <a:avLst/>
                      </a:prstGeom>
                      <a:solidFill>
                        <a:schemeClr val="accent1"/>
                      </a:solidFill>
                      <a:ln w="12700" cap="flat" cmpd="sng">
                        <a:solidFill>
                          <a:srgbClr val="FF3300"/>
                        </a:solidFill>
                        <a:prstDash val="solid"/>
                        <a:miter/>
                        <a:headEnd type="none" w="med" len="med"/>
                        <a:tailEnd type="none" w="med" len="med"/>
                      </a:ln>
                    </p:spPr>
                  </p:pic>
                </p:oleObj>
              </mc:Fallback>
            </mc:AlternateContent>
          </a:graphicData>
        </a:graphic>
      </p:graphicFrame>
      <p:graphicFrame>
        <p:nvGraphicFramePr>
          <p:cNvPr id="36888" name="Object 24"/>
          <p:cNvGraphicFramePr/>
          <p:nvPr/>
        </p:nvGraphicFramePr>
        <p:xfrm>
          <a:off x="928688" y="1770063"/>
          <a:ext cx="4327525" cy="1241425"/>
        </p:xfrm>
        <a:graphic>
          <a:graphicData uri="http://schemas.openxmlformats.org/presentationml/2006/ole">
            <mc:AlternateContent xmlns:mc="http://schemas.openxmlformats.org/markup-compatibility/2006">
              <mc:Choice xmlns:v="urn:schemas-microsoft-com:vml" Requires="v">
                <p:oleObj spid="_x0000_s3264" name="" r:id="rId9" imgW="1409065" imgH="431800" progId="Equation.3">
                  <p:embed/>
                </p:oleObj>
              </mc:Choice>
              <mc:Fallback>
                <p:oleObj name="" r:id="rId9" imgW="1409065" imgH="431800" progId="Equation.3">
                  <p:embed/>
                  <p:pic>
                    <p:nvPicPr>
                      <p:cNvPr id="0" name="图片 3263"/>
                      <p:cNvPicPr/>
                      <p:nvPr/>
                    </p:nvPicPr>
                    <p:blipFill>
                      <a:blip r:embed="rId10"/>
                      <a:stretch>
                        <a:fillRect/>
                      </a:stretch>
                    </p:blipFill>
                    <p:spPr>
                      <a:xfrm>
                        <a:off x="928688" y="1770063"/>
                        <a:ext cx="4327525" cy="1241425"/>
                      </a:xfrm>
                      <a:prstGeom prst="rect">
                        <a:avLst/>
                      </a:prstGeom>
                      <a:noFill/>
                      <a:ln w="38100">
                        <a:noFill/>
                        <a:miter/>
                      </a:ln>
                    </p:spPr>
                  </p:pic>
                </p:oleObj>
              </mc:Fallback>
            </mc:AlternateContent>
          </a:graphicData>
        </a:graphic>
      </p:graphicFrame>
      <p:grpSp>
        <p:nvGrpSpPr>
          <p:cNvPr id="5" name="Group 28"/>
          <p:cNvGrpSpPr/>
          <p:nvPr/>
        </p:nvGrpSpPr>
        <p:grpSpPr>
          <a:xfrm>
            <a:off x="357188" y="1198563"/>
            <a:ext cx="3462337" cy="584200"/>
            <a:chOff x="567" y="3022"/>
            <a:chExt cx="1385" cy="368"/>
          </a:xfrm>
        </p:grpSpPr>
        <p:graphicFrame>
          <p:nvGraphicFramePr>
            <p:cNvPr id="52237" name="Object 25"/>
            <p:cNvGraphicFramePr/>
            <p:nvPr/>
          </p:nvGraphicFramePr>
          <p:xfrm>
            <a:off x="1424" y="3112"/>
            <a:ext cx="528" cy="233"/>
          </p:xfrm>
          <a:graphic>
            <a:graphicData uri="http://schemas.openxmlformats.org/presentationml/2006/ole">
              <mc:AlternateContent xmlns:mc="http://schemas.openxmlformats.org/markup-compatibility/2006">
                <mc:Choice xmlns:v="urn:schemas-microsoft-com:vml" Requires="v">
                  <p:oleObj spid="_x0000_s3255" name="" r:id="rId11" imgW="584200" imgH="228600" progId="Equation.3">
                    <p:embed/>
                  </p:oleObj>
                </mc:Choice>
                <mc:Fallback>
                  <p:oleObj name="" r:id="rId11" imgW="584200" imgH="228600" progId="Equation.3">
                    <p:embed/>
                    <p:pic>
                      <p:nvPicPr>
                        <p:cNvPr id="0" name="图片 3254"/>
                        <p:cNvPicPr/>
                        <p:nvPr/>
                      </p:nvPicPr>
                      <p:blipFill>
                        <a:blip r:embed="rId12"/>
                        <a:stretch>
                          <a:fillRect/>
                        </a:stretch>
                      </p:blipFill>
                      <p:spPr>
                        <a:xfrm>
                          <a:off x="1424" y="3112"/>
                          <a:ext cx="528" cy="233"/>
                        </a:xfrm>
                        <a:prstGeom prst="rect">
                          <a:avLst/>
                        </a:prstGeom>
                        <a:noFill/>
                        <a:ln w="38100">
                          <a:noFill/>
                          <a:miter/>
                        </a:ln>
                      </p:spPr>
                    </p:pic>
                  </p:oleObj>
                </mc:Fallback>
              </mc:AlternateContent>
            </a:graphicData>
          </a:graphic>
        </p:graphicFrame>
        <p:sp>
          <p:nvSpPr>
            <p:cNvPr id="52238" name="Text Box 26"/>
            <p:cNvSpPr txBox="1"/>
            <p:nvPr/>
          </p:nvSpPr>
          <p:spPr>
            <a:xfrm>
              <a:off x="567" y="3022"/>
              <a:ext cx="1195" cy="368"/>
            </a:xfrm>
            <a:prstGeom prst="rect">
              <a:avLst/>
            </a:prstGeom>
            <a:noFill/>
            <a:ln w="9525">
              <a:noFill/>
            </a:ln>
          </p:spPr>
          <p:txBody>
            <a:bodyPr anchor="t" anchorCtr="0">
              <a:spAutoFit/>
            </a:bodyPr>
            <a:p>
              <a:pPr>
                <a:spcBef>
                  <a:spcPct val="50000"/>
                </a:spcBef>
              </a:pPr>
              <a:r>
                <a:rPr lang="en-US" altLang="zh-CN" sz="3200" b="1" dirty="0">
                  <a:solidFill>
                    <a:srgbClr val="CC0000"/>
                  </a:solidFill>
                  <a:latin typeface="Times New Roman" panose="02020603050405020304" pitchFamily="18" charset="0"/>
                  <a:ea typeface="宋体" panose="02010600030101010101" pitchFamily="2" charset="-122"/>
                </a:rPr>
                <a:t>  </a:t>
              </a:r>
              <a:r>
                <a:rPr lang="en-US" altLang="zh-CN" sz="3200" b="1" dirty="0">
                  <a:solidFill>
                    <a:srgbClr val="CC0000"/>
                  </a:solidFill>
                  <a:latin typeface="宋体" panose="02010600030101010101" pitchFamily="2" charset="-122"/>
                  <a:ea typeface="宋体" panose="02010600030101010101" pitchFamily="2" charset="-122"/>
                </a:rPr>
                <a:t>(</a:t>
              </a:r>
              <a:r>
                <a:rPr lang="en-US" altLang="zh-CN" sz="3200" b="1" dirty="0">
                  <a:solidFill>
                    <a:srgbClr val="CC0000"/>
                  </a:solidFill>
                  <a:latin typeface="Times New Roman" panose="02020603050405020304" pitchFamily="18" charset="0"/>
                  <a:ea typeface="宋体" panose="02010600030101010101" pitchFamily="2" charset="-122"/>
                </a:rPr>
                <a:t>2</a:t>
              </a:r>
              <a:r>
                <a:rPr lang="en-US" altLang="zh-CN" sz="3200" b="1" dirty="0">
                  <a:solidFill>
                    <a:srgbClr val="CC0000"/>
                  </a:solidFill>
                  <a:latin typeface="宋体" panose="02010600030101010101" pitchFamily="2" charset="-122"/>
                  <a:ea typeface="宋体" panose="02010600030101010101" pitchFamily="2" charset="-122"/>
                </a:rPr>
                <a:t>)</a:t>
              </a:r>
              <a:r>
                <a:rPr lang="zh-CN" altLang="en-US" sz="3200" b="1" dirty="0">
                  <a:solidFill>
                    <a:srgbClr val="CC0000"/>
                  </a:solidFill>
                  <a:latin typeface="宋体" panose="02010600030101010101" pitchFamily="2" charset="-122"/>
                  <a:ea typeface="宋体" panose="02010600030101010101" pitchFamily="2" charset="-122"/>
                </a:rPr>
                <a:t>球面外</a:t>
              </a:r>
              <a:endParaRPr lang="en-US" altLang="zh-CN" sz="3200" b="1" dirty="0">
                <a:solidFill>
                  <a:srgbClr val="CC0000"/>
                </a:solidFill>
                <a:latin typeface="宋体" panose="02010600030101010101" pitchFamily="2" charset="-122"/>
                <a:ea typeface="宋体" panose="02010600030101010101" pitchFamily="2" charset="-122"/>
              </a:endParaRPr>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6888"/>
                                        </p:tgtEl>
                                        <p:attrNameLst>
                                          <p:attrName>style.visibility</p:attrName>
                                        </p:attrNameLst>
                                      </p:cBhvr>
                                      <p:to>
                                        <p:strVal val="visible"/>
                                      </p:to>
                                    </p:set>
                                    <p:animEffect transition="in" filter="blinds(vertical)">
                                      <p:cBhvr>
                                        <p:cTn id="17" dur="500"/>
                                        <p:tgtEl>
                                          <p:spTgt spid="3688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37924"/>
                                        </p:tgtEl>
                                        <p:attrNameLst>
                                          <p:attrName>style.visibility</p:attrName>
                                        </p:attrNameLst>
                                      </p:cBhvr>
                                      <p:to>
                                        <p:strVal val="visible"/>
                                      </p:to>
                                    </p:set>
                                    <p:animEffect transition="in" filter="blinds(vertical)">
                                      <p:cBhvr>
                                        <p:cTn id="22" dur="500"/>
                                        <p:tgtEl>
                                          <p:spTgt spid="37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6"/>
          <p:cNvGrpSpPr/>
          <p:nvPr/>
        </p:nvGrpSpPr>
        <p:grpSpPr>
          <a:xfrm>
            <a:off x="1143000" y="3071813"/>
            <a:ext cx="3576638" cy="2259012"/>
            <a:chOff x="864" y="2352"/>
            <a:chExt cx="2253" cy="1423"/>
          </a:xfrm>
        </p:grpSpPr>
        <p:sp>
          <p:nvSpPr>
            <p:cNvPr id="53250" name="Rectangle 7"/>
            <p:cNvSpPr/>
            <p:nvPr/>
          </p:nvSpPr>
          <p:spPr>
            <a:xfrm>
              <a:off x="864" y="2352"/>
              <a:ext cx="2234" cy="1423"/>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3251" name="Line 8"/>
            <p:cNvSpPr/>
            <p:nvPr/>
          </p:nvSpPr>
          <p:spPr>
            <a:xfrm>
              <a:off x="914" y="3440"/>
              <a:ext cx="2134" cy="0"/>
            </a:xfrm>
            <a:prstGeom prst="line">
              <a:avLst/>
            </a:prstGeom>
            <a:ln w="12700" cap="flat" cmpd="sng">
              <a:solidFill>
                <a:schemeClr val="tx1"/>
              </a:solidFill>
              <a:prstDash val="solid"/>
              <a:round/>
              <a:headEnd type="none" w="med" len="med"/>
              <a:tailEnd type="triangle" w="sm" len="lg"/>
            </a:ln>
          </p:spPr>
        </p:sp>
        <p:sp>
          <p:nvSpPr>
            <p:cNvPr id="53252" name="Line 9"/>
            <p:cNvSpPr/>
            <p:nvPr/>
          </p:nvSpPr>
          <p:spPr>
            <a:xfrm flipH="1">
              <a:off x="1658" y="2729"/>
              <a:ext cx="562" cy="0"/>
            </a:xfrm>
            <a:prstGeom prst="line">
              <a:avLst/>
            </a:prstGeom>
            <a:ln w="12700" cap="flat" cmpd="sng">
              <a:solidFill>
                <a:schemeClr val="tx1"/>
              </a:solidFill>
              <a:prstDash val="sysDot"/>
              <a:round/>
              <a:headEnd type="none" w="med" len="med"/>
              <a:tailEnd type="none" w="med" len="med"/>
            </a:ln>
          </p:spPr>
        </p:sp>
        <p:sp>
          <p:nvSpPr>
            <p:cNvPr id="53253" name="Line 10"/>
            <p:cNvSpPr/>
            <p:nvPr/>
          </p:nvSpPr>
          <p:spPr>
            <a:xfrm>
              <a:off x="1653" y="3440"/>
              <a:ext cx="562" cy="0"/>
            </a:xfrm>
            <a:prstGeom prst="line">
              <a:avLst/>
            </a:prstGeom>
            <a:ln w="38100" cap="flat" cmpd="sng">
              <a:solidFill>
                <a:srgbClr val="FF0000"/>
              </a:solidFill>
              <a:prstDash val="solid"/>
              <a:round/>
              <a:headEnd type="none" w="med" len="med"/>
              <a:tailEnd type="none" w="med" len="med"/>
            </a:ln>
          </p:spPr>
        </p:sp>
        <p:sp>
          <p:nvSpPr>
            <p:cNvPr id="53254" name="Freeform 11"/>
            <p:cNvSpPr/>
            <p:nvPr/>
          </p:nvSpPr>
          <p:spPr>
            <a:xfrm>
              <a:off x="2215" y="2729"/>
              <a:ext cx="734" cy="586"/>
            </a:xfrm>
            <a:custGeom>
              <a:avLst/>
              <a:gdLst/>
              <a:ahLst/>
              <a:cxnLst>
                <a:cxn ang="0">
                  <a:pos x="0" y="0"/>
                </a:cxn>
                <a:cxn ang="0">
                  <a:pos x="78" y="140"/>
                </a:cxn>
                <a:cxn ang="0">
                  <a:pos x="229" y="314"/>
                </a:cxn>
                <a:cxn ang="0">
                  <a:pos x="409" y="440"/>
                </a:cxn>
                <a:cxn ang="0">
                  <a:pos x="734" y="586"/>
                </a:cxn>
              </a:cxnLst>
              <a:pathLst>
                <a:path w="814" h="672">
                  <a:moveTo>
                    <a:pt x="0" y="0"/>
                  </a:moveTo>
                  <a:cubicBezTo>
                    <a:pt x="14" y="27"/>
                    <a:pt x="44" y="100"/>
                    <a:pt x="86" y="160"/>
                  </a:cubicBezTo>
                  <a:cubicBezTo>
                    <a:pt x="128" y="220"/>
                    <a:pt x="193" y="303"/>
                    <a:pt x="254" y="360"/>
                  </a:cubicBezTo>
                  <a:cubicBezTo>
                    <a:pt x="315" y="417"/>
                    <a:pt x="361" y="452"/>
                    <a:pt x="454" y="504"/>
                  </a:cubicBezTo>
                  <a:cubicBezTo>
                    <a:pt x="547" y="556"/>
                    <a:pt x="739" y="637"/>
                    <a:pt x="814" y="672"/>
                  </a:cubicBezTo>
                </a:path>
              </a:pathLst>
            </a:custGeom>
            <a:noFill/>
            <a:ln w="38100" cap="flat" cmpd="sng">
              <a:solidFill>
                <a:srgbClr val="FF0000"/>
              </a:solidFill>
              <a:prstDash val="solid"/>
              <a:round/>
              <a:headEnd type="none" w="med" len="med"/>
              <a:tailEnd type="none" w="med" len="med"/>
            </a:ln>
          </p:spPr>
          <p:txBody>
            <a:bodyPr/>
            <a:p>
              <a:endParaRPr lang="zh-CN" altLang="en-US"/>
            </a:p>
          </p:txBody>
        </p:sp>
        <p:graphicFrame>
          <p:nvGraphicFramePr>
            <p:cNvPr id="53255" name="Object 12"/>
            <p:cNvGraphicFramePr/>
            <p:nvPr/>
          </p:nvGraphicFramePr>
          <p:xfrm>
            <a:off x="950" y="2448"/>
            <a:ext cx="628" cy="575"/>
          </p:xfrm>
          <a:graphic>
            <a:graphicData uri="http://schemas.openxmlformats.org/presentationml/2006/ole">
              <mc:AlternateContent xmlns:mc="http://schemas.openxmlformats.org/markup-compatibility/2006">
                <mc:Choice xmlns:v="urn:schemas-microsoft-com:vml" Requires="v">
                  <p:oleObj spid="_x0000_s3265" name="" r:id="rId1" imgW="533400" imgH="431800" progId="Equation.3">
                    <p:embed/>
                  </p:oleObj>
                </mc:Choice>
                <mc:Fallback>
                  <p:oleObj name="" r:id="rId1" imgW="533400" imgH="431800" progId="Equation.3">
                    <p:embed/>
                    <p:pic>
                      <p:nvPicPr>
                        <p:cNvPr id="0" name="图片 3264"/>
                        <p:cNvPicPr/>
                        <p:nvPr/>
                      </p:nvPicPr>
                      <p:blipFill>
                        <a:blip r:embed="rId2"/>
                        <a:stretch>
                          <a:fillRect/>
                        </a:stretch>
                      </p:blipFill>
                      <p:spPr>
                        <a:xfrm>
                          <a:off x="950" y="2448"/>
                          <a:ext cx="628" cy="575"/>
                        </a:xfrm>
                        <a:prstGeom prst="rect">
                          <a:avLst/>
                        </a:prstGeom>
                        <a:noFill/>
                        <a:ln w="38100">
                          <a:noFill/>
                          <a:miter/>
                        </a:ln>
                      </p:spPr>
                    </p:pic>
                  </p:oleObj>
                </mc:Fallback>
              </mc:AlternateContent>
            </a:graphicData>
          </a:graphic>
        </p:graphicFrame>
        <p:graphicFrame>
          <p:nvGraphicFramePr>
            <p:cNvPr id="53256" name="Object 13"/>
            <p:cNvGraphicFramePr/>
            <p:nvPr/>
          </p:nvGraphicFramePr>
          <p:xfrm>
            <a:off x="2703" y="3440"/>
            <a:ext cx="334" cy="293"/>
          </p:xfrm>
          <a:graphic>
            <a:graphicData uri="http://schemas.openxmlformats.org/presentationml/2006/ole">
              <mc:AlternateContent xmlns:mc="http://schemas.openxmlformats.org/markup-compatibility/2006">
                <mc:Choice xmlns:v="urn:schemas-microsoft-com:vml" Requires="v">
                  <p:oleObj spid="_x0000_s3266" name="" r:id="rId3" imgW="114300" imgH="127000" progId="Equation.3">
                    <p:embed/>
                  </p:oleObj>
                </mc:Choice>
                <mc:Fallback>
                  <p:oleObj name="" r:id="rId3" imgW="114300" imgH="127000" progId="Equation.3">
                    <p:embed/>
                    <p:pic>
                      <p:nvPicPr>
                        <p:cNvPr id="0" name="图片 3265"/>
                        <p:cNvPicPr/>
                        <p:nvPr/>
                      </p:nvPicPr>
                      <p:blipFill>
                        <a:blip r:embed="rId4"/>
                        <a:stretch>
                          <a:fillRect/>
                        </a:stretch>
                      </p:blipFill>
                      <p:spPr>
                        <a:xfrm>
                          <a:off x="2703" y="3440"/>
                          <a:ext cx="334" cy="293"/>
                        </a:xfrm>
                        <a:prstGeom prst="rect">
                          <a:avLst/>
                        </a:prstGeom>
                        <a:noFill/>
                        <a:ln w="38100">
                          <a:noFill/>
                          <a:miter/>
                        </a:ln>
                      </p:spPr>
                    </p:pic>
                  </p:oleObj>
                </mc:Fallback>
              </mc:AlternateContent>
            </a:graphicData>
          </a:graphic>
        </p:graphicFrame>
        <p:graphicFrame>
          <p:nvGraphicFramePr>
            <p:cNvPr id="53257" name="Object 14"/>
            <p:cNvGraphicFramePr/>
            <p:nvPr/>
          </p:nvGraphicFramePr>
          <p:xfrm>
            <a:off x="2121" y="3440"/>
            <a:ext cx="282" cy="251"/>
          </p:xfrm>
          <a:graphic>
            <a:graphicData uri="http://schemas.openxmlformats.org/presentationml/2006/ole">
              <mc:AlternateContent xmlns:mc="http://schemas.openxmlformats.org/markup-compatibility/2006">
                <mc:Choice xmlns:v="urn:schemas-microsoft-com:vml" Requires="v">
                  <p:oleObj spid="_x0000_s3261" name="" r:id="rId5" imgW="215900" imgH="228600" progId="Equation.3">
                    <p:embed/>
                  </p:oleObj>
                </mc:Choice>
                <mc:Fallback>
                  <p:oleObj name="" r:id="rId5" imgW="215900" imgH="228600" progId="Equation.3">
                    <p:embed/>
                    <p:pic>
                      <p:nvPicPr>
                        <p:cNvPr id="0" name="图片 3260"/>
                        <p:cNvPicPr/>
                        <p:nvPr/>
                      </p:nvPicPr>
                      <p:blipFill>
                        <a:blip r:embed="rId6"/>
                        <a:stretch>
                          <a:fillRect/>
                        </a:stretch>
                      </p:blipFill>
                      <p:spPr>
                        <a:xfrm>
                          <a:off x="2121" y="3440"/>
                          <a:ext cx="282" cy="251"/>
                        </a:xfrm>
                        <a:prstGeom prst="rect">
                          <a:avLst/>
                        </a:prstGeom>
                        <a:noFill/>
                        <a:ln w="38100">
                          <a:noFill/>
                          <a:miter/>
                        </a:ln>
                      </p:spPr>
                    </p:pic>
                  </p:oleObj>
                </mc:Fallback>
              </mc:AlternateContent>
            </a:graphicData>
          </a:graphic>
        </p:graphicFrame>
        <p:graphicFrame>
          <p:nvGraphicFramePr>
            <p:cNvPr id="53258" name="Object 15"/>
            <p:cNvGraphicFramePr/>
            <p:nvPr/>
          </p:nvGraphicFramePr>
          <p:xfrm>
            <a:off x="1484" y="3440"/>
            <a:ext cx="258" cy="251"/>
          </p:xfrm>
          <a:graphic>
            <a:graphicData uri="http://schemas.openxmlformats.org/presentationml/2006/ole">
              <mc:AlternateContent xmlns:mc="http://schemas.openxmlformats.org/markup-compatibility/2006">
                <mc:Choice xmlns:v="urn:schemas-microsoft-com:vml" Requires="v">
                  <p:oleObj spid="_x0000_s3267" name="" r:id="rId7" imgW="165100" imgH="190500" progId="Equation.3">
                    <p:embed/>
                  </p:oleObj>
                </mc:Choice>
                <mc:Fallback>
                  <p:oleObj name="" r:id="rId7" imgW="165100" imgH="190500" progId="Equation.3">
                    <p:embed/>
                    <p:pic>
                      <p:nvPicPr>
                        <p:cNvPr id="0" name="图片 3266"/>
                        <p:cNvPicPr/>
                        <p:nvPr/>
                      </p:nvPicPr>
                      <p:blipFill>
                        <a:blip r:embed="rId8"/>
                        <a:stretch>
                          <a:fillRect/>
                        </a:stretch>
                      </p:blipFill>
                      <p:spPr>
                        <a:xfrm>
                          <a:off x="1484" y="3440"/>
                          <a:ext cx="258" cy="251"/>
                        </a:xfrm>
                        <a:prstGeom prst="rect">
                          <a:avLst/>
                        </a:prstGeom>
                        <a:noFill/>
                        <a:ln w="38100">
                          <a:noFill/>
                          <a:miter/>
                        </a:ln>
                      </p:spPr>
                    </p:pic>
                  </p:oleObj>
                </mc:Fallback>
              </mc:AlternateContent>
            </a:graphicData>
          </a:graphic>
        </p:graphicFrame>
        <p:graphicFrame>
          <p:nvGraphicFramePr>
            <p:cNvPr id="53259" name="Object 16"/>
            <p:cNvGraphicFramePr/>
            <p:nvPr/>
          </p:nvGraphicFramePr>
          <p:xfrm>
            <a:off x="1708" y="2394"/>
            <a:ext cx="281" cy="251"/>
          </p:xfrm>
          <a:graphic>
            <a:graphicData uri="http://schemas.openxmlformats.org/presentationml/2006/ole">
              <mc:AlternateContent xmlns:mc="http://schemas.openxmlformats.org/markup-compatibility/2006">
                <mc:Choice xmlns:v="urn:schemas-microsoft-com:vml" Requires="v">
                  <p:oleObj spid="_x0000_s3256" name="" r:id="rId9" imgW="215900" imgH="228600" progId="Equation.3">
                    <p:embed/>
                  </p:oleObj>
                </mc:Choice>
                <mc:Fallback>
                  <p:oleObj name="" r:id="rId9" imgW="215900" imgH="228600" progId="Equation.3">
                    <p:embed/>
                    <p:pic>
                      <p:nvPicPr>
                        <p:cNvPr id="0" name="图片 3255"/>
                        <p:cNvPicPr/>
                        <p:nvPr/>
                      </p:nvPicPr>
                      <p:blipFill>
                        <a:blip r:embed="rId10"/>
                        <a:stretch>
                          <a:fillRect/>
                        </a:stretch>
                      </p:blipFill>
                      <p:spPr>
                        <a:xfrm>
                          <a:off x="1708" y="2394"/>
                          <a:ext cx="281" cy="251"/>
                        </a:xfrm>
                        <a:prstGeom prst="rect">
                          <a:avLst/>
                        </a:prstGeom>
                        <a:noFill/>
                        <a:ln w="38100">
                          <a:noFill/>
                          <a:miter/>
                        </a:ln>
                      </p:spPr>
                    </p:pic>
                  </p:oleObj>
                </mc:Fallback>
              </mc:AlternateContent>
            </a:graphicData>
          </a:graphic>
        </p:graphicFrame>
        <p:sp>
          <p:nvSpPr>
            <p:cNvPr id="53260" name="Line 17"/>
            <p:cNvSpPr/>
            <p:nvPr/>
          </p:nvSpPr>
          <p:spPr>
            <a:xfrm flipV="1">
              <a:off x="1658" y="2436"/>
              <a:ext cx="0" cy="1004"/>
            </a:xfrm>
            <a:prstGeom prst="line">
              <a:avLst/>
            </a:prstGeom>
            <a:ln w="12700" cap="flat" cmpd="sng">
              <a:solidFill>
                <a:schemeClr val="tx1"/>
              </a:solidFill>
              <a:prstDash val="solid"/>
              <a:round/>
              <a:headEnd type="none" w="med" len="med"/>
              <a:tailEnd type="triangle" w="sm" len="lg"/>
            </a:ln>
          </p:spPr>
        </p:sp>
        <p:sp>
          <p:nvSpPr>
            <p:cNvPr id="53261" name="Line 18"/>
            <p:cNvSpPr/>
            <p:nvPr/>
          </p:nvSpPr>
          <p:spPr>
            <a:xfrm>
              <a:off x="2204" y="2729"/>
              <a:ext cx="0" cy="711"/>
            </a:xfrm>
            <a:prstGeom prst="line">
              <a:avLst/>
            </a:prstGeom>
            <a:ln w="12700" cap="flat" cmpd="sng">
              <a:solidFill>
                <a:schemeClr val="tx1"/>
              </a:solidFill>
              <a:prstDash val="sysDot"/>
              <a:round/>
              <a:headEnd type="none" w="med" len="med"/>
              <a:tailEnd type="none" w="med" len="med"/>
            </a:ln>
          </p:spPr>
        </p:sp>
        <p:graphicFrame>
          <p:nvGraphicFramePr>
            <p:cNvPr id="53262" name="Object 19"/>
            <p:cNvGraphicFramePr/>
            <p:nvPr/>
          </p:nvGraphicFramePr>
          <p:xfrm>
            <a:off x="2418" y="2400"/>
            <a:ext cx="699" cy="598"/>
          </p:xfrm>
          <a:graphic>
            <a:graphicData uri="http://schemas.openxmlformats.org/presentationml/2006/ole">
              <mc:AlternateContent xmlns:mc="http://schemas.openxmlformats.org/markup-compatibility/2006">
                <mc:Choice xmlns:v="urn:schemas-microsoft-com:vml" Requires="v">
                  <p:oleObj spid="_x0000_s3262" name="" r:id="rId11" imgW="482600" imgH="431800" progId="Equation.3">
                    <p:embed/>
                  </p:oleObj>
                </mc:Choice>
                <mc:Fallback>
                  <p:oleObj name="" r:id="rId11" imgW="482600" imgH="431800" progId="Equation.3">
                    <p:embed/>
                    <p:pic>
                      <p:nvPicPr>
                        <p:cNvPr id="0" name="图片 3261"/>
                        <p:cNvPicPr/>
                        <p:nvPr/>
                      </p:nvPicPr>
                      <p:blipFill>
                        <a:blip r:embed="rId12"/>
                        <a:stretch>
                          <a:fillRect/>
                        </a:stretch>
                      </p:blipFill>
                      <p:spPr>
                        <a:xfrm>
                          <a:off x="2418" y="2400"/>
                          <a:ext cx="699" cy="598"/>
                        </a:xfrm>
                        <a:prstGeom prst="rect">
                          <a:avLst/>
                        </a:prstGeom>
                        <a:noFill/>
                        <a:ln w="38100">
                          <a:noFill/>
                          <a:miter/>
                        </a:ln>
                      </p:spPr>
                    </p:pic>
                  </p:oleObj>
                </mc:Fallback>
              </mc:AlternateContent>
            </a:graphicData>
          </a:graphic>
        </p:graphicFrame>
        <p:sp>
          <p:nvSpPr>
            <p:cNvPr id="53263" name="Line 20"/>
            <p:cNvSpPr/>
            <p:nvPr/>
          </p:nvSpPr>
          <p:spPr>
            <a:xfrm flipH="1">
              <a:off x="2572" y="2980"/>
              <a:ext cx="132" cy="125"/>
            </a:xfrm>
            <a:prstGeom prst="line">
              <a:avLst/>
            </a:prstGeom>
            <a:ln w="9525" cap="flat" cmpd="sng">
              <a:solidFill>
                <a:schemeClr val="tx1"/>
              </a:solidFill>
              <a:prstDash val="solid"/>
              <a:round/>
              <a:headEnd type="none" w="med" len="med"/>
              <a:tailEnd type="triangle" w="med" len="med"/>
            </a:ln>
          </p:spPr>
        </p:sp>
      </p:grpSp>
      <p:grpSp>
        <p:nvGrpSpPr>
          <p:cNvPr id="53264" name="Group 37"/>
          <p:cNvGrpSpPr/>
          <p:nvPr/>
        </p:nvGrpSpPr>
        <p:grpSpPr>
          <a:xfrm>
            <a:off x="1143000" y="779463"/>
            <a:ext cx="3525838" cy="1941512"/>
            <a:chOff x="748" y="234"/>
            <a:chExt cx="2221" cy="1223"/>
          </a:xfrm>
        </p:grpSpPr>
        <p:graphicFrame>
          <p:nvGraphicFramePr>
            <p:cNvPr id="53265" name="Object 3"/>
            <p:cNvGraphicFramePr/>
            <p:nvPr/>
          </p:nvGraphicFramePr>
          <p:xfrm>
            <a:off x="930" y="890"/>
            <a:ext cx="528" cy="233"/>
          </p:xfrm>
          <a:graphic>
            <a:graphicData uri="http://schemas.openxmlformats.org/presentationml/2006/ole">
              <mc:AlternateContent xmlns:mc="http://schemas.openxmlformats.org/markup-compatibility/2006">
                <mc:Choice xmlns:v="urn:schemas-microsoft-com:vml" Requires="v">
                  <p:oleObj spid="_x0000_s3257" name="" r:id="rId13" imgW="584200" imgH="228600" progId="Equation.3">
                    <p:embed/>
                  </p:oleObj>
                </mc:Choice>
                <mc:Fallback>
                  <p:oleObj name="" r:id="rId13" imgW="584200" imgH="228600" progId="Equation.3">
                    <p:embed/>
                    <p:pic>
                      <p:nvPicPr>
                        <p:cNvPr id="0" name="图片 3256"/>
                        <p:cNvPicPr/>
                        <p:nvPr/>
                      </p:nvPicPr>
                      <p:blipFill>
                        <a:blip r:embed="rId14"/>
                        <a:stretch>
                          <a:fillRect/>
                        </a:stretch>
                      </p:blipFill>
                      <p:spPr>
                        <a:xfrm>
                          <a:off x="930" y="890"/>
                          <a:ext cx="528" cy="233"/>
                        </a:xfrm>
                        <a:prstGeom prst="rect">
                          <a:avLst/>
                        </a:prstGeom>
                        <a:noFill/>
                        <a:ln w="38100">
                          <a:noFill/>
                          <a:miter/>
                        </a:ln>
                      </p:spPr>
                    </p:pic>
                  </p:oleObj>
                </mc:Fallback>
              </mc:AlternateContent>
            </a:graphicData>
          </a:graphic>
        </p:graphicFrame>
        <p:graphicFrame>
          <p:nvGraphicFramePr>
            <p:cNvPr id="53266" name="Object 5"/>
            <p:cNvGraphicFramePr/>
            <p:nvPr/>
          </p:nvGraphicFramePr>
          <p:xfrm>
            <a:off x="1610" y="663"/>
            <a:ext cx="1359" cy="794"/>
          </p:xfrm>
          <a:graphic>
            <a:graphicData uri="http://schemas.openxmlformats.org/presentationml/2006/ole">
              <mc:AlternateContent xmlns:mc="http://schemas.openxmlformats.org/markup-compatibility/2006">
                <mc:Choice xmlns:v="urn:schemas-microsoft-com:vml" Requires="v">
                  <p:oleObj spid="_x0000_s3259" name="" r:id="rId15" imgW="735965" imgH="431800" progId="Equation.3">
                    <p:embed/>
                  </p:oleObj>
                </mc:Choice>
                <mc:Fallback>
                  <p:oleObj name="" r:id="rId15" imgW="735965" imgH="431800" progId="Equation.3">
                    <p:embed/>
                    <p:pic>
                      <p:nvPicPr>
                        <p:cNvPr id="0" name="图片 3258"/>
                        <p:cNvPicPr/>
                        <p:nvPr/>
                      </p:nvPicPr>
                      <p:blipFill>
                        <a:blip r:embed="rId16"/>
                        <a:stretch>
                          <a:fillRect/>
                        </a:stretch>
                      </p:blipFill>
                      <p:spPr>
                        <a:xfrm>
                          <a:off x="1610" y="663"/>
                          <a:ext cx="1359" cy="794"/>
                        </a:xfrm>
                        <a:prstGeom prst="rect">
                          <a:avLst/>
                        </a:prstGeom>
                        <a:noFill/>
                        <a:ln w="38100">
                          <a:noFill/>
                          <a:miter/>
                        </a:ln>
                      </p:spPr>
                    </p:pic>
                  </p:oleObj>
                </mc:Fallback>
              </mc:AlternateContent>
            </a:graphicData>
          </a:graphic>
        </p:graphicFrame>
        <p:graphicFrame>
          <p:nvGraphicFramePr>
            <p:cNvPr id="53267" name="Object 30"/>
            <p:cNvGraphicFramePr/>
            <p:nvPr/>
          </p:nvGraphicFramePr>
          <p:xfrm>
            <a:off x="930" y="300"/>
            <a:ext cx="777" cy="262"/>
          </p:xfrm>
          <a:graphic>
            <a:graphicData uri="http://schemas.openxmlformats.org/presentationml/2006/ole">
              <mc:AlternateContent xmlns:mc="http://schemas.openxmlformats.org/markup-compatibility/2006">
                <mc:Choice xmlns:v="urn:schemas-microsoft-com:vml" Requires="v">
                  <p:oleObj spid="_x0000_s3260" name="" r:id="rId17" imgW="595630" imgH="177800" progId="Equation.3">
                    <p:embed/>
                  </p:oleObj>
                </mc:Choice>
                <mc:Fallback>
                  <p:oleObj name="" r:id="rId17" imgW="595630" imgH="177800" progId="Equation.3">
                    <p:embed/>
                    <p:pic>
                      <p:nvPicPr>
                        <p:cNvPr id="0" name="图片 3259"/>
                        <p:cNvPicPr/>
                        <p:nvPr/>
                      </p:nvPicPr>
                      <p:blipFill>
                        <a:blip r:embed="rId18"/>
                        <a:stretch>
                          <a:fillRect/>
                        </a:stretch>
                      </p:blipFill>
                      <p:spPr>
                        <a:xfrm>
                          <a:off x="930" y="300"/>
                          <a:ext cx="777" cy="262"/>
                        </a:xfrm>
                        <a:prstGeom prst="rect">
                          <a:avLst/>
                        </a:prstGeom>
                        <a:noFill/>
                        <a:ln w="38100">
                          <a:noFill/>
                          <a:miter/>
                        </a:ln>
                      </p:spPr>
                    </p:pic>
                  </p:oleObj>
                </mc:Fallback>
              </mc:AlternateContent>
            </a:graphicData>
          </a:graphic>
        </p:graphicFrame>
        <p:graphicFrame>
          <p:nvGraphicFramePr>
            <p:cNvPr id="53268" name="Object 33"/>
            <p:cNvGraphicFramePr/>
            <p:nvPr/>
          </p:nvGraphicFramePr>
          <p:xfrm>
            <a:off x="1790" y="234"/>
            <a:ext cx="804" cy="325"/>
          </p:xfrm>
          <a:graphic>
            <a:graphicData uri="http://schemas.openxmlformats.org/presentationml/2006/ole">
              <mc:AlternateContent xmlns:mc="http://schemas.openxmlformats.org/markup-compatibility/2006">
                <mc:Choice xmlns:v="urn:schemas-microsoft-com:vml" Requires="v">
                  <p:oleObj spid="_x0000_s3268" name="" r:id="rId19" imgW="381000" imgH="177165" progId="Equation.3">
                    <p:embed/>
                  </p:oleObj>
                </mc:Choice>
                <mc:Fallback>
                  <p:oleObj name="" r:id="rId19" imgW="381000" imgH="177165" progId="Equation.3">
                    <p:embed/>
                    <p:pic>
                      <p:nvPicPr>
                        <p:cNvPr id="0" name="图片 3267"/>
                        <p:cNvPicPr/>
                        <p:nvPr/>
                      </p:nvPicPr>
                      <p:blipFill>
                        <a:blip r:embed="rId20"/>
                        <a:stretch>
                          <a:fillRect/>
                        </a:stretch>
                      </p:blipFill>
                      <p:spPr>
                        <a:xfrm>
                          <a:off x="1790" y="234"/>
                          <a:ext cx="804" cy="325"/>
                        </a:xfrm>
                        <a:prstGeom prst="rect">
                          <a:avLst/>
                        </a:prstGeom>
                        <a:noFill/>
                        <a:ln w="38100">
                          <a:noFill/>
                          <a:miter/>
                        </a:ln>
                      </p:spPr>
                    </p:pic>
                  </p:oleObj>
                </mc:Fallback>
              </mc:AlternateContent>
            </a:graphicData>
          </a:graphic>
        </p:graphicFrame>
        <p:sp>
          <p:nvSpPr>
            <p:cNvPr id="53269" name="AutoShape 34"/>
            <p:cNvSpPr/>
            <p:nvPr/>
          </p:nvSpPr>
          <p:spPr>
            <a:xfrm>
              <a:off x="748" y="346"/>
              <a:ext cx="91" cy="771"/>
            </a:xfrm>
            <a:prstGeom prst="leftBrace">
              <a:avLst>
                <a:gd name="adj1" fmla="val 70251"/>
                <a:gd name="adj2" fmla="val 50000"/>
              </a:avLst>
            </a:prstGeom>
            <a:noFill/>
            <a:ln w="38100"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graphicFrame>
        <p:nvGraphicFramePr>
          <p:cNvPr id="37924" name="Object 36"/>
          <p:cNvGraphicFramePr/>
          <p:nvPr/>
        </p:nvGraphicFramePr>
        <p:xfrm>
          <a:off x="5829300" y="3798888"/>
          <a:ext cx="2157413" cy="1260475"/>
        </p:xfrm>
        <a:graphic>
          <a:graphicData uri="http://schemas.openxmlformats.org/presentationml/2006/ole">
            <mc:AlternateContent xmlns:mc="http://schemas.openxmlformats.org/markup-compatibility/2006">
              <mc:Choice xmlns:v="urn:schemas-microsoft-com:vml" Requires="v">
                <p:oleObj spid="_x0000_s3270" name="" r:id="rId21" imgW="735965" imgH="431800" progId="Equation.3">
                  <p:embed/>
                </p:oleObj>
              </mc:Choice>
              <mc:Fallback>
                <p:oleObj name="" r:id="rId21" imgW="735965" imgH="431800" progId="Equation.3">
                  <p:embed/>
                  <p:pic>
                    <p:nvPicPr>
                      <p:cNvPr id="0" name="图片 3269"/>
                      <p:cNvPicPr/>
                      <p:nvPr/>
                    </p:nvPicPr>
                    <p:blipFill>
                      <a:blip r:embed="rId16"/>
                      <a:stretch>
                        <a:fillRect/>
                      </a:stretch>
                    </p:blipFill>
                    <p:spPr>
                      <a:xfrm>
                        <a:off x="5829300" y="3798888"/>
                        <a:ext cx="2157413" cy="1260475"/>
                      </a:xfrm>
                      <a:prstGeom prst="rect">
                        <a:avLst/>
                      </a:prstGeom>
                      <a:solidFill>
                        <a:schemeClr val="accent1"/>
                      </a:solidFill>
                      <a:ln w="12700" cap="flat" cmpd="sng">
                        <a:solidFill>
                          <a:srgbClr val="FF3300"/>
                        </a:solidFill>
                        <a:prstDash val="solid"/>
                        <a:miter/>
                        <a:headEnd type="none" w="med" len="med"/>
                        <a:tailEnd type="none" w="med" len="med"/>
                      </a:ln>
                    </p:spPr>
                  </p:pic>
                </p:oleObj>
              </mc:Fallback>
            </mc:AlternateContent>
          </a:graphicData>
        </a:graphic>
      </p:graphicFrame>
      <p:sp>
        <p:nvSpPr>
          <p:cNvPr id="41" name="Text Box 13"/>
          <p:cNvSpPr txBox="1"/>
          <p:nvPr/>
        </p:nvSpPr>
        <p:spPr>
          <a:xfrm>
            <a:off x="214313" y="5541963"/>
            <a:ext cx="8929687" cy="523875"/>
          </a:xfrm>
          <a:prstGeom prst="rect">
            <a:avLst/>
          </a:prstGeom>
          <a:noFill/>
          <a:ln w="9525">
            <a:noFill/>
          </a:ln>
        </p:spPr>
        <p:txBody>
          <a:bodyPr anchor="t" anchorCtr="0">
            <a:spAutoFit/>
          </a:bodyPr>
          <a:p>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球面外的场强 </a:t>
            </a:r>
            <a:r>
              <a:rPr lang="en-US" altLang="zh-CN" sz="2800" b="1" dirty="0">
                <a:latin typeface="黑体" panose="02010609060101010101" pitchFamily="49" charset="-122"/>
                <a:ea typeface="黑体" panose="02010609060101010101" pitchFamily="49" charset="-122"/>
              </a:rPr>
              <a:t>= </a:t>
            </a:r>
            <a:r>
              <a:rPr lang="zh-CN" altLang="en-US" sz="2800" b="1" dirty="0">
                <a:latin typeface="宋体" panose="02010600030101010101" pitchFamily="2" charset="-122"/>
                <a:ea typeface="宋体" panose="02010600030101010101" pitchFamily="2" charset="-122"/>
              </a:rPr>
              <a:t>电量集中于球心处的点电荷的场强；</a:t>
            </a:r>
            <a:endParaRPr lang="zh-CN" altLang="en-US" sz="2800" b="1" dirty="0">
              <a:latin typeface="宋体" panose="02010600030101010101" pitchFamily="2" charset="-122"/>
              <a:ea typeface="宋体" panose="02010600030101010101" pitchFamily="2" charset="-122"/>
            </a:endParaRPr>
          </a:p>
        </p:txBody>
      </p:sp>
      <p:sp>
        <p:nvSpPr>
          <p:cNvPr id="42" name="Text Box 14"/>
          <p:cNvSpPr txBox="1"/>
          <p:nvPr/>
        </p:nvSpPr>
        <p:spPr>
          <a:xfrm>
            <a:off x="214313" y="6065838"/>
            <a:ext cx="4968875" cy="523875"/>
          </a:xfrm>
          <a:prstGeom prst="rect">
            <a:avLst/>
          </a:prstGeom>
          <a:noFill/>
          <a:ln w="9525">
            <a:noFill/>
          </a:ln>
        </p:spPr>
        <p:txBody>
          <a:bodyPr anchor="t" anchorCtr="0">
            <a:spAutoFit/>
          </a:bodyPr>
          <a:p>
            <a:r>
              <a:rPr lang="en-US" altLang="zh-CN" sz="2800" b="1" dirty="0">
                <a:latin typeface="宋体" panose="02010600030101010101" pitchFamily="2" charset="-122"/>
                <a:ea typeface="宋体" panose="02010600030101010101" pitchFamily="2" charset="-122"/>
              </a:rPr>
              <a:t>(2) </a:t>
            </a:r>
            <a:r>
              <a:rPr lang="zh-CN" altLang="en-US" sz="2800" b="1" dirty="0">
                <a:latin typeface="宋体" panose="02010600030101010101" pitchFamily="2" charset="-122"/>
                <a:ea typeface="宋体" panose="02010600030101010101" pitchFamily="2" charset="-122"/>
              </a:rPr>
              <a:t>球面内的场强处处为 </a:t>
            </a:r>
            <a:r>
              <a:rPr lang="en-US" altLang="zh-CN" sz="2800" b="1" dirty="0">
                <a:latin typeface="宋体" panose="02010600030101010101" pitchFamily="2" charset="-122"/>
                <a:ea typeface="宋体" panose="02010600030101010101" pitchFamily="2" charset="-122"/>
              </a:rPr>
              <a:t>0 .</a:t>
            </a:r>
            <a:endParaRPr lang="zh-CN" altLang="en-US" sz="2800" b="1" dirty="0">
              <a:latin typeface="宋体" panose="02010600030101010101" pitchFamily="2" charset="-122"/>
              <a:ea typeface="宋体" panose="02010600030101010101" pitchFamily="2" charset="-122"/>
            </a:endParaRPr>
          </a:p>
        </p:txBody>
      </p:sp>
      <p:sp>
        <p:nvSpPr>
          <p:cNvPr id="53273" name="Rectangle 2"/>
          <p:cNvSpPr/>
          <p:nvPr/>
        </p:nvSpPr>
        <p:spPr>
          <a:xfrm>
            <a:off x="5486400" y="623888"/>
            <a:ext cx="2971800" cy="2971800"/>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3274" name="Oval 3"/>
          <p:cNvSpPr/>
          <p:nvPr/>
        </p:nvSpPr>
        <p:spPr>
          <a:xfrm>
            <a:off x="6096000" y="1157288"/>
            <a:ext cx="1870075" cy="1849437"/>
          </a:xfrm>
          <a:prstGeom prst="ellipse">
            <a:avLst/>
          </a:prstGeom>
          <a:gradFill rotWithShape="0">
            <a:gsLst>
              <a:gs pos="0">
                <a:schemeClr val="bg1"/>
              </a:gs>
              <a:gs pos="100000">
                <a:srgbClr val="99CCFF"/>
              </a:gs>
            </a:gsLst>
            <a:path path="shape">
              <a:fillToRect l="50000" t="50000" r="50000" b="50000"/>
            </a:path>
            <a:tileRect/>
          </a:gra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3275" name="Line 4"/>
          <p:cNvSpPr/>
          <p:nvPr/>
        </p:nvSpPr>
        <p:spPr>
          <a:xfrm flipH="1">
            <a:off x="6400800" y="2071688"/>
            <a:ext cx="609600" cy="685800"/>
          </a:xfrm>
          <a:prstGeom prst="line">
            <a:avLst/>
          </a:prstGeom>
          <a:ln w="19050" cap="flat" cmpd="sng">
            <a:solidFill>
              <a:srgbClr val="CC0000"/>
            </a:solidFill>
            <a:prstDash val="solid"/>
            <a:round/>
            <a:headEnd type="none" w="med" len="med"/>
            <a:tailEnd type="triangle" w="sm" len="lg"/>
          </a:ln>
        </p:spPr>
      </p:sp>
      <p:graphicFrame>
        <p:nvGraphicFramePr>
          <p:cNvPr id="53276" name="Object 5"/>
          <p:cNvGraphicFramePr/>
          <p:nvPr/>
        </p:nvGraphicFramePr>
        <p:xfrm>
          <a:off x="6705600" y="1690688"/>
          <a:ext cx="403225" cy="469900"/>
        </p:xfrm>
        <a:graphic>
          <a:graphicData uri="http://schemas.openxmlformats.org/presentationml/2006/ole">
            <mc:AlternateContent xmlns:mc="http://schemas.openxmlformats.org/markup-compatibility/2006">
              <mc:Choice xmlns:v="urn:schemas-microsoft-com:vml" Requires="v">
                <p:oleObj spid="_x0000_s3269" name="" r:id="rId22" imgW="152400" imgH="177800" progId="Equation.3">
                  <p:embed/>
                </p:oleObj>
              </mc:Choice>
              <mc:Fallback>
                <p:oleObj name="" r:id="rId22" imgW="152400" imgH="177800" progId="Equation.3">
                  <p:embed/>
                  <p:pic>
                    <p:nvPicPr>
                      <p:cNvPr id="0" name="图片 3268"/>
                      <p:cNvPicPr/>
                      <p:nvPr/>
                    </p:nvPicPr>
                    <p:blipFill>
                      <a:blip r:embed="rId23"/>
                      <a:stretch>
                        <a:fillRect/>
                      </a:stretch>
                    </p:blipFill>
                    <p:spPr>
                      <a:xfrm>
                        <a:off x="6705600" y="1690688"/>
                        <a:ext cx="403225" cy="469900"/>
                      </a:xfrm>
                      <a:prstGeom prst="rect">
                        <a:avLst/>
                      </a:prstGeom>
                      <a:noFill/>
                      <a:ln w="38100">
                        <a:noFill/>
                        <a:miter/>
                      </a:ln>
                    </p:spPr>
                  </p:pic>
                </p:oleObj>
              </mc:Fallback>
            </mc:AlternateContent>
          </a:graphicData>
        </a:graphic>
      </p:graphicFrame>
      <p:sp>
        <p:nvSpPr>
          <p:cNvPr id="53277" name="Rectangle 6"/>
          <p:cNvSpPr/>
          <p:nvPr/>
        </p:nvSpPr>
        <p:spPr>
          <a:xfrm>
            <a:off x="7620000" y="2605088"/>
            <a:ext cx="477838" cy="579437"/>
          </a:xfrm>
          <a:prstGeom prst="rect">
            <a:avLst/>
          </a:prstGeom>
          <a:noFill/>
          <a:ln w="9525">
            <a:noFill/>
          </a:ln>
        </p:spPr>
        <p:txBody>
          <a:bodyPr wrap="none" anchor="t" anchorCtr="0">
            <a:spAutoFit/>
          </a:bodyPr>
          <a:p>
            <a:pPr algn="ctr"/>
            <a:r>
              <a:rPr lang="en-US" altLang="zh-CN" sz="3200" i="1" dirty="0">
                <a:latin typeface="Times New Roman" panose="02020603050405020304" pitchFamily="18" charset="0"/>
                <a:ea typeface="宋体" panose="02010600030101010101" pitchFamily="2" charset="-122"/>
              </a:rPr>
              <a:t>Q</a:t>
            </a:r>
            <a:endParaRPr lang="en-US" altLang="zh-CN" sz="3200" i="1" dirty="0">
              <a:latin typeface="Times New Roman" panose="02020603050405020304" pitchFamily="18" charset="0"/>
              <a:ea typeface="宋体" panose="02010600030101010101" pitchFamily="2" charset="-122"/>
            </a:endParaRPr>
          </a:p>
        </p:txBody>
      </p:sp>
      <p:sp>
        <p:nvSpPr>
          <p:cNvPr id="53278" name="Text Box 23"/>
          <p:cNvSpPr txBox="1"/>
          <p:nvPr/>
        </p:nvSpPr>
        <p:spPr>
          <a:xfrm>
            <a:off x="6400800" y="1919288"/>
            <a:ext cx="457200" cy="579437"/>
          </a:xfrm>
          <a:prstGeom prst="rect">
            <a:avLst/>
          </a:prstGeom>
          <a:noFill/>
          <a:ln w="9525">
            <a:noFill/>
          </a:ln>
        </p:spPr>
        <p:txBody>
          <a:bodyPr anchor="t" anchorCtr="0">
            <a:spAutoFit/>
          </a:bodyPr>
          <a:p>
            <a:pPr>
              <a:spcBef>
                <a:spcPct val="50000"/>
              </a:spcBef>
            </a:pPr>
            <a:r>
              <a:rPr lang="en-US" altLang="zh-CN" sz="3200" i="1" dirty="0">
                <a:solidFill>
                  <a:srgbClr val="CC0000"/>
                </a:solidFill>
                <a:latin typeface="Times New Roman" panose="02020603050405020304" pitchFamily="18" charset="0"/>
                <a:ea typeface="宋体" panose="02010600030101010101" pitchFamily="2" charset="-122"/>
              </a:rPr>
              <a:t>R</a:t>
            </a:r>
            <a:endParaRPr lang="en-US" altLang="zh-CN" sz="3200" i="1" dirty="0">
              <a:solidFill>
                <a:srgbClr val="CC0000"/>
              </a:solidFill>
              <a:latin typeface="Times New Roman" panose="02020603050405020304" pitchFamily="18" charset="0"/>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37924"/>
                                        </p:tgtEl>
                                        <p:attrNameLst>
                                          <p:attrName>style.visibility</p:attrName>
                                        </p:attrNameLst>
                                      </p:cBhvr>
                                      <p:to>
                                        <p:strVal val="visible"/>
                                      </p:to>
                                    </p:set>
                                    <p:animEffect transition="in" filter="blinds(vertical)">
                                      <p:cBhvr>
                                        <p:cTn id="12" dur="500"/>
                                        <p:tgtEl>
                                          <p:spTgt spid="379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lef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left)">
                                      <p:cBhvr>
                                        <p:cTn id="2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Text Box 2"/>
          <p:cNvSpPr txBox="1"/>
          <p:nvPr/>
        </p:nvSpPr>
        <p:spPr>
          <a:xfrm>
            <a:off x="571500" y="655638"/>
            <a:ext cx="8001000" cy="1716087"/>
          </a:xfrm>
          <a:prstGeom prst="rect">
            <a:avLst/>
          </a:prstGeom>
          <a:noFill/>
          <a:ln w="9525">
            <a:noFill/>
          </a:ln>
        </p:spPr>
        <p:txBody>
          <a:bodyPr anchor="t" anchorCtr="0">
            <a:spAutoFit/>
          </a:bodyPr>
          <a:p>
            <a:pPr>
              <a:lnSpc>
                <a:spcPct val="120000"/>
              </a:lnSpc>
            </a:pPr>
            <a:r>
              <a:rPr lang="en-US" altLang="zh-CN" sz="3200" b="1" dirty="0">
                <a:solidFill>
                  <a:srgbClr val="CC0000"/>
                </a:solidFill>
                <a:latin typeface="宋体" panose="02010600030101010101" pitchFamily="2" charset="-122"/>
                <a:ea typeface="宋体" panose="02010600030101010101" pitchFamily="2" charset="-122"/>
              </a:rPr>
              <a:t>  </a:t>
            </a:r>
            <a:r>
              <a:rPr lang="zh-CN" altLang="en-US" sz="2800" b="1" dirty="0">
                <a:solidFill>
                  <a:srgbClr val="CC0000"/>
                </a:solidFill>
                <a:latin typeface="宋体" panose="02010600030101010101" pitchFamily="2" charset="-122"/>
                <a:ea typeface="宋体" panose="02010600030101010101" pitchFamily="2" charset="-122"/>
              </a:rPr>
              <a:t>例</a:t>
            </a:r>
            <a:r>
              <a:rPr lang="en-US" altLang="zh-CN" sz="2800" b="1" dirty="0">
                <a:solidFill>
                  <a:srgbClr val="CC0000"/>
                </a:solidFill>
                <a:latin typeface="Times New Roman" panose="02020603050405020304" pitchFamily="18" charset="0"/>
                <a:ea typeface="宋体" panose="02010600030101010101" pitchFamily="2" charset="-122"/>
              </a:rPr>
              <a:t>3</a:t>
            </a:r>
            <a:r>
              <a:rPr lang="en-US" altLang="zh-CN" sz="2800" b="1" dirty="0">
                <a:solidFill>
                  <a:srgbClr val="CC0000"/>
                </a:solidFill>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设有一无限长均匀带电直线，单位长度上的电荷，即电荷线密度为</a:t>
            </a:r>
            <a:r>
              <a:rPr lang="zh-CN" altLang="en-US" sz="2800" i="1" dirty="0">
                <a:latin typeface="宋体" panose="02010600030101010101" pitchFamily="2" charset="-122"/>
                <a:ea typeface="宋体" panose="02010600030101010101" pitchFamily="2" charset="-122"/>
                <a:sym typeface="Symbol" panose="05050102010706020507" pitchFamily="18" charset="2"/>
              </a:rPr>
              <a:t></a:t>
            </a:r>
            <a:r>
              <a:rPr lang="zh-CN" altLang="en-US" sz="2800" b="1" dirty="0">
                <a:latin typeface="宋体" panose="02010600030101010101" pitchFamily="2" charset="-122"/>
                <a:ea typeface="宋体" panose="02010600030101010101" pitchFamily="2" charset="-122"/>
              </a:rPr>
              <a:t>，求距直线为</a:t>
            </a:r>
            <a:r>
              <a:rPr lang="en-US" altLang="zh-CN" sz="2800" i="1" dirty="0">
                <a:latin typeface="Times New Roman" panose="02020603050405020304" pitchFamily="18" charset="0"/>
                <a:ea typeface="宋体" panose="02010600030101010101" pitchFamily="2" charset="-122"/>
              </a:rPr>
              <a:t>r </a:t>
            </a:r>
            <a:r>
              <a:rPr lang="zh-CN" altLang="en-US" sz="2800" b="1" dirty="0">
                <a:latin typeface="宋体" panose="02010600030101010101" pitchFamily="2" charset="-122"/>
                <a:ea typeface="宋体" panose="02010600030101010101" pitchFamily="2" charset="-122"/>
              </a:rPr>
              <a:t>处的电场强度</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54274" name="Rectangle 4"/>
          <p:cNvSpPr/>
          <p:nvPr/>
        </p:nvSpPr>
        <p:spPr>
          <a:xfrm>
            <a:off x="2343468" y="2143125"/>
            <a:ext cx="3429000" cy="3962400"/>
          </a:xfrm>
          <a:prstGeom prst="rect">
            <a:avLst/>
          </a:prstGeom>
          <a:solidFill>
            <a:schemeClr val="bg1"/>
          </a:solidFill>
          <a:ln w="9525" cap="flat" cmpd="sng">
            <a:solidFill>
              <a:srgbClr val="006666"/>
            </a:solidFill>
            <a:prstDash val="solid"/>
            <a:miter/>
            <a:headEnd type="none" w="med" len="med"/>
            <a:tailEnd type="none" w="sm" len="lg"/>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38917" name="AutoShape 5"/>
          <p:cNvSpPr>
            <a:spLocks noChangeArrowheads="1"/>
          </p:cNvSpPr>
          <p:nvPr/>
        </p:nvSpPr>
        <p:spPr bwMode="auto">
          <a:xfrm>
            <a:off x="3781743" y="2913063"/>
            <a:ext cx="285750" cy="2722563"/>
          </a:xfrm>
          <a:prstGeom prst="can">
            <a:avLst>
              <a:gd name="adj" fmla="val 54211"/>
            </a:avLst>
          </a:prstGeom>
          <a:gradFill rotWithShape="0">
            <a:gsLst>
              <a:gs pos="0">
                <a:schemeClr val="accent1">
                  <a:gamma/>
                  <a:shade val="66275"/>
                  <a:invGamma/>
                </a:schemeClr>
              </a:gs>
              <a:gs pos="50000">
                <a:schemeClr val="accent1"/>
              </a:gs>
              <a:gs pos="100000">
                <a:schemeClr val="accent1">
                  <a:gamma/>
                  <a:shade val="66275"/>
                  <a:invGamma/>
                </a:schemeClr>
              </a:gs>
            </a:gsLst>
            <a:lin ang="0" scaled="1"/>
          </a:grad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276" name="Text Box 6"/>
          <p:cNvSpPr txBox="1"/>
          <p:nvPr/>
        </p:nvSpPr>
        <p:spPr>
          <a:xfrm>
            <a:off x="3781743" y="3062288"/>
            <a:ext cx="357187" cy="3195637"/>
          </a:xfrm>
          <a:prstGeom prst="rect">
            <a:avLst/>
          </a:prstGeom>
          <a:noFill/>
          <a:ln w="9525">
            <a:noFill/>
          </a:ln>
        </p:spPr>
        <p:txBody>
          <a:bodyPr wrap="none" anchor="t" anchorCtr="0">
            <a:spAutoFit/>
          </a:bodyPr>
          <a:p>
            <a:pPr>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a:p>
            <a:pPr>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a:p>
            <a:pPr>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a:p>
            <a:pPr>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a:p>
            <a:pPr>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a:p>
            <a:pPr>
              <a:spcBef>
                <a:spcPct val="50000"/>
              </a:spcBef>
            </a:pPr>
            <a:endParaRPr lang="en-US" altLang="zh-CN" sz="2400" b="1" dirty="0">
              <a:solidFill>
                <a:srgbClr val="FF0000"/>
              </a:solidFill>
              <a:latin typeface="Times New Roman" panose="02020603050405020304" pitchFamily="18" charset="0"/>
              <a:ea typeface="宋体" panose="02010600030101010101" pitchFamily="2" charset="-122"/>
            </a:endParaRPr>
          </a:p>
        </p:txBody>
      </p:sp>
      <p:sp>
        <p:nvSpPr>
          <p:cNvPr id="54277" name="Line 7"/>
          <p:cNvSpPr/>
          <p:nvPr/>
        </p:nvSpPr>
        <p:spPr>
          <a:xfrm>
            <a:off x="3796030" y="2641600"/>
            <a:ext cx="0" cy="347663"/>
          </a:xfrm>
          <a:prstGeom prst="line">
            <a:avLst/>
          </a:prstGeom>
          <a:ln w="19050" cap="flat" cmpd="sng">
            <a:solidFill>
              <a:schemeClr val="tx1"/>
            </a:solidFill>
            <a:prstDash val="sysDot"/>
            <a:round/>
            <a:headEnd type="none" w="med" len="med"/>
            <a:tailEnd type="none" w="med" len="med"/>
          </a:ln>
        </p:spPr>
      </p:sp>
      <p:sp>
        <p:nvSpPr>
          <p:cNvPr id="54278" name="Line 8"/>
          <p:cNvSpPr/>
          <p:nvPr/>
        </p:nvSpPr>
        <p:spPr>
          <a:xfrm>
            <a:off x="4067493" y="2641600"/>
            <a:ext cx="0" cy="347663"/>
          </a:xfrm>
          <a:prstGeom prst="line">
            <a:avLst/>
          </a:prstGeom>
          <a:ln w="19050" cap="flat" cmpd="sng">
            <a:solidFill>
              <a:schemeClr val="tx1"/>
            </a:solidFill>
            <a:prstDash val="sysDot"/>
            <a:round/>
            <a:headEnd type="none" w="med" len="med"/>
            <a:tailEnd type="none" w="med" len="med"/>
          </a:ln>
        </p:spPr>
      </p:sp>
      <p:sp>
        <p:nvSpPr>
          <p:cNvPr id="54279" name="Line 9"/>
          <p:cNvSpPr/>
          <p:nvPr/>
        </p:nvSpPr>
        <p:spPr>
          <a:xfrm flipH="1">
            <a:off x="3791268" y="5630863"/>
            <a:ext cx="4762" cy="246062"/>
          </a:xfrm>
          <a:prstGeom prst="line">
            <a:avLst/>
          </a:prstGeom>
          <a:ln w="19050" cap="flat" cmpd="sng">
            <a:solidFill>
              <a:schemeClr val="tx1"/>
            </a:solidFill>
            <a:prstDash val="sysDot"/>
            <a:round/>
            <a:headEnd type="none" w="med" len="med"/>
            <a:tailEnd type="none" w="med" len="med"/>
          </a:ln>
        </p:spPr>
      </p:sp>
      <p:sp>
        <p:nvSpPr>
          <p:cNvPr id="54280" name="Line 10"/>
          <p:cNvSpPr/>
          <p:nvPr/>
        </p:nvSpPr>
        <p:spPr>
          <a:xfrm>
            <a:off x="4062730" y="5543550"/>
            <a:ext cx="0" cy="322263"/>
          </a:xfrm>
          <a:prstGeom prst="line">
            <a:avLst/>
          </a:prstGeom>
          <a:ln w="19050" cap="flat" cmpd="sng">
            <a:solidFill>
              <a:schemeClr val="tx1"/>
            </a:solidFill>
            <a:prstDash val="sysDot"/>
            <a:round/>
            <a:headEnd type="none" w="med" len="med"/>
            <a:tailEnd type="none" w="med" len="med"/>
          </a:ln>
        </p:spPr>
      </p:sp>
      <p:sp>
        <p:nvSpPr>
          <p:cNvPr id="54281" name="Line 11"/>
          <p:cNvSpPr/>
          <p:nvPr/>
        </p:nvSpPr>
        <p:spPr>
          <a:xfrm flipV="1">
            <a:off x="3924618" y="2212975"/>
            <a:ext cx="0" cy="763588"/>
          </a:xfrm>
          <a:prstGeom prst="line">
            <a:avLst/>
          </a:prstGeom>
          <a:ln w="12700" cap="flat" cmpd="sng">
            <a:solidFill>
              <a:schemeClr val="tx1"/>
            </a:solidFill>
            <a:prstDash val="solid"/>
            <a:round/>
            <a:headEnd type="none" w="med" len="med"/>
            <a:tailEnd type="none" w="sm" len="lg"/>
          </a:ln>
        </p:spPr>
      </p:sp>
      <p:grpSp>
        <p:nvGrpSpPr>
          <p:cNvPr id="2" name="Group 14"/>
          <p:cNvGrpSpPr/>
          <p:nvPr/>
        </p:nvGrpSpPr>
        <p:grpSpPr>
          <a:xfrm>
            <a:off x="2724468" y="2887663"/>
            <a:ext cx="3057525" cy="2941637"/>
            <a:chOff x="3408" y="1861"/>
            <a:chExt cx="1926" cy="1853"/>
          </a:xfrm>
        </p:grpSpPr>
        <p:grpSp>
          <p:nvGrpSpPr>
            <p:cNvPr id="54283" name="Group 15"/>
            <p:cNvGrpSpPr/>
            <p:nvPr/>
          </p:nvGrpSpPr>
          <p:grpSpPr>
            <a:xfrm>
              <a:off x="3408" y="1861"/>
              <a:ext cx="1926" cy="1853"/>
              <a:chOff x="3408" y="1861"/>
              <a:chExt cx="1926" cy="1853"/>
            </a:xfrm>
          </p:grpSpPr>
          <p:graphicFrame>
            <p:nvGraphicFramePr>
              <p:cNvPr id="54284" name="Object 16"/>
              <p:cNvGraphicFramePr/>
              <p:nvPr/>
            </p:nvGraphicFramePr>
            <p:xfrm>
              <a:off x="4229" y="2625"/>
              <a:ext cx="283" cy="303"/>
            </p:xfrm>
            <a:graphic>
              <a:graphicData uri="http://schemas.openxmlformats.org/presentationml/2006/ole">
                <mc:AlternateContent xmlns:mc="http://schemas.openxmlformats.org/markup-compatibility/2006">
                  <mc:Choice xmlns:v="urn:schemas-microsoft-com:vml" Requires="v">
                    <p:oleObj spid="_x0000_s3272" name="" r:id="rId1" imgW="127000" imgH="139700" progId="Equation.3">
                      <p:embed/>
                    </p:oleObj>
                  </mc:Choice>
                  <mc:Fallback>
                    <p:oleObj name="" r:id="rId1" imgW="127000" imgH="139700" progId="Equation.3">
                      <p:embed/>
                      <p:pic>
                        <p:nvPicPr>
                          <p:cNvPr id="0" name="图片 3271"/>
                          <p:cNvPicPr/>
                          <p:nvPr/>
                        </p:nvPicPr>
                        <p:blipFill>
                          <a:blip r:embed="rId2"/>
                          <a:stretch>
                            <a:fillRect/>
                          </a:stretch>
                        </p:blipFill>
                        <p:spPr>
                          <a:xfrm>
                            <a:off x="4229" y="2625"/>
                            <a:ext cx="283" cy="303"/>
                          </a:xfrm>
                          <a:prstGeom prst="rect">
                            <a:avLst/>
                          </a:prstGeom>
                          <a:noFill/>
                          <a:ln w="38100">
                            <a:noFill/>
                            <a:miter/>
                          </a:ln>
                        </p:spPr>
                      </p:pic>
                    </p:oleObj>
                  </mc:Fallback>
                </mc:AlternateContent>
              </a:graphicData>
            </a:graphic>
          </p:graphicFrame>
          <p:grpSp>
            <p:nvGrpSpPr>
              <p:cNvPr id="54285" name="Group 17"/>
              <p:cNvGrpSpPr/>
              <p:nvPr/>
            </p:nvGrpSpPr>
            <p:grpSpPr>
              <a:xfrm>
                <a:off x="3408" y="1861"/>
                <a:ext cx="1926" cy="1853"/>
                <a:chOff x="3408" y="1861"/>
                <a:chExt cx="1926" cy="1853"/>
              </a:xfrm>
            </p:grpSpPr>
            <p:sp>
              <p:nvSpPr>
                <p:cNvPr id="54286" name="Line 18"/>
                <p:cNvSpPr/>
                <p:nvPr/>
              </p:nvSpPr>
              <p:spPr>
                <a:xfrm flipH="1">
                  <a:off x="3408" y="2880"/>
                  <a:ext cx="768" cy="528"/>
                </a:xfrm>
                <a:prstGeom prst="line">
                  <a:avLst/>
                </a:prstGeom>
                <a:ln w="12700" cap="flat" cmpd="sng">
                  <a:solidFill>
                    <a:schemeClr val="tx1"/>
                  </a:solidFill>
                  <a:prstDash val="solid"/>
                  <a:round/>
                  <a:headEnd type="none" w="med" len="med"/>
                  <a:tailEnd type="triangle" w="sm" len="lg"/>
                </a:ln>
              </p:spPr>
            </p:sp>
            <p:sp>
              <p:nvSpPr>
                <p:cNvPr id="54287" name="Line 19"/>
                <p:cNvSpPr/>
                <p:nvPr/>
              </p:nvSpPr>
              <p:spPr>
                <a:xfrm>
                  <a:off x="4176" y="2880"/>
                  <a:ext cx="1122" cy="0"/>
                </a:xfrm>
                <a:prstGeom prst="line">
                  <a:avLst/>
                </a:prstGeom>
                <a:ln w="12700" cap="flat" cmpd="sng">
                  <a:solidFill>
                    <a:schemeClr val="tx1"/>
                  </a:solidFill>
                  <a:prstDash val="solid"/>
                  <a:round/>
                  <a:headEnd type="none" w="med" len="med"/>
                  <a:tailEnd type="triangle" w="sm" len="lg"/>
                </a:ln>
              </p:spPr>
            </p:sp>
            <p:graphicFrame>
              <p:nvGraphicFramePr>
                <p:cNvPr id="54288" name="Object 20"/>
                <p:cNvGraphicFramePr/>
                <p:nvPr/>
              </p:nvGraphicFramePr>
              <p:xfrm>
                <a:off x="3408" y="3408"/>
                <a:ext cx="286" cy="306"/>
              </p:xfrm>
              <a:graphic>
                <a:graphicData uri="http://schemas.openxmlformats.org/presentationml/2006/ole">
                  <mc:AlternateContent xmlns:mc="http://schemas.openxmlformats.org/markup-compatibility/2006">
                    <mc:Choice xmlns:v="urn:schemas-microsoft-com:vml" Requires="v">
                      <p:oleObj spid="_x0000_s3276" name="" r:id="rId3" imgW="127000" imgH="139700" progId="Equation.3">
                        <p:embed/>
                      </p:oleObj>
                    </mc:Choice>
                    <mc:Fallback>
                      <p:oleObj name="" r:id="rId3" imgW="127000" imgH="139700" progId="Equation.3">
                        <p:embed/>
                        <p:pic>
                          <p:nvPicPr>
                            <p:cNvPr id="0" name="图片 3275"/>
                            <p:cNvPicPr/>
                            <p:nvPr/>
                          </p:nvPicPr>
                          <p:blipFill>
                            <a:blip r:embed="rId4"/>
                            <a:stretch>
                              <a:fillRect/>
                            </a:stretch>
                          </p:blipFill>
                          <p:spPr>
                            <a:xfrm>
                              <a:off x="3408" y="3408"/>
                              <a:ext cx="286" cy="306"/>
                            </a:xfrm>
                            <a:prstGeom prst="rect">
                              <a:avLst/>
                            </a:prstGeom>
                            <a:noFill/>
                            <a:ln w="38100">
                              <a:noFill/>
                              <a:miter/>
                            </a:ln>
                          </p:spPr>
                        </p:pic>
                      </p:oleObj>
                    </mc:Fallback>
                  </mc:AlternateContent>
                </a:graphicData>
              </a:graphic>
            </p:graphicFrame>
            <p:graphicFrame>
              <p:nvGraphicFramePr>
                <p:cNvPr id="54289" name="Object 21"/>
                <p:cNvGraphicFramePr/>
                <p:nvPr/>
              </p:nvGraphicFramePr>
              <p:xfrm>
                <a:off x="5064" y="2924"/>
                <a:ext cx="270" cy="310"/>
              </p:xfrm>
              <a:graphic>
                <a:graphicData uri="http://schemas.openxmlformats.org/presentationml/2006/ole">
                  <mc:AlternateContent xmlns:mc="http://schemas.openxmlformats.org/markup-compatibility/2006">
                    <mc:Choice xmlns:v="urn:schemas-microsoft-com:vml" Requires="v">
                      <p:oleObj spid="_x0000_s3274" name="" r:id="rId5" imgW="139700" imgH="165100" progId="Equation.3">
                        <p:embed/>
                      </p:oleObj>
                    </mc:Choice>
                    <mc:Fallback>
                      <p:oleObj name="" r:id="rId5" imgW="139700" imgH="165100" progId="Equation.3">
                        <p:embed/>
                        <p:pic>
                          <p:nvPicPr>
                            <p:cNvPr id="0" name="图片 3273"/>
                            <p:cNvPicPr/>
                            <p:nvPr/>
                          </p:nvPicPr>
                          <p:blipFill>
                            <a:blip r:embed="rId6"/>
                            <a:stretch>
                              <a:fillRect/>
                            </a:stretch>
                          </p:blipFill>
                          <p:spPr>
                            <a:xfrm>
                              <a:off x="5064" y="2924"/>
                              <a:ext cx="270" cy="310"/>
                            </a:xfrm>
                            <a:prstGeom prst="rect">
                              <a:avLst/>
                            </a:prstGeom>
                            <a:noFill/>
                            <a:ln w="38100">
                              <a:noFill/>
                              <a:miter/>
                            </a:ln>
                          </p:spPr>
                        </p:pic>
                      </p:oleObj>
                    </mc:Fallback>
                  </mc:AlternateContent>
                </a:graphicData>
              </a:graphic>
            </p:graphicFrame>
            <p:grpSp>
              <p:nvGrpSpPr>
                <p:cNvPr id="54290" name="Group 22"/>
                <p:cNvGrpSpPr/>
                <p:nvPr/>
              </p:nvGrpSpPr>
              <p:grpSpPr>
                <a:xfrm>
                  <a:off x="3566" y="1861"/>
                  <a:ext cx="1429" cy="1547"/>
                  <a:chOff x="3566" y="1861"/>
                  <a:chExt cx="1429" cy="1547"/>
                </a:xfrm>
              </p:grpSpPr>
              <p:grpSp>
                <p:nvGrpSpPr>
                  <p:cNvPr id="54291" name="Group 23"/>
                  <p:cNvGrpSpPr/>
                  <p:nvPr/>
                </p:nvGrpSpPr>
                <p:grpSpPr>
                  <a:xfrm>
                    <a:off x="3566" y="1968"/>
                    <a:ext cx="1429" cy="1440"/>
                    <a:chOff x="3566" y="1968"/>
                    <a:chExt cx="1429" cy="1440"/>
                  </a:xfrm>
                </p:grpSpPr>
                <p:graphicFrame>
                  <p:nvGraphicFramePr>
                    <p:cNvPr id="54292" name="Object 24"/>
                    <p:cNvGraphicFramePr/>
                    <p:nvPr/>
                  </p:nvGraphicFramePr>
                  <p:xfrm>
                    <a:off x="4718" y="1968"/>
                    <a:ext cx="277" cy="336"/>
                  </p:xfrm>
                  <a:graphic>
                    <a:graphicData uri="http://schemas.openxmlformats.org/presentationml/2006/ole">
                      <mc:AlternateContent xmlns:mc="http://schemas.openxmlformats.org/markup-compatibility/2006">
                        <mc:Choice xmlns:v="urn:schemas-microsoft-com:vml" Requires="v">
                          <p:oleObj spid="_x0000_s3271" name="" r:id="rId7" imgW="317500" imgH="406400" progId="Equation.3">
                            <p:embed/>
                          </p:oleObj>
                        </mc:Choice>
                        <mc:Fallback>
                          <p:oleObj name="" r:id="rId7" imgW="317500" imgH="406400" progId="Equation.3">
                            <p:embed/>
                            <p:pic>
                              <p:nvPicPr>
                                <p:cNvPr id="0" name="图片 3270"/>
                                <p:cNvPicPr/>
                                <p:nvPr/>
                              </p:nvPicPr>
                              <p:blipFill>
                                <a:blip r:embed="rId8">
                                  <a:clrChange>
                                    <a:clrFrom>
                                      <a:srgbClr val="000000"/>
                                    </a:clrFrom>
                                    <a:clrTo>
                                      <a:srgbClr val="FF0000"/>
                                    </a:clrTo>
                                  </a:clrChange>
                                </a:blip>
                                <a:stretch>
                                  <a:fillRect/>
                                </a:stretch>
                              </p:blipFill>
                              <p:spPr>
                                <a:xfrm>
                                  <a:off x="4718" y="1968"/>
                                  <a:ext cx="277" cy="336"/>
                                </a:xfrm>
                                <a:prstGeom prst="rect">
                                  <a:avLst/>
                                </a:prstGeom>
                                <a:noFill/>
                                <a:ln w="38100">
                                  <a:noFill/>
                                  <a:miter/>
                                </a:ln>
                              </p:spPr>
                            </p:pic>
                          </p:oleObj>
                        </mc:Fallback>
                      </mc:AlternateContent>
                    </a:graphicData>
                  </a:graphic>
                </p:graphicFrame>
                <p:sp>
                  <p:nvSpPr>
                    <p:cNvPr id="54293" name="AutoShape 25"/>
                    <p:cNvSpPr/>
                    <p:nvPr/>
                  </p:nvSpPr>
                  <p:spPr>
                    <a:xfrm>
                      <a:off x="3788" y="2130"/>
                      <a:ext cx="721" cy="1278"/>
                    </a:xfrm>
                    <a:prstGeom prst="can">
                      <a:avLst>
                        <a:gd name="adj" fmla="val 44310"/>
                      </a:avLst>
                    </a:prstGeom>
                    <a:solidFill>
                      <a:srgbClr val="EFC1EE">
                        <a:alpha val="50195"/>
                      </a:srgbClr>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4294" name="Line 26"/>
                    <p:cNvSpPr/>
                    <p:nvPr/>
                  </p:nvSpPr>
                  <p:spPr>
                    <a:xfrm flipH="1">
                      <a:off x="3785" y="2592"/>
                      <a:ext cx="343" cy="288"/>
                    </a:xfrm>
                    <a:prstGeom prst="line">
                      <a:avLst/>
                    </a:prstGeom>
                    <a:ln w="38100" cap="flat" cmpd="sng">
                      <a:solidFill>
                        <a:srgbClr val="CC00CC"/>
                      </a:solidFill>
                      <a:prstDash val="solid"/>
                      <a:round/>
                      <a:headEnd type="none" w="med" len="med"/>
                      <a:tailEnd type="triangle" w="sm" len="lg"/>
                    </a:ln>
                  </p:spPr>
                </p:sp>
                <p:graphicFrame>
                  <p:nvGraphicFramePr>
                    <p:cNvPr id="54295" name="Object 27"/>
                    <p:cNvGraphicFramePr/>
                    <p:nvPr/>
                  </p:nvGraphicFramePr>
                  <p:xfrm>
                    <a:off x="3833" y="2784"/>
                    <a:ext cx="267" cy="288"/>
                  </p:xfrm>
                  <a:graphic>
                    <a:graphicData uri="http://schemas.openxmlformats.org/presentationml/2006/ole">
                      <mc:AlternateContent xmlns:mc="http://schemas.openxmlformats.org/markup-compatibility/2006">
                        <mc:Choice xmlns:v="urn:schemas-microsoft-com:vml" Requires="v">
                          <p:oleObj spid="_x0000_s3273" name="" r:id="rId9" imgW="241300" imgH="254000" progId="Equation.3">
                            <p:embed/>
                          </p:oleObj>
                        </mc:Choice>
                        <mc:Fallback>
                          <p:oleObj name="" r:id="rId9" imgW="241300" imgH="254000" progId="Equation.3">
                            <p:embed/>
                            <p:pic>
                              <p:nvPicPr>
                                <p:cNvPr id="0" name="图片 3272"/>
                                <p:cNvPicPr/>
                                <p:nvPr/>
                              </p:nvPicPr>
                              <p:blipFill>
                                <a:blip r:embed="rId10">
                                  <a:clrChange>
                                    <a:clrFrom>
                                      <a:srgbClr val="000000"/>
                                    </a:clrFrom>
                                    <a:clrTo>
                                      <a:srgbClr val="CC00CC"/>
                                    </a:clrTo>
                                  </a:clrChange>
                                </a:blip>
                                <a:stretch>
                                  <a:fillRect/>
                                </a:stretch>
                              </p:blipFill>
                              <p:spPr>
                                <a:xfrm>
                                  <a:off x="3833" y="2784"/>
                                  <a:ext cx="267" cy="288"/>
                                </a:xfrm>
                                <a:prstGeom prst="rect">
                                  <a:avLst/>
                                </a:prstGeom>
                                <a:noFill/>
                                <a:ln w="38100">
                                  <a:noFill/>
                                  <a:miter/>
                                </a:ln>
                              </p:spPr>
                            </p:pic>
                          </p:oleObj>
                        </mc:Fallback>
                      </mc:AlternateContent>
                    </a:graphicData>
                  </a:graphic>
                </p:graphicFrame>
                <p:grpSp>
                  <p:nvGrpSpPr>
                    <p:cNvPr id="54296" name="Group 28"/>
                    <p:cNvGrpSpPr/>
                    <p:nvPr/>
                  </p:nvGrpSpPr>
                  <p:grpSpPr>
                    <a:xfrm>
                      <a:off x="3566" y="1968"/>
                      <a:ext cx="1152" cy="654"/>
                      <a:chOff x="2160" y="1938"/>
                      <a:chExt cx="1152" cy="654"/>
                    </a:xfrm>
                  </p:grpSpPr>
                  <p:sp>
                    <p:nvSpPr>
                      <p:cNvPr id="54297" name="Line 29"/>
                      <p:cNvSpPr/>
                      <p:nvPr/>
                    </p:nvSpPr>
                    <p:spPr>
                      <a:xfrm>
                        <a:off x="2469" y="1938"/>
                        <a:ext cx="555" cy="654"/>
                      </a:xfrm>
                      <a:prstGeom prst="line">
                        <a:avLst/>
                      </a:prstGeom>
                      <a:ln w="28575" cap="flat" cmpd="sng">
                        <a:solidFill>
                          <a:srgbClr val="FF0000"/>
                        </a:solidFill>
                        <a:prstDash val="solid"/>
                        <a:round/>
                        <a:headEnd type="triangle" w="sm" len="lg"/>
                        <a:tailEnd type="triangle" w="sm" len="lg"/>
                      </a:ln>
                    </p:spPr>
                  </p:sp>
                  <p:sp>
                    <p:nvSpPr>
                      <p:cNvPr id="54298" name="Line 30"/>
                      <p:cNvSpPr/>
                      <p:nvPr/>
                    </p:nvSpPr>
                    <p:spPr>
                      <a:xfrm flipH="1">
                        <a:off x="2496" y="1942"/>
                        <a:ext cx="576" cy="650"/>
                      </a:xfrm>
                      <a:prstGeom prst="line">
                        <a:avLst/>
                      </a:prstGeom>
                      <a:ln w="28575" cap="flat" cmpd="sng">
                        <a:solidFill>
                          <a:srgbClr val="FF0000"/>
                        </a:solidFill>
                        <a:prstDash val="solid"/>
                        <a:round/>
                        <a:headEnd type="triangle" w="sm" len="lg"/>
                        <a:tailEnd type="triangle" w="sm" len="lg"/>
                      </a:ln>
                    </p:spPr>
                  </p:sp>
                  <p:sp>
                    <p:nvSpPr>
                      <p:cNvPr id="54299" name="Line 31"/>
                      <p:cNvSpPr/>
                      <p:nvPr/>
                    </p:nvSpPr>
                    <p:spPr>
                      <a:xfrm>
                        <a:off x="2160" y="2134"/>
                        <a:ext cx="1152" cy="288"/>
                      </a:xfrm>
                      <a:prstGeom prst="line">
                        <a:avLst/>
                      </a:prstGeom>
                      <a:ln w="28575" cap="flat" cmpd="sng">
                        <a:solidFill>
                          <a:srgbClr val="FF0000"/>
                        </a:solidFill>
                        <a:prstDash val="solid"/>
                        <a:round/>
                        <a:headEnd type="triangle" w="sm" len="lg"/>
                        <a:tailEnd type="triangle" w="sm" len="lg"/>
                      </a:ln>
                    </p:spPr>
                  </p:sp>
                  <p:sp>
                    <p:nvSpPr>
                      <p:cNvPr id="54300" name="Line 32"/>
                      <p:cNvSpPr/>
                      <p:nvPr/>
                    </p:nvSpPr>
                    <p:spPr>
                      <a:xfrm flipV="1">
                        <a:off x="2208" y="2112"/>
                        <a:ext cx="1104" cy="319"/>
                      </a:xfrm>
                      <a:prstGeom prst="line">
                        <a:avLst/>
                      </a:prstGeom>
                      <a:ln w="28575" cap="flat" cmpd="sng">
                        <a:solidFill>
                          <a:srgbClr val="FF0000"/>
                        </a:solidFill>
                        <a:prstDash val="solid"/>
                        <a:round/>
                        <a:headEnd type="triangle" w="sm" len="lg"/>
                        <a:tailEnd type="triangle" w="sm" len="lg"/>
                      </a:ln>
                    </p:spPr>
                  </p:sp>
                </p:grpSp>
                <p:sp>
                  <p:nvSpPr>
                    <p:cNvPr id="54301" name="Freeform 33"/>
                    <p:cNvSpPr/>
                    <p:nvPr/>
                  </p:nvSpPr>
                  <p:spPr>
                    <a:xfrm>
                      <a:off x="3792" y="3120"/>
                      <a:ext cx="288" cy="144"/>
                    </a:xfrm>
                    <a:custGeom>
                      <a:avLst/>
                      <a:gdLst/>
                      <a:ahLst/>
                      <a:cxnLst>
                        <a:cxn ang="0">
                          <a:pos x="0" y="144"/>
                        </a:cxn>
                        <a:cxn ang="0">
                          <a:pos x="96" y="48"/>
                        </a:cxn>
                        <a:cxn ang="0">
                          <a:pos x="288" y="0"/>
                        </a:cxn>
                      </a:cxnLst>
                      <a:pathLst>
                        <a:path w="288" h="144">
                          <a:moveTo>
                            <a:pt x="0" y="144"/>
                          </a:moveTo>
                          <a:cubicBezTo>
                            <a:pt x="24" y="108"/>
                            <a:pt x="48" y="72"/>
                            <a:pt x="96" y="48"/>
                          </a:cubicBezTo>
                          <a:cubicBezTo>
                            <a:pt x="144" y="24"/>
                            <a:pt x="216" y="12"/>
                            <a:pt x="288" y="0"/>
                          </a:cubicBezTo>
                        </a:path>
                      </a:pathLst>
                    </a:custGeom>
                    <a:noFill/>
                    <a:ln w="9525" cap="flat" cmpd="sng">
                      <a:solidFill>
                        <a:schemeClr val="tx1"/>
                      </a:solidFill>
                      <a:prstDash val="dash"/>
                      <a:round/>
                      <a:headEnd type="none" w="med" len="med"/>
                      <a:tailEnd type="none" w="med" len="med"/>
                    </a:ln>
                  </p:spPr>
                  <p:txBody>
                    <a:bodyPr/>
                    <a:p>
                      <a:endParaRPr lang="zh-CN" altLang="en-US"/>
                    </a:p>
                  </p:txBody>
                </p:sp>
                <p:sp>
                  <p:nvSpPr>
                    <p:cNvPr id="54302" name="Freeform 34"/>
                    <p:cNvSpPr/>
                    <p:nvPr/>
                  </p:nvSpPr>
                  <p:spPr>
                    <a:xfrm flipH="1">
                      <a:off x="4272" y="3120"/>
                      <a:ext cx="240" cy="144"/>
                    </a:xfrm>
                    <a:custGeom>
                      <a:avLst/>
                      <a:gdLst/>
                      <a:ahLst/>
                      <a:cxnLst>
                        <a:cxn ang="0">
                          <a:pos x="0" y="144"/>
                        </a:cxn>
                        <a:cxn ang="0">
                          <a:pos x="80" y="48"/>
                        </a:cxn>
                        <a:cxn ang="0">
                          <a:pos x="240" y="0"/>
                        </a:cxn>
                      </a:cxnLst>
                      <a:pathLst>
                        <a:path w="288" h="144">
                          <a:moveTo>
                            <a:pt x="0" y="144"/>
                          </a:moveTo>
                          <a:cubicBezTo>
                            <a:pt x="24" y="108"/>
                            <a:pt x="48" y="72"/>
                            <a:pt x="96" y="48"/>
                          </a:cubicBezTo>
                          <a:cubicBezTo>
                            <a:pt x="144" y="24"/>
                            <a:pt x="216" y="12"/>
                            <a:pt x="288" y="0"/>
                          </a:cubicBezTo>
                        </a:path>
                      </a:pathLst>
                    </a:custGeom>
                    <a:noFill/>
                    <a:ln w="9525" cap="flat" cmpd="sng">
                      <a:solidFill>
                        <a:schemeClr val="tx1"/>
                      </a:solidFill>
                      <a:prstDash val="dash"/>
                      <a:round/>
                      <a:headEnd type="none" w="med" len="med"/>
                      <a:tailEnd type="none" w="med" len="med"/>
                    </a:ln>
                  </p:spPr>
                  <p:txBody>
                    <a:bodyPr/>
                    <a:p>
                      <a:endParaRPr lang="zh-CN" altLang="en-US"/>
                    </a:p>
                  </p:txBody>
                </p:sp>
              </p:grpSp>
              <p:grpSp>
                <p:nvGrpSpPr>
                  <p:cNvPr id="54303" name="Group 35"/>
                  <p:cNvGrpSpPr/>
                  <p:nvPr/>
                </p:nvGrpSpPr>
                <p:grpSpPr>
                  <a:xfrm>
                    <a:off x="4071" y="1861"/>
                    <a:ext cx="225" cy="482"/>
                    <a:chOff x="4176" y="1680"/>
                    <a:chExt cx="240" cy="528"/>
                  </a:xfrm>
                </p:grpSpPr>
                <p:sp>
                  <p:nvSpPr>
                    <p:cNvPr id="38948" name="AutoShape 36"/>
                    <p:cNvSpPr>
                      <a:spLocks noChangeArrowheads="1"/>
                    </p:cNvSpPr>
                    <p:nvPr/>
                  </p:nvSpPr>
                  <p:spPr bwMode="auto">
                    <a:xfrm>
                      <a:off x="4176" y="1680"/>
                      <a:ext cx="192" cy="528"/>
                    </a:xfrm>
                    <a:prstGeom prst="can">
                      <a:avLst>
                        <a:gd name="adj" fmla="val 55726"/>
                      </a:avLst>
                    </a:prstGeom>
                    <a:gradFill rotWithShape="0">
                      <a:gsLst>
                        <a:gs pos="0">
                          <a:schemeClr val="accent1">
                            <a:gamma/>
                            <a:shade val="66275"/>
                            <a:invGamma/>
                          </a:schemeClr>
                        </a:gs>
                        <a:gs pos="50000">
                          <a:schemeClr val="accent1"/>
                        </a:gs>
                        <a:gs pos="100000">
                          <a:schemeClr val="accent1">
                            <a:gamma/>
                            <a:shade val="66275"/>
                            <a:invGamma/>
                          </a:schemeClr>
                        </a:gs>
                      </a:gsLst>
                      <a:lin ang="0" scaled="1"/>
                    </a:grad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305" name="Text Box 37"/>
                    <p:cNvSpPr txBox="1"/>
                    <p:nvPr/>
                  </p:nvSpPr>
                  <p:spPr>
                    <a:xfrm>
                      <a:off x="4176" y="1776"/>
                      <a:ext cx="240" cy="316"/>
                    </a:xfrm>
                    <a:prstGeom prst="rect">
                      <a:avLst/>
                    </a:prstGeom>
                    <a:noFill/>
                    <a:ln w="9525">
                      <a:noFill/>
                    </a:ln>
                  </p:spPr>
                  <p:txBody>
                    <a:bodyPr wrap="none" anchor="t" anchorCtr="0">
                      <a:spAutoFit/>
                    </a:bodyPr>
                    <a:p>
                      <a:pPr>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p:txBody>
                </p:sp>
              </p:grpSp>
            </p:grpSp>
          </p:grpSp>
        </p:grpSp>
        <p:graphicFrame>
          <p:nvGraphicFramePr>
            <p:cNvPr id="54306" name="Object 38"/>
            <p:cNvGraphicFramePr/>
            <p:nvPr/>
          </p:nvGraphicFramePr>
          <p:xfrm>
            <a:off x="3504" y="2640"/>
            <a:ext cx="227" cy="319"/>
          </p:xfrm>
          <a:graphic>
            <a:graphicData uri="http://schemas.openxmlformats.org/presentationml/2006/ole">
              <mc:AlternateContent xmlns:mc="http://schemas.openxmlformats.org/markup-compatibility/2006">
                <mc:Choice xmlns:v="urn:schemas-microsoft-com:vml" Requires="v">
                  <p:oleObj spid="_x0000_s3275" name="" r:id="rId11" imgW="127000" imgH="177165" progId="Equation.3">
                    <p:embed/>
                  </p:oleObj>
                </mc:Choice>
                <mc:Fallback>
                  <p:oleObj name="" r:id="rId11" imgW="127000" imgH="177165" progId="Equation.3">
                    <p:embed/>
                    <p:pic>
                      <p:nvPicPr>
                        <p:cNvPr id="0" name="图片 3274"/>
                        <p:cNvPicPr/>
                        <p:nvPr/>
                      </p:nvPicPr>
                      <p:blipFill>
                        <a:blip r:embed="rId12"/>
                        <a:stretch>
                          <a:fillRect/>
                        </a:stretch>
                      </p:blipFill>
                      <p:spPr>
                        <a:xfrm>
                          <a:off x="3504" y="2640"/>
                          <a:ext cx="227" cy="319"/>
                        </a:xfrm>
                        <a:prstGeom prst="rect">
                          <a:avLst/>
                        </a:prstGeom>
                        <a:noFill/>
                        <a:ln w="38100">
                          <a:noFill/>
                          <a:miter/>
                        </a:ln>
                      </p:spPr>
                    </p:pic>
                  </p:oleObj>
                </mc:Fallback>
              </mc:AlternateContent>
            </a:graphicData>
          </a:graphic>
        </p:graphicFrame>
      </p:grpSp>
      <p:graphicFrame>
        <p:nvGraphicFramePr>
          <p:cNvPr id="54307" name="Object 43"/>
          <p:cNvGraphicFramePr/>
          <p:nvPr/>
        </p:nvGraphicFramePr>
        <p:xfrm>
          <a:off x="3486468" y="5000625"/>
          <a:ext cx="254000" cy="288925"/>
        </p:xfrm>
        <a:graphic>
          <a:graphicData uri="http://schemas.openxmlformats.org/presentationml/2006/ole">
            <mc:AlternateContent xmlns:mc="http://schemas.openxmlformats.org/markup-compatibility/2006">
              <mc:Choice xmlns:v="urn:schemas-microsoft-com:vml" Requires="v">
                <p:oleObj spid="_x0000_s3277" name="" r:id="rId13" imgW="609600" imgH="711200" progId="Equation.3">
                  <p:embed/>
                </p:oleObj>
              </mc:Choice>
              <mc:Fallback>
                <p:oleObj name="" r:id="rId13" imgW="609600" imgH="711200" progId="Equation.3">
                  <p:embed/>
                  <p:pic>
                    <p:nvPicPr>
                      <p:cNvPr id="0" name="图片 3276"/>
                      <p:cNvPicPr/>
                      <p:nvPr/>
                    </p:nvPicPr>
                    <p:blipFill>
                      <a:blip r:embed="rId14">
                        <a:clrChange>
                          <a:clrFrom>
                            <a:srgbClr val="000000"/>
                          </a:clrFrom>
                          <a:clrTo>
                            <a:srgbClr val="F400F4"/>
                          </a:clrTo>
                        </a:clrChange>
                      </a:blip>
                      <a:stretch>
                        <a:fillRect/>
                      </a:stretch>
                    </p:blipFill>
                    <p:spPr>
                      <a:xfrm>
                        <a:off x="3486468" y="5000625"/>
                        <a:ext cx="254000" cy="288925"/>
                      </a:xfrm>
                      <a:prstGeom prst="rect">
                        <a:avLst/>
                      </a:prstGeom>
                      <a:noFill/>
                      <a:ln w="38100">
                        <a:noFill/>
                        <a:miter/>
                      </a:ln>
                    </p:spPr>
                  </p:pic>
                </p:oleObj>
              </mc:Fallback>
            </mc:AlternateContent>
          </a:graphicData>
        </a:graphic>
      </p:graphicFrame>
      <p:grpSp>
        <p:nvGrpSpPr>
          <p:cNvPr id="54308" name="Group 8"/>
          <p:cNvGrpSpPr/>
          <p:nvPr/>
        </p:nvGrpSpPr>
        <p:grpSpPr>
          <a:xfrm>
            <a:off x="6588125" y="2276475"/>
            <a:ext cx="1828800" cy="4032250"/>
            <a:chOff x="2928" y="1536"/>
            <a:chExt cx="1152" cy="2784"/>
          </a:xfrm>
        </p:grpSpPr>
        <p:sp>
          <p:nvSpPr>
            <p:cNvPr id="54309" name="Line 9"/>
            <p:cNvSpPr/>
            <p:nvPr/>
          </p:nvSpPr>
          <p:spPr>
            <a:xfrm>
              <a:off x="3504" y="1536"/>
              <a:ext cx="0" cy="2784"/>
            </a:xfrm>
            <a:prstGeom prst="line">
              <a:avLst/>
            </a:prstGeom>
            <a:ln w="50800" cap="flat" cmpd="sng">
              <a:solidFill>
                <a:srgbClr val="FF0033"/>
              </a:solidFill>
              <a:prstDash val="solid"/>
              <a:round/>
              <a:headEnd type="none" w="sm" len="sm"/>
              <a:tailEnd type="none" w="sm" len="sm"/>
            </a:ln>
          </p:spPr>
        </p:sp>
        <p:grpSp>
          <p:nvGrpSpPr>
            <p:cNvPr id="54310" name="Group 10"/>
            <p:cNvGrpSpPr/>
            <p:nvPr/>
          </p:nvGrpSpPr>
          <p:grpSpPr>
            <a:xfrm>
              <a:off x="2928" y="1968"/>
              <a:ext cx="1152" cy="1824"/>
              <a:chOff x="4368" y="1824"/>
              <a:chExt cx="1152" cy="1824"/>
            </a:xfrm>
          </p:grpSpPr>
          <p:sp>
            <p:nvSpPr>
              <p:cNvPr id="54311" name="Line 11"/>
              <p:cNvSpPr/>
              <p:nvPr/>
            </p:nvSpPr>
            <p:spPr>
              <a:xfrm>
                <a:off x="4368" y="2016"/>
                <a:ext cx="1152" cy="0"/>
              </a:xfrm>
              <a:prstGeom prst="line">
                <a:avLst/>
              </a:prstGeom>
              <a:ln w="12700" cap="flat" cmpd="sng">
                <a:solidFill>
                  <a:srgbClr val="0000FF"/>
                </a:solidFill>
                <a:prstDash val="solid"/>
                <a:round/>
                <a:headEnd type="stealth" w="med" len="med"/>
                <a:tailEnd type="stealth" w="med" len="med"/>
              </a:ln>
            </p:spPr>
          </p:sp>
          <p:sp>
            <p:nvSpPr>
              <p:cNvPr id="54312" name="Line 12"/>
              <p:cNvSpPr/>
              <p:nvPr/>
            </p:nvSpPr>
            <p:spPr>
              <a:xfrm>
                <a:off x="4848" y="1824"/>
                <a:ext cx="192" cy="384"/>
              </a:xfrm>
              <a:prstGeom prst="line">
                <a:avLst/>
              </a:prstGeom>
              <a:ln w="12700" cap="flat" cmpd="sng">
                <a:solidFill>
                  <a:srgbClr val="0000FF"/>
                </a:solidFill>
                <a:prstDash val="solid"/>
                <a:round/>
                <a:headEnd type="stealth" w="med" len="med"/>
                <a:tailEnd type="stealth" w="med" len="med"/>
              </a:ln>
            </p:spPr>
          </p:sp>
          <p:sp>
            <p:nvSpPr>
              <p:cNvPr id="54313" name="Line 13"/>
              <p:cNvSpPr/>
              <p:nvPr/>
            </p:nvSpPr>
            <p:spPr>
              <a:xfrm flipV="1">
                <a:off x="4608" y="1872"/>
                <a:ext cx="672" cy="288"/>
              </a:xfrm>
              <a:prstGeom prst="line">
                <a:avLst/>
              </a:prstGeom>
              <a:ln w="12700" cap="flat" cmpd="sng">
                <a:solidFill>
                  <a:srgbClr val="0000FF"/>
                </a:solidFill>
                <a:prstDash val="solid"/>
                <a:round/>
                <a:headEnd type="stealth" w="med" len="med"/>
                <a:tailEnd type="stealth" w="med" len="med"/>
              </a:ln>
            </p:spPr>
          </p:sp>
          <p:sp>
            <p:nvSpPr>
              <p:cNvPr id="54314" name="Line 14"/>
              <p:cNvSpPr/>
              <p:nvPr/>
            </p:nvSpPr>
            <p:spPr>
              <a:xfrm>
                <a:off x="4560" y="1872"/>
                <a:ext cx="768" cy="288"/>
              </a:xfrm>
              <a:prstGeom prst="line">
                <a:avLst/>
              </a:prstGeom>
              <a:ln w="12700" cap="flat" cmpd="sng">
                <a:solidFill>
                  <a:srgbClr val="0000FF"/>
                </a:solidFill>
                <a:prstDash val="solid"/>
                <a:round/>
                <a:headEnd type="stealth" w="med" len="med"/>
                <a:tailEnd type="stealth" w="med" len="med"/>
              </a:ln>
            </p:spPr>
          </p:sp>
          <p:sp>
            <p:nvSpPr>
              <p:cNvPr id="54315" name="Line 15"/>
              <p:cNvSpPr/>
              <p:nvPr/>
            </p:nvSpPr>
            <p:spPr>
              <a:xfrm flipV="1">
                <a:off x="4416" y="1920"/>
                <a:ext cx="1056" cy="192"/>
              </a:xfrm>
              <a:prstGeom prst="line">
                <a:avLst/>
              </a:prstGeom>
              <a:ln w="12700" cap="flat" cmpd="sng">
                <a:solidFill>
                  <a:srgbClr val="0000FF"/>
                </a:solidFill>
                <a:prstDash val="solid"/>
                <a:round/>
                <a:headEnd type="stealth" w="med" len="med"/>
                <a:tailEnd type="stealth" w="med" len="med"/>
              </a:ln>
            </p:spPr>
          </p:sp>
          <p:sp>
            <p:nvSpPr>
              <p:cNvPr id="54316" name="Line 16"/>
              <p:cNvSpPr/>
              <p:nvPr/>
            </p:nvSpPr>
            <p:spPr>
              <a:xfrm>
                <a:off x="4464" y="1920"/>
                <a:ext cx="1008" cy="192"/>
              </a:xfrm>
              <a:prstGeom prst="line">
                <a:avLst/>
              </a:prstGeom>
              <a:ln w="12700" cap="flat" cmpd="sng">
                <a:solidFill>
                  <a:srgbClr val="0000FF"/>
                </a:solidFill>
                <a:prstDash val="solid"/>
                <a:round/>
                <a:headEnd type="stealth" w="med" len="med"/>
                <a:tailEnd type="stealth" w="med" len="med"/>
              </a:ln>
            </p:spPr>
          </p:sp>
          <p:sp>
            <p:nvSpPr>
              <p:cNvPr id="54317" name="Line 17"/>
              <p:cNvSpPr/>
              <p:nvPr/>
            </p:nvSpPr>
            <p:spPr>
              <a:xfrm flipV="1">
                <a:off x="4752" y="1824"/>
                <a:ext cx="336" cy="384"/>
              </a:xfrm>
              <a:prstGeom prst="line">
                <a:avLst/>
              </a:prstGeom>
              <a:ln w="12700" cap="flat" cmpd="sng">
                <a:solidFill>
                  <a:srgbClr val="0000FF"/>
                </a:solidFill>
                <a:prstDash val="solid"/>
                <a:round/>
                <a:headEnd type="stealth" w="med" len="med"/>
                <a:tailEnd type="stealth" w="med" len="med"/>
              </a:ln>
            </p:spPr>
          </p:sp>
          <p:sp>
            <p:nvSpPr>
              <p:cNvPr id="54318" name="Line 18"/>
              <p:cNvSpPr/>
              <p:nvPr/>
            </p:nvSpPr>
            <p:spPr>
              <a:xfrm>
                <a:off x="4656" y="1824"/>
                <a:ext cx="528" cy="336"/>
              </a:xfrm>
              <a:prstGeom prst="line">
                <a:avLst/>
              </a:prstGeom>
              <a:ln w="12700" cap="flat" cmpd="sng">
                <a:solidFill>
                  <a:srgbClr val="0000FF"/>
                </a:solidFill>
                <a:prstDash val="solid"/>
                <a:round/>
                <a:headEnd type="stealth" w="med" len="med"/>
                <a:tailEnd type="stealth" w="med" len="med"/>
              </a:ln>
            </p:spPr>
          </p:sp>
          <p:sp>
            <p:nvSpPr>
              <p:cNvPr id="54319" name="Line 19"/>
              <p:cNvSpPr/>
              <p:nvPr/>
            </p:nvSpPr>
            <p:spPr>
              <a:xfrm flipH="1">
                <a:off x="4896" y="1824"/>
                <a:ext cx="96" cy="384"/>
              </a:xfrm>
              <a:prstGeom prst="line">
                <a:avLst/>
              </a:prstGeom>
              <a:ln w="12700" cap="flat" cmpd="sng">
                <a:solidFill>
                  <a:srgbClr val="0000FF"/>
                </a:solidFill>
                <a:prstDash val="solid"/>
                <a:round/>
                <a:headEnd type="stealth" w="med" len="med"/>
                <a:tailEnd type="stealth" w="med" len="med"/>
              </a:ln>
            </p:spPr>
          </p:sp>
          <p:sp>
            <p:nvSpPr>
              <p:cNvPr id="54320" name="Line 20"/>
              <p:cNvSpPr/>
              <p:nvPr/>
            </p:nvSpPr>
            <p:spPr>
              <a:xfrm>
                <a:off x="4368" y="2448"/>
                <a:ext cx="1152" cy="0"/>
              </a:xfrm>
              <a:prstGeom prst="line">
                <a:avLst/>
              </a:prstGeom>
              <a:ln w="12700" cap="flat" cmpd="sng">
                <a:solidFill>
                  <a:srgbClr val="0000FF"/>
                </a:solidFill>
                <a:prstDash val="solid"/>
                <a:round/>
                <a:headEnd type="stealth" w="med" len="med"/>
                <a:tailEnd type="stealth" w="med" len="med"/>
              </a:ln>
            </p:spPr>
          </p:sp>
          <p:sp>
            <p:nvSpPr>
              <p:cNvPr id="54321" name="Line 21"/>
              <p:cNvSpPr/>
              <p:nvPr/>
            </p:nvSpPr>
            <p:spPr>
              <a:xfrm>
                <a:off x="4848" y="2256"/>
                <a:ext cx="192" cy="384"/>
              </a:xfrm>
              <a:prstGeom prst="line">
                <a:avLst/>
              </a:prstGeom>
              <a:ln w="12700" cap="flat" cmpd="sng">
                <a:solidFill>
                  <a:srgbClr val="0000FF"/>
                </a:solidFill>
                <a:prstDash val="solid"/>
                <a:round/>
                <a:headEnd type="stealth" w="med" len="med"/>
                <a:tailEnd type="stealth" w="med" len="med"/>
              </a:ln>
            </p:spPr>
          </p:sp>
          <p:sp>
            <p:nvSpPr>
              <p:cNvPr id="54322" name="Line 22"/>
              <p:cNvSpPr/>
              <p:nvPr/>
            </p:nvSpPr>
            <p:spPr>
              <a:xfrm flipV="1">
                <a:off x="4608" y="2304"/>
                <a:ext cx="672" cy="288"/>
              </a:xfrm>
              <a:prstGeom prst="line">
                <a:avLst/>
              </a:prstGeom>
              <a:ln w="12700" cap="flat" cmpd="sng">
                <a:solidFill>
                  <a:srgbClr val="0000FF"/>
                </a:solidFill>
                <a:prstDash val="solid"/>
                <a:round/>
                <a:headEnd type="stealth" w="med" len="med"/>
                <a:tailEnd type="stealth" w="med" len="med"/>
              </a:ln>
            </p:spPr>
          </p:sp>
          <p:sp>
            <p:nvSpPr>
              <p:cNvPr id="54323" name="Line 23"/>
              <p:cNvSpPr/>
              <p:nvPr/>
            </p:nvSpPr>
            <p:spPr>
              <a:xfrm>
                <a:off x="4560" y="2304"/>
                <a:ext cx="768" cy="288"/>
              </a:xfrm>
              <a:prstGeom prst="line">
                <a:avLst/>
              </a:prstGeom>
              <a:ln w="12700" cap="flat" cmpd="sng">
                <a:solidFill>
                  <a:srgbClr val="0000FF"/>
                </a:solidFill>
                <a:prstDash val="solid"/>
                <a:round/>
                <a:headEnd type="stealth" w="med" len="med"/>
                <a:tailEnd type="stealth" w="med" len="med"/>
              </a:ln>
            </p:spPr>
          </p:sp>
          <p:sp>
            <p:nvSpPr>
              <p:cNvPr id="54324" name="Line 24"/>
              <p:cNvSpPr/>
              <p:nvPr/>
            </p:nvSpPr>
            <p:spPr>
              <a:xfrm flipV="1">
                <a:off x="4416" y="2352"/>
                <a:ext cx="1056" cy="192"/>
              </a:xfrm>
              <a:prstGeom prst="line">
                <a:avLst/>
              </a:prstGeom>
              <a:ln w="12700" cap="flat" cmpd="sng">
                <a:solidFill>
                  <a:srgbClr val="0000FF"/>
                </a:solidFill>
                <a:prstDash val="solid"/>
                <a:round/>
                <a:headEnd type="stealth" w="med" len="med"/>
                <a:tailEnd type="stealth" w="med" len="med"/>
              </a:ln>
            </p:spPr>
          </p:sp>
          <p:sp>
            <p:nvSpPr>
              <p:cNvPr id="54325" name="Line 25"/>
              <p:cNvSpPr/>
              <p:nvPr/>
            </p:nvSpPr>
            <p:spPr>
              <a:xfrm>
                <a:off x="4464" y="2352"/>
                <a:ext cx="1008" cy="192"/>
              </a:xfrm>
              <a:prstGeom prst="line">
                <a:avLst/>
              </a:prstGeom>
              <a:ln w="12700" cap="flat" cmpd="sng">
                <a:solidFill>
                  <a:srgbClr val="0000FF"/>
                </a:solidFill>
                <a:prstDash val="solid"/>
                <a:round/>
                <a:headEnd type="stealth" w="med" len="med"/>
                <a:tailEnd type="stealth" w="med" len="med"/>
              </a:ln>
            </p:spPr>
          </p:sp>
          <p:sp>
            <p:nvSpPr>
              <p:cNvPr id="54326" name="Line 26"/>
              <p:cNvSpPr/>
              <p:nvPr/>
            </p:nvSpPr>
            <p:spPr>
              <a:xfrm flipV="1">
                <a:off x="4752" y="2256"/>
                <a:ext cx="336" cy="384"/>
              </a:xfrm>
              <a:prstGeom prst="line">
                <a:avLst/>
              </a:prstGeom>
              <a:ln w="12700" cap="flat" cmpd="sng">
                <a:solidFill>
                  <a:srgbClr val="0000FF"/>
                </a:solidFill>
                <a:prstDash val="solid"/>
                <a:round/>
                <a:headEnd type="stealth" w="med" len="med"/>
                <a:tailEnd type="stealth" w="med" len="med"/>
              </a:ln>
            </p:spPr>
          </p:sp>
          <p:sp>
            <p:nvSpPr>
              <p:cNvPr id="54327" name="Line 27"/>
              <p:cNvSpPr/>
              <p:nvPr/>
            </p:nvSpPr>
            <p:spPr>
              <a:xfrm>
                <a:off x="4656" y="2256"/>
                <a:ext cx="528" cy="336"/>
              </a:xfrm>
              <a:prstGeom prst="line">
                <a:avLst/>
              </a:prstGeom>
              <a:ln w="12700" cap="flat" cmpd="sng">
                <a:solidFill>
                  <a:srgbClr val="0000FF"/>
                </a:solidFill>
                <a:prstDash val="solid"/>
                <a:round/>
                <a:headEnd type="stealth" w="med" len="med"/>
                <a:tailEnd type="stealth" w="med" len="med"/>
              </a:ln>
            </p:spPr>
          </p:sp>
          <p:sp>
            <p:nvSpPr>
              <p:cNvPr id="54328" name="Line 28"/>
              <p:cNvSpPr/>
              <p:nvPr/>
            </p:nvSpPr>
            <p:spPr>
              <a:xfrm flipH="1">
                <a:off x="4896" y="2256"/>
                <a:ext cx="96" cy="384"/>
              </a:xfrm>
              <a:prstGeom prst="line">
                <a:avLst/>
              </a:prstGeom>
              <a:ln w="12700" cap="flat" cmpd="sng">
                <a:solidFill>
                  <a:srgbClr val="0000FF"/>
                </a:solidFill>
                <a:prstDash val="solid"/>
                <a:round/>
                <a:headEnd type="stealth" w="med" len="med"/>
                <a:tailEnd type="stealth" w="med" len="med"/>
              </a:ln>
            </p:spPr>
          </p:sp>
          <p:sp>
            <p:nvSpPr>
              <p:cNvPr id="54329" name="Line 29"/>
              <p:cNvSpPr/>
              <p:nvPr/>
            </p:nvSpPr>
            <p:spPr>
              <a:xfrm>
                <a:off x="4368" y="2928"/>
                <a:ext cx="1152" cy="0"/>
              </a:xfrm>
              <a:prstGeom prst="line">
                <a:avLst/>
              </a:prstGeom>
              <a:ln w="12700" cap="flat" cmpd="sng">
                <a:solidFill>
                  <a:srgbClr val="0000FF"/>
                </a:solidFill>
                <a:prstDash val="solid"/>
                <a:round/>
                <a:headEnd type="stealth" w="med" len="med"/>
                <a:tailEnd type="stealth" w="med" len="med"/>
              </a:ln>
            </p:spPr>
          </p:sp>
          <p:sp>
            <p:nvSpPr>
              <p:cNvPr id="54330" name="Line 30"/>
              <p:cNvSpPr/>
              <p:nvPr/>
            </p:nvSpPr>
            <p:spPr>
              <a:xfrm>
                <a:off x="4848" y="2736"/>
                <a:ext cx="192" cy="384"/>
              </a:xfrm>
              <a:prstGeom prst="line">
                <a:avLst/>
              </a:prstGeom>
              <a:ln w="12700" cap="flat" cmpd="sng">
                <a:solidFill>
                  <a:srgbClr val="0000FF"/>
                </a:solidFill>
                <a:prstDash val="solid"/>
                <a:round/>
                <a:headEnd type="stealth" w="med" len="med"/>
                <a:tailEnd type="stealth" w="med" len="med"/>
              </a:ln>
            </p:spPr>
          </p:sp>
          <p:sp>
            <p:nvSpPr>
              <p:cNvPr id="54331" name="Line 31"/>
              <p:cNvSpPr/>
              <p:nvPr/>
            </p:nvSpPr>
            <p:spPr>
              <a:xfrm flipV="1">
                <a:off x="4608" y="2784"/>
                <a:ext cx="672" cy="288"/>
              </a:xfrm>
              <a:prstGeom prst="line">
                <a:avLst/>
              </a:prstGeom>
              <a:ln w="12700" cap="flat" cmpd="sng">
                <a:solidFill>
                  <a:srgbClr val="0000FF"/>
                </a:solidFill>
                <a:prstDash val="solid"/>
                <a:round/>
                <a:headEnd type="stealth" w="med" len="med"/>
                <a:tailEnd type="stealth" w="med" len="med"/>
              </a:ln>
            </p:spPr>
          </p:sp>
          <p:sp>
            <p:nvSpPr>
              <p:cNvPr id="54332" name="Line 32"/>
              <p:cNvSpPr/>
              <p:nvPr/>
            </p:nvSpPr>
            <p:spPr>
              <a:xfrm>
                <a:off x="4560" y="2784"/>
                <a:ext cx="768" cy="288"/>
              </a:xfrm>
              <a:prstGeom prst="line">
                <a:avLst/>
              </a:prstGeom>
              <a:ln w="12700" cap="flat" cmpd="sng">
                <a:solidFill>
                  <a:srgbClr val="0000FF"/>
                </a:solidFill>
                <a:prstDash val="solid"/>
                <a:round/>
                <a:headEnd type="stealth" w="med" len="med"/>
                <a:tailEnd type="stealth" w="med" len="med"/>
              </a:ln>
            </p:spPr>
          </p:sp>
          <p:sp>
            <p:nvSpPr>
              <p:cNvPr id="54333" name="Line 33"/>
              <p:cNvSpPr/>
              <p:nvPr/>
            </p:nvSpPr>
            <p:spPr>
              <a:xfrm flipV="1">
                <a:off x="4416" y="2832"/>
                <a:ext cx="1056" cy="192"/>
              </a:xfrm>
              <a:prstGeom prst="line">
                <a:avLst/>
              </a:prstGeom>
              <a:ln w="12700" cap="flat" cmpd="sng">
                <a:solidFill>
                  <a:srgbClr val="0000FF"/>
                </a:solidFill>
                <a:prstDash val="solid"/>
                <a:round/>
                <a:headEnd type="stealth" w="med" len="med"/>
                <a:tailEnd type="stealth" w="med" len="med"/>
              </a:ln>
            </p:spPr>
          </p:sp>
          <p:sp>
            <p:nvSpPr>
              <p:cNvPr id="54334" name="Line 35"/>
              <p:cNvSpPr/>
              <p:nvPr/>
            </p:nvSpPr>
            <p:spPr>
              <a:xfrm flipV="1">
                <a:off x="4752" y="2736"/>
                <a:ext cx="336" cy="384"/>
              </a:xfrm>
              <a:prstGeom prst="line">
                <a:avLst/>
              </a:prstGeom>
              <a:ln w="12700" cap="flat" cmpd="sng">
                <a:solidFill>
                  <a:srgbClr val="0000FF"/>
                </a:solidFill>
                <a:prstDash val="solid"/>
                <a:round/>
                <a:headEnd type="stealth" w="med" len="med"/>
                <a:tailEnd type="stealth" w="med" len="med"/>
              </a:ln>
            </p:spPr>
          </p:sp>
          <p:sp>
            <p:nvSpPr>
              <p:cNvPr id="54335" name="Line 36"/>
              <p:cNvSpPr/>
              <p:nvPr/>
            </p:nvSpPr>
            <p:spPr>
              <a:xfrm>
                <a:off x="4656" y="2736"/>
                <a:ext cx="528" cy="336"/>
              </a:xfrm>
              <a:prstGeom prst="line">
                <a:avLst/>
              </a:prstGeom>
              <a:ln w="12700" cap="flat" cmpd="sng">
                <a:solidFill>
                  <a:srgbClr val="0000FF"/>
                </a:solidFill>
                <a:prstDash val="solid"/>
                <a:round/>
                <a:headEnd type="stealth" w="med" len="med"/>
                <a:tailEnd type="stealth" w="med" len="med"/>
              </a:ln>
            </p:spPr>
          </p:sp>
          <p:sp>
            <p:nvSpPr>
              <p:cNvPr id="54336" name="Line 37"/>
              <p:cNvSpPr/>
              <p:nvPr/>
            </p:nvSpPr>
            <p:spPr>
              <a:xfrm flipH="1">
                <a:off x="4896" y="2736"/>
                <a:ext cx="96" cy="384"/>
              </a:xfrm>
              <a:prstGeom prst="line">
                <a:avLst/>
              </a:prstGeom>
              <a:ln w="12700" cap="flat" cmpd="sng">
                <a:solidFill>
                  <a:srgbClr val="0000FF"/>
                </a:solidFill>
                <a:prstDash val="solid"/>
                <a:round/>
                <a:headEnd type="stealth" w="med" len="med"/>
                <a:tailEnd type="stealth" w="med" len="med"/>
              </a:ln>
            </p:spPr>
          </p:sp>
          <p:sp>
            <p:nvSpPr>
              <p:cNvPr id="54337" name="Line 38"/>
              <p:cNvSpPr/>
              <p:nvPr/>
            </p:nvSpPr>
            <p:spPr>
              <a:xfrm>
                <a:off x="4368" y="3456"/>
                <a:ext cx="1152" cy="0"/>
              </a:xfrm>
              <a:prstGeom prst="line">
                <a:avLst/>
              </a:prstGeom>
              <a:ln w="12700" cap="flat" cmpd="sng">
                <a:solidFill>
                  <a:srgbClr val="0000FF"/>
                </a:solidFill>
                <a:prstDash val="solid"/>
                <a:round/>
                <a:headEnd type="stealth" w="med" len="med"/>
                <a:tailEnd type="stealth" w="med" len="med"/>
              </a:ln>
            </p:spPr>
          </p:sp>
          <p:sp>
            <p:nvSpPr>
              <p:cNvPr id="54338" name="Line 39"/>
              <p:cNvSpPr/>
              <p:nvPr/>
            </p:nvSpPr>
            <p:spPr>
              <a:xfrm>
                <a:off x="4848" y="3264"/>
                <a:ext cx="192" cy="384"/>
              </a:xfrm>
              <a:prstGeom prst="line">
                <a:avLst/>
              </a:prstGeom>
              <a:ln w="12700" cap="flat" cmpd="sng">
                <a:solidFill>
                  <a:srgbClr val="0000FF"/>
                </a:solidFill>
                <a:prstDash val="solid"/>
                <a:round/>
                <a:headEnd type="stealth" w="med" len="med"/>
                <a:tailEnd type="stealth" w="med" len="med"/>
              </a:ln>
            </p:spPr>
          </p:sp>
          <p:sp>
            <p:nvSpPr>
              <p:cNvPr id="54339" name="Line 40"/>
              <p:cNvSpPr/>
              <p:nvPr/>
            </p:nvSpPr>
            <p:spPr>
              <a:xfrm flipV="1">
                <a:off x="4608" y="3312"/>
                <a:ext cx="672" cy="288"/>
              </a:xfrm>
              <a:prstGeom prst="line">
                <a:avLst/>
              </a:prstGeom>
              <a:ln w="12700" cap="flat" cmpd="sng">
                <a:solidFill>
                  <a:srgbClr val="0000FF"/>
                </a:solidFill>
                <a:prstDash val="solid"/>
                <a:round/>
                <a:headEnd type="stealth" w="med" len="med"/>
                <a:tailEnd type="stealth" w="med" len="med"/>
              </a:ln>
            </p:spPr>
          </p:sp>
          <p:sp>
            <p:nvSpPr>
              <p:cNvPr id="24628" name="Line 41"/>
              <p:cNvSpPr>
                <a:spLocks noChangeShapeType="1"/>
              </p:cNvSpPr>
              <p:nvPr/>
            </p:nvSpPr>
            <p:spPr bwMode="auto">
              <a:xfrm>
                <a:off x="4560" y="3311"/>
                <a:ext cx="768" cy="286"/>
              </a:xfrm>
              <a:prstGeom prst="line">
                <a:avLst/>
              </a:prstGeom>
              <a:noFill/>
              <a:ln w="12700">
                <a:solidFill>
                  <a:srgbClr val="0000FF"/>
                </a:solidFill>
                <a:round/>
                <a:headEnd type="stealth" w="med" len="med"/>
                <a:tailEnd type="stealth"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solidFill>
                      <a:sysClr val="windowText" lastClr="000000"/>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341" name="Line 42"/>
              <p:cNvSpPr/>
              <p:nvPr/>
            </p:nvSpPr>
            <p:spPr>
              <a:xfrm flipV="1">
                <a:off x="4416" y="3360"/>
                <a:ext cx="1056" cy="192"/>
              </a:xfrm>
              <a:prstGeom prst="line">
                <a:avLst/>
              </a:prstGeom>
              <a:ln w="12700" cap="flat" cmpd="sng">
                <a:solidFill>
                  <a:srgbClr val="0000FF"/>
                </a:solidFill>
                <a:prstDash val="solid"/>
                <a:round/>
                <a:headEnd type="stealth" w="med" len="med"/>
                <a:tailEnd type="stealth" w="med" len="med"/>
              </a:ln>
            </p:spPr>
          </p:sp>
          <p:sp>
            <p:nvSpPr>
              <p:cNvPr id="54342" name="Line 43"/>
              <p:cNvSpPr/>
              <p:nvPr/>
            </p:nvSpPr>
            <p:spPr>
              <a:xfrm>
                <a:off x="4464" y="3360"/>
                <a:ext cx="1008" cy="192"/>
              </a:xfrm>
              <a:prstGeom prst="line">
                <a:avLst/>
              </a:prstGeom>
              <a:ln w="12700" cap="flat" cmpd="sng">
                <a:solidFill>
                  <a:srgbClr val="0000FF"/>
                </a:solidFill>
                <a:prstDash val="solid"/>
                <a:round/>
                <a:headEnd type="stealth" w="med" len="med"/>
                <a:tailEnd type="stealth" w="med" len="med"/>
              </a:ln>
            </p:spPr>
          </p:sp>
          <p:sp>
            <p:nvSpPr>
              <p:cNvPr id="54343" name="Line 44"/>
              <p:cNvSpPr/>
              <p:nvPr/>
            </p:nvSpPr>
            <p:spPr>
              <a:xfrm flipV="1">
                <a:off x="4752" y="3264"/>
                <a:ext cx="336" cy="384"/>
              </a:xfrm>
              <a:prstGeom prst="line">
                <a:avLst/>
              </a:prstGeom>
              <a:ln w="12700" cap="flat" cmpd="sng">
                <a:solidFill>
                  <a:srgbClr val="0000FF"/>
                </a:solidFill>
                <a:prstDash val="solid"/>
                <a:round/>
                <a:headEnd type="stealth" w="med" len="med"/>
                <a:tailEnd type="stealth" w="med" len="med"/>
              </a:ln>
            </p:spPr>
          </p:sp>
          <p:sp>
            <p:nvSpPr>
              <p:cNvPr id="54344" name="Line 45"/>
              <p:cNvSpPr/>
              <p:nvPr/>
            </p:nvSpPr>
            <p:spPr>
              <a:xfrm>
                <a:off x="4656" y="3264"/>
                <a:ext cx="528" cy="336"/>
              </a:xfrm>
              <a:prstGeom prst="line">
                <a:avLst/>
              </a:prstGeom>
              <a:ln w="12700" cap="flat" cmpd="sng">
                <a:solidFill>
                  <a:srgbClr val="0000FF"/>
                </a:solidFill>
                <a:prstDash val="solid"/>
                <a:round/>
                <a:headEnd type="stealth" w="med" len="med"/>
                <a:tailEnd type="stealth" w="med" len="med"/>
              </a:ln>
            </p:spPr>
          </p:sp>
          <p:sp>
            <p:nvSpPr>
              <p:cNvPr id="54345" name="Line 46"/>
              <p:cNvSpPr/>
              <p:nvPr/>
            </p:nvSpPr>
            <p:spPr>
              <a:xfrm flipH="1">
                <a:off x="4896" y="3264"/>
                <a:ext cx="96" cy="384"/>
              </a:xfrm>
              <a:prstGeom prst="line">
                <a:avLst/>
              </a:prstGeom>
              <a:ln w="12700" cap="flat" cmpd="sng">
                <a:solidFill>
                  <a:srgbClr val="0000FF"/>
                </a:solidFill>
                <a:prstDash val="solid"/>
                <a:round/>
                <a:headEnd type="stealth" w="med" len="med"/>
                <a:tailEnd type="stealth" w="med" len="med"/>
              </a:ln>
            </p:spPr>
          </p:sp>
        </p:gr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93" name="矩形 58392"/>
          <p:cNvSpPr/>
          <p:nvPr/>
        </p:nvSpPr>
        <p:spPr>
          <a:xfrm>
            <a:off x="4305935" y="1076643"/>
            <a:ext cx="1390650" cy="488950"/>
          </a:xfrm>
          <a:prstGeom prst="rect">
            <a:avLst/>
          </a:prstGeom>
          <a:noFill/>
          <a:ln w="9525">
            <a:noFill/>
          </a:ln>
        </p:spPr>
        <p:txBody>
          <a:bodyPr>
            <a:spAutoFit/>
          </a:bodyPr>
          <a:p>
            <a:pPr marL="342900" indent="-342900"/>
            <a:r>
              <a:rPr lang="zh-CN" altLang="en-US" b="1" u="none" dirty="0">
                <a:latin typeface="Times New Roman" panose="02020603050405020304" pitchFamily="18" charset="0"/>
                <a:ea typeface="黑体" panose="02010609060101010101" pitchFamily="49" charset="-122"/>
              </a:rPr>
              <a:t>轴对称</a:t>
            </a:r>
            <a:endParaRPr lang="zh-CN" altLang="en-US" b="1" u="none" dirty="0">
              <a:latin typeface="Times New Roman" panose="02020603050405020304" pitchFamily="18" charset="0"/>
              <a:ea typeface="黑体" panose="02010609060101010101" pitchFamily="49" charset="-122"/>
            </a:endParaRPr>
          </a:p>
        </p:txBody>
      </p:sp>
      <p:grpSp>
        <p:nvGrpSpPr>
          <p:cNvPr id="58394" name="Group 3"/>
          <p:cNvGrpSpPr/>
          <p:nvPr/>
        </p:nvGrpSpPr>
        <p:grpSpPr>
          <a:xfrm>
            <a:off x="2519998" y="1124268"/>
            <a:ext cx="3370262" cy="3267075"/>
            <a:chOff x="384" y="614"/>
            <a:chExt cx="2592" cy="2496"/>
          </a:xfrm>
        </p:grpSpPr>
        <p:sp>
          <p:nvSpPr>
            <p:cNvPr id="58395" name="Rectangle 4"/>
            <p:cNvSpPr/>
            <p:nvPr/>
          </p:nvSpPr>
          <p:spPr>
            <a:xfrm>
              <a:off x="384" y="1687"/>
              <a:ext cx="2592" cy="350"/>
            </a:xfrm>
            <a:prstGeom prst="rect">
              <a:avLst/>
            </a:prstGeom>
            <a:noFill/>
            <a:ln w="9525">
              <a:noFill/>
            </a:ln>
          </p:spPr>
          <p:txBody>
            <a:bodyPr anchor="ctr" anchorCtr="0">
              <a:spAutoFit/>
            </a:bodyPr>
            <a:p>
              <a:pPr>
                <a:spcBef>
                  <a:spcPct val="0"/>
                </a:spcBef>
              </a:pPr>
              <a:endParaRPr sz="2400" u="none" dirty="0">
                <a:solidFill>
                  <a:schemeClr val="tx1"/>
                </a:solidFill>
                <a:latin typeface="Times New Roman" panose="02020603050405020304" pitchFamily="18" charset="0"/>
                <a:ea typeface="黑体" panose="02010609060101010101" pitchFamily="49" charset="-122"/>
              </a:endParaRPr>
            </a:p>
          </p:txBody>
        </p:sp>
        <p:graphicFrame>
          <p:nvGraphicFramePr>
            <p:cNvPr id="58396" name="Object 5"/>
            <p:cNvGraphicFramePr/>
            <p:nvPr/>
          </p:nvGraphicFramePr>
          <p:xfrm>
            <a:off x="1440" y="1557"/>
            <a:ext cx="192" cy="176"/>
          </p:xfrm>
          <a:graphic>
            <a:graphicData uri="http://schemas.openxmlformats.org/presentationml/2006/ole">
              <mc:AlternateContent xmlns:mc="http://schemas.openxmlformats.org/markup-compatibility/2006">
                <mc:Choice xmlns:v="urn:schemas-microsoft-com:vml" Requires="v">
                  <p:oleObj spid="_x0000_s3185" name="" r:id="rId1" imgW="228600" imgH="254000" progId="Equation.3">
                    <p:embed/>
                  </p:oleObj>
                </mc:Choice>
                <mc:Fallback>
                  <p:oleObj name="" r:id="rId1" imgW="228600" imgH="254000" progId="Equation.3">
                    <p:embed/>
                    <p:pic>
                      <p:nvPicPr>
                        <p:cNvPr id="0" name="图片 3184"/>
                        <p:cNvPicPr/>
                        <p:nvPr/>
                      </p:nvPicPr>
                      <p:blipFill>
                        <a:blip r:embed="rId2"/>
                        <a:stretch>
                          <a:fillRect/>
                        </a:stretch>
                      </p:blipFill>
                      <p:spPr>
                        <a:xfrm>
                          <a:off x="1440" y="1557"/>
                          <a:ext cx="192" cy="176"/>
                        </a:xfrm>
                        <a:prstGeom prst="rect">
                          <a:avLst/>
                        </a:prstGeom>
                        <a:noFill/>
                        <a:ln w="38100">
                          <a:noFill/>
                          <a:miter/>
                        </a:ln>
                      </p:spPr>
                    </p:pic>
                  </p:oleObj>
                </mc:Fallback>
              </mc:AlternateContent>
            </a:graphicData>
          </a:graphic>
        </p:graphicFrame>
        <p:graphicFrame>
          <p:nvGraphicFramePr>
            <p:cNvPr id="58397" name="Object 6"/>
            <p:cNvGraphicFramePr/>
            <p:nvPr/>
          </p:nvGraphicFramePr>
          <p:xfrm>
            <a:off x="1008" y="662"/>
            <a:ext cx="187" cy="208"/>
          </p:xfrm>
          <a:graphic>
            <a:graphicData uri="http://schemas.openxmlformats.org/presentationml/2006/ole">
              <mc:AlternateContent xmlns:mc="http://schemas.openxmlformats.org/markup-compatibility/2006">
                <mc:Choice xmlns:v="urn:schemas-microsoft-com:vml" Requires="v">
                  <p:oleObj spid="_x0000_s3186" name="" r:id="rId3" imgW="292100" imgH="368300" progId="Equation.3">
                    <p:embed/>
                  </p:oleObj>
                </mc:Choice>
                <mc:Fallback>
                  <p:oleObj name="" r:id="rId3" imgW="292100" imgH="368300" progId="Equation.3">
                    <p:embed/>
                    <p:pic>
                      <p:nvPicPr>
                        <p:cNvPr id="0" name="图片 3185"/>
                        <p:cNvPicPr/>
                        <p:nvPr/>
                      </p:nvPicPr>
                      <p:blipFill>
                        <a:blip r:embed="rId4"/>
                        <a:stretch>
                          <a:fillRect/>
                        </a:stretch>
                      </p:blipFill>
                      <p:spPr>
                        <a:xfrm>
                          <a:off x="1008" y="662"/>
                          <a:ext cx="187" cy="208"/>
                        </a:xfrm>
                        <a:prstGeom prst="rect">
                          <a:avLst/>
                        </a:prstGeom>
                        <a:noFill/>
                        <a:ln w="38100">
                          <a:noFill/>
                          <a:miter/>
                        </a:ln>
                      </p:spPr>
                    </p:pic>
                  </p:oleObj>
                </mc:Fallback>
              </mc:AlternateContent>
            </a:graphicData>
          </a:graphic>
        </p:graphicFrame>
        <p:sp>
          <p:nvSpPr>
            <p:cNvPr id="58398" name="Line 7"/>
            <p:cNvSpPr/>
            <p:nvPr/>
          </p:nvSpPr>
          <p:spPr>
            <a:xfrm>
              <a:off x="1248" y="1793"/>
              <a:ext cx="432" cy="0"/>
            </a:xfrm>
            <a:prstGeom prst="line">
              <a:avLst/>
            </a:prstGeom>
            <a:ln w="9525" cap="flat" cmpd="sng">
              <a:solidFill>
                <a:srgbClr val="000000"/>
              </a:solidFill>
              <a:prstDash val="dash"/>
              <a:headEnd type="none" w="med" len="med"/>
              <a:tailEnd type="none" w="med" len="med"/>
            </a:ln>
          </p:spPr>
        </p:sp>
        <p:graphicFrame>
          <p:nvGraphicFramePr>
            <p:cNvPr id="58399" name="Object 8"/>
            <p:cNvGraphicFramePr/>
            <p:nvPr/>
          </p:nvGraphicFramePr>
          <p:xfrm>
            <a:off x="1536" y="1862"/>
            <a:ext cx="139" cy="167"/>
          </p:xfrm>
          <a:graphic>
            <a:graphicData uri="http://schemas.openxmlformats.org/presentationml/2006/ole">
              <mc:AlternateContent xmlns:mc="http://schemas.openxmlformats.org/markup-compatibility/2006">
                <mc:Choice xmlns:v="urn:schemas-microsoft-com:vml" Requires="v">
                  <p:oleObj spid="_x0000_s3187" name="" r:id="rId5" imgW="317500" imgH="342900" progId="Equation.3">
                    <p:embed/>
                  </p:oleObj>
                </mc:Choice>
                <mc:Fallback>
                  <p:oleObj name="" r:id="rId5" imgW="317500" imgH="342900" progId="Equation.3">
                    <p:embed/>
                    <p:pic>
                      <p:nvPicPr>
                        <p:cNvPr id="0" name="图片 3186"/>
                        <p:cNvPicPr/>
                        <p:nvPr/>
                      </p:nvPicPr>
                      <p:blipFill>
                        <a:blip r:embed="rId6"/>
                        <a:stretch>
                          <a:fillRect/>
                        </a:stretch>
                      </p:blipFill>
                      <p:spPr>
                        <a:xfrm>
                          <a:off x="1536" y="1862"/>
                          <a:ext cx="139" cy="167"/>
                        </a:xfrm>
                        <a:prstGeom prst="rect">
                          <a:avLst/>
                        </a:prstGeom>
                        <a:noFill/>
                        <a:ln w="38100">
                          <a:noFill/>
                          <a:miter/>
                        </a:ln>
                      </p:spPr>
                    </p:pic>
                  </p:oleObj>
                </mc:Fallback>
              </mc:AlternateContent>
            </a:graphicData>
          </a:graphic>
        </p:graphicFrame>
        <p:sp>
          <p:nvSpPr>
            <p:cNvPr id="58400" name="Oval 9"/>
            <p:cNvSpPr/>
            <p:nvPr/>
          </p:nvSpPr>
          <p:spPr>
            <a:xfrm>
              <a:off x="1632" y="1766"/>
              <a:ext cx="48" cy="48"/>
            </a:xfrm>
            <a:prstGeom prst="ellipse">
              <a:avLst/>
            </a:prstGeom>
            <a:noFill/>
            <a:ln w="9525" cap="flat" cmpd="sng">
              <a:solidFill>
                <a:schemeClr val="bg1"/>
              </a:solidFill>
              <a:prstDash val="solid"/>
              <a:headEnd type="none" w="med" len="med"/>
              <a:tailEnd type="none" w="med" len="med"/>
            </a:ln>
          </p:spPr>
          <p:txBody>
            <a:bodyPr wrap="none" anchor="ctr" anchorCtr="0"/>
            <a:p>
              <a:pPr>
                <a:spcBef>
                  <a:spcPct val="0"/>
                </a:spcBef>
              </a:pPr>
              <a:endParaRPr sz="2400" u="none" dirty="0">
                <a:solidFill>
                  <a:schemeClr val="tx1"/>
                </a:solidFill>
                <a:latin typeface="Times New Roman" panose="02020603050405020304" pitchFamily="18" charset="0"/>
                <a:ea typeface="黑体" panose="02010609060101010101" pitchFamily="49" charset="-122"/>
              </a:endParaRPr>
            </a:p>
          </p:txBody>
        </p:sp>
        <p:sp>
          <p:nvSpPr>
            <p:cNvPr id="58401" name="Line 10"/>
            <p:cNvSpPr/>
            <p:nvPr/>
          </p:nvSpPr>
          <p:spPr>
            <a:xfrm flipV="1">
              <a:off x="1248" y="614"/>
              <a:ext cx="0" cy="288"/>
            </a:xfrm>
            <a:prstGeom prst="line">
              <a:avLst/>
            </a:prstGeom>
            <a:ln w="9525" cap="flat" cmpd="sng">
              <a:solidFill>
                <a:schemeClr val="tx1"/>
              </a:solidFill>
              <a:prstDash val="dash"/>
              <a:headEnd type="none" w="med" len="med"/>
              <a:tailEnd type="none" w="med" len="med"/>
            </a:ln>
          </p:spPr>
        </p:sp>
        <p:sp>
          <p:nvSpPr>
            <p:cNvPr id="58402" name="Line 11"/>
            <p:cNvSpPr/>
            <p:nvPr/>
          </p:nvSpPr>
          <p:spPr>
            <a:xfrm flipV="1">
              <a:off x="1248" y="2822"/>
              <a:ext cx="0" cy="288"/>
            </a:xfrm>
            <a:prstGeom prst="line">
              <a:avLst/>
            </a:prstGeom>
            <a:ln w="9525" cap="flat" cmpd="sng">
              <a:solidFill>
                <a:schemeClr val="tx1"/>
              </a:solidFill>
              <a:prstDash val="dash"/>
              <a:headEnd type="none" w="med" len="med"/>
              <a:tailEnd type="none" w="med" len="med"/>
            </a:ln>
          </p:spPr>
        </p:sp>
        <p:sp>
          <p:nvSpPr>
            <p:cNvPr id="58403" name="Rectangle 12"/>
            <p:cNvSpPr/>
            <p:nvPr/>
          </p:nvSpPr>
          <p:spPr>
            <a:xfrm>
              <a:off x="1217" y="885"/>
              <a:ext cx="45" cy="1951"/>
            </a:xfrm>
            <a:prstGeom prst="rect">
              <a:avLst/>
            </a:prstGeom>
            <a:solidFill>
              <a:srgbClr val="CC9900"/>
            </a:solidFill>
            <a:ln w="9525" cap="flat" cmpd="sng">
              <a:solidFill>
                <a:schemeClr val="tx1"/>
              </a:solidFill>
              <a:prstDash val="solid"/>
              <a:miter/>
              <a:headEnd type="none" w="med" len="med"/>
              <a:tailEnd type="none" w="med" len="med"/>
            </a:ln>
          </p:spPr>
          <p:txBody>
            <a:bodyPr wrap="none" anchor="ctr" anchorCtr="0"/>
            <a:p>
              <a:pPr>
                <a:spcBef>
                  <a:spcPct val="0"/>
                </a:spcBef>
              </a:pPr>
              <a:endParaRPr sz="2400" u="none" dirty="0">
                <a:solidFill>
                  <a:schemeClr val="tx1"/>
                </a:solidFill>
                <a:latin typeface="Times New Roman" panose="02020603050405020304" pitchFamily="18" charset="0"/>
                <a:ea typeface="黑体" panose="02010609060101010101" pitchFamily="49" charset="-122"/>
              </a:endParaRPr>
            </a:p>
          </p:txBody>
        </p:sp>
        <p:sp>
          <p:nvSpPr>
            <p:cNvPr id="58404" name="Oval 13"/>
            <p:cNvSpPr/>
            <p:nvPr/>
          </p:nvSpPr>
          <p:spPr>
            <a:xfrm>
              <a:off x="1655" y="1781"/>
              <a:ext cx="46" cy="4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spcBef>
                  <a:spcPct val="0"/>
                </a:spcBef>
              </a:pPr>
              <a:endParaRPr sz="2400" u="none" dirty="0">
                <a:solidFill>
                  <a:schemeClr val="tx1"/>
                </a:solidFill>
                <a:latin typeface="Times New Roman" panose="02020603050405020304" pitchFamily="18" charset="0"/>
                <a:ea typeface="黑体" panose="02010609060101010101" pitchFamily="49" charset="-122"/>
              </a:endParaRPr>
            </a:p>
          </p:txBody>
        </p:sp>
      </p:grpSp>
      <p:sp>
        <p:nvSpPr>
          <p:cNvPr id="58442" name="矩形 58441"/>
          <p:cNvSpPr/>
          <p:nvPr/>
        </p:nvSpPr>
        <p:spPr>
          <a:xfrm>
            <a:off x="2268220" y="4747895"/>
            <a:ext cx="5299710" cy="661035"/>
          </a:xfrm>
          <a:prstGeom prst="rect">
            <a:avLst/>
          </a:prstGeom>
          <a:noFill/>
          <a:ln w="9525">
            <a:noFill/>
          </a:ln>
          <a:effectLst>
            <a:outerShdw dist="17961" dir="2699999" algn="ctr" rotWithShape="0">
              <a:schemeClr val="bg1"/>
            </a:outerShdw>
          </a:effectLst>
        </p:spPr>
        <p:txBody>
          <a:bodyPr wrap="square">
            <a:spAutoFit/>
          </a:bodyPr>
          <a:p>
            <a:pPr algn="just">
              <a:lnSpc>
                <a:spcPct val="103000"/>
              </a:lnSpc>
              <a:buFont typeface="Times New Roman" panose="02020603050405020304" pitchFamily="18" charset="0"/>
            </a:pPr>
            <a:r>
              <a:rPr lang="zh-CN" altLang="en-US" sz="3600" b="1" u="none" dirty="0">
                <a:solidFill>
                  <a:schemeClr val="tx1"/>
                </a:solidFill>
                <a:latin typeface="Times New Roman" panose="02020603050405020304" pitchFamily="18" charset="0"/>
                <a:ea typeface="黑体" panose="02010609060101010101" pitchFamily="49" charset="-122"/>
              </a:rPr>
              <a:t>方向垂直于带电直线</a:t>
            </a:r>
            <a:endParaRPr lang="zh-CN" altLang="en-US" sz="3600" b="1" u="none" dirty="0">
              <a:solidFill>
                <a:schemeClr val="tx1"/>
              </a:solidFill>
              <a:latin typeface="Times New Roman" panose="02020603050405020304" pitchFamily="18" charset="0"/>
              <a:ea typeface="黑体" panose="02010609060101010101" pitchFamily="49" charset="-122"/>
            </a:endParaRPr>
          </a:p>
        </p:txBody>
      </p:sp>
      <p:graphicFrame>
        <p:nvGraphicFramePr>
          <p:cNvPr id="2" name="对象 1"/>
          <p:cNvGraphicFramePr/>
          <p:nvPr>
            <p:custDataLst>
              <p:tags r:id="rId7"/>
            </p:custDataLst>
          </p:nvPr>
        </p:nvGraphicFramePr>
        <p:xfrm>
          <a:off x="5096510" y="2418080"/>
          <a:ext cx="1711960" cy="525145"/>
        </p:xfrm>
        <a:graphic>
          <a:graphicData uri="http://schemas.openxmlformats.org/presentationml/2006/ole">
            <mc:AlternateContent xmlns:mc="http://schemas.openxmlformats.org/markup-compatibility/2006">
              <mc:Choice xmlns:v="urn:schemas-microsoft-com:vml" Requires="v">
                <p:oleObj spid="_x0000_s5" name="" r:id="rId8" imgW="2077085" imgH="828040" progId="Equation.KSEE3">
                  <p:embed/>
                </p:oleObj>
              </mc:Choice>
              <mc:Fallback>
                <p:oleObj name="" r:id="rId8" imgW="2077085" imgH="828040" progId="Equation.KSEE3">
                  <p:embed/>
                  <p:pic>
                    <p:nvPicPr>
                      <p:cNvPr id="0" name="图片 4"/>
                      <p:cNvPicPr/>
                      <p:nvPr/>
                    </p:nvPicPr>
                    <p:blipFill>
                      <a:blip r:embed="rId9"/>
                      <a:stretch>
                        <a:fillRect/>
                      </a:stretch>
                    </p:blipFill>
                    <p:spPr>
                      <a:xfrm>
                        <a:off x="5096510" y="2418080"/>
                        <a:ext cx="1711960" cy="525145"/>
                      </a:xfrm>
                      <a:prstGeom prst="rect">
                        <a:avLst/>
                      </a:prstGeom>
                    </p:spPr>
                  </p:pic>
                </p:oleObj>
              </mc:Fallback>
            </mc:AlternateContent>
          </a:graphicData>
        </a:graphic>
      </p:graphicFrame>
      <p:grpSp>
        <p:nvGrpSpPr>
          <p:cNvPr id="26" name="组合 25"/>
          <p:cNvGrpSpPr/>
          <p:nvPr/>
        </p:nvGrpSpPr>
        <p:grpSpPr>
          <a:xfrm>
            <a:off x="3596640" y="1942465"/>
            <a:ext cx="1456055" cy="1276350"/>
            <a:chOff x="5664" y="3059"/>
            <a:chExt cx="2293" cy="2010"/>
          </a:xfrm>
        </p:grpSpPr>
        <p:sp>
          <p:nvSpPr>
            <p:cNvPr id="500751" name="Rectangle 15"/>
            <p:cNvSpPr/>
            <p:nvPr/>
          </p:nvSpPr>
          <p:spPr>
            <a:xfrm>
              <a:off x="5681" y="3486"/>
              <a:ext cx="88" cy="197"/>
            </a:xfrm>
            <a:prstGeom prst="rect">
              <a:avLst/>
            </a:prstGeom>
            <a:solidFill>
              <a:srgbClr val="0033CC"/>
            </a:solidFill>
            <a:ln w="9525" cap="flat" cmpd="sng">
              <a:solidFill>
                <a:srgbClr val="0033CC"/>
              </a:solidFill>
              <a:prstDash val="solid"/>
              <a:miter/>
              <a:headEnd type="none" w="med" len="med"/>
              <a:tailEnd type="none" w="med" len="med"/>
            </a:ln>
          </p:spPr>
          <p:txBody>
            <a:bodyPr wrap="none" anchor="ctr" anchorCtr="0"/>
            <a:p>
              <a:pPr algn="ctr">
                <a:spcBef>
                  <a:spcPct val="0"/>
                </a:spcBef>
              </a:pPr>
              <a:endParaRPr lang="zh-CN" altLang="zh-CN" sz="2400" u="none" dirty="0">
                <a:solidFill>
                  <a:schemeClr val="tx1"/>
                </a:solidFill>
                <a:latin typeface="Times New Roman" panose="02020603050405020304" pitchFamily="18" charset="0"/>
                <a:ea typeface="黑体" panose="02010609060101010101" pitchFamily="49" charset="-122"/>
              </a:endParaRPr>
            </a:p>
          </p:txBody>
        </p:sp>
        <p:sp>
          <p:nvSpPr>
            <p:cNvPr id="500754" name="Line 18"/>
            <p:cNvSpPr/>
            <p:nvPr/>
          </p:nvSpPr>
          <p:spPr>
            <a:xfrm flipV="1">
              <a:off x="5789" y="4178"/>
              <a:ext cx="787" cy="595"/>
            </a:xfrm>
            <a:prstGeom prst="line">
              <a:avLst/>
            </a:prstGeom>
            <a:ln w="28575" cap="flat" cmpd="sng">
              <a:solidFill>
                <a:schemeClr val="accent2"/>
              </a:solidFill>
              <a:prstDash val="dash"/>
              <a:headEnd type="none" w="med" len="med"/>
              <a:tailEnd type="none" w="med" len="med"/>
            </a:ln>
          </p:spPr>
        </p:sp>
        <p:sp>
          <p:nvSpPr>
            <p:cNvPr id="500755" name="Line 19"/>
            <p:cNvSpPr/>
            <p:nvPr/>
          </p:nvSpPr>
          <p:spPr>
            <a:xfrm>
              <a:off x="5781" y="3653"/>
              <a:ext cx="885" cy="595"/>
            </a:xfrm>
            <a:prstGeom prst="line">
              <a:avLst/>
            </a:prstGeom>
            <a:ln w="28575" cap="flat" cmpd="sng">
              <a:solidFill>
                <a:schemeClr val="accent2"/>
              </a:solidFill>
              <a:prstDash val="dash"/>
              <a:headEnd type="none" w="med" len="med"/>
              <a:tailEnd type="none" w="med" len="med"/>
            </a:ln>
          </p:spPr>
        </p:sp>
        <p:sp>
          <p:nvSpPr>
            <p:cNvPr id="500756" name="Line 20"/>
            <p:cNvSpPr/>
            <p:nvPr/>
          </p:nvSpPr>
          <p:spPr>
            <a:xfrm flipV="1">
              <a:off x="6629" y="3566"/>
              <a:ext cx="687" cy="595"/>
            </a:xfrm>
            <a:prstGeom prst="line">
              <a:avLst/>
            </a:prstGeom>
            <a:ln w="38100" cap="flat" cmpd="sng">
              <a:solidFill>
                <a:srgbClr val="0000CC"/>
              </a:solidFill>
              <a:prstDash val="solid"/>
              <a:headEnd type="none" w="med" len="med"/>
              <a:tailEnd type="triangle" w="med" len="lg"/>
            </a:ln>
          </p:spPr>
        </p:sp>
        <p:sp>
          <p:nvSpPr>
            <p:cNvPr id="500757" name="Line 21"/>
            <p:cNvSpPr/>
            <p:nvPr/>
          </p:nvSpPr>
          <p:spPr>
            <a:xfrm>
              <a:off x="6666" y="4248"/>
              <a:ext cx="688" cy="495"/>
            </a:xfrm>
            <a:prstGeom prst="line">
              <a:avLst/>
            </a:prstGeom>
            <a:ln w="38100" cap="flat" cmpd="sng">
              <a:solidFill>
                <a:srgbClr val="0000CC"/>
              </a:solidFill>
              <a:prstDash val="solid"/>
              <a:headEnd type="none" w="med" len="med"/>
              <a:tailEnd type="triangle" w="med" len="lg"/>
            </a:ln>
          </p:spPr>
        </p:sp>
        <p:sp>
          <p:nvSpPr>
            <p:cNvPr id="500758" name="Rectangle 22"/>
            <p:cNvSpPr/>
            <p:nvPr/>
          </p:nvSpPr>
          <p:spPr>
            <a:xfrm>
              <a:off x="5664" y="4693"/>
              <a:ext cx="87" cy="198"/>
            </a:xfrm>
            <a:prstGeom prst="rect">
              <a:avLst/>
            </a:prstGeom>
            <a:solidFill>
              <a:srgbClr val="0033CC"/>
            </a:solidFill>
            <a:ln w="9525" cap="flat" cmpd="sng">
              <a:solidFill>
                <a:srgbClr val="0033CC"/>
              </a:solidFill>
              <a:prstDash val="solid"/>
              <a:miter/>
              <a:headEnd type="none" w="med" len="med"/>
              <a:tailEnd type="none" w="med" len="med"/>
            </a:ln>
          </p:spPr>
          <p:txBody>
            <a:bodyPr wrap="none" anchor="ctr" anchorCtr="0"/>
            <a:p>
              <a:pPr algn="ctr">
                <a:spcBef>
                  <a:spcPct val="0"/>
                </a:spcBef>
              </a:pPr>
              <a:endParaRPr lang="zh-CN" altLang="zh-CN" sz="2400" u="none" dirty="0">
                <a:solidFill>
                  <a:schemeClr val="tx1"/>
                </a:solidFill>
                <a:latin typeface="Times New Roman" panose="02020603050405020304" pitchFamily="18" charset="0"/>
                <a:ea typeface="黑体" panose="02010609060101010101" pitchFamily="49" charset="-122"/>
              </a:endParaRPr>
            </a:p>
          </p:txBody>
        </p:sp>
        <p:grpSp>
          <p:nvGrpSpPr>
            <p:cNvPr id="3" name="Group 23"/>
            <p:cNvGrpSpPr/>
            <p:nvPr/>
          </p:nvGrpSpPr>
          <p:grpSpPr>
            <a:xfrm>
              <a:off x="6589" y="3613"/>
              <a:ext cx="1369" cy="1090"/>
              <a:chOff x="1680" y="1440"/>
              <a:chExt cx="624" cy="528"/>
            </a:xfrm>
          </p:grpSpPr>
          <p:sp>
            <p:nvSpPr>
              <p:cNvPr id="58414" name="Line 24"/>
              <p:cNvSpPr/>
              <p:nvPr/>
            </p:nvSpPr>
            <p:spPr>
              <a:xfrm>
                <a:off x="2016" y="1440"/>
                <a:ext cx="240" cy="240"/>
              </a:xfrm>
              <a:prstGeom prst="line">
                <a:avLst/>
              </a:prstGeom>
              <a:ln w="19050" cap="flat" cmpd="sng">
                <a:solidFill>
                  <a:srgbClr val="000000"/>
                </a:solidFill>
                <a:prstDash val="dash"/>
                <a:headEnd type="none" w="med" len="med"/>
                <a:tailEnd type="none" w="med" len="med"/>
              </a:ln>
            </p:spPr>
          </p:sp>
          <p:sp>
            <p:nvSpPr>
              <p:cNvPr id="58415" name="Line 25"/>
              <p:cNvSpPr/>
              <p:nvPr/>
            </p:nvSpPr>
            <p:spPr>
              <a:xfrm flipV="1">
                <a:off x="2016" y="1728"/>
                <a:ext cx="240" cy="240"/>
              </a:xfrm>
              <a:prstGeom prst="line">
                <a:avLst/>
              </a:prstGeom>
              <a:ln w="19050" cap="flat" cmpd="sng">
                <a:solidFill>
                  <a:srgbClr val="000000"/>
                </a:solidFill>
                <a:prstDash val="dash"/>
                <a:headEnd type="none" w="med" len="med"/>
                <a:tailEnd type="none" w="med" len="med"/>
              </a:ln>
            </p:spPr>
          </p:sp>
          <p:sp>
            <p:nvSpPr>
              <p:cNvPr id="58417" name="Line 27"/>
              <p:cNvSpPr/>
              <p:nvPr/>
            </p:nvSpPr>
            <p:spPr>
              <a:xfrm>
                <a:off x="1680" y="1716"/>
                <a:ext cx="624" cy="0"/>
              </a:xfrm>
              <a:prstGeom prst="line">
                <a:avLst/>
              </a:prstGeom>
              <a:ln w="28575" cap="flat" cmpd="sng">
                <a:solidFill>
                  <a:srgbClr val="FF3300"/>
                </a:solidFill>
                <a:prstDash val="solid"/>
                <a:headEnd type="none" w="med" len="med"/>
                <a:tailEnd type="triangle" w="med" len="lg"/>
              </a:ln>
            </p:spPr>
          </p:sp>
        </p:grpSp>
        <p:graphicFrame>
          <p:nvGraphicFramePr>
            <p:cNvPr id="8" name="对象 7"/>
            <p:cNvGraphicFramePr/>
            <p:nvPr>
              <p:custDataLst>
                <p:tags r:id="rId10"/>
              </p:custDataLst>
            </p:nvPr>
          </p:nvGraphicFramePr>
          <p:xfrm>
            <a:off x="7122" y="3059"/>
            <a:ext cx="828" cy="2011"/>
          </p:xfrm>
          <a:graphic>
            <a:graphicData uri="http://schemas.openxmlformats.org/presentationml/2006/ole">
              <mc:AlternateContent xmlns:mc="http://schemas.openxmlformats.org/markup-compatibility/2006">
                <mc:Choice xmlns:v="urn:schemas-microsoft-com:vml" Requires="v">
                  <p:oleObj spid="_x0000_s9" name="" r:id="rId11" imgW="254000" imgH="673100" progId="Equation.KSEE3">
                    <p:embed/>
                  </p:oleObj>
                </mc:Choice>
                <mc:Fallback>
                  <p:oleObj name="" r:id="rId11" imgW="254000" imgH="673100" progId="Equation.KSEE3">
                    <p:embed/>
                    <p:pic>
                      <p:nvPicPr>
                        <p:cNvPr id="0" name="图片 4"/>
                        <p:cNvPicPr/>
                        <p:nvPr/>
                      </p:nvPicPr>
                      <p:blipFill>
                        <a:blip r:embed="rId12"/>
                        <a:stretch>
                          <a:fillRect/>
                        </a:stretch>
                      </p:blipFill>
                      <p:spPr>
                        <a:xfrm>
                          <a:off x="7122" y="3059"/>
                          <a:ext cx="828" cy="2011"/>
                        </a:xfrm>
                        <a:prstGeom prst="rect">
                          <a:avLst/>
                        </a:prstGeom>
                      </p:spPr>
                    </p:pic>
                  </p:oleObj>
                </mc:Fallback>
              </mc:AlternateContent>
            </a:graphicData>
          </a:graphic>
        </p:graphicFrame>
      </p:grpSp>
      <p:grpSp>
        <p:nvGrpSpPr>
          <p:cNvPr id="24" name="组合 23"/>
          <p:cNvGrpSpPr/>
          <p:nvPr/>
        </p:nvGrpSpPr>
        <p:grpSpPr>
          <a:xfrm>
            <a:off x="2987675" y="2060575"/>
            <a:ext cx="502920" cy="1240155"/>
            <a:chOff x="2509" y="3313"/>
            <a:chExt cx="792" cy="1953"/>
          </a:xfrm>
        </p:grpSpPr>
        <p:graphicFrame>
          <p:nvGraphicFramePr>
            <p:cNvPr id="10" name="对象 9"/>
            <p:cNvGraphicFramePr/>
            <p:nvPr>
              <p:custDataLst>
                <p:tags r:id="rId13"/>
              </p:custDataLst>
            </p:nvPr>
          </p:nvGraphicFramePr>
          <p:xfrm>
            <a:off x="2664" y="3313"/>
            <a:ext cx="589" cy="620"/>
          </p:xfrm>
          <a:graphic>
            <a:graphicData uri="http://schemas.openxmlformats.org/presentationml/2006/ole">
              <mc:AlternateContent xmlns:mc="http://schemas.openxmlformats.org/markup-compatibility/2006">
                <mc:Choice xmlns:v="urn:schemas-microsoft-com:vml" Requires="v">
                  <p:oleObj spid="_x0000_s11" name="" r:id="rId14" imgW="203200" imgH="203200" progId="Equation.KSEE3">
                    <p:embed/>
                  </p:oleObj>
                </mc:Choice>
                <mc:Fallback>
                  <p:oleObj name="" r:id="rId14" imgW="203200" imgH="203200" progId="Equation.KSEE3">
                    <p:embed/>
                    <p:pic>
                      <p:nvPicPr>
                        <p:cNvPr id="0" name="图片 4"/>
                        <p:cNvPicPr/>
                        <p:nvPr/>
                      </p:nvPicPr>
                      <p:blipFill>
                        <a:blip r:embed="rId15"/>
                        <a:stretch>
                          <a:fillRect/>
                        </a:stretch>
                      </p:blipFill>
                      <p:spPr>
                        <a:xfrm>
                          <a:off x="2664" y="3313"/>
                          <a:ext cx="589" cy="620"/>
                        </a:xfrm>
                        <a:prstGeom prst="rect">
                          <a:avLst/>
                        </a:prstGeom>
                      </p:spPr>
                    </p:pic>
                  </p:oleObj>
                </mc:Fallback>
              </mc:AlternateContent>
            </a:graphicData>
          </a:graphic>
        </p:graphicFrame>
        <p:graphicFrame>
          <p:nvGraphicFramePr>
            <p:cNvPr id="12" name="对象 11"/>
            <p:cNvGraphicFramePr/>
            <p:nvPr>
              <p:custDataLst>
                <p:tags r:id="rId16"/>
              </p:custDataLst>
            </p:nvPr>
          </p:nvGraphicFramePr>
          <p:xfrm>
            <a:off x="2509" y="4592"/>
            <a:ext cx="793" cy="674"/>
          </p:xfrm>
          <a:graphic>
            <a:graphicData uri="http://schemas.openxmlformats.org/presentationml/2006/ole">
              <mc:AlternateContent xmlns:mc="http://schemas.openxmlformats.org/markup-compatibility/2006">
                <mc:Choice xmlns:v="urn:schemas-microsoft-com:vml" Requires="v">
                  <p:oleObj spid="_x0000_s13" name="" r:id="rId17" imgW="228600" imgH="228600" progId="Equation.KSEE3">
                    <p:embed/>
                  </p:oleObj>
                </mc:Choice>
                <mc:Fallback>
                  <p:oleObj name="" r:id="rId17" imgW="228600" imgH="228600" progId="Equation.KSEE3">
                    <p:embed/>
                    <p:pic>
                      <p:nvPicPr>
                        <p:cNvPr id="0" name="图片 4"/>
                        <p:cNvPicPr/>
                        <p:nvPr/>
                      </p:nvPicPr>
                      <p:blipFill>
                        <a:blip r:embed="rId18"/>
                        <a:stretch>
                          <a:fillRect/>
                        </a:stretch>
                      </p:blipFill>
                      <p:spPr>
                        <a:xfrm>
                          <a:off x="2509" y="4592"/>
                          <a:ext cx="793" cy="674"/>
                        </a:xfrm>
                        <a:prstGeom prst="rect">
                          <a:avLst/>
                        </a:prstGeom>
                      </p:spPr>
                    </p:pic>
                  </p:oleObj>
                </mc:Fallback>
              </mc:AlternateContent>
            </a:graphicData>
          </a:graphic>
        </p:graphicFrame>
        <p:graphicFrame>
          <p:nvGraphicFramePr>
            <p:cNvPr id="16" name="对象 15"/>
            <p:cNvGraphicFramePr/>
            <p:nvPr>
              <p:custDataLst>
                <p:tags r:id="rId19"/>
              </p:custDataLst>
            </p:nvPr>
          </p:nvGraphicFramePr>
          <p:xfrm>
            <a:off x="2624" y="4052"/>
            <a:ext cx="522" cy="582"/>
          </p:xfrm>
          <a:graphic>
            <a:graphicData uri="http://schemas.openxmlformats.org/presentationml/2006/ole">
              <mc:AlternateContent xmlns:mc="http://schemas.openxmlformats.org/markup-compatibility/2006">
                <mc:Choice xmlns:v="urn:schemas-microsoft-com:vml" Requires="v">
                  <p:oleObj spid="_x0000_s17" name="" r:id="rId20" imgW="152400" imgH="177165" progId="Equation.KSEE3">
                    <p:embed/>
                  </p:oleObj>
                </mc:Choice>
                <mc:Fallback>
                  <p:oleObj name="" r:id="rId20" imgW="152400" imgH="177165" progId="Equation.KSEE3">
                    <p:embed/>
                    <p:pic>
                      <p:nvPicPr>
                        <p:cNvPr id="0" name="图片 4"/>
                        <p:cNvPicPr/>
                        <p:nvPr/>
                      </p:nvPicPr>
                      <p:blipFill>
                        <a:blip r:embed="rId21"/>
                        <a:stretch>
                          <a:fillRect/>
                        </a:stretch>
                      </p:blipFill>
                      <p:spPr>
                        <a:xfrm>
                          <a:off x="2624" y="4052"/>
                          <a:ext cx="522" cy="582"/>
                        </a:xfrm>
                        <a:prstGeom prst="rect">
                          <a:avLst/>
                        </a:prstGeom>
                      </p:spPr>
                    </p:pic>
                  </p:oleObj>
                </mc:Fallback>
              </mc:AlternateContent>
            </a:graphicData>
          </a:graphic>
        </p:graphicFrame>
      </p:grpSp>
      <p:graphicFrame>
        <p:nvGraphicFramePr>
          <p:cNvPr id="20" name="对象 19"/>
          <p:cNvGraphicFramePr/>
          <p:nvPr>
            <p:custDataLst>
              <p:tags r:id="rId22"/>
            </p:custDataLst>
          </p:nvPr>
        </p:nvGraphicFramePr>
        <p:xfrm>
          <a:off x="5436870" y="5201920"/>
          <a:ext cx="125730" cy="104775"/>
        </p:xfrm>
        <a:graphic>
          <a:graphicData uri="http://schemas.openxmlformats.org/presentationml/2006/ole">
            <mc:AlternateContent xmlns:mc="http://schemas.openxmlformats.org/markup-compatibility/2006">
              <mc:Choice xmlns:v="urn:schemas-microsoft-com:vml" Requires="v">
                <p:oleObj spid="_x0000_s21" name="" r:id="rId23" imgW="152400" imgH="165100" progId="Equation.KSEE3">
                  <p:embed/>
                </p:oleObj>
              </mc:Choice>
              <mc:Fallback>
                <p:oleObj name="" r:id="rId23" imgW="152400" imgH="165100" progId="Equation.KSEE3">
                  <p:embed/>
                  <p:pic>
                    <p:nvPicPr>
                      <p:cNvPr id="0" name="图片 4"/>
                      <p:cNvPicPr/>
                      <p:nvPr/>
                    </p:nvPicPr>
                    <p:blipFill>
                      <a:blip r:embed="rId24"/>
                      <a:stretch>
                        <a:fillRect/>
                      </a:stretch>
                    </p:blipFill>
                    <p:spPr>
                      <a:xfrm>
                        <a:off x="5436870" y="5201920"/>
                        <a:ext cx="125730" cy="104775"/>
                      </a:xfrm>
                      <a:prstGeom prst="rect">
                        <a:avLst/>
                      </a:prstGeom>
                    </p:spPr>
                  </p:pic>
                </p:oleObj>
              </mc:Fallback>
            </mc:AlternateContent>
          </a:graphicData>
        </a:graphic>
      </p:graphicFrame>
      <p:grpSp>
        <p:nvGrpSpPr>
          <p:cNvPr id="25" name="组合 24"/>
          <p:cNvGrpSpPr/>
          <p:nvPr/>
        </p:nvGrpSpPr>
        <p:grpSpPr>
          <a:xfrm>
            <a:off x="2752725" y="1628775"/>
            <a:ext cx="1803400" cy="2261235"/>
            <a:chOff x="10602" y="1998"/>
            <a:chExt cx="2840" cy="3561"/>
          </a:xfrm>
        </p:grpSpPr>
        <p:grpSp>
          <p:nvGrpSpPr>
            <p:cNvPr id="58419" name="Group 35"/>
            <p:cNvGrpSpPr/>
            <p:nvPr/>
          </p:nvGrpSpPr>
          <p:grpSpPr>
            <a:xfrm rot="0">
              <a:off x="10602" y="1998"/>
              <a:ext cx="2213" cy="3268"/>
              <a:chOff x="3312" y="2592"/>
              <a:chExt cx="1081" cy="1585"/>
            </a:xfrm>
          </p:grpSpPr>
          <p:sp>
            <p:nvSpPr>
              <p:cNvPr id="58421" name="Line 37"/>
              <p:cNvSpPr/>
              <p:nvPr/>
            </p:nvSpPr>
            <p:spPr>
              <a:xfrm flipH="1">
                <a:off x="3312" y="2736"/>
                <a:ext cx="195" cy="0"/>
              </a:xfrm>
              <a:prstGeom prst="line">
                <a:avLst/>
              </a:prstGeom>
              <a:ln w="9525" cap="flat" cmpd="sng">
                <a:solidFill>
                  <a:srgbClr val="000000"/>
                </a:solidFill>
                <a:prstDash val="solid"/>
                <a:headEnd type="none" w="med" len="med"/>
                <a:tailEnd type="none" w="med" len="med"/>
              </a:ln>
            </p:spPr>
          </p:sp>
          <p:sp>
            <p:nvSpPr>
              <p:cNvPr id="58422" name="Line 38"/>
              <p:cNvSpPr/>
              <p:nvPr/>
            </p:nvSpPr>
            <p:spPr>
              <a:xfrm flipV="1">
                <a:off x="3408" y="2736"/>
                <a:ext cx="0" cy="507"/>
              </a:xfrm>
              <a:prstGeom prst="line">
                <a:avLst/>
              </a:prstGeom>
              <a:ln w="9525" cap="flat" cmpd="sng">
                <a:solidFill>
                  <a:schemeClr val="accent2"/>
                </a:solidFill>
                <a:prstDash val="solid"/>
                <a:headEnd type="none" w="med" len="med"/>
                <a:tailEnd type="triangle" w="med" len="med"/>
              </a:ln>
            </p:spPr>
          </p:sp>
          <p:sp>
            <p:nvSpPr>
              <p:cNvPr id="58423" name="Line 39"/>
              <p:cNvSpPr/>
              <p:nvPr/>
            </p:nvSpPr>
            <p:spPr>
              <a:xfrm>
                <a:off x="3408" y="3552"/>
                <a:ext cx="0" cy="480"/>
              </a:xfrm>
              <a:prstGeom prst="line">
                <a:avLst/>
              </a:prstGeom>
              <a:ln w="9525" cap="flat" cmpd="sng">
                <a:solidFill>
                  <a:schemeClr val="accent2"/>
                </a:solidFill>
                <a:prstDash val="solid"/>
                <a:headEnd type="none" w="med" len="med"/>
                <a:tailEnd type="triangle" w="med" len="med"/>
              </a:ln>
            </p:spPr>
          </p:sp>
          <p:sp>
            <p:nvSpPr>
              <p:cNvPr id="500777" name="AutoShape 41"/>
              <p:cNvSpPr>
                <a:spLocks noChangeArrowheads="1"/>
              </p:cNvSpPr>
              <p:nvPr/>
            </p:nvSpPr>
            <p:spPr bwMode="auto">
              <a:xfrm>
                <a:off x="3552" y="2592"/>
                <a:ext cx="841" cy="1585"/>
              </a:xfrm>
              <a:prstGeom prst="can">
                <a:avLst>
                  <a:gd name="adj" fmla="val 39124"/>
                </a:avLst>
              </a:prstGeom>
              <a:gradFill rotWithShape="1">
                <a:gsLst>
                  <a:gs pos="0">
                    <a:schemeClr val="accent1">
                      <a:alpha val="20000"/>
                    </a:schemeClr>
                  </a:gs>
                  <a:gs pos="100000">
                    <a:schemeClr val="accent1">
                      <a:gamma/>
                      <a:shade val="86275"/>
                      <a:invGamma/>
                      <a:alpha val="60001"/>
                    </a:schemeClr>
                  </a:gs>
                </a:gsLst>
                <a:lin ang="0" scaled="1"/>
              </a:gradFill>
              <a:ln w="38100">
                <a:solidFill>
                  <a:schemeClr val="accent2"/>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8426" name="Line 42"/>
              <p:cNvSpPr/>
              <p:nvPr/>
            </p:nvSpPr>
            <p:spPr>
              <a:xfrm flipH="1">
                <a:off x="3312" y="4032"/>
                <a:ext cx="243" cy="0"/>
              </a:xfrm>
              <a:prstGeom prst="line">
                <a:avLst/>
              </a:prstGeom>
              <a:ln w="9525" cap="flat" cmpd="sng">
                <a:solidFill>
                  <a:srgbClr val="000000"/>
                </a:solidFill>
                <a:prstDash val="solid"/>
                <a:headEnd type="none" w="med" len="med"/>
                <a:tailEnd type="none" w="med" len="med"/>
              </a:ln>
            </p:spPr>
          </p:sp>
        </p:grpSp>
        <p:sp>
          <p:nvSpPr>
            <p:cNvPr id="58427" name="Arc 43"/>
            <p:cNvSpPr/>
            <p:nvPr/>
          </p:nvSpPr>
          <p:spPr>
            <a:xfrm rot="19208114">
              <a:off x="11370" y="4373"/>
              <a:ext cx="1331" cy="1187"/>
            </a:xfrm>
            <a:custGeom>
              <a:avLst/>
              <a:gdLst>
                <a:gd name="txL" fmla="*/ 0 w 21453"/>
                <a:gd name="txT" fmla="*/ 0 h 21600"/>
                <a:gd name="txR" fmla="*/ 21453 w 21453"/>
                <a:gd name="txB" fmla="*/ 21600 h 21600"/>
              </a:gdLst>
              <a:ahLst/>
              <a:cxnLst>
                <a:cxn ang="0">
                  <a:pos x="0" y="0"/>
                </a:cxn>
                <a:cxn ang="0">
                  <a:pos x="650" y="509"/>
                </a:cxn>
                <a:cxn ang="0">
                  <a:pos x="0" y="576"/>
                </a:cxn>
              </a:cxnLst>
              <a:rect l="txL" t="txT" r="txR" b="txB"/>
              <a:pathLst>
                <a:path w="21453" h="21600" fill="none">
                  <a:moveTo>
                    <a:pt x="-1" y="0"/>
                  </a:moveTo>
                  <a:cubicBezTo>
                    <a:pt x="10956" y="0"/>
                    <a:pt x="20176" y="8202"/>
                    <a:pt x="21452" y="19084"/>
                  </a:cubicBezTo>
                </a:path>
                <a:path w="21453" h="21600" stroke="0">
                  <a:moveTo>
                    <a:pt x="-1" y="0"/>
                  </a:moveTo>
                  <a:cubicBezTo>
                    <a:pt x="10956" y="0"/>
                    <a:pt x="20176" y="8202"/>
                    <a:pt x="21452" y="19084"/>
                  </a:cubicBezTo>
                  <a:lnTo>
                    <a:pt x="0" y="21600"/>
                  </a:lnTo>
                  <a:close/>
                </a:path>
              </a:pathLst>
            </a:custGeom>
            <a:noFill/>
            <a:ln w="38100" cap="flat" cmpd="sng">
              <a:solidFill>
                <a:schemeClr val="accent2">
                  <a:alpha val="100000"/>
                </a:schemeClr>
              </a:solidFill>
              <a:prstDash val="dash"/>
              <a:round/>
              <a:headEnd type="none" w="med" len="med"/>
              <a:tailEnd type="none" w="med" len="med"/>
            </a:ln>
          </p:spPr>
          <p:txBody>
            <a:bodyPr/>
            <a:p>
              <a:endParaRPr lang="zh-CN" altLang="en-US"/>
            </a:p>
          </p:txBody>
        </p:sp>
        <p:graphicFrame>
          <p:nvGraphicFramePr>
            <p:cNvPr id="14" name="对象 13"/>
            <p:cNvGraphicFramePr/>
            <p:nvPr>
              <p:custDataLst>
                <p:tags r:id="rId25"/>
              </p:custDataLst>
            </p:nvPr>
          </p:nvGraphicFramePr>
          <p:xfrm>
            <a:off x="10602" y="3255"/>
            <a:ext cx="665" cy="753"/>
          </p:xfrm>
          <a:graphic>
            <a:graphicData uri="http://schemas.openxmlformats.org/presentationml/2006/ole">
              <mc:AlternateContent xmlns:mc="http://schemas.openxmlformats.org/markup-compatibility/2006">
                <mc:Choice xmlns:v="urn:schemas-microsoft-com:vml" Requires="v">
                  <p:oleObj spid="_x0000_s15" name="" r:id="rId26" imgW="139700" imgH="165100" progId="Equation.KSEE3">
                    <p:embed/>
                  </p:oleObj>
                </mc:Choice>
                <mc:Fallback>
                  <p:oleObj name="" r:id="rId26" imgW="139700" imgH="165100" progId="Equation.KSEE3">
                    <p:embed/>
                    <p:pic>
                      <p:nvPicPr>
                        <p:cNvPr id="0" name="图片 4"/>
                        <p:cNvPicPr/>
                        <p:nvPr/>
                      </p:nvPicPr>
                      <p:blipFill>
                        <a:blip r:embed="rId27"/>
                        <a:stretch>
                          <a:fillRect/>
                        </a:stretch>
                      </p:blipFill>
                      <p:spPr>
                        <a:xfrm>
                          <a:off x="10602" y="3255"/>
                          <a:ext cx="665" cy="753"/>
                        </a:xfrm>
                        <a:prstGeom prst="rect">
                          <a:avLst/>
                        </a:prstGeom>
                      </p:spPr>
                    </p:pic>
                  </p:oleObj>
                </mc:Fallback>
              </mc:AlternateContent>
            </a:graphicData>
          </a:graphic>
        </p:graphicFrame>
        <p:graphicFrame>
          <p:nvGraphicFramePr>
            <p:cNvPr id="22" name="对象 21"/>
            <p:cNvGraphicFramePr/>
            <p:nvPr>
              <p:custDataLst>
                <p:tags r:id="rId28"/>
              </p:custDataLst>
            </p:nvPr>
          </p:nvGraphicFramePr>
          <p:xfrm>
            <a:off x="12756" y="2451"/>
            <a:ext cx="686" cy="572"/>
          </p:xfrm>
          <a:graphic>
            <a:graphicData uri="http://schemas.openxmlformats.org/presentationml/2006/ole">
              <mc:AlternateContent xmlns:mc="http://schemas.openxmlformats.org/markup-compatibility/2006">
                <mc:Choice xmlns:v="urn:schemas-microsoft-com:vml" Requires="v">
                  <p:oleObj spid="_x0000_s23" name="" r:id="rId29" imgW="139700" imgH="177165" progId="Equation.KSEE3">
                    <p:embed/>
                  </p:oleObj>
                </mc:Choice>
                <mc:Fallback>
                  <p:oleObj name="" r:id="rId29" imgW="139700" imgH="177165" progId="Equation.KSEE3">
                    <p:embed/>
                    <p:pic>
                      <p:nvPicPr>
                        <p:cNvPr id="0" name="图片 4"/>
                        <p:cNvPicPr/>
                        <p:nvPr/>
                      </p:nvPicPr>
                      <p:blipFill>
                        <a:blip r:embed="rId30"/>
                        <a:stretch>
                          <a:fillRect/>
                        </a:stretch>
                      </p:blipFill>
                      <p:spPr>
                        <a:xfrm>
                          <a:off x="12756" y="2451"/>
                          <a:ext cx="686" cy="572"/>
                        </a:xfrm>
                        <a:prstGeom prst="rect">
                          <a:avLst/>
                        </a:prstGeom>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442"/>
                                        </p:tgtEl>
                                        <p:attrNameLst>
                                          <p:attrName>style.visibility</p:attrName>
                                        </p:attrNameLst>
                                      </p:cBhvr>
                                      <p:to>
                                        <p:strVal val="visible"/>
                                      </p:to>
                                    </p:set>
                                    <p:anim calcmode="lin" valueType="num">
                                      <p:cBhvr additive="base">
                                        <p:cTn id="7" dur="500" fill="hold"/>
                                        <p:tgtEl>
                                          <p:spTgt spid="58442"/>
                                        </p:tgtEl>
                                        <p:attrNameLst>
                                          <p:attrName>ppt_x</p:attrName>
                                        </p:attrNameLst>
                                      </p:cBhvr>
                                      <p:tavLst>
                                        <p:tav tm="0">
                                          <p:val>
                                            <p:strVal val="0-#ppt_w/2"/>
                                          </p:val>
                                        </p:tav>
                                        <p:tav tm="100000">
                                          <p:val>
                                            <p:strVal val="#ppt_x"/>
                                          </p:val>
                                        </p:tav>
                                      </p:tavLst>
                                    </p:anim>
                                    <p:anim calcmode="lin" valueType="num">
                                      <p:cBhvr additive="base">
                                        <p:cTn id="8" dur="500" fill="hold"/>
                                        <p:tgtEl>
                                          <p:spTgt spid="584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4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9389" name="组合 229388"/>
          <p:cNvGrpSpPr/>
          <p:nvPr/>
        </p:nvGrpSpPr>
        <p:grpSpPr>
          <a:xfrm>
            <a:off x="7397750" y="1458913"/>
            <a:ext cx="225425" cy="4086225"/>
            <a:chOff x="4524" y="553"/>
            <a:chExt cx="142" cy="2574"/>
          </a:xfrm>
        </p:grpSpPr>
        <p:sp>
          <p:nvSpPr>
            <p:cNvPr id="55298" name="矩形 229389"/>
            <p:cNvSpPr/>
            <p:nvPr/>
          </p:nvSpPr>
          <p:spPr>
            <a:xfrm>
              <a:off x="4524" y="1908"/>
              <a:ext cx="142" cy="1219"/>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tileRect/>
            </a:gradFill>
            <a:ln w="9525">
              <a:noFill/>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55299" name="矩形 229390"/>
            <p:cNvSpPr/>
            <p:nvPr/>
          </p:nvSpPr>
          <p:spPr>
            <a:xfrm>
              <a:off x="4526" y="553"/>
              <a:ext cx="138" cy="1360"/>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tileRect/>
            </a:gradFill>
            <a:ln w="9525">
              <a:noFill/>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grpSp>
        <p:nvGrpSpPr>
          <p:cNvPr id="229392" name="组合 229391"/>
          <p:cNvGrpSpPr/>
          <p:nvPr/>
        </p:nvGrpSpPr>
        <p:grpSpPr>
          <a:xfrm>
            <a:off x="6508750" y="1457325"/>
            <a:ext cx="2587625" cy="4076700"/>
            <a:chOff x="3964" y="564"/>
            <a:chExt cx="1630" cy="2568"/>
          </a:xfrm>
        </p:grpSpPr>
        <p:grpSp>
          <p:nvGrpSpPr>
            <p:cNvPr id="55301" name="组合 229392"/>
            <p:cNvGrpSpPr/>
            <p:nvPr/>
          </p:nvGrpSpPr>
          <p:grpSpPr>
            <a:xfrm>
              <a:off x="3964" y="564"/>
              <a:ext cx="1630" cy="2568"/>
              <a:chOff x="3964" y="346"/>
              <a:chExt cx="1630" cy="2568"/>
            </a:xfrm>
          </p:grpSpPr>
          <p:sp>
            <p:nvSpPr>
              <p:cNvPr id="55302" name="直接连接符 229393"/>
              <p:cNvSpPr/>
              <p:nvPr/>
            </p:nvSpPr>
            <p:spPr>
              <a:xfrm>
                <a:off x="5233" y="1187"/>
                <a:ext cx="227" cy="0"/>
              </a:xfrm>
              <a:prstGeom prst="line">
                <a:avLst/>
              </a:prstGeom>
              <a:ln w="9525" cap="flat" cmpd="sng">
                <a:solidFill>
                  <a:schemeClr val="folHlink"/>
                </a:solidFill>
                <a:prstDash val="solid"/>
                <a:round/>
                <a:headEnd type="none" w="med" len="med"/>
                <a:tailEnd type="none" w="med" len="med"/>
              </a:ln>
            </p:spPr>
          </p:sp>
          <p:sp>
            <p:nvSpPr>
              <p:cNvPr id="55303" name="椭圆 229394"/>
              <p:cNvSpPr/>
              <p:nvPr/>
            </p:nvSpPr>
            <p:spPr>
              <a:xfrm>
                <a:off x="4530" y="2869"/>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tileRect/>
              </a:gradFill>
              <a:ln w="19050" cap="flat" cmpd="sng">
                <a:solidFill>
                  <a:schemeClr val="tx2"/>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55304" name="矩形 229395"/>
              <p:cNvSpPr/>
              <p:nvPr/>
            </p:nvSpPr>
            <p:spPr>
              <a:xfrm>
                <a:off x="4528" y="2088"/>
                <a:ext cx="139" cy="810"/>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tileRect/>
              </a:gradFill>
              <a:ln w="9525">
                <a:noFill/>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nvGrpSpPr>
              <p:cNvPr id="55305" name="组合 229396"/>
              <p:cNvGrpSpPr/>
              <p:nvPr/>
            </p:nvGrpSpPr>
            <p:grpSpPr>
              <a:xfrm>
                <a:off x="4531" y="2089"/>
                <a:ext cx="136" cy="809"/>
                <a:chOff x="4604" y="2705"/>
                <a:chExt cx="136" cy="974"/>
              </a:xfrm>
            </p:grpSpPr>
            <p:sp>
              <p:nvSpPr>
                <p:cNvPr id="55306" name="直接连接符 229397"/>
                <p:cNvSpPr/>
                <p:nvPr/>
              </p:nvSpPr>
              <p:spPr>
                <a:xfrm flipH="1">
                  <a:off x="4604" y="2705"/>
                  <a:ext cx="0" cy="974"/>
                </a:xfrm>
                <a:prstGeom prst="line">
                  <a:avLst/>
                </a:prstGeom>
                <a:ln w="9525" cap="flat" cmpd="sng">
                  <a:solidFill>
                    <a:schemeClr val="tx1"/>
                  </a:solidFill>
                  <a:prstDash val="solid"/>
                  <a:round/>
                  <a:headEnd type="none" w="med" len="med"/>
                  <a:tailEnd type="none" w="med" len="med"/>
                </a:ln>
              </p:spPr>
            </p:sp>
            <p:sp>
              <p:nvSpPr>
                <p:cNvPr id="55307" name="直接连接符 229398"/>
                <p:cNvSpPr/>
                <p:nvPr/>
              </p:nvSpPr>
              <p:spPr>
                <a:xfrm>
                  <a:off x="4740" y="2728"/>
                  <a:ext cx="0" cy="951"/>
                </a:xfrm>
                <a:prstGeom prst="line">
                  <a:avLst/>
                </a:prstGeom>
                <a:ln w="9525" cap="flat" cmpd="sng">
                  <a:solidFill>
                    <a:schemeClr val="tx1"/>
                  </a:solidFill>
                  <a:prstDash val="solid"/>
                  <a:round/>
                  <a:headEnd type="none" w="med" len="med"/>
                  <a:tailEnd type="none" w="med" len="med"/>
                </a:ln>
              </p:spPr>
            </p:sp>
          </p:grpSp>
          <p:sp>
            <p:nvSpPr>
              <p:cNvPr id="55308" name="矩形 229399"/>
              <p:cNvSpPr/>
              <p:nvPr/>
            </p:nvSpPr>
            <p:spPr>
              <a:xfrm>
                <a:off x="4531" y="1261"/>
                <a:ext cx="136" cy="771"/>
              </a:xfrm>
              <a:prstGeom prst="rect">
                <a:avLst/>
              </a:prstGeom>
              <a:solidFill>
                <a:srgbClr val="FFFF66"/>
              </a:solidFill>
              <a:ln w="19050">
                <a:noFill/>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nvGrpSpPr>
              <p:cNvPr id="55309" name="组合 229400"/>
              <p:cNvGrpSpPr/>
              <p:nvPr/>
            </p:nvGrpSpPr>
            <p:grpSpPr>
              <a:xfrm>
                <a:off x="4531" y="1045"/>
                <a:ext cx="136" cy="974"/>
                <a:chOff x="4604" y="868"/>
                <a:chExt cx="136" cy="974"/>
              </a:xfrm>
            </p:grpSpPr>
            <p:sp>
              <p:nvSpPr>
                <p:cNvPr id="55310" name="直接连接符 229401"/>
                <p:cNvSpPr/>
                <p:nvPr/>
              </p:nvSpPr>
              <p:spPr>
                <a:xfrm flipH="1">
                  <a:off x="4604" y="868"/>
                  <a:ext cx="0" cy="974"/>
                </a:xfrm>
                <a:prstGeom prst="line">
                  <a:avLst/>
                </a:prstGeom>
                <a:ln w="9525" cap="flat" cmpd="sng">
                  <a:solidFill>
                    <a:schemeClr val="tx1"/>
                  </a:solidFill>
                  <a:prstDash val="solid"/>
                  <a:round/>
                  <a:headEnd type="none" w="med" len="med"/>
                  <a:tailEnd type="none" w="med" len="med"/>
                </a:ln>
              </p:spPr>
            </p:sp>
            <p:sp>
              <p:nvSpPr>
                <p:cNvPr id="55311" name="直接连接符 229402"/>
                <p:cNvSpPr/>
                <p:nvPr/>
              </p:nvSpPr>
              <p:spPr>
                <a:xfrm>
                  <a:off x="4740" y="891"/>
                  <a:ext cx="0" cy="951"/>
                </a:xfrm>
                <a:prstGeom prst="line">
                  <a:avLst/>
                </a:prstGeom>
                <a:ln w="9525" cap="flat" cmpd="sng">
                  <a:solidFill>
                    <a:schemeClr val="tx1"/>
                  </a:solidFill>
                  <a:prstDash val="solid"/>
                  <a:round/>
                  <a:headEnd type="none" w="med" len="med"/>
                  <a:tailEnd type="none" w="med" len="med"/>
                </a:ln>
              </p:spPr>
            </p:sp>
          </p:grpSp>
          <p:sp>
            <p:nvSpPr>
              <p:cNvPr id="55312" name="椭圆 229403"/>
              <p:cNvSpPr/>
              <p:nvPr/>
            </p:nvSpPr>
            <p:spPr>
              <a:xfrm>
                <a:off x="4531" y="1998"/>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tileRect/>
              </a:gradFill>
              <a:ln w="9525" cap="flat" cmpd="sng">
                <a:solidFill>
                  <a:schemeClr val="tx2"/>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55313" name="矩形 229404"/>
              <p:cNvSpPr/>
              <p:nvPr/>
            </p:nvSpPr>
            <p:spPr>
              <a:xfrm rot="-5400000">
                <a:off x="4144" y="987"/>
                <a:ext cx="883" cy="1257"/>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tileRect/>
              </a:gradFill>
              <a:ln w="9525">
                <a:noFill/>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nvGrpSpPr>
              <p:cNvPr id="55314" name="组合 229405"/>
              <p:cNvGrpSpPr/>
              <p:nvPr/>
            </p:nvGrpSpPr>
            <p:grpSpPr>
              <a:xfrm>
                <a:off x="3964" y="1214"/>
                <a:ext cx="1270" cy="804"/>
                <a:chOff x="4059" y="1827"/>
                <a:chExt cx="1270" cy="804"/>
              </a:xfrm>
            </p:grpSpPr>
            <p:sp>
              <p:nvSpPr>
                <p:cNvPr id="55315" name="直接连接符 229406"/>
                <p:cNvSpPr/>
                <p:nvPr/>
              </p:nvSpPr>
              <p:spPr>
                <a:xfrm>
                  <a:off x="5329" y="1827"/>
                  <a:ext cx="0" cy="804"/>
                </a:xfrm>
                <a:prstGeom prst="line">
                  <a:avLst/>
                </a:prstGeom>
                <a:ln w="9525" cap="flat" cmpd="sng">
                  <a:solidFill>
                    <a:schemeClr val="folHlink"/>
                  </a:solidFill>
                  <a:prstDash val="solid"/>
                  <a:round/>
                  <a:headEnd type="none" w="med" len="med"/>
                  <a:tailEnd type="none" w="med" len="med"/>
                </a:ln>
              </p:spPr>
            </p:sp>
            <p:sp>
              <p:nvSpPr>
                <p:cNvPr id="55316" name="直接连接符 229407"/>
                <p:cNvSpPr/>
                <p:nvPr/>
              </p:nvSpPr>
              <p:spPr>
                <a:xfrm>
                  <a:off x="4059" y="1827"/>
                  <a:ext cx="0" cy="804"/>
                </a:xfrm>
                <a:prstGeom prst="line">
                  <a:avLst/>
                </a:prstGeom>
                <a:ln w="9525" cap="flat" cmpd="sng">
                  <a:solidFill>
                    <a:schemeClr val="folHlink"/>
                  </a:solidFill>
                  <a:prstDash val="solid"/>
                  <a:round/>
                  <a:headEnd type="none" w="med" len="med"/>
                  <a:tailEnd type="none" w="med" len="med"/>
                </a:ln>
              </p:spPr>
            </p:sp>
          </p:grpSp>
          <p:sp>
            <p:nvSpPr>
              <p:cNvPr id="55317" name="椭圆 229408"/>
              <p:cNvSpPr/>
              <p:nvPr/>
            </p:nvSpPr>
            <p:spPr>
              <a:xfrm rot="-5400000">
                <a:off x="4433" y="568"/>
                <a:ext cx="317" cy="1257"/>
              </a:xfrm>
              <a:prstGeom prst="ellipse">
                <a:avLst/>
              </a:prstGeom>
              <a:gradFill rotWithShape="1">
                <a:gsLst>
                  <a:gs pos="0">
                    <a:schemeClr val="accent1">
                      <a:alpha val="89998"/>
                    </a:schemeClr>
                  </a:gs>
                  <a:gs pos="100000">
                    <a:srgbClr val="576869">
                      <a:alpha val="89998"/>
                    </a:srgbClr>
                  </a:gs>
                </a:gsLst>
                <a:path path="shape">
                  <a:fillToRect l="50000" t="50000" r="50000" b="50000"/>
                </a:path>
                <a:tileRect/>
              </a:gradFill>
              <a:ln w="6350" cap="flat" cmpd="sng">
                <a:solidFill>
                  <a:schemeClr val="folHlink"/>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55318" name="椭圆 229409"/>
              <p:cNvSpPr/>
              <p:nvPr/>
            </p:nvSpPr>
            <p:spPr>
              <a:xfrm>
                <a:off x="4531" y="1181"/>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tileRect/>
              </a:gradFill>
              <a:ln w="19050" cap="flat" cmpd="sng">
                <a:solidFill>
                  <a:schemeClr val="tx2"/>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nvGrpSpPr>
              <p:cNvPr id="55319" name="组合 229410"/>
              <p:cNvGrpSpPr/>
              <p:nvPr/>
            </p:nvGrpSpPr>
            <p:grpSpPr>
              <a:xfrm>
                <a:off x="4528" y="346"/>
                <a:ext cx="139" cy="862"/>
                <a:chOff x="4623" y="799"/>
                <a:chExt cx="142" cy="997"/>
              </a:xfrm>
            </p:grpSpPr>
            <p:sp>
              <p:nvSpPr>
                <p:cNvPr id="55320" name="矩形 229411"/>
                <p:cNvSpPr/>
                <p:nvPr/>
              </p:nvSpPr>
              <p:spPr>
                <a:xfrm>
                  <a:off x="4623" y="799"/>
                  <a:ext cx="142" cy="987"/>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tileRect/>
                </a:gradFill>
                <a:ln w="9525">
                  <a:noFill/>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55321" name="椭圆 229412"/>
                <p:cNvSpPr/>
                <p:nvPr/>
              </p:nvSpPr>
              <p:spPr>
                <a:xfrm>
                  <a:off x="4626" y="799"/>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tileRect/>
                </a:gradFill>
                <a:ln w="9525" cap="flat" cmpd="sng">
                  <a:solidFill>
                    <a:schemeClr val="tx2"/>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nvGrpSpPr>
                <p:cNvPr id="55322" name="组合 229413"/>
                <p:cNvGrpSpPr/>
                <p:nvPr/>
              </p:nvGrpSpPr>
              <p:grpSpPr>
                <a:xfrm>
                  <a:off x="4626" y="822"/>
                  <a:ext cx="136" cy="974"/>
                  <a:chOff x="4604" y="868"/>
                  <a:chExt cx="136" cy="974"/>
                </a:xfrm>
              </p:grpSpPr>
              <p:sp>
                <p:nvSpPr>
                  <p:cNvPr id="55323" name="直接连接符 229414"/>
                  <p:cNvSpPr/>
                  <p:nvPr/>
                </p:nvSpPr>
                <p:spPr>
                  <a:xfrm flipH="1">
                    <a:off x="4604" y="868"/>
                    <a:ext cx="0" cy="974"/>
                  </a:xfrm>
                  <a:prstGeom prst="line">
                    <a:avLst/>
                  </a:prstGeom>
                  <a:ln w="9525" cap="flat" cmpd="sng">
                    <a:solidFill>
                      <a:schemeClr val="tx1"/>
                    </a:solidFill>
                    <a:prstDash val="solid"/>
                    <a:round/>
                    <a:headEnd type="none" w="med" len="med"/>
                    <a:tailEnd type="none" w="med" len="med"/>
                  </a:ln>
                </p:spPr>
              </p:sp>
              <p:sp>
                <p:nvSpPr>
                  <p:cNvPr id="55324" name="直接连接符 229415"/>
                  <p:cNvSpPr/>
                  <p:nvPr/>
                </p:nvSpPr>
                <p:spPr>
                  <a:xfrm>
                    <a:off x="4740" y="891"/>
                    <a:ext cx="0" cy="951"/>
                  </a:xfrm>
                  <a:prstGeom prst="line">
                    <a:avLst/>
                  </a:prstGeom>
                  <a:ln w="9525" cap="flat" cmpd="sng">
                    <a:solidFill>
                      <a:schemeClr val="tx1"/>
                    </a:solidFill>
                    <a:prstDash val="solid"/>
                    <a:round/>
                    <a:headEnd type="none" w="med" len="med"/>
                    <a:tailEnd type="none" w="med" len="med"/>
                  </a:ln>
                </p:spPr>
              </p:sp>
            </p:grpSp>
          </p:grpSp>
          <p:grpSp>
            <p:nvGrpSpPr>
              <p:cNvPr id="55325" name="组合 229416"/>
              <p:cNvGrpSpPr/>
              <p:nvPr/>
            </p:nvGrpSpPr>
            <p:grpSpPr>
              <a:xfrm>
                <a:off x="4056" y="830"/>
                <a:ext cx="543" cy="442"/>
                <a:chOff x="4083" y="1010"/>
                <a:chExt cx="543" cy="442"/>
              </a:xfrm>
            </p:grpSpPr>
            <p:sp>
              <p:nvSpPr>
                <p:cNvPr id="55326" name="直接连接符 229417"/>
                <p:cNvSpPr/>
                <p:nvPr/>
              </p:nvSpPr>
              <p:spPr>
                <a:xfrm flipH="1">
                  <a:off x="4083" y="1361"/>
                  <a:ext cx="543" cy="91"/>
                </a:xfrm>
                <a:prstGeom prst="line">
                  <a:avLst/>
                </a:prstGeom>
                <a:ln w="12700" cap="flat" cmpd="sng">
                  <a:solidFill>
                    <a:schemeClr val="hlink"/>
                  </a:solidFill>
                  <a:prstDash val="solid"/>
                  <a:round/>
                  <a:headEnd type="none" w="med" len="med"/>
                  <a:tailEnd type="none" w="med" len="lg"/>
                </a:ln>
              </p:spPr>
            </p:sp>
            <p:sp>
              <p:nvSpPr>
                <p:cNvPr id="55327" name="文本框 229418"/>
                <p:cNvSpPr txBox="1"/>
                <p:nvPr/>
              </p:nvSpPr>
              <p:spPr>
                <a:xfrm>
                  <a:off x="4218" y="1010"/>
                  <a:ext cx="250" cy="288"/>
                </a:xfrm>
                <a:prstGeom prst="rect">
                  <a:avLst/>
                </a:prstGeom>
                <a:noFill/>
                <a:ln w="9525">
                  <a:noFill/>
                </a:ln>
              </p:spPr>
              <p:txBody>
                <a:bodyPr anchor="t" anchorCtr="0">
                  <a:spAutoFit/>
                </a:bodyPr>
                <a:p>
                  <a:pPr eaLnBrk="0" hangingPunct="0">
                    <a:buClr>
                      <a:schemeClr val="bg1"/>
                    </a:buClr>
                  </a:pPr>
                  <a:r>
                    <a:rPr lang="en-US" altLang="zh-CN" sz="2400" b="1" i="1" dirty="0">
                      <a:solidFill>
                        <a:schemeClr val="bg1"/>
                      </a:solidFill>
                      <a:latin typeface="Times New Roman" panose="02020603050405020304" pitchFamily="18" charset="0"/>
                      <a:ea typeface="宋体" panose="02010600030101010101" pitchFamily="2" charset="-122"/>
                    </a:rPr>
                    <a:t>r</a:t>
                  </a:r>
                  <a:endParaRPr lang="en-US" altLang="zh-CN" sz="2400" b="1" i="1" dirty="0">
                    <a:solidFill>
                      <a:schemeClr val="bg1"/>
                    </a:solidFill>
                    <a:latin typeface="Times New Roman" panose="02020603050405020304" pitchFamily="18" charset="0"/>
                    <a:ea typeface="宋体" panose="02010600030101010101" pitchFamily="2" charset="-122"/>
                  </a:endParaRPr>
                </a:p>
              </p:txBody>
            </p:sp>
          </p:grpSp>
          <p:grpSp>
            <p:nvGrpSpPr>
              <p:cNvPr id="55328" name="组合 229419"/>
              <p:cNvGrpSpPr/>
              <p:nvPr/>
            </p:nvGrpSpPr>
            <p:grpSpPr>
              <a:xfrm>
                <a:off x="5233" y="1196"/>
                <a:ext cx="361" cy="851"/>
                <a:chOff x="5233" y="1196"/>
                <a:chExt cx="361" cy="851"/>
              </a:xfrm>
            </p:grpSpPr>
            <p:sp>
              <p:nvSpPr>
                <p:cNvPr id="55329" name="直接连接符 229420"/>
                <p:cNvSpPr/>
                <p:nvPr/>
              </p:nvSpPr>
              <p:spPr>
                <a:xfrm>
                  <a:off x="5233" y="2047"/>
                  <a:ext cx="227" cy="0"/>
                </a:xfrm>
                <a:prstGeom prst="line">
                  <a:avLst/>
                </a:prstGeom>
                <a:ln w="9525" cap="flat" cmpd="sng">
                  <a:solidFill>
                    <a:schemeClr val="folHlink"/>
                  </a:solidFill>
                  <a:prstDash val="solid"/>
                  <a:round/>
                  <a:headEnd type="none" w="med" len="med"/>
                  <a:tailEnd type="none" w="med" len="med"/>
                </a:ln>
              </p:spPr>
            </p:sp>
            <p:sp>
              <p:nvSpPr>
                <p:cNvPr id="55330" name="直接连接符 229421"/>
                <p:cNvSpPr/>
                <p:nvPr/>
              </p:nvSpPr>
              <p:spPr>
                <a:xfrm>
                  <a:off x="5375" y="1196"/>
                  <a:ext cx="0" cy="851"/>
                </a:xfrm>
                <a:prstGeom prst="line">
                  <a:avLst/>
                </a:prstGeom>
                <a:ln w="9525" cap="flat" cmpd="sng">
                  <a:solidFill>
                    <a:schemeClr val="folHlink"/>
                  </a:solidFill>
                  <a:prstDash val="solid"/>
                  <a:round/>
                  <a:headEnd type="triangle" w="med" len="lg"/>
                  <a:tailEnd type="triangle" w="med" len="lg"/>
                </a:ln>
              </p:spPr>
            </p:sp>
            <p:sp>
              <p:nvSpPr>
                <p:cNvPr id="55331" name="文本框 229422"/>
                <p:cNvSpPr txBox="1"/>
                <p:nvPr/>
              </p:nvSpPr>
              <p:spPr>
                <a:xfrm>
                  <a:off x="5311" y="1419"/>
                  <a:ext cx="283" cy="290"/>
                </a:xfrm>
                <a:prstGeom prst="rect">
                  <a:avLst/>
                </a:prstGeom>
                <a:noFill/>
                <a:ln w="9525">
                  <a:noFill/>
                </a:ln>
              </p:spPr>
              <p:txBody>
                <a:bodyPr anchor="t" anchorCtr="0">
                  <a:spAutoFit/>
                </a:bodyPr>
                <a:p>
                  <a:pPr algn="ctr" eaLnBrk="0" hangingPunct="0">
                    <a:buClr>
                      <a:schemeClr val="bg1"/>
                    </a:buClr>
                  </a:pPr>
                  <a:r>
                    <a:rPr lang="en-US" altLang="zh-CN" sz="2400" b="1" i="1" dirty="0">
                      <a:solidFill>
                        <a:srgbClr val="0000FF"/>
                      </a:solidFill>
                      <a:latin typeface="Times New Roman" panose="02020603050405020304" pitchFamily="18" charset="0"/>
                      <a:ea typeface="宋体" panose="02010600030101010101" pitchFamily="2" charset="-122"/>
                    </a:rPr>
                    <a:t>h</a:t>
                  </a:r>
                  <a:endParaRPr lang="en-US" altLang="zh-CN" sz="2400" b="1" i="1" dirty="0">
                    <a:solidFill>
                      <a:srgbClr val="0000FF"/>
                    </a:solidFill>
                    <a:latin typeface="Times New Roman" panose="02020603050405020304" pitchFamily="18" charset="0"/>
                    <a:ea typeface="宋体" panose="02010600030101010101" pitchFamily="2" charset="-122"/>
                  </a:endParaRPr>
                </a:p>
              </p:txBody>
            </p:sp>
          </p:grpSp>
          <p:sp>
            <p:nvSpPr>
              <p:cNvPr id="55332" name="椭圆 229423"/>
              <p:cNvSpPr/>
              <p:nvPr/>
            </p:nvSpPr>
            <p:spPr>
              <a:xfrm rot="-5400000">
                <a:off x="4433" y="1385"/>
                <a:ext cx="317" cy="1257"/>
              </a:xfrm>
              <a:prstGeom prst="ellipse">
                <a:avLst/>
              </a:prstGeom>
              <a:gradFill rotWithShape="1">
                <a:gsLst>
                  <a:gs pos="0">
                    <a:srgbClr val="00CC99">
                      <a:alpha val="45000"/>
                    </a:srgbClr>
                  </a:gs>
                  <a:gs pos="100000">
                    <a:srgbClr val="005E47">
                      <a:alpha val="45000"/>
                    </a:srgbClr>
                  </a:gs>
                </a:gsLst>
                <a:path path="shape">
                  <a:fillToRect l="50000" t="50000" r="50000" b="50000"/>
                </a:path>
                <a:tileRect/>
              </a:gradFill>
              <a:ln w="3175" cap="flat" cmpd="sng">
                <a:solidFill>
                  <a:schemeClr val="folHlink"/>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grpSp>
        <p:sp>
          <p:nvSpPr>
            <p:cNvPr id="55333" name="直接连接符 229424"/>
            <p:cNvSpPr/>
            <p:nvPr/>
          </p:nvSpPr>
          <p:spPr>
            <a:xfrm>
              <a:off x="5209" y="1407"/>
              <a:ext cx="227" cy="0"/>
            </a:xfrm>
            <a:prstGeom prst="line">
              <a:avLst/>
            </a:prstGeom>
            <a:ln w="9525" cap="flat" cmpd="sng">
              <a:solidFill>
                <a:schemeClr val="folHlink"/>
              </a:solidFill>
              <a:prstDash val="solid"/>
              <a:round/>
              <a:headEnd type="none" w="med" len="med"/>
              <a:tailEnd type="none" w="med" len="med"/>
            </a:ln>
          </p:spPr>
        </p:sp>
      </p:grpSp>
      <p:grpSp>
        <p:nvGrpSpPr>
          <p:cNvPr id="229427" name="组合 229426"/>
          <p:cNvGrpSpPr/>
          <p:nvPr/>
        </p:nvGrpSpPr>
        <p:grpSpPr>
          <a:xfrm>
            <a:off x="8128000" y="2641600"/>
            <a:ext cx="142875" cy="144463"/>
            <a:chOff x="5035" y="1270"/>
            <a:chExt cx="90" cy="91"/>
          </a:xfrm>
        </p:grpSpPr>
        <p:sp>
          <p:nvSpPr>
            <p:cNvPr id="55335" name="直接连接符 229427"/>
            <p:cNvSpPr/>
            <p:nvPr/>
          </p:nvSpPr>
          <p:spPr>
            <a:xfrm>
              <a:off x="5035" y="1270"/>
              <a:ext cx="90" cy="0"/>
            </a:xfrm>
            <a:prstGeom prst="line">
              <a:avLst/>
            </a:prstGeom>
            <a:ln w="9525" cap="flat" cmpd="sng">
              <a:solidFill>
                <a:srgbClr val="00FFFF"/>
              </a:solidFill>
              <a:prstDash val="solid"/>
              <a:round/>
              <a:headEnd type="none" w="med" len="med"/>
              <a:tailEnd type="none" w="med" len="med"/>
            </a:ln>
          </p:spPr>
        </p:sp>
        <p:sp>
          <p:nvSpPr>
            <p:cNvPr id="55336" name="直接连接符 229428"/>
            <p:cNvSpPr/>
            <p:nvPr/>
          </p:nvSpPr>
          <p:spPr>
            <a:xfrm>
              <a:off x="5125" y="1270"/>
              <a:ext cx="0" cy="91"/>
            </a:xfrm>
            <a:prstGeom prst="line">
              <a:avLst/>
            </a:prstGeom>
            <a:ln w="9525" cap="flat" cmpd="sng">
              <a:solidFill>
                <a:srgbClr val="00FFFF"/>
              </a:solidFill>
              <a:prstDash val="solid"/>
              <a:round/>
              <a:headEnd type="none" w="med" len="med"/>
              <a:tailEnd type="none" w="med" len="med"/>
            </a:ln>
          </p:spPr>
        </p:sp>
      </p:grpSp>
      <p:sp>
        <p:nvSpPr>
          <p:cNvPr id="229430" name="平行四边形 229429"/>
          <p:cNvSpPr/>
          <p:nvPr/>
        </p:nvSpPr>
        <p:spPr>
          <a:xfrm>
            <a:off x="7988300" y="2771775"/>
            <a:ext cx="304800" cy="76200"/>
          </a:xfrm>
          <a:prstGeom prst="parallelogram">
            <a:avLst>
              <a:gd name="adj" fmla="val 100000"/>
            </a:avLst>
          </a:prstGeom>
          <a:solidFill>
            <a:schemeClr val="tx1"/>
          </a:solidFill>
          <a:ln w="9525" cap="flat" cmpd="sng">
            <a:solidFill>
              <a:schemeClr val="bg1"/>
            </a:solidFill>
            <a:prstDash val="solid"/>
            <a:miter/>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229431" name="直接连接符 229430"/>
          <p:cNvSpPr/>
          <p:nvPr/>
        </p:nvSpPr>
        <p:spPr>
          <a:xfrm flipV="1">
            <a:off x="8145463" y="2090738"/>
            <a:ext cx="1587" cy="719137"/>
          </a:xfrm>
          <a:prstGeom prst="line">
            <a:avLst/>
          </a:prstGeom>
          <a:ln w="38100" cap="flat" cmpd="sng">
            <a:solidFill>
              <a:srgbClr val="0000FF"/>
            </a:solidFill>
            <a:prstDash val="solid"/>
            <a:round/>
            <a:headEnd type="none" w="med" len="med"/>
            <a:tailEnd type="triangle" w="med" len="lg"/>
          </a:ln>
        </p:spPr>
      </p:sp>
      <p:sp>
        <p:nvSpPr>
          <p:cNvPr id="54317" name="直接连接符 229432"/>
          <p:cNvSpPr/>
          <p:nvPr/>
        </p:nvSpPr>
        <p:spPr>
          <a:xfrm>
            <a:off x="8159750" y="2787650"/>
            <a:ext cx="852488" cy="3175"/>
          </a:xfrm>
          <a:prstGeom prst="line">
            <a:avLst/>
          </a:prstGeom>
          <a:ln w="38100" cap="flat" cmpd="sng">
            <a:solidFill>
              <a:srgbClr val="FF7C80"/>
            </a:solidFill>
            <a:prstDash val="solid"/>
            <a:round/>
            <a:headEnd type="none" w="med" len="med"/>
            <a:tailEnd type="triangle" w="med" len="lg"/>
          </a:ln>
        </p:spPr>
      </p:sp>
      <p:grpSp>
        <p:nvGrpSpPr>
          <p:cNvPr id="229435" name="组合 229434"/>
          <p:cNvGrpSpPr/>
          <p:nvPr/>
        </p:nvGrpSpPr>
        <p:grpSpPr>
          <a:xfrm>
            <a:off x="5951538" y="3000375"/>
            <a:ext cx="625475" cy="457200"/>
            <a:chOff x="2774" y="1946"/>
            <a:chExt cx="394" cy="288"/>
          </a:xfrm>
        </p:grpSpPr>
        <p:sp>
          <p:nvSpPr>
            <p:cNvPr id="55341" name="椭圆 229435"/>
            <p:cNvSpPr/>
            <p:nvPr/>
          </p:nvSpPr>
          <p:spPr>
            <a:xfrm>
              <a:off x="3120" y="2064"/>
              <a:ext cx="48" cy="48"/>
            </a:xfrm>
            <a:prstGeom prst="ellipse">
              <a:avLst/>
            </a:prstGeom>
            <a:solidFill>
              <a:srgbClr val="FFFF66"/>
            </a:solidFill>
            <a:ln w="9525" cap="flat" cmpd="sng">
              <a:solidFill>
                <a:schemeClr val="tx1"/>
              </a:solidFill>
              <a:prstDash val="solid"/>
              <a:round/>
              <a:headEnd type="none" w="med" len="med"/>
              <a:tailEnd type="none" w="med" len="med"/>
            </a:ln>
          </p:spPr>
          <p:txBody>
            <a:bodyPr anchor="t" anchorCtr="0"/>
            <a:p>
              <a:pPr eaLnBrk="0" hangingPunct="0"/>
              <a:endParaRPr lang="zh-CN" altLang="en-US" dirty="0">
                <a:latin typeface="Arial" panose="020B0604020202020204" pitchFamily="34" charset="0"/>
                <a:ea typeface="宋体" panose="02010600030101010101" pitchFamily="2" charset="-122"/>
              </a:endParaRPr>
            </a:p>
          </p:txBody>
        </p:sp>
        <p:sp>
          <p:nvSpPr>
            <p:cNvPr id="55342" name="文本框 229436"/>
            <p:cNvSpPr txBox="1"/>
            <p:nvPr/>
          </p:nvSpPr>
          <p:spPr>
            <a:xfrm>
              <a:off x="2774" y="1946"/>
              <a:ext cx="233" cy="288"/>
            </a:xfrm>
            <a:prstGeom prst="rect">
              <a:avLst/>
            </a:prstGeom>
            <a:noFill/>
            <a:ln w="9525">
              <a:noFill/>
            </a:ln>
          </p:spPr>
          <p:txBody>
            <a:bodyPr wrap="none" anchor="t" anchorCtr="0">
              <a:spAutoFit/>
            </a:bodyPr>
            <a:p>
              <a:pPr eaLnBrk="0" hangingPunct="0">
                <a:buClr>
                  <a:schemeClr val="bg1"/>
                </a:buClr>
              </a:pPr>
              <a:r>
                <a:rPr lang="en-US" altLang="zh-CN" sz="2400" b="1" dirty="0">
                  <a:solidFill>
                    <a:srgbClr val="0000FF"/>
                  </a:solidFill>
                  <a:latin typeface="Times New Roman" panose="02020603050405020304" pitchFamily="18" charset="0"/>
                  <a:ea typeface="宋体" panose="02010600030101010101" pitchFamily="2" charset="-122"/>
                </a:rPr>
                <a:t>P</a:t>
              </a:r>
              <a:endParaRPr lang="en-US" altLang="zh-CN" sz="2400" b="1" dirty="0">
                <a:solidFill>
                  <a:srgbClr val="0000FF"/>
                </a:solidFill>
                <a:latin typeface="Times New Roman" panose="02020603050405020304" pitchFamily="18" charset="0"/>
                <a:ea typeface="宋体" panose="02010600030101010101" pitchFamily="2" charset="-122"/>
              </a:endParaRPr>
            </a:p>
          </p:txBody>
        </p:sp>
      </p:grpSp>
      <p:sp>
        <p:nvSpPr>
          <p:cNvPr id="229438" name="任意多边形 229437"/>
          <p:cNvSpPr/>
          <p:nvPr/>
        </p:nvSpPr>
        <p:spPr>
          <a:xfrm>
            <a:off x="6523038" y="3397250"/>
            <a:ext cx="360362" cy="649288"/>
          </a:xfrm>
          <a:custGeom>
            <a:avLst/>
            <a:gdLst/>
            <a:ahLst/>
            <a:cxnLst>
              <a:cxn ang="0">
                <a:pos x="3592" y="3245"/>
              </a:cxn>
              <a:cxn ang="0">
                <a:pos x="11074" y="33262"/>
              </a:cxn>
              <a:cxn ang="0">
                <a:pos x="29332" y="63009"/>
              </a:cxn>
              <a:cxn ang="0">
                <a:pos x="58664" y="99516"/>
              </a:cxn>
              <a:cxn ang="0">
                <a:pos x="154142" y="155764"/>
              </a:cxn>
              <a:cxn ang="0">
                <a:pos x="175991" y="165770"/>
              </a:cxn>
              <a:cxn ang="0">
                <a:pos x="198139" y="172260"/>
              </a:cxn>
              <a:cxn ang="0">
                <a:pos x="231063" y="185511"/>
              </a:cxn>
              <a:cxn ang="0">
                <a:pos x="242137" y="189026"/>
              </a:cxn>
              <a:cxn ang="0">
                <a:pos x="253211" y="192271"/>
              </a:cxn>
              <a:cxn ang="0">
                <a:pos x="319058" y="215528"/>
              </a:cxn>
              <a:cxn ang="0">
                <a:pos x="341207" y="222018"/>
              </a:cxn>
              <a:cxn ang="0">
                <a:pos x="352281" y="225263"/>
              </a:cxn>
              <a:cxn ang="0">
                <a:pos x="359464" y="235269"/>
              </a:cxn>
              <a:cxn ang="0">
                <a:pos x="355872" y="255280"/>
              </a:cxn>
              <a:cxn ang="0">
                <a:pos x="352281" y="308283"/>
              </a:cxn>
              <a:cxn ang="0">
                <a:pos x="348390" y="596555"/>
              </a:cxn>
              <a:cxn ang="0">
                <a:pos x="348390" y="646313"/>
              </a:cxn>
              <a:cxn ang="0">
                <a:pos x="337615" y="642798"/>
              </a:cxn>
              <a:cxn ang="0">
                <a:pos x="315466" y="629547"/>
              </a:cxn>
              <a:cxn ang="0">
                <a:pos x="260394" y="613051"/>
              </a:cxn>
              <a:cxn ang="0">
                <a:pos x="249320" y="609806"/>
              </a:cxn>
              <a:cxn ang="0">
                <a:pos x="238545" y="606561"/>
              </a:cxn>
              <a:cxn ang="0">
                <a:pos x="190657" y="586550"/>
              </a:cxn>
              <a:cxn ang="0">
                <a:pos x="157733" y="576544"/>
              </a:cxn>
              <a:cxn ang="0">
                <a:pos x="113736" y="556803"/>
              </a:cxn>
              <a:cxn ang="0">
                <a:pos x="102661" y="553558"/>
              </a:cxn>
              <a:cxn ang="0">
                <a:pos x="80812" y="540307"/>
              </a:cxn>
              <a:cxn ang="0">
                <a:pos x="62255" y="523541"/>
              </a:cxn>
              <a:cxn ang="0">
                <a:pos x="43998" y="507045"/>
              </a:cxn>
              <a:cxn ang="0">
                <a:pos x="32923" y="487034"/>
              </a:cxn>
              <a:cxn ang="0">
                <a:pos x="18258" y="467293"/>
              </a:cxn>
              <a:cxn ang="0">
                <a:pos x="14666" y="457287"/>
              </a:cxn>
              <a:cxn ang="0">
                <a:pos x="7483" y="447281"/>
              </a:cxn>
              <a:cxn ang="0">
                <a:pos x="0" y="420780"/>
              </a:cxn>
              <a:cxn ang="0">
                <a:pos x="3592" y="3245"/>
              </a:cxn>
            </a:cxnLst>
            <a:pathLst>
              <a:path w="1204" h="2401">
                <a:moveTo>
                  <a:pt x="12" y="12"/>
                </a:moveTo>
                <a:cubicBezTo>
                  <a:pt x="40" y="92"/>
                  <a:pt x="10" y="0"/>
                  <a:pt x="37" y="123"/>
                </a:cubicBezTo>
                <a:cubicBezTo>
                  <a:pt x="61" y="233"/>
                  <a:pt x="36" y="42"/>
                  <a:pt x="98" y="233"/>
                </a:cubicBezTo>
                <a:cubicBezTo>
                  <a:pt x="118" y="293"/>
                  <a:pt x="145" y="334"/>
                  <a:pt x="196" y="368"/>
                </a:cubicBezTo>
                <a:cubicBezTo>
                  <a:pt x="259" y="458"/>
                  <a:pt x="417" y="528"/>
                  <a:pt x="515" y="576"/>
                </a:cubicBezTo>
                <a:cubicBezTo>
                  <a:pt x="605" y="620"/>
                  <a:pt x="502" y="584"/>
                  <a:pt x="588" y="613"/>
                </a:cubicBezTo>
                <a:cubicBezTo>
                  <a:pt x="613" y="621"/>
                  <a:pt x="662" y="637"/>
                  <a:pt x="662" y="637"/>
                </a:cubicBezTo>
                <a:cubicBezTo>
                  <a:pt x="721" y="677"/>
                  <a:pt x="683" y="656"/>
                  <a:pt x="772" y="686"/>
                </a:cubicBezTo>
                <a:cubicBezTo>
                  <a:pt x="784" y="690"/>
                  <a:pt x="797" y="695"/>
                  <a:pt x="809" y="699"/>
                </a:cubicBezTo>
                <a:cubicBezTo>
                  <a:pt x="821" y="703"/>
                  <a:pt x="846" y="711"/>
                  <a:pt x="846" y="711"/>
                </a:cubicBezTo>
                <a:cubicBezTo>
                  <a:pt x="911" y="754"/>
                  <a:pt x="992" y="772"/>
                  <a:pt x="1066" y="797"/>
                </a:cubicBezTo>
                <a:cubicBezTo>
                  <a:pt x="1091" y="805"/>
                  <a:pt x="1115" y="813"/>
                  <a:pt x="1140" y="821"/>
                </a:cubicBezTo>
                <a:cubicBezTo>
                  <a:pt x="1152" y="825"/>
                  <a:pt x="1177" y="833"/>
                  <a:pt x="1177" y="833"/>
                </a:cubicBezTo>
                <a:cubicBezTo>
                  <a:pt x="1185" y="845"/>
                  <a:pt x="1199" y="855"/>
                  <a:pt x="1201" y="870"/>
                </a:cubicBezTo>
                <a:cubicBezTo>
                  <a:pt x="1204" y="895"/>
                  <a:pt x="1191" y="919"/>
                  <a:pt x="1189" y="944"/>
                </a:cubicBezTo>
                <a:cubicBezTo>
                  <a:pt x="1183" y="1009"/>
                  <a:pt x="1181" y="1075"/>
                  <a:pt x="1177" y="1140"/>
                </a:cubicBezTo>
                <a:cubicBezTo>
                  <a:pt x="1198" y="1496"/>
                  <a:pt x="1184" y="1851"/>
                  <a:pt x="1164" y="2206"/>
                </a:cubicBezTo>
                <a:cubicBezTo>
                  <a:pt x="1169" y="2246"/>
                  <a:pt x="1192" y="2348"/>
                  <a:pt x="1164" y="2390"/>
                </a:cubicBezTo>
                <a:cubicBezTo>
                  <a:pt x="1157" y="2401"/>
                  <a:pt x="1139" y="2383"/>
                  <a:pt x="1128" y="2377"/>
                </a:cubicBezTo>
                <a:cubicBezTo>
                  <a:pt x="1102" y="2362"/>
                  <a:pt x="1079" y="2344"/>
                  <a:pt x="1054" y="2328"/>
                </a:cubicBezTo>
                <a:cubicBezTo>
                  <a:pt x="1021" y="2306"/>
                  <a:pt x="914" y="2281"/>
                  <a:pt x="870" y="2267"/>
                </a:cubicBezTo>
                <a:cubicBezTo>
                  <a:pt x="858" y="2263"/>
                  <a:pt x="845" y="2259"/>
                  <a:pt x="833" y="2255"/>
                </a:cubicBezTo>
                <a:cubicBezTo>
                  <a:pt x="821" y="2251"/>
                  <a:pt x="797" y="2243"/>
                  <a:pt x="797" y="2243"/>
                </a:cubicBezTo>
                <a:cubicBezTo>
                  <a:pt x="745" y="2208"/>
                  <a:pt x="697" y="2189"/>
                  <a:pt x="637" y="2169"/>
                </a:cubicBezTo>
                <a:cubicBezTo>
                  <a:pt x="605" y="2158"/>
                  <a:pt x="555" y="2151"/>
                  <a:pt x="527" y="2132"/>
                </a:cubicBezTo>
                <a:cubicBezTo>
                  <a:pt x="432" y="2069"/>
                  <a:pt x="482" y="2092"/>
                  <a:pt x="380" y="2059"/>
                </a:cubicBezTo>
                <a:cubicBezTo>
                  <a:pt x="368" y="2055"/>
                  <a:pt x="343" y="2047"/>
                  <a:pt x="343" y="2047"/>
                </a:cubicBezTo>
                <a:cubicBezTo>
                  <a:pt x="319" y="2031"/>
                  <a:pt x="286" y="2022"/>
                  <a:pt x="270" y="1998"/>
                </a:cubicBezTo>
                <a:cubicBezTo>
                  <a:pt x="237" y="1949"/>
                  <a:pt x="257" y="1969"/>
                  <a:pt x="208" y="1936"/>
                </a:cubicBezTo>
                <a:cubicBezTo>
                  <a:pt x="142" y="1837"/>
                  <a:pt x="230" y="1960"/>
                  <a:pt x="147" y="1875"/>
                </a:cubicBezTo>
                <a:cubicBezTo>
                  <a:pt x="109" y="1836"/>
                  <a:pt x="134" y="1844"/>
                  <a:pt x="110" y="1801"/>
                </a:cubicBezTo>
                <a:cubicBezTo>
                  <a:pt x="96" y="1775"/>
                  <a:pt x="61" y="1728"/>
                  <a:pt x="61" y="1728"/>
                </a:cubicBezTo>
                <a:cubicBezTo>
                  <a:pt x="57" y="1716"/>
                  <a:pt x="55" y="1703"/>
                  <a:pt x="49" y="1691"/>
                </a:cubicBezTo>
                <a:cubicBezTo>
                  <a:pt x="43" y="1678"/>
                  <a:pt x="30" y="1668"/>
                  <a:pt x="25" y="1654"/>
                </a:cubicBezTo>
                <a:cubicBezTo>
                  <a:pt x="13" y="1622"/>
                  <a:pt x="10" y="1588"/>
                  <a:pt x="0" y="1556"/>
                </a:cubicBezTo>
                <a:cubicBezTo>
                  <a:pt x="25" y="1044"/>
                  <a:pt x="12" y="524"/>
                  <a:pt x="12" y="12"/>
                </a:cubicBezTo>
                <a:close/>
              </a:path>
            </a:pathLst>
          </a:custGeom>
          <a:solidFill>
            <a:schemeClr val="tx1"/>
          </a:solidFill>
          <a:ln w="9525" cap="flat" cmpd="sng">
            <a:solidFill>
              <a:schemeClr val="bg1"/>
            </a:solidFill>
            <a:prstDash val="solid"/>
            <a:round/>
            <a:headEnd type="none" w="med" len="med"/>
            <a:tailEnd type="none" w="med" len="med"/>
          </a:ln>
        </p:spPr>
        <p:txBody>
          <a:bodyPr/>
          <a:p>
            <a:endParaRPr lang="zh-CN" altLang="en-US"/>
          </a:p>
        </p:txBody>
      </p:sp>
      <p:sp>
        <p:nvSpPr>
          <p:cNvPr id="229440" name="直接连接符 229439"/>
          <p:cNvSpPr/>
          <p:nvPr/>
        </p:nvSpPr>
        <p:spPr>
          <a:xfrm flipH="1">
            <a:off x="5670550" y="3760788"/>
            <a:ext cx="1081088" cy="180975"/>
          </a:xfrm>
          <a:prstGeom prst="line">
            <a:avLst/>
          </a:prstGeom>
          <a:ln w="38100" cap="flat" cmpd="sng">
            <a:solidFill>
              <a:srgbClr val="FF7C80"/>
            </a:solidFill>
            <a:prstDash val="solid"/>
            <a:round/>
            <a:headEnd type="none" w="med" len="med"/>
            <a:tailEnd type="triangle" w="med" len="lg"/>
          </a:ln>
        </p:spPr>
      </p:sp>
      <p:sp>
        <p:nvSpPr>
          <p:cNvPr id="229441" name="直接连接符 229440"/>
          <p:cNvSpPr/>
          <p:nvPr/>
        </p:nvSpPr>
        <p:spPr>
          <a:xfrm flipH="1">
            <a:off x="6016625" y="3763963"/>
            <a:ext cx="719138" cy="120650"/>
          </a:xfrm>
          <a:prstGeom prst="line">
            <a:avLst/>
          </a:prstGeom>
          <a:ln w="38100" cap="flat" cmpd="sng">
            <a:solidFill>
              <a:srgbClr val="0000FF"/>
            </a:solidFill>
            <a:prstDash val="solid"/>
            <a:round/>
            <a:headEnd type="none" w="med" len="med"/>
            <a:tailEnd type="triangle" w="med" len="lg"/>
          </a:ln>
        </p:spPr>
      </p:sp>
      <p:graphicFrame>
        <p:nvGraphicFramePr>
          <p:cNvPr id="53282" name="Object 38"/>
          <p:cNvGraphicFramePr/>
          <p:nvPr/>
        </p:nvGraphicFramePr>
        <p:xfrm>
          <a:off x="6016625" y="3949700"/>
          <a:ext cx="422275" cy="458788"/>
        </p:xfrm>
        <a:graphic>
          <a:graphicData uri="http://schemas.openxmlformats.org/presentationml/2006/ole">
            <mc:AlternateContent xmlns:mc="http://schemas.openxmlformats.org/markup-compatibility/2006">
              <mc:Choice xmlns:v="urn:schemas-microsoft-com:vml" Requires="v">
                <p:oleObj spid="_x0000_s3242" name="" r:id="rId1" imgW="215900" imgH="203200" progId="Equation.3">
                  <p:embed/>
                </p:oleObj>
              </mc:Choice>
              <mc:Fallback>
                <p:oleObj name="" r:id="rId1" imgW="215900" imgH="203200" progId="Equation.3">
                  <p:embed/>
                  <p:pic>
                    <p:nvPicPr>
                      <p:cNvPr id="0" name="图片 3241"/>
                      <p:cNvPicPr/>
                      <p:nvPr/>
                    </p:nvPicPr>
                    <p:blipFill>
                      <a:blip r:embed="rId2"/>
                      <a:stretch>
                        <a:fillRect/>
                      </a:stretch>
                    </p:blipFill>
                    <p:spPr>
                      <a:xfrm>
                        <a:off x="6016625" y="3949700"/>
                        <a:ext cx="422275" cy="458788"/>
                      </a:xfrm>
                      <a:prstGeom prst="rect">
                        <a:avLst/>
                      </a:prstGeom>
                      <a:noFill/>
                      <a:ln w="38100">
                        <a:noFill/>
                        <a:miter/>
                      </a:ln>
                    </p:spPr>
                  </p:pic>
                </p:oleObj>
              </mc:Fallback>
            </mc:AlternateContent>
          </a:graphicData>
        </a:graphic>
      </p:graphicFrame>
      <p:pic>
        <p:nvPicPr>
          <p:cNvPr id="3" name="图片 1"/>
          <p:cNvPicPr>
            <a:picLocks noChangeAspect="1"/>
          </p:cNvPicPr>
          <p:nvPr/>
        </p:nvPicPr>
        <p:blipFill>
          <a:blip r:embed="rId3"/>
          <a:stretch>
            <a:fillRect/>
          </a:stretch>
        </p:blipFill>
        <p:spPr>
          <a:xfrm>
            <a:off x="8748713" y="2306638"/>
            <a:ext cx="347662" cy="414337"/>
          </a:xfrm>
          <a:prstGeom prst="rect">
            <a:avLst/>
          </a:prstGeom>
          <a:noFill/>
          <a:ln w="9525">
            <a:noFill/>
          </a:ln>
        </p:spPr>
      </p:pic>
      <p:graphicFrame>
        <p:nvGraphicFramePr>
          <p:cNvPr id="53268" name="Object 24"/>
          <p:cNvGraphicFramePr/>
          <p:nvPr/>
        </p:nvGraphicFramePr>
        <p:xfrm>
          <a:off x="5351463" y="3563938"/>
          <a:ext cx="385762" cy="377825"/>
        </p:xfrm>
        <a:graphic>
          <a:graphicData uri="http://schemas.openxmlformats.org/presentationml/2006/ole">
            <mc:AlternateContent xmlns:mc="http://schemas.openxmlformats.org/markup-compatibility/2006">
              <mc:Choice xmlns:v="urn:schemas-microsoft-com:vml" Requires="v">
                <p:oleObj spid="_x0000_s3243" name="" r:id="rId4" imgW="203200" imgH="254000" progId="Equation.3">
                  <p:embed/>
                </p:oleObj>
              </mc:Choice>
              <mc:Fallback>
                <p:oleObj name="" r:id="rId4" imgW="203200" imgH="254000" progId="Equation.3">
                  <p:embed/>
                  <p:pic>
                    <p:nvPicPr>
                      <p:cNvPr id="0" name="图片 3242"/>
                      <p:cNvPicPr/>
                      <p:nvPr/>
                    </p:nvPicPr>
                    <p:blipFill>
                      <a:blip r:embed="rId5">
                        <a:clrChange>
                          <a:clrFrom>
                            <a:srgbClr val="000000"/>
                          </a:clrFrom>
                          <a:clrTo>
                            <a:srgbClr val="000000">
                              <a:alpha val="0"/>
                            </a:srgbClr>
                          </a:clrTo>
                        </a:clrChange>
                      </a:blip>
                      <a:stretch>
                        <a:fillRect/>
                      </a:stretch>
                    </p:blipFill>
                    <p:spPr>
                      <a:xfrm>
                        <a:off x="5351463" y="3563938"/>
                        <a:ext cx="385762" cy="377825"/>
                      </a:xfrm>
                      <a:prstGeom prst="rect">
                        <a:avLst/>
                      </a:prstGeom>
                      <a:noFill/>
                      <a:ln w="38100">
                        <a:noFill/>
                        <a:miter/>
                      </a:ln>
                    </p:spPr>
                  </p:pic>
                </p:oleObj>
              </mc:Fallback>
            </mc:AlternateContent>
          </a:graphicData>
        </a:graphic>
      </p:graphicFrame>
      <p:graphicFrame>
        <p:nvGraphicFramePr>
          <p:cNvPr id="5" name="Object 38"/>
          <p:cNvGraphicFramePr/>
          <p:nvPr/>
        </p:nvGraphicFramePr>
        <p:xfrm>
          <a:off x="7988300" y="1631950"/>
          <a:ext cx="422275" cy="458788"/>
        </p:xfrm>
        <a:graphic>
          <a:graphicData uri="http://schemas.openxmlformats.org/presentationml/2006/ole">
            <mc:AlternateContent xmlns:mc="http://schemas.openxmlformats.org/markup-compatibility/2006">
              <mc:Choice xmlns:v="urn:schemas-microsoft-com:vml" Requires="v">
                <p:oleObj spid="_x0000_s3240" name="" r:id="rId6" imgW="215900" imgH="203200" progId="Equation.3">
                  <p:embed/>
                </p:oleObj>
              </mc:Choice>
              <mc:Fallback>
                <p:oleObj name="" r:id="rId6" imgW="215900" imgH="203200" progId="Equation.3">
                  <p:embed/>
                  <p:pic>
                    <p:nvPicPr>
                      <p:cNvPr id="0" name="图片 3239"/>
                      <p:cNvPicPr/>
                      <p:nvPr/>
                    </p:nvPicPr>
                    <p:blipFill>
                      <a:blip r:embed="rId2"/>
                      <a:stretch>
                        <a:fillRect/>
                      </a:stretch>
                    </p:blipFill>
                    <p:spPr>
                      <a:xfrm>
                        <a:off x="7988300" y="1631950"/>
                        <a:ext cx="422275" cy="458788"/>
                      </a:xfrm>
                      <a:prstGeom prst="rect">
                        <a:avLst/>
                      </a:prstGeom>
                      <a:noFill/>
                      <a:ln w="38100">
                        <a:noFill/>
                        <a:miter/>
                      </a:ln>
                    </p:spPr>
                  </p:pic>
                </p:oleObj>
              </mc:Fallback>
            </mc:AlternateContent>
          </a:graphicData>
        </a:graphic>
      </p:graphicFrame>
      <p:sp>
        <p:nvSpPr>
          <p:cNvPr id="55350" name="Text Box 3"/>
          <p:cNvSpPr txBox="1"/>
          <p:nvPr/>
        </p:nvSpPr>
        <p:spPr>
          <a:xfrm>
            <a:off x="1138238" y="165100"/>
            <a:ext cx="1025525" cy="579438"/>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Times New Roman" panose="02020603050405020304" pitchFamily="18" charset="0"/>
                <a:ea typeface="宋体" panose="02010600030101010101" pitchFamily="2" charset="-122"/>
              </a:rPr>
              <a:t>解</a:t>
            </a:r>
            <a:endParaRPr lang="zh-CN" altLang="en-US" sz="3200" b="1" dirty="0">
              <a:solidFill>
                <a:srgbClr val="CC0000"/>
              </a:solidFill>
              <a:latin typeface="Times New Roman" panose="02020603050405020304" pitchFamily="18" charset="0"/>
              <a:ea typeface="宋体" panose="02010600030101010101" pitchFamily="2" charset="-122"/>
            </a:endParaRPr>
          </a:p>
        </p:txBody>
      </p:sp>
      <p:graphicFrame>
        <p:nvGraphicFramePr>
          <p:cNvPr id="7" name="Object 12"/>
          <p:cNvGraphicFramePr/>
          <p:nvPr/>
        </p:nvGraphicFramePr>
        <p:xfrm>
          <a:off x="2671763" y="5233988"/>
          <a:ext cx="2055812" cy="1247775"/>
        </p:xfrm>
        <a:graphic>
          <a:graphicData uri="http://schemas.openxmlformats.org/presentationml/2006/ole">
            <mc:AlternateContent xmlns:mc="http://schemas.openxmlformats.org/markup-compatibility/2006">
              <mc:Choice xmlns:v="urn:schemas-microsoft-com:vml" Requires="v">
                <p:oleObj spid="_x0000_s3241" name="" r:id="rId7" imgW="673100" imgH="431800" progId="Equation.3">
                  <p:embed/>
                </p:oleObj>
              </mc:Choice>
              <mc:Fallback>
                <p:oleObj name="" r:id="rId7" imgW="673100" imgH="431800" progId="Equation.3">
                  <p:embed/>
                  <p:pic>
                    <p:nvPicPr>
                      <p:cNvPr id="0" name="图片 3240"/>
                      <p:cNvPicPr/>
                      <p:nvPr/>
                    </p:nvPicPr>
                    <p:blipFill>
                      <a:blip r:embed="rId8"/>
                      <a:stretch>
                        <a:fillRect/>
                      </a:stretch>
                    </p:blipFill>
                    <p:spPr>
                      <a:xfrm>
                        <a:off x="2671763" y="5233988"/>
                        <a:ext cx="2055812" cy="1247775"/>
                      </a:xfrm>
                      <a:prstGeom prst="rect">
                        <a:avLst/>
                      </a:prstGeom>
                      <a:gradFill rotWithShape="0">
                        <a:gsLst>
                          <a:gs pos="0">
                            <a:schemeClr val="accent1"/>
                          </a:gs>
                          <a:gs pos="50000">
                            <a:srgbClr val="FFFFFF"/>
                          </a:gs>
                          <a:gs pos="100000">
                            <a:schemeClr val="accent1"/>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aphicFrame>
        <p:nvGraphicFramePr>
          <p:cNvPr id="8" name="Object 13"/>
          <p:cNvGraphicFramePr/>
          <p:nvPr/>
        </p:nvGraphicFramePr>
        <p:xfrm>
          <a:off x="615950" y="1814513"/>
          <a:ext cx="1925638" cy="717550"/>
        </p:xfrm>
        <a:graphic>
          <a:graphicData uri="http://schemas.openxmlformats.org/presentationml/2006/ole">
            <mc:AlternateContent xmlns:mc="http://schemas.openxmlformats.org/markup-compatibility/2006">
              <mc:Choice xmlns:v="urn:schemas-microsoft-com:vml" Requires="v">
                <p:oleObj spid="_x0000_s3239" name="" r:id="rId9" imgW="812800" imgH="292100" progId="Equation.3">
                  <p:embed/>
                </p:oleObj>
              </mc:Choice>
              <mc:Fallback>
                <p:oleObj name="" r:id="rId9" imgW="812800" imgH="292100" progId="Equation.3">
                  <p:embed/>
                  <p:pic>
                    <p:nvPicPr>
                      <p:cNvPr id="0" name="图片 3238"/>
                      <p:cNvPicPr/>
                      <p:nvPr/>
                    </p:nvPicPr>
                    <p:blipFill>
                      <a:blip r:embed="rId10"/>
                      <a:stretch>
                        <a:fillRect/>
                      </a:stretch>
                    </p:blipFill>
                    <p:spPr>
                      <a:xfrm>
                        <a:off x="615950" y="1814513"/>
                        <a:ext cx="1925638" cy="717550"/>
                      </a:xfrm>
                      <a:prstGeom prst="rect">
                        <a:avLst/>
                      </a:prstGeom>
                      <a:noFill/>
                      <a:ln w="38100">
                        <a:noFill/>
                        <a:miter/>
                      </a:ln>
                    </p:spPr>
                  </p:pic>
                </p:oleObj>
              </mc:Fallback>
            </mc:AlternateContent>
          </a:graphicData>
        </a:graphic>
      </p:graphicFrame>
      <p:grpSp>
        <p:nvGrpSpPr>
          <p:cNvPr id="4" name="Group 4"/>
          <p:cNvGrpSpPr/>
          <p:nvPr/>
        </p:nvGrpSpPr>
        <p:grpSpPr>
          <a:xfrm>
            <a:off x="342900" y="4414838"/>
            <a:ext cx="1296988" cy="711200"/>
            <a:chOff x="703" y="3390"/>
            <a:chExt cx="737" cy="448"/>
          </a:xfrm>
        </p:grpSpPr>
        <p:graphicFrame>
          <p:nvGraphicFramePr>
            <p:cNvPr id="55354" name="Object 28"/>
            <p:cNvGraphicFramePr/>
            <p:nvPr/>
          </p:nvGraphicFramePr>
          <p:xfrm>
            <a:off x="703" y="3455"/>
            <a:ext cx="737" cy="202"/>
          </p:xfrm>
          <a:graphic>
            <a:graphicData uri="http://schemas.openxmlformats.org/presentationml/2006/ole">
              <mc:AlternateContent xmlns:mc="http://schemas.openxmlformats.org/markup-compatibility/2006">
                <mc:Choice xmlns:v="urn:schemas-microsoft-com:vml" Requires="v">
                  <p:oleObj spid="_x0000_s3246" name="" r:id="rId11" imgW="1790700" imgH="419100" progId="Equation.3">
                    <p:embed/>
                  </p:oleObj>
                </mc:Choice>
                <mc:Fallback>
                  <p:oleObj name="" r:id="rId11" imgW="1790700" imgH="419100" progId="Equation.3">
                    <p:embed/>
                    <p:pic>
                      <p:nvPicPr>
                        <p:cNvPr id="0" name="图片 3245"/>
                        <p:cNvPicPr/>
                        <p:nvPr/>
                      </p:nvPicPr>
                      <p:blipFill>
                        <a:blip r:embed="rId12">
                          <a:clrChange>
                            <a:clrFrom>
                              <a:srgbClr val="000000"/>
                            </a:clrFrom>
                            <a:clrTo>
                              <a:srgbClr val="000000">
                                <a:alpha val="0"/>
                              </a:srgbClr>
                            </a:clrTo>
                          </a:clrChange>
                        </a:blip>
                        <a:stretch>
                          <a:fillRect/>
                        </a:stretch>
                      </p:blipFill>
                      <p:spPr>
                        <a:xfrm>
                          <a:off x="703" y="3455"/>
                          <a:ext cx="737" cy="202"/>
                        </a:xfrm>
                        <a:prstGeom prst="rect">
                          <a:avLst/>
                        </a:prstGeom>
                        <a:noFill/>
                        <a:ln w="38100">
                          <a:noFill/>
                          <a:miter/>
                        </a:ln>
                      </p:spPr>
                    </p:pic>
                  </p:oleObj>
                </mc:Fallback>
              </mc:AlternateContent>
            </a:graphicData>
          </a:graphic>
        </p:graphicFrame>
        <p:graphicFrame>
          <p:nvGraphicFramePr>
            <p:cNvPr id="55355" name="Object 29"/>
            <p:cNvGraphicFramePr/>
            <p:nvPr/>
          </p:nvGraphicFramePr>
          <p:xfrm>
            <a:off x="789" y="3390"/>
            <a:ext cx="312" cy="448"/>
          </p:xfrm>
          <a:graphic>
            <a:graphicData uri="http://schemas.openxmlformats.org/presentationml/2006/ole">
              <mc:AlternateContent xmlns:mc="http://schemas.openxmlformats.org/markup-compatibility/2006">
                <mc:Choice xmlns:v="urn:schemas-microsoft-com:vml" Requires="v">
                  <p:oleObj spid="_x0000_s3245" name="" r:id="rId13" imgW="660400" imgH="952500" progId="Equation.3">
                    <p:embed/>
                  </p:oleObj>
                </mc:Choice>
                <mc:Fallback>
                  <p:oleObj name="" r:id="rId13" imgW="660400" imgH="952500" progId="Equation.3">
                    <p:embed/>
                    <p:pic>
                      <p:nvPicPr>
                        <p:cNvPr id="0" name="图片 3244"/>
                        <p:cNvPicPr/>
                        <p:nvPr/>
                      </p:nvPicPr>
                      <p:blipFill>
                        <a:blip r:embed="rId14">
                          <a:clrChange>
                            <a:clrFrom>
                              <a:srgbClr val="000000"/>
                            </a:clrFrom>
                            <a:clrTo>
                              <a:srgbClr val="000000">
                                <a:alpha val="0"/>
                              </a:srgbClr>
                            </a:clrTo>
                          </a:clrChange>
                        </a:blip>
                        <a:stretch>
                          <a:fillRect/>
                        </a:stretch>
                      </p:blipFill>
                      <p:spPr>
                        <a:xfrm>
                          <a:off x="789" y="3390"/>
                          <a:ext cx="312" cy="448"/>
                        </a:xfrm>
                        <a:prstGeom prst="rect">
                          <a:avLst/>
                        </a:prstGeom>
                        <a:noFill/>
                        <a:ln w="38100">
                          <a:noFill/>
                          <a:miter/>
                        </a:ln>
                      </p:spPr>
                    </p:pic>
                  </p:oleObj>
                </mc:Fallback>
              </mc:AlternateContent>
            </a:graphicData>
          </a:graphic>
        </p:graphicFrame>
      </p:grpSp>
      <p:grpSp>
        <p:nvGrpSpPr>
          <p:cNvPr id="6" name="Group 12"/>
          <p:cNvGrpSpPr/>
          <p:nvPr/>
        </p:nvGrpSpPr>
        <p:grpSpPr>
          <a:xfrm>
            <a:off x="576263" y="3568700"/>
            <a:ext cx="1316037" cy="504825"/>
            <a:chOff x="930" y="3703"/>
            <a:chExt cx="829" cy="294"/>
          </a:xfrm>
        </p:grpSpPr>
        <p:sp>
          <p:nvSpPr>
            <p:cNvPr id="55357" name="AutoShape 13"/>
            <p:cNvSpPr/>
            <p:nvPr/>
          </p:nvSpPr>
          <p:spPr>
            <a:xfrm rot="5400000" flipH="1">
              <a:off x="1290" y="3324"/>
              <a:ext cx="90" cy="829"/>
            </a:xfrm>
            <a:prstGeom prst="leftBrace">
              <a:avLst>
                <a:gd name="adj1" fmla="val 76375"/>
                <a:gd name="adj2" fmla="val 50000"/>
              </a:avLst>
            </a:prstGeom>
            <a:noFill/>
            <a:ln w="28575" cap="flat" cmpd="sng">
              <a:solidFill>
                <a:srgbClr val="F800F8"/>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55358" name="Object 23"/>
            <p:cNvGraphicFramePr/>
            <p:nvPr/>
          </p:nvGraphicFramePr>
          <p:xfrm>
            <a:off x="1163" y="3789"/>
            <a:ext cx="391" cy="208"/>
          </p:xfrm>
          <a:graphic>
            <a:graphicData uri="http://schemas.openxmlformats.org/presentationml/2006/ole">
              <mc:AlternateContent xmlns:mc="http://schemas.openxmlformats.org/markup-compatibility/2006">
                <mc:Choice xmlns:v="urn:schemas-microsoft-com:vml" Requires="v">
                  <p:oleObj spid="_x0000_s3244" name="" r:id="rId15" imgW="825500" imgH="444500" progId="Equation.3">
                    <p:embed/>
                  </p:oleObj>
                </mc:Choice>
                <mc:Fallback>
                  <p:oleObj name="" r:id="rId15" imgW="825500" imgH="444500" progId="Equation.3">
                    <p:embed/>
                    <p:pic>
                      <p:nvPicPr>
                        <p:cNvPr id="0" name="图片 3243"/>
                        <p:cNvPicPr/>
                        <p:nvPr/>
                      </p:nvPicPr>
                      <p:blipFill>
                        <a:blip r:embed="rId16">
                          <a:clrChange>
                            <a:clrFrom>
                              <a:srgbClr val="000000"/>
                            </a:clrFrom>
                            <a:clrTo>
                              <a:srgbClr val="000000">
                                <a:alpha val="0"/>
                              </a:srgbClr>
                            </a:clrTo>
                          </a:clrChange>
                        </a:blip>
                        <a:stretch>
                          <a:fillRect/>
                        </a:stretch>
                      </p:blipFill>
                      <p:spPr>
                        <a:xfrm>
                          <a:off x="1163" y="3789"/>
                          <a:ext cx="391" cy="208"/>
                        </a:xfrm>
                        <a:prstGeom prst="rect">
                          <a:avLst/>
                        </a:prstGeom>
                        <a:noFill/>
                        <a:ln w="38100">
                          <a:noFill/>
                          <a:miter/>
                        </a:ln>
                      </p:spPr>
                    </p:pic>
                  </p:oleObj>
                </mc:Fallback>
              </mc:AlternateContent>
            </a:graphicData>
          </a:graphic>
        </p:graphicFrame>
      </p:grpSp>
      <p:grpSp>
        <p:nvGrpSpPr>
          <p:cNvPr id="9" name="Group 15"/>
          <p:cNvGrpSpPr/>
          <p:nvPr/>
        </p:nvGrpSpPr>
        <p:grpSpPr>
          <a:xfrm>
            <a:off x="2470150" y="3570288"/>
            <a:ext cx="1243013" cy="512762"/>
            <a:chOff x="930" y="3703"/>
            <a:chExt cx="829" cy="295"/>
          </a:xfrm>
        </p:grpSpPr>
        <p:sp>
          <p:nvSpPr>
            <p:cNvPr id="55360" name="AutoShape 16"/>
            <p:cNvSpPr/>
            <p:nvPr/>
          </p:nvSpPr>
          <p:spPr>
            <a:xfrm rot="5400000" flipH="1">
              <a:off x="1290" y="3324"/>
              <a:ext cx="90" cy="829"/>
            </a:xfrm>
            <a:prstGeom prst="leftBrace">
              <a:avLst>
                <a:gd name="adj1" fmla="val 76375"/>
                <a:gd name="adj2" fmla="val 50000"/>
              </a:avLst>
            </a:prstGeom>
            <a:noFill/>
            <a:ln w="28575" cap="flat" cmpd="sng">
              <a:solidFill>
                <a:srgbClr val="F800F8"/>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55361" name="Object 22"/>
            <p:cNvGraphicFramePr/>
            <p:nvPr/>
          </p:nvGraphicFramePr>
          <p:xfrm>
            <a:off x="1162" y="3790"/>
            <a:ext cx="393" cy="208"/>
          </p:xfrm>
          <a:graphic>
            <a:graphicData uri="http://schemas.openxmlformats.org/presentationml/2006/ole">
              <mc:AlternateContent xmlns:mc="http://schemas.openxmlformats.org/markup-compatibility/2006">
                <mc:Choice xmlns:v="urn:schemas-microsoft-com:vml" Requires="v">
                  <p:oleObj spid="_x0000_s3302" name="" r:id="rId17" imgW="825500" imgH="444500" progId="Equation.3">
                    <p:embed/>
                  </p:oleObj>
                </mc:Choice>
                <mc:Fallback>
                  <p:oleObj name="" r:id="rId17" imgW="825500" imgH="444500" progId="Equation.3">
                    <p:embed/>
                    <p:pic>
                      <p:nvPicPr>
                        <p:cNvPr id="0" name="图片 3301"/>
                        <p:cNvPicPr/>
                        <p:nvPr/>
                      </p:nvPicPr>
                      <p:blipFill>
                        <a:blip r:embed="rId18">
                          <a:clrChange>
                            <a:clrFrom>
                              <a:srgbClr val="000000"/>
                            </a:clrFrom>
                            <a:clrTo>
                              <a:srgbClr val="000000">
                                <a:alpha val="0"/>
                              </a:srgbClr>
                            </a:clrTo>
                          </a:clrChange>
                        </a:blip>
                        <a:stretch>
                          <a:fillRect/>
                        </a:stretch>
                      </p:blipFill>
                      <p:spPr>
                        <a:xfrm>
                          <a:off x="1162" y="3790"/>
                          <a:ext cx="393" cy="208"/>
                        </a:xfrm>
                        <a:prstGeom prst="rect">
                          <a:avLst/>
                        </a:prstGeom>
                        <a:noFill/>
                        <a:ln w="38100">
                          <a:noFill/>
                          <a:miter/>
                        </a:ln>
                      </p:spPr>
                    </p:pic>
                  </p:oleObj>
                </mc:Fallback>
              </mc:AlternateContent>
            </a:graphicData>
          </a:graphic>
        </p:graphicFrame>
      </p:grpSp>
      <p:grpSp>
        <p:nvGrpSpPr>
          <p:cNvPr id="28" name="Group 92"/>
          <p:cNvGrpSpPr/>
          <p:nvPr/>
        </p:nvGrpSpPr>
        <p:grpSpPr>
          <a:xfrm>
            <a:off x="1819275" y="4405313"/>
            <a:ext cx="1296988" cy="711200"/>
            <a:chOff x="1474" y="3384"/>
            <a:chExt cx="744" cy="448"/>
          </a:xfrm>
        </p:grpSpPr>
        <p:graphicFrame>
          <p:nvGraphicFramePr>
            <p:cNvPr id="55363" name="Object 6"/>
            <p:cNvGraphicFramePr/>
            <p:nvPr/>
          </p:nvGraphicFramePr>
          <p:xfrm>
            <a:off x="1769" y="3384"/>
            <a:ext cx="312" cy="448"/>
          </p:xfrm>
          <a:graphic>
            <a:graphicData uri="http://schemas.openxmlformats.org/presentationml/2006/ole">
              <mc:AlternateContent xmlns:mc="http://schemas.openxmlformats.org/markup-compatibility/2006">
                <mc:Choice xmlns:v="urn:schemas-microsoft-com:vml" Requires="v">
                  <p:oleObj spid="_x0000_s3305" name="" r:id="rId19" imgW="660400" imgH="952500" progId="Equation.3">
                    <p:embed/>
                  </p:oleObj>
                </mc:Choice>
                <mc:Fallback>
                  <p:oleObj name="" r:id="rId19" imgW="660400" imgH="952500" progId="Equation.3">
                    <p:embed/>
                    <p:pic>
                      <p:nvPicPr>
                        <p:cNvPr id="0" name="图片 3304"/>
                        <p:cNvPicPr/>
                        <p:nvPr/>
                      </p:nvPicPr>
                      <p:blipFill>
                        <a:blip r:embed="rId20">
                          <a:clrChange>
                            <a:clrFrom>
                              <a:srgbClr val="000000"/>
                            </a:clrFrom>
                            <a:clrTo>
                              <a:srgbClr val="000000">
                                <a:alpha val="0"/>
                              </a:srgbClr>
                            </a:clrTo>
                          </a:clrChange>
                        </a:blip>
                        <a:stretch>
                          <a:fillRect/>
                        </a:stretch>
                      </p:blipFill>
                      <p:spPr>
                        <a:xfrm>
                          <a:off x="1769" y="3384"/>
                          <a:ext cx="312" cy="448"/>
                        </a:xfrm>
                        <a:prstGeom prst="rect">
                          <a:avLst/>
                        </a:prstGeom>
                        <a:noFill/>
                        <a:ln w="38100">
                          <a:noFill/>
                          <a:miter/>
                        </a:ln>
                      </p:spPr>
                    </p:pic>
                  </p:oleObj>
                </mc:Fallback>
              </mc:AlternateContent>
            </a:graphicData>
          </a:graphic>
        </p:graphicFrame>
        <p:graphicFrame>
          <p:nvGraphicFramePr>
            <p:cNvPr id="55364" name="Object 7"/>
            <p:cNvGraphicFramePr/>
            <p:nvPr/>
          </p:nvGraphicFramePr>
          <p:xfrm>
            <a:off x="1474" y="3455"/>
            <a:ext cx="744" cy="202"/>
          </p:xfrm>
          <a:graphic>
            <a:graphicData uri="http://schemas.openxmlformats.org/presentationml/2006/ole">
              <mc:AlternateContent xmlns:mc="http://schemas.openxmlformats.org/markup-compatibility/2006">
                <mc:Choice xmlns:v="urn:schemas-microsoft-com:vml" Requires="v">
                  <p:oleObj spid="_x0000_s3301" name="" r:id="rId21" imgW="1816100" imgH="419100" progId="Equation.3">
                    <p:embed/>
                  </p:oleObj>
                </mc:Choice>
                <mc:Fallback>
                  <p:oleObj name="" r:id="rId21" imgW="1816100" imgH="419100" progId="Equation.3">
                    <p:embed/>
                    <p:pic>
                      <p:nvPicPr>
                        <p:cNvPr id="0" name="图片 3300"/>
                        <p:cNvPicPr/>
                        <p:nvPr/>
                      </p:nvPicPr>
                      <p:blipFill>
                        <a:blip r:embed="rId22">
                          <a:clrChange>
                            <a:clrFrom>
                              <a:srgbClr val="000000"/>
                            </a:clrFrom>
                            <a:clrTo>
                              <a:srgbClr val="000000">
                                <a:alpha val="0"/>
                              </a:srgbClr>
                            </a:clrTo>
                          </a:clrChange>
                        </a:blip>
                        <a:stretch>
                          <a:fillRect/>
                        </a:stretch>
                      </p:blipFill>
                      <p:spPr>
                        <a:xfrm>
                          <a:off x="1474" y="3455"/>
                          <a:ext cx="744" cy="202"/>
                        </a:xfrm>
                        <a:prstGeom prst="rect">
                          <a:avLst/>
                        </a:prstGeom>
                        <a:noFill/>
                        <a:ln w="38100">
                          <a:noFill/>
                          <a:miter/>
                        </a:ln>
                      </p:spPr>
                    </p:pic>
                  </p:oleObj>
                </mc:Fallback>
              </mc:AlternateContent>
            </a:graphicData>
          </a:graphic>
        </p:graphicFrame>
      </p:grpSp>
      <p:graphicFrame>
        <p:nvGraphicFramePr>
          <p:cNvPr id="94303" name="Object 3"/>
          <p:cNvGraphicFramePr/>
          <p:nvPr/>
        </p:nvGraphicFramePr>
        <p:xfrm>
          <a:off x="3313113" y="4492625"/>
          <a:ext cx="1622425" cy="373063"/>
        </p:xfrm>
        <a:graphic>
          <a:graphicData uri="http://schemas.openxmlformats.org/presentationml/2006/ole">
            <mc:AlternateContent xmlns:mc="http://schemas.openxmlformats.org/markup-compatibility/2006">
              <mc:Choice xmlns:v="urn:schemas-microsoft-com:vml" Requires="v">
                <p:oleObj spid="_x0000_s3306" name="" r:id="rId23" imgW="2489200" imgH="495300" progId="Equation.3">
                  <p:embed/>
                </p:oleObj>
              </mc:Choice>
              <mc:Fallback>
                <p:oleObj name="" r:id="rId23" imgW="2489200" imgH="495300" progId="Equation.3">
                  <p:embed/>
                  <p:pic>
                    <p:nvPicPr>
                      <p:cNvPr id="0" name="图片 3305"/>
                      <p:cNvPicPr/>
                      <p:nvPr/>
                    </p:nvPicPr>
                    <p:blipFill>
                      <a:blip r:embed="rId24">
                        <a:clrChange>
                          <a:clrFrom>
                            <a:srgbClr val="000000"/>
                          </a:clrFrom>
                          <a:clrTo>
                            <a:srgbClr val="000000">
                              <a:alpha val="0"/>
                            </a:srgbClr>
                          </a:clrTo>
                        </a:clrChange>
                      </a:blip>
                      <a:stretch>
                        <a:fillRect/>
                      </a:stretch>
                    </p:blipFill>
                    <p:spPr>
                      <a:xfrm>
                        <a:off x="3313113" y="4492625"/>
                        <a:ext cx="1622425" cy="373063"/>
                      </a:xfrm>
                      <a:prstGeom prst="rect">
                        <a:avLst/>
                      </a:prstGeom>
                      <a:noFill/>
                      <a:ln w="38100">
                        <a:noFill/>
                        <a:miter/>
                      </a:ln>
                    </p:spPr>
                  </p:pic>
                </p:oleObj>
              </mc:Fallback>
            </mc:AlternateContent>
          </a:graphicData>
        </a:graphic>
      </p:graphicFrame>
      <p:grpSp>
        <p:nvGrpSpPr>
          <p:cNvPr id="10" name="Group 7"/>
          <p:cNvGrpSpPr/>
          <p:nvPr/>
        </p:nvGrpSpPr>
        <p:grpSpPr>
          <a:xfrm>
            <a:off x="342900" y="2565400"/>
            <a:ext cx="5537200" cy="869950"/>
            <a:chOff x="657" y="2247"/>
            <a:chExt cx="3488" cy="548"/>
          </a:xfrm>
        </p:grpSpPr>
        <p:graphicFrame>
          <p:nvGraphicFramePr>
            <p:cNvPr id="55367" name="Object 24"/>
            <p:cNvGraphicFramePr/>
            <p:nvPr/>
          </p:nvGraphicFramePr>
          <p:xfrm>
            <a:off x="735" y="2335"/>
            <a:ext cx="312" cy="448"/>
          </p:xfrm>
          <a:graphic>
            <a:graphicData uri="http://schemas.openxmlformats.org/presentationml/2006/ole">
              <mc:AlternateContent xmlns:mc="http://schemas.openxmlformats.org/markup-compatibility/2006">
                <mc:Choice xmlns:v="urn:schemas-microsoft-com:vml" Requires="v">
                  <p:oleObj spid="_x0000_s3304" name="" r:id="rId25" imgW="660400" imgH="952500" progId="Equation.3">
                    <p:embed/>
                  </p:oleObj>
                </mc:Choice>
                <mc:Fallback>
                  <p:oleObj name="" r:id="rId25" imgW="660400" imgH="952500" progId="Equation.3">
                    <p:embed/>
                    <p:pic>
                      <p:nvPicPr>
                        <p:cNvPr id="0" name="图片 3303"/>
                        <p:cNvPicPr/>
                        <p:nvPr/>
                      </p:nvPicPr>
                      <p:blipFill>
                        <a:blip r:embed="rId26">
                          <a:clrChange>
                            <a:clrFrom>
                              <a:srgbClr val="000000"/>
                            </a:clrFrom>
                            <a:clrTo>
                              <a:srgbClr val="000000">
                                <a:alpha val="0"/>
                              </a:srgbClr>
                            </a:clrTo>
                          </a:clrChange>
                        </a:blip>
                        <a:stretch>
                          <a:fillRect/>
                        </a:stretch>
                      </p:blipFill>
                      <p:spPr>
                        <a:xfrm>
                          <a:off x="735" y="2335"/>
                          <a:ext cx="312" cy="448"/>
                        </a:xfrm>
                        <a:prstGeom prst="rect">
                          <a:avLst/>
                        </a:prstGeom>
                        <a:noFill/>
                        <a:ln w="38100">
                          <a:noFill/>
                          <a:miter/>
                        </a:ln>
                      </p:spPr>
                    </p:pic>
                  </p:oleObj>
                </mc:Fallback>
              </mc:AlternateContent>
            </a:graphicData>
          </a:graphic>
        </p:graphicFrame>
        <p:graphicFrame>
          <p:nvGraphicFramePr>
            <p:cNvPr id="55368" name="Object 25"/>
            <p:cNvGraphicFramePr/>
            <p:nvPr/>
          </p:nvGraphicFramePr>
          <p:xfrm>
            <a:off x="3061" y="2329"/>
            <a:ext cx="312" cy="448"/>
          </p:xfrm>
          <a:graphic>
            <a:graphicData uri="http://schemas.openxmlformats.org/presentationml/2006/ole">
              <mc:AlternateContent xmlns:mc="http://schemas.openxmlformats.org/markup-compatibility/2006">
                <mc:Choice xmlns:v="urn:schemas-microsoft-com:vml" Requires="v">
                  <p:oleObj spid="_x0000_s3303" name="" r:id="rId27" imgW="660400" imgH="952500" progId="Equation.3">
                    <p:embed/>
                  </p:oleObj>
                </mc:Choice>
                <mc:Fallback>
                  <p:oleObj name="" r:id="rId27" imgW="660400" imgH="952500" progId="Equation.3">
                    <p:embed/>
                    <p:pic>
                      <p:nvPicPr>
                        <p:cNvPr id="0" name="图片 3302"/>
                        <p:cNvPicPr/>
                        <p:nvPr/>
                      </p:nvPicPr>
                      <p:blipFill>
                        <a:blip r:embed="rId28">
                          <a:clrChange>
                            <a:clrFrom>
                              <a:srgbClr val="000000"/>
                            </a:clrFrom>
                            <a:clrTo>
                              <a:srgbClr val="000000">
                                <a:alpha val="0"/>
                              </a:srgbClr>
                            </a:clrTo>
                          </a:clrChange>
                        </a:blip>
                        <a:stretch>
                          <a:fillRect/>
                        </a:stretch>
                      </p:blipFill>
                      <p:spPr>
                        <a:xfrm>
                          <a:off x="3061" y="2329"/>
                          <a:ext cx="312" cy="448"/>
                        </a:xfrm>
                        <a:prstGeom prst="rect">
                          <a:avLst/>
                        </a:prstGeom>
                        <a:noFill/>
                        <a:ln w="38100">
                          <a:noFill/>
                          <a:miter/>
                        </a:ln>
                      </p:spPr>
                    </p:pic>
                  </p:oleObj>
                </mc:Fallback>
              </mc:AlternateContent>
            </a:graphicData>
          </a:graphic>
        </p:graphicFrame>
        <p:graphicFrame>
          <p:nvGraphicFramePr>
            <p:cNvPr id="55369" name="Object 26"/>
            <p:cNvGraphicFramePr/>
            <p:nvPr/>
          </p:nvGraphicFramePr>
          <p:xfrm>
            <a:off x="1927" y="2347"/>
            <a:ext cx="312" cy="448"/>
          </p:xfrm>
          <a:graphic>
            <a:graphicData uri="http://schemas.openxmlformats.org/presentationml/2006/ole">
              <mc:AlternateContent xmlns:mc="http://schemas.openxmlformats.org/markup-compatibility/2006">
                <mc:Choice xmlns:v="urn:schemas-microsoft-com:vml" Requires="v">
                  <p:oleObj spid="_x0000_s3307" name="" r:id="rId29" imgW="660400" imgH="952500" progId="Equation.3">
                    <p:embed/>
                  </p:oleObj>
                </mc:Choice>
                <mc:Fallback>
                  <p:oleObj name="" r:id="rId29" imgW="660400" imgH="952500" progId="Equation.3">
                    <p:embed/>
                    <p:pic>
                      <p:nvPicPr>
                        <p:cNvPr id="0" name="图片 3306"/>
                        <p:cNvPicPr/>
                        <p:nvPr/>
                      </p:nvPicPr>
                      <p:blipFill>
                        <a:blip r:embed="rId30">
                          <a:clrChange>
                            <a:clrFrom>
                              <a:srgbClr val="000000"/>
                            </a:clrFrom>
                            <a:clrTo>
                              <a:srgbClr val="000000">
                                <a:alpha val="0"/>
                              </a:srgbClr>
                            </a:clrTo>
                          </a:clrChange>
                        </a:blip>
                        <a:stretch>
                          <a:fillRect/>
                        </a:stretch>
                      </p:blipFill>
                      <p:spPr>
                        <a:xfrm>
                          <a:off x="1927" y="2347"/>
                          <a:ext cx="312" cy="448"/>
                        </a:xfrm>
                        <a:prstGeom prst="rect">
                          <a:avLst/>
                        </a:prstGeom>
                        <a:noFill/>
                        <a:ln w="38100">
                          <a:noFill/>
                          <a:miter/>
                        </a:ln>
                      </p:spPr>
                    </p:pic>
                  </p:oleObj>
                </mc:Fallback>
              </mc:AlternateContent>
            </a:graphicData>
          </a:graphic>
        </p:graphicFrame>
        <p:graphicFrame>
          <p:nvGraphicFramePr>
            <p:cNvPr id="55370" name="Object 27"/>
            <p:cNvGraphicFramePr/>
            <p:nvPr/>
          </p:nvGraphicFramePr>
          <p:xfrm>
            <a:off x="657" y="2247"/>
            <a:ext cx="3488" cy="503"/>
          </p:xfrm>
          <a:graphic>
            <a:graphicData uri="http://schemas.openxmlformats.org/presentationml/2006/ole">
              <mc:AlternateContent xmlns:mc="http://schemas.openxmlformats.org/markup-compatibility/2006">
                <mc:Choice xmlns:v="urn:schemas-microsoft-com:vml" Requires="v">
                  <p:oleObj spid="_x0000_s3298" name="" r:id="rId31" imgW="8178800" imgH="1104900" progId="Equation.3">
                    <p:embed/>
                  </p:oleObj>
                </mc:Choice>
                <mc:Fallback>
                  <p:oleObj name="" r:id="rId31" imgW="8178800" imgH="1104900" progId="Equation.3">
                    <p:embed/>
                    <p:pic>
                      <p:nvPicPr>
                        <p:cNvPr id="0" name="图片 3297"/>
                        <p:cNvPicPr/>
                        <p:nvPr/>
                      </p:nvPicPr>
                      <p:blipFill>
                        <a:blip r:embed="rId32">
                          <a:clrChange>
                            <a:clrFrom>
                              <a:srgbClr val="000000"/>
                            </a:clrFrom>
                            <a:clrTo>
                              <a:srgbClr val="000000">
                                <a:alpha val="0"/>
                              </a:srgbClr>
                            </a:clrTo>
                          </a:clrChange>
                        </a:blip>
                        <a:stretch>
                          <a:fillRect/>
                        </a:stretch>
                      </p:blipFill>
                      <p:spPr>
                        <a:xfrm>
                          <a:off x="657" y="2247"/>
                          <a:ext cx="3488" cy="503"/>
                        </a:xfrm>
                        <a:prstGeom prst="rect">
                          <a:avLst/>
                        </a:prstGeom>
                        <a:noFill/>
                        <a:ln w="38100">
                          <a:noFill/>
                          <a:miter/>
                        </a:ln>
                      </p:spPr>
                    </p:pic>
                  </p:oleObj>
                </mc:Fallback>
              </mc:AlternateContent>
            </a:graphicData>
          </a:graphic>
        </p:graphicFrame>
      </p:grpSp>
      <p:graphicFrame>
        <p:nvGraphicFramePr>
          <p:cNvPr id="12" name="Object 2"/>
          <p:cNvGraphicFramePr/>
          <p:nvPr/>
        </p:nvGraphicFramePr>
        <p:xfrm>
          <a:off x="614363" y="5462588"/>
          <a:ext cx="1549400" cy="444500"/>
        </p:xfrm>
        <a:graphic>
          <a:graphicData uri="http://schemas.openxmlformats.org/presentationml/2006/ole">
            <mc:AlternateContent xmlns:mc="http://schemas.openxmlformats.org/markup-compatibility/2006">
              <mc:Choice xmlns:v="urn:schemas-microsoft-com:vml" Requires="v">
                <p:oleObj spid="_x0000_s3299" name="" r:id="rId33" imgW="2070100" imgH="596900" progId="Equation.3">
                  <p:embed/>
                </p:oleObj>
              </mc:Choice>
              <mc:Fallback>
                <p:oleObj name="" r:id="rId33" imgW="2070100" imgH="596900" progId="Equation.3">
                  <p:embed/>
                  <p:pic>
                    <p:nvPicPr>
                      <p:cNvPr id="0" name="图片 3298"/>
                      <p:cNvPicPr/>
                      <p:nvPr/>
                    </p:nvPicPr>
                    <p:blipFill>
                      <a:blip r:embed="rId34">
                        <a:clrChange>
                          <a:clrFrom>
                            <a:srgbClr val="000000"/>
                          </a:clrFrom>
                          <a:clrTo>
                            <a:srgbClr val="000000">
                              <a:alpha val="0"/>
                            </a:srgbClr>
                          </a:clrTo>
                        </a:clrChange>
                      </a:blip>
                      <a:stretch>
                        <a:fillRect/>
                      </a:stretch>
                    </p:blipFill>
                    <p:spPr>
                      <a:xfrm>
                        <a:off x="614363" y="5462588"/>
                        <a:ext cx="1549400" cy="444500"/>
                      </a:xfrm>
                      <a:prstGeom prst="rect">
                        <a:avLst/>
                      </a:prstGeom>
                      <a:noFill/>
                      <a:ln w="38100">
                        <a:noFill/>
                        <a:miter/>
                      </a:ln>
                    </p:spPr>
                  </p:pic>
                </p:oleObj>
              </mc:Fallback>
            </mc:AlternateContent>
          </a:graphicData>
        </a:graphic>
      </p:graphicFrame>
      <p:sp>
        <p:nvSpPr>
          <p:cNvPr id="13" name="文本框 12"/>
          <p:cNvSpPr txBox="1"/>
          <p:nvPr/>
        </p:nvSpPr>
        <p:spPr>
          <a:xfrm>
            <a:off x="1819275" y="227013"/>
            <a:ext cx="4225925" cy="457200"/>
          </a:xfrm>
          <a:prstGeom prst="rect">
            <a:avLst/>
          </a:prstGeom>
          <a:noFill/>
          <a:ln w="9525">
            <a:noFill/>
          </a:ln>
        </p:spPr>
        <p:txBody>
          <a:bodyPr anchor="t" anchorCtr="0">
            <a:spAutoFit/>
          </a:bodyPr>
          <a:p>
            <a:pPr>
              <a:buClr>
                <a:schemeClr val="bg1"/>
              </a:buClr>
            </a:pPr>
            <a:r>
              <a:rPr lang="zh-CN" altLang="en-US" sz="2400" b="1" dirty="0">
                <a:latin typeface="宋体" panose="02010600030101010101" pitchFamily="2" charset="-122"/>
                <a:ea typeface="宋体" panose="02010600030101010101" pitchFamily="2" charset="-122"/>
              </a:rPr>
              <a:t>电场分布具有轴对称性 </a:t>
            </a:r>
            <a:endParaRPr lang="zh-CN" altLang="en-US" sz="2400" b="1">
              <a:latin typeface="宋体" panose="02010600030101010101" pitchFamily="2" charset="-122"/>
              <a:ea typeface="宋体" panose="02010600030101010101" pitchFamily="2" charset="-122"/>
            </a:endParaRPr>
          </a:p>
        </p:txBody>
      </p:sp>
      <p:sp>
        <p:nvSpPr>
          <p:cNvPr id="14" name="文本框 13"/>
          <p:cNvSpPr txBox="1"/>
          <p:nvPr/>
        </p:nvSpPr>
        <p:spPr>
          <a:xfrm>
            <a:off x="852488" y="800100"/>
            <a:ext cx="6259512" cy="1014413"/>
          </a:xfrm>
          <a:prstGeom prst="rect">
            <a:avLst/>
          </a:prstGeom>
          <a:noFill/>
          <a:ln w="9525">
            <a:noFill/>
          </a:ln>
        </p:spPr>
        <p:txBody>
          <a:bodyPr wrap="square" anchor="t" anchorCtr="0">
            <a:spAutoFit/>
          </a:bodyPr>
          <a:p>
            <a:pPr>
              <a:lnSpc>
                <a:spcPct val="125000"/>
              </a:lnSpc>
              <a:buClr>
                <a:schemeClr val="bg1"/>
              </a:buClr>
            </a:pPr>
            <a:r>
              <a:rPr lang="zh-CN" altLang="en-US" sz="2400" b="1">
                <a:latin typeface="宋体" panose="02010600030101010101" pitchFamily="2" charset="-122"/>
                <a:ea typeface="宋体" panose="02010600030101010101" pitchFamily="2" charset="-122"/>
              </a:rPr>
              <a:t>过</a:t>
            </a:r>
            <a:r>
              <a:rPr lang="en-US" altLang="zh-CN" sz="2400" b="1">
                <a:latin typeface="Times New Roman" panose="02020603050405020304" pitchFamily="18" charset="0"/>
                <a:ea typeface="宋体" panose="02010600030101010101" pitchFamily="2" charset="-122"/>
              </a:rPr>
              <a:t>P</a:t>
            </a:r>
            <a:r>
              <a:rPr lang="zh-CN" altLang="en-US" sz="2400" b="1" dirty="0">
                <a:latin typeface="宋体" panose="02010600030101010101" pitchFamily="2" charset="-122"/>
                <a:ea typeface="宋体" panose="02010600030101010101" pitchFamily="2" charset="-122"/>
              </a:rPr>
              <a:t>点作一个以带电直线为轴，以</a:t>
            </a:r>
            <a:r>
              <a:rPr lang="en-US" altLang="zh-CN" sz="2400" b="1" i="1" dirty="0">
                <a:latin typeface="Times New Roman" panose="02020603050405020304" pitchFamily="18" charset="0"/>
                <a:ea typeface="宋体" panose="02010600030101010101" pitchFamily="2" charset="-122"/>
              </a:rPr>
              <a:t>h</a:t>
            </a:r>
            <a:r>
              <a:rPr lang="zh-CN" altLang="en-US" sz="2400" b="1" dirty="0">
                <a:latin typeface="宋体" panose="02010600030101010101" pitchFamily="2" charset="-122"/>
                <a:ea typeface="宋体" panose="02010600030101010101" pitchFamily="2" charset="-122"/>
              </a:rPr>
              <a:t>为高</a:t>
            </a:r>
            <a:r>
              <a:rPr lang="en-US" altLang="zh-CN" sz="2400" b="1" dirty="0">
                <a:latin typeface="宋体" panose="02010600030101010101" pitchFamily="2" charset="-122"/>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r</a:t>
            </a:r>
            <a:r>
              <a:rPr lang="zh-CN" altLang="en-US" sz="2400" b="1" dirty="0">
                <a:latin typeface="宋体" panose="02010600030101010101" pitchFamily="2" charset="-122"/>
                <a:ea typeface="宋体" panose="02010600030101010101" pitchFamily="2" charset="-122"/>
              </a:rPr>
              <a:t>为底面半径的圆柱形闭合曲面</a:t>
            </a:r>
            <a:r>
              <a:rPr lang="en-US" altLang="zh-CN" sz="2400" b="1" i="1">
                <a:latin typeface="Times New Roman" panose="02020603050405020304" pitchFamily="18" charset="0"/>
                <a:ea typeface="宋体" panose="02010600030101010101" pitchFamily="2" charset="-122"/>
              </a:rPr>
              <a:t>S </a:t>
            </a:r>
            <a:r>
              <a:rPr lang="zh-CN" altLang="en-US" sz="2400" b="1" dirty="0">
                <a:latin typeface="宋体" panose="02010600030101010101" pitchFamily="2" charset="-122"/>
                <a:ea typeface="宋体" panose="02010600030101010101" pitchFamily="2" charset="-122"/>
              </a:rPr>
              <a:t>作为高斯面 </a:t>
            </a:r>
            <a:endParaRPr lang="zh-CN" altLang="en-US" sz="2400" b="1">
              <a:latin typeface="宋体" panose="02010600030101010101" pitchFamily="2" charset="-122"/>
              <a:ea typeface="宋体" panose="02010600030101010101" pitchFamily="2" charset="-122"/>
            </a:endParaRPr>
          </a:p>
        </p:txBody>
      </p:sp>
      <p:graphicFrame>
        <p:nvGraphicFramePr>
          <p:cNvPr id="55374" name="Object 27"/>
          <p:cNvGraphicFramePr/>
          <p:nvPr/>
        </p:nvGraphicFramePr>
        <p:xfrm>
          <a:off x="6918325" y="2655888"/>
          <a:ext cx="298450" cy="344487"/>
        </p:xfrm>
        <a:graphic>
          <a:graphicData uri="http://schemas.openxmlformats.org/presentationml/2006/ole">
            <mc:AlternateContent xmlns:mc="http://schemas.openxmlformats.org/markup-compatibility/2006">
              <mc:Choice xmlns:v="urn:schemas-microsoft-com:vml" Requires="v">
                <p:oleObj spid="_x0000_s3300" name="" r:id="rId35" imgW="241300" imgH="254000" progId="Equation.3">
                  <p:embed/>
                </p:oleObj>
              </mc:Choice>
              <mc:Fallback>
                <p:oleObj name="" r:id="rId35" imgW="241300" imgH="254000" progId="Equation.3">
                  <p:embed/>
                  <p:pic>
                    <p:nvPicPr>
                      <p:cNvPr id="0" name="图片 3299"/>
                      <p:cNvPicPr/>
                      <p:nvPr/>
                    </p:nvPicPr>
                    <p:blipFill>
                      <a:blip r:embed="rId36">
                        <a:clrChange>
                          <a:clrFrom>
                            <a:srgbClr val="000000"/>
                          </a:clrFrom>
                          <a:clrTo>
                            <a:srgbClr val="000000">
                              <a:alpha val="0"/>
                            </a:srgbClr>
                          </a:clrTo>
                        </a:clrChange>
                      </a:blip>
                      <a:stretch>
                        <a:fillRect/>
                      </a:stretch>
                    </p:blipFill>
                    <p:spPr>
                      <a:xfrm>
                        <a:off x="6918325" y="2655888"/>
                        <a:ext cx="298450" cy="344487"/>
                      </a:xfrm>
                      <a:prstGeom prst="rect">
                        <a:avLst/>
                      </a:prstGeom>
                      <a:noFill/>
                      <a:ln w="38100">
                        <a:noFill/>
                        <a:miter/>
                      </a:ln>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9389"/>
                                        </p:tgtEl>
                                        <p:attrNameLst>
                                          <p:attrName>style.visibility</p:attrName>
                                        </p:attrNameLst>
                                      </p:cBhvr>
                                      <p:to>
                                        <p:strVal val="visible"/>
                                      </p:to>
                                    </p:set>
                                    <p:animEffect transition="in" filter="wipe(up)">
                                      <p:cBhvr>
                                        <p:cTn id="7" dur="500"/>
                                        <p:tgtEl>
                                          <p:spTgt spid="22938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294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229392"/>
                                        </p:tgtEl>
                                        <p:attrNameLst>
                                          <p:attrName>style.visibility</p:attrName>
                                        </p:attrNameLst>
                                      </p:cBhvr>
                                      <p:to>
                                        <p:strVal val="visible"/>
                                      </p:to>
                                    </p:set>
                                    <p:animEffect transition="in" filter="box(out)">
                                      <p:cBhvr>
                                        <p:cTn id="16" dur="500"/>
                                        <p:tgtEl>
                                          <p:spTgt spid="22939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22943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29431"/>
                                        </p:tgtEl>
                                        <p:attrNameLst>
                                          <p:attrName>style.visibility</p:attrName>
                                        </p:attrNameLst>
                                      </p:cBhvr>
                                      <p:to>
                                        <p:strVal val="visible"/>
                                      </p:to>
                                    </p:set>
                                    <p:animEffect transition="in" filter="wipe(down)">
                                      <p:cBhvr>
                                        <p:cTn id="30" dur="500"/>
                                        <p:tgtEl>
                                          <p:spTgt spid="22943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linds(horizontal)">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4317"/>
                                        </p:tgtEl>
                                        <p:attrNameLst>
                                          <p:attrName>style.visibility</p:attrName>
                                        </p:attrNameLst>
                                      </p:cBhvr>
                                      <p:to>
                                        <p:strVal val="visible"/>
                                      </p:to>
                                    </p:set>
                                    <p:animEffect transition="in" filter="blinds(horizontal)">
                                      <p:cBhvr>
                                        <p:cTn id="40" dur="500"/>
                                        <p:tgtEl>
                                          <p:spTgt spid="54317"/>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29427"/>
                                        </p:tgtEl>
                                        <p:attrNameLst>
                                          <p:attrName>style.visibility</p:attrName>
                                        </p:attrNameLst>
                                      </p:cBhvr>
                                      <p:to>
                                        <p:strVal val="visible"/>
                                      </p:to>
                                    </p:set>
                                    <p:animEffect transition="in" filter="dissolve">
                                      <p:cBhvr>
                                        <p:cTn id="45" dur="500"/>
                                        <p:tgtEl>
                                          <p:spTgt spid="22942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blinds(horizontal)">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528" fill="hold" nodeType="clickEffect">
                                  <p:stCondLst>
                                    <p:cond delay="0"/>
                                  </p:stCondLst>
                                  <p:childTnLst>
                                    <p:set>
                                      <p:cBhvr>
                                        <p:cTn id="54" dur="1" fill="hold">
                                          <p:stCondLst>
                                            <p:cond delay="0"/>
                                          </p:stCondLst>
                                        </p:cTn>
                                        <p:tgtEl>
                                          <p:spTgt spid="229438"/>
                                        </p:tgtEl>
                                        <p:attrNameLst>
                                          <p:attrName>style.visibility</p:attrName>
                                        </p:attrNameLst>
                                      </p:cBhvr>
                                      <p:to>
                                        <p:strVal val="visible"/>
                                      </p:to>
                                    </p:set>
                                    <p:anim calcmode="lin" valueType="num">
                                      <p:cBhvr>
                                        <p:cTn id="55" dur="500" fill="hold"/>
                                        <p:tgtEl>
                                          <p:spTgt spid="229438"/>
                                        </p:tgtEl>
                                        <p:attrNameLst>
                                          <p:attrName>ppt_w</p:attrName>
                                        </p:attrNameLst>
                                      </p:cBhvr>
                                      <p:tavLst>
                                        <p:tav tm="0">
                                          <p:val>
                                            <p:fltVal val="0.000000"/>
                                          </p:val>
                                        </p:tav>
                                        <p:tav tm="100000">
                                          <p:val>
                                            <p:strVal val="#ppt_w"/>
                                          </p:val>
                                        </p:tav>
                                      </p:tavLst>
                                    </p:anim>
                                    <p:anim calcmode="lin" valueType="num">
                                      <p:cBhvr>
                                        <p:cTn id="56" dur="500" fill="hold"/>
                                        <p:tgtEl>
                                          <p:spTgt spid="229438"/>
                                        </p:tgtEl>
                                        <p:attrNameLst>
                                          <p:attrName>ppt_h</p:attrName>
                                        </p:attrNameLst>
                                      </p:cBhvr>
                                      <p:tavLst>
                                        <p:tav tm="0">
                                          <p:val>
                                            <p:fltVal val="0.000000"/>
                                          </p:val>
                                        </p:tav>
                                        <p:tav tm="100000">
                                          <p:val>
                                            <p:strVal val="#ppt_h"/>
                                          </p:val>
                                        </p:tav>
                                      </p:tavLst>
                                    </p:anim>
                                    <p:anim calcmode="lin" valueType="num">
                                      <p:cBhvr>
                                        <p:cTn id="57" dur="500" fill="hold"/>
                                        <p:tgtEl>
                                          <p:spTgt spid="229438"/>
                                        </p:tgtEl>
                                        <p:attrNameLst>
                                          <p:attrName>ppt_x</p:attrName>
                                        </p:attrNameLst>
                                      </p:cBhvr>
                                      <p:tavLst>
                                        <p:tav tm="0">
                                          <p:val>
                                            <p:fltVal val="0.500000"/>
                                          </p:val>
                                        </p:tav>
                                        <p:tav tm="100000">
                                          <p:val>
                                            <p:strVal val="#ppt_x"/>
                                          </p:val>
                                        </p:tav>
                                      </p:tavLst>
                                    </p:anim>
                                    <p:anim calcmode="lin" valueType="num">
                                      <p:cBhvr>
                                        <p:cTn id="58" dur="500" fill="hold"/>
                                        <p:tgtEl>
                                          <p:spTgt spid="229438"/>
                                        </p:tgtEl>
                                        <p:attrNameLst>
                                          <p:attrName>ppt_y</p:attrName>
                                        </p:attrNameLst>
                                      </p:cBhvr>
                                      <p:tavLst>
                                        <p:tav tm="0">
                                          <p:val>
                                            <p:fltVal val="0.500000"/>
                                          </p:val>
                                        </p:tav>
                                        <p:tav tm="100000">
                                          <p:val>
                                            <p:strVal val="#ppt_y"/>
                                          </p:val>
                                        </p:tav>
                                      </p:tavLst>
                                    </p:anim>
                                  </p:childTnLst>
                                </p:cTn>
                              </p:par>
                            </p:childTnLst>
                          </p:cTn>
                        </p:par>
                        <p:par>
                          <p:cTn id="59" fill="hold">
                            <p:stCondLst>
                              <p:cond delay="500"/>
                            </p:stCondLst>
                            <p:childTnLst>
                              <p:par>
                                <p:cTn id="60" presetID="22" presetClass="entr" presetSubtype="2" fill="hold" nodeType="afterEffect">
                                  <p:stCondLst>
                                    <p:cond delay="0"/>
                                  </p:stCondLst>
                                  <p:childTnLst>
                                    <p:set>
                                      <p:cBhvr>
                                        <p:cTn id="61" dur="1" fill="hold">
                                          <p:stCondLst>
                                            <p:cond delay="0"/>
                                          </p:stCondLst>
                                        </p:cTn>
                                        <p:tgtEl>
                                          <p:spTgt spid="229441"/>
                                        </p:tgtEl>
                                        <p:attrNameLst>
                                          <p:attrName>style.visibility</p:attrName>
                                        </p:attrNameLst>
                                      </p:cBhvr>
                                      <p:to>
                                        <p:strVal val="visible"/>
                                      </p:to>
                                    </p:set>
                                    <p:animEffect transition="in" filter="wipe(right)">
                                      <p:cBhvr>
                                        <p:cTn id="62" dur="500"/>
                                        <p:tgtEl>
                                          <p:spTgt spid="229441"/>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3282"/>
                                        </p:tgtEl>
                                        <p:attrNameLst>
                                          <p:attrName>style.visibility</p:attrName>
                                        </p:attrNameLst>
                                      </p:cBhvr>
                                      <p:to>
                                        <p:strVal val="visible"/>
                                      </p:to>
                                    </p:set>
                                    <p:animEffect transition="in" filter="blinds(horizontal)">
                                      <p:cBhvr>
                                        <p:cTn id="67" dur="500"/>
                                        <p:tgtEl>
                                          <p:spTgt spid="53282"/>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229440"/>
                                        </p:tgtEl>
                                        <p:attrNameLst>
                                          <p:attrName>style.visibility</p:attrName>
                                        </p:attrNameLst>
                                      </p:cBhvr>
                                      <p:to>
                                        <p:strVal val="visible"/>
                                      </p:to>
                                    </p:set>
                                    <p:animEffect transition="in" filter="strips(downLeft)">
                                      <p:cBhvr>
                                        <p:cTn id="72" dur="500"/>
                                        <p:tgtEl>
                                          <p:spTgt spid="22944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53268"/>
                                        </p:tgtEl>
                                        <p:attrNameLst>
                                          <p:attrName>style.visibility</p:attrName>
                                        </p:attrNameLst>
                                      </p:cBhvr>
                                      <p:to>
                                        <p:strVal val="visible"/>
                                      </p:to>
                                    </p:set>
                                    <p:animEffect transition="in" filter="blinds(horizontal)">
                                      <p:cBhvr>
                                        <p:cTn id="77" dur="500"/>
                                        <p:tgtEl>
                                          <p:spTgt spid="5326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left)">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wipe(up)">
                                      <p:cBhvr>
                                        <p:cTn id="87" dur="500"/>
                                        <p:tgtEl>
                                          <p:spTgt spid="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wipe(up)">
                                      <p:cBhvr>
                                        <p:cTn id="92" dur="500"/>
                                        <p:tgtEl>
                                          <p:spTgt spid="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4"/>
                                        </p:tgtEl>
                                        <p:attrNameLst>
                                          <p:attrName>style.visibility</p:attrName>
                                        </p:attrNameLst>
                                      </p:cBhvr>
                                      <p:to>
                                        <p:strVal val="visible"/>
                                      </p:to>
                                    </p:set>
                                    <p:animEffect transition="in" filter="wipe(left)">
                                      <p:cBhvr>
                                        <p:cTn id="97" dur="500"/>
                                        <p:tgtEl>
                                          <p:spTgt spid="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wipe(left)">
                                      <p:cBhvr>
                                        <p:cTn id="102" dur="50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94303"/>
                                        </p:tgtEl>
                                        <p:attrNameLst>
                                          <p:attrName>style.visibility</p:attrName>
                                        </p:attrNameLst>
                                      </p:cBhvr>
                                      <p:to>
                                        <p:strVal val="visible"/>
                                      </p:to>
                                    </p:set>
                                    <p:animEffect transition="in" filter="wipe(left)">
                                      <p:cBhvr>
                                        <p:cTn id="107" dur="500"/>
                                        <p:tgtEl>
                                          <p:spTgt spid="9430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12"/>
                                        </p:tgtEl>
                                        <p:attrNameLst>
                                          <p:attrName>style.visibility</p:attrName>
                                        </p:attrNameLst>
                                      </p:cBhvr>
                                      <p:to>
                                        <p:strVal val="visible"/>
                                      </p:to>
                                    </p:set>
                                    <p:animEffect transition="in" filter="wipe(left)">
                                      <p:cBhvr>
                                        <p:cTn id="112" dur="500"/>
                                        <p:tgtEl>
                                          <p:spTgt spid="12"/>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5" fill="hold" nodeType="clickEffect">
                                  <p:stCondLst>
                                    <p:cond delay="0"/>
                                  </p:stCondLst>
                                  <p:childTnLst>
                                    <p:set>
                                      <p:cBhvr>
                                        <p:cTn id="116" dur="1" fill="hold">
                                          <p:stCondLst>
                                            <p:cond delay="0"/>
                                          </p:stCondLst>
                                        </p:cTn>
                                        <p:tgtEl>
                                          <p:spTgt spid="7"/>
                                        </p:tgtEl>
                                        <p:attrNameLst>
                                          <p:attrName>style.visibility</p:attrName>
                                        </p:attrNameLst>
                                      </p:cBhvr>
                                      <p:to>
                                        <p:strVal val="visible"/>
                                      </p:to>
                                    </p:set>
                                    <p:animEffect transition="in" filter="blinds(vertical)">
                                      <p:cBhvr>
                                        <p:cTn id="117" dur="500"/>
                                        <p:tgtEl>
                                          <p:spTgt spid="7"/>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13"/>
                                        </p:tgtEl>
                                        <p:attrNameLst>
                                          <p:attrName>style.visibility</p:attrName>
                                        </p:attrNameLst>
                                      </p:cBhvr>
                                      <p:to>
                                        <p:strVal val="visible"/>
                                      </p:to>
                                    </p:set>
                                    <p:animEffect transition="in" filter="wipe(left)">
                                      <p:cBhvr>
                                        <p:cTn id="121" dur="500"/>
                                        <p:tgtEl>
                                          <p:spTgt spid="13"/>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4"/>
                                        </p:tgtEl>
                                        <p:attrNameLst>
                                          <p:attrName>style.visibility</p:attrName>
                                        </p:attrNameLst>
                                      </p:cBhvr>
                                      <p:to>
                                        <p:strVal val="visible"/>
                                      </p:to>
                                    </p:set>
                                    <p:animEffect transition="in" filter="wipe(left)">
                                      <p:cBhvr>
                                        <p:cTn id="1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Text Box 2"/>
          <p:cNvSpPr txBox="1"/>
          <p:nvPr/>
        </p:nvSpPr>
        <p:spPr>
          <a:xfrm>
            <a:off x="609600" y="914400"/>
            <a:ext cx="8077200" cy="1260475"/>
          </a:xfrm>
          <a:prstGeom prst="rect">
            <a:avLst/>
          </a:prstGeom>
          <a:noFill/>
          <a:ln w="9525">
            <a:noFill/>
          </a:ln>
        </p:spPr>
        <p:txBody>
          <a:bodyPr anchor="t" anchorCtr="0">
            <a:spAutoFit/>
          </a:bodyPr>
          <a:p>
            <a:pPr>
              <a:lnSpc>
                <a:spcPct val="120000"/>
              </a:lnSpc>
            </a:pPr>
            <a:r>
              <a:rPr lang="en-US" altLang="zh-CN" sz="3200" b="1" dirty="0">
                <a:solidFill>
                  <a:srgbClr val="CC0000"/>
                </a:solidFill>
                <a:latin typeface="Times New Roman" panose="02020603050405020304" pitchFamily="18" charset="0"/>
                <a:ea typeface="宋体" panose="02010600030101010101" pitchFamily="2" charset="-122"/>
              </a:rPr>
              <a:t>     </a:t>
            </a:r>
            <a:r>
              <a:rPr lang="zh-CN" altLang="en-US" sz="3200" b="1" dirty="0">
                <a:solidFill>
                  <a:srgbClr val="CC0000"/>
                </a:solidFill>
                <a:latin typeface="Times New Roman" panose="02020603050405020304" pitchFamily="18" charset="0"/>
                <a:ea typeface="宋体" panose="02010600030101010101" pitchFamily="2" charset="-122"/>
              </a:rPr>
              <a:t>例</a:t>
            </a:r>
            <a:r>
              <a:rPr lang="en-US" altLang="zh-CN" sz="3200" b="1" dirty="0">
                <a:solidFill>
                  <a:srgbClr val="CC0000"/>
                </a:solidFill>
                <a:latin typeface="Times New Roman" panose="02020603050405020304" pitchFamily="18" charset="0"/>
                <a:ea typeface="宋体" panose="02010600030101010101" pitchFamily="2" charset="-122"/>
              </a:rPr>
              <a:t>4  </a:t>
            </a:r>
            <a:r>
              <a:rPr lang="zh-CN" altLang="en-US" sz="3200" b="1" dirty="0">
                <a:latin typeface="Times New Roman" panose="02020603050405020304" pitchFamily="18" charset="0"/>
                <a:ea typeface="宋体" panose="02010600030101010101" pitchFamily="2" charset="-122"/>
              </a:rPr>
              <a:t>设有一</a:t>
            </a:r>
            <a:r>
              <a:rPr lang="zh-CN" altLang="en-US" sz="3200" b="1" dirty="0">
                <a:latin typeface="宋体" panose="02010600030101010101" pitchFamily="2" charset="-122"/>
                <a:ea typeface="宋体" panose="02010600030101010101" pitchFamily="2" charset="-122"/>
              </a:rPr>
              <a:t>无限大均匀带电平面，电荷面密度为</a:t>
            </a:r>
            <a:r>
              <a:rPr lang="zh-CN" altLang="en-US" sz="3200" i="1" dirty="0">
                <a:latin typeface="Times New Roman" panose="02020603050405020304" pitchFamily="18" charset="0"/>
                <a:ea typeface="宋体" panose="02010600030101010101" pitchFamily="2" charset="-122"/>
                <a:sym typeface="Symbol" panose="05050102010706020507" pitchFamily="18" charset="2"/>
              </a:rPr>
              <a:t></a:t>
            </a:r>
            <a:r>
              <a:rPr lang="zh-CN" altLang="en-US" sz="3200" b="1" i="1" dirty="0">
                <a:latin typeface="Times New Roman" panose="02020603050405020304" pitchFamily="18" charset="0"/>
                <a:ea typeface="宋体" panose="02010600030101010101" pitchFamily="2" charset="-122"/>
              </a:rPr>
              <a:t> </a:t>
            </a:r>
            <a:r>
              <a:rPr lang="zh-CN" altLang="en-US" sz="3200" b="1" dirty="0">
                <a:latin typeface="宋体" panose="02010600030101010101" pitchFamily="2" charset="-122"/>
                <a:ea typeface="宋体" panose="02010600030101010101" pitchFamily="2" charset="-122"/>
              </a:rPr>
              <a:t>，求距平面为</a:t>
            </a:r>
            <a:r>
              <a:rPr lang="en-US" altLang="zh-CN" sz="3200" i="1" dirty="0">
                <a:latin typeface="Times New Roman" panose="02020603050405020304" pitchFamily="18" charset="0"/>
                <a:ea typeface="宋体" panose="02010600030101010101" pitchFamily="2" charset="-122"/>
              </a:rPr>
              <a:t>r</a:t>
            </a:r>
            <a:r>
              <a:rPr lang="zh-CN" altLang="en-US" sz="3200" b="1" dirty="0">
                <a:latin typeface="宋体" panose="02010600030101010101" pitchFamily="2" charset="-122"/>
                <a:ea typeface="宋体" panose="02010600030101010101" pitchFamily="2" charset="-122"/>
              </a:rPr>
              <a:t>处某点的电场强度</a:t>
            </a:r>
            <a:r>
              <a:rPr lang="en-US" altLang="zh-CN" sz="3200" b="1" dirty="0">
                <a:latin typeface="宋体" panose="02010600030101010101" pitchFamily="2" charset="-122"/>
                <a:ea typeface="宋体" panose="02010600030101010101" pitchFamily="2" charset="-122"/>
              </a:rPr>
              <a:t>.</a:t>
            </a:r>
            <a:endParaRPr lang="en-US" altLang="zh-CN" sz="3200" b="1" dirty="0">
              <a:latin typeface="宋体" panose="02010600030101010101" pitchFamily="2" charset="-122"/>
              <a:ea typeface="宋体" panose="02010600030101010101" pitchFamily="2" charset="-122"/>
            </a:endParaRPr>
          </a:p>
        </p:txBody>
      </p:sp>
      <p:sp>
        <p:nvSpPr>
          <p:cNvPr id="56322" name="Rectangle 6"/>
          <p:cNvSpPr/>
          <p:nvPr/>
        </p:nvSpPr>
        <p:spPr>
          <a:xfrm>
            <a:off x="2417763" y="2366963"/>
            <a:ext cx="3789362" cy="3733800"/>
          </a:xfrm>
          <a:prstGeom prst="rect">
            <a:avLst/>
          </a:prstGeom>
          <a:solidFill>
            <a:schemeClr val="bg1"/>
          </a:solidFill>
          <a:ln w="9525" cap="flat" cmpd="sng">
            <a:solidFill>
              <a:srgbClr val="006666"/>
            </a:solidFill>
            <a:prstDash val="solid"/>
            <a:miter/>
            <a:headEnd type="none" w="med" len="med"/>
            <a:tailEnd type="none" w="sm" len="lg"/>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6323" name="AutoShape 7"/>
          <p:cNvSpPr/>
          <p:nvPr/>
        </p:nvSpPr>
        <p:spPr>
          <a:xfrm rot="-5466357">
            <a:off x="3078163" y="3657600"/>
            <a:ext cx="2516187" cy="1144588"/>
          </a:xfrm>
          <a:prstGeom prst="parallelogram">
            <a:avLst>
              <a:gd name="adj" fmla="val 46877"/>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2" name="Group 8"/>
          <p:cNvGrpSpPr/>
          <p:nvPr/>
        </p:nvGrpSpPr>
        <p:grpSpPr>
          <a:xfrm>
            <a:off x="2624138" y="2970213"/>
            <a:ext cx="3514725" cy="2516187"/>
            <a:chOff x="3074" y="384"/>
            <a:chExt cx="2214" cy="1585"/>
          </a:xfrm>
        </p:grpSpPr>
        <p:sp>
          <p:nvSpPr>
            <p:cNvPr id="56325" name="AutoShape 9"/>
            <p:cNvSpPr/>
            <p:nvPr/>
          </p:nvSpPr>
          <p:spPr>
            <a:xfrm rot="-5925875">
              <a:off x="4092" y="684"/>
              <a:ext cx="528" cy="769"/>
            </a:xfrm>
            <a:prstGeom prst="can">
              <a:avLst>
                <a:gd name="adj" fmla="val 69653"/>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56326" name="Object 10"/>
            <p:cNvGraphicFramePr/>
            <p:nvPr/>
          </p:nvGraphicFramePr>
          <p:xfrm>
            <a:off x="3074" y="1103"/>
            <a:ext cx="246" cy="336"/>
          </p:xfrm>
          <a:graphic>
            <a:graphicData uri="http://schemas.openxmlformats.org/presentationml/2006/ole">
              <mc:AlternateContent xmlns:mc="http://schemas.openxmlformats.org/markup-compatibility/2006">
                <mc:Choice xmlns:v="urn:schemas-microsoft-com:vml" Requires="v">
                  <p:oleObj spid="_x0000_s3308" name="" r:id="rId1" imgW="317500" imgH="406400" progId="Equation.3">
                    <p:embed/>
                  </p:oleObj>
                </mc:Choice>
                <mc:Fallback>
                  <p:oleObj name="" r:id="rId1" imgW="317500" imgH="406400" progId="Equation.3">
                    <p:embed/>
                    <p:pic>
                      <p:nvPicPr>
                        <p:cNvPr id="0" name="图片 3307"/>
                        <p:cNvPicPr/>
                        <p:nvPr/>
                      </p:nvPicPr>
                      <p:blipFill>
                        <a:blip r:embed="rId2">
                          <a:clrChange>
                            <a:clrFrom>
                              <a:srgbClr val="000000"/>
                            </a:clrFrom>
                            <a:clrTo>
                              <a:srgbClr val="FF0000"/>
                            </a:clrTo>
                          </a:clrChange>
                        </a:blip>
                        <a:stretch>
                          <a:fillRect/>
                        </a:stretch>
                      </p:blipFill>
                      <p:spPr>
                        <a:xfrm>
                          <a:off x="3074" y="1103"/>
                          <a:ext cx="246" cy="336"/>
                        </a:xfrm>
                        <a:prstGeom prst="rect">
                          <a:avLst/>
                        </a:prstGeom>
                        <a:noFill/>
                        <a:ln w="38100">
                          <a:noFill/>
                          <a:miter/>
                        </a:ln>
                      </p:spPr>
                    </p:pic>
                  </p:oleObj>
                </mc:Fallback>
              </mc:AlternateContent>
            </a:graphicData>
          </a:graphic>
        </p:graphicFrame>
        <p:sp>
          <p:nvSpPr>
            <p:cNvPr id="56327" name="AutoShape 11"/>
            <p:cNvSpPr/>
            <p:nvPr/>
          </p:nvSpPr>
          <p:spPr>
            <a:xfrm rot="-5466357">
              <a:off x="3351" y="807"/>
              <a:ext cx="1585" cy="721"/>
            </a:xfrm>
            <a:prstGeom prst="parallelogram">
              <a:avLst>
                <a:gd name="adj" fmla="val 46877"/>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6328" name="AutoShape 12"/>
            <p:cNvSpPr/>
            <p:nvPr/>
          </p:nvSpPr>
          <p:spPr>
            <a:xfrm rot="-5925875">
              <a:off x="3647" y="776"/>
              <a:ext cx="576" cy="762"/>
            </a:xfrm>
            <a:prstGeom prst="can">
              <a:avLst>
                <a:gd name="adj" fmla="val 63273"/>
              </a:avLst>
            </a:prstGeom>
            <a:solidFill>
              <a:schemeClr val="accent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6329" name="Line 13"/>
            <p:cNvSpPr/>
            <p:nvPr/>
          </p:nvSpPr>
          <p:spPr>
            <a:xfrm flipH="1">
              <a:off x="3314" y="1189"/>
              <a:ext cx="399" cy="97"/>
            </a:xfrm>
            <a:prstGeom prst="line">
              <a:avLst/>
            </a:prstGeom>
            <a:ln w="38100" cap="flat" cmpd="sng">
              <a:solidFill>
                <a:srgbClr val="FF0000"/>
              </a:solidFill>
              <a:prstDash val="solid"/>
              <a:round/>
              <a:headEnd type="none" w="med" len="med"/>
              <a:tailEnd type="triangle" w="sm" len="lg"/>
            </a:ln>
          </p:spPr>
        </p:sp>
        <p:sp>
          <p:nvSpPr>
            <p:cNvPr id="56330" name="Line 14"/>
            <p:cNvSpPr/>
            <p:nvPr/>
          </p:nvSpPr>
          <p:spPr>
            <a:xfrm flipH="1">
              <a:off x="4754" y="959"/>
              <a:ext cx="288" cy="49"/>
            </a:xfrm>
            <a:prstGeom prst="line">
              <a:avLst/>
            </a:prstGeom>
            <a:ln w="38100" cap="flat" cmpd="sng">
              <a:solidFill>
                <a:srgbClr val="FF0000"/>
              </a:solidFill>
              <a:prstDash val="solid"/>
              <a:round/>
              <a:headEnd type="triangle" w="sm" len="lg"/>
              <a:tailEnd type="none" w="med" len="med"/>
            </a:ln>
          </p:spPr>
        </p:sp>
        <p:graphicFrame>
          <p:nvGraphicFramePr>
            <p:cNvPr id="56331" name="Object 15"/>
            <p:cNvGraphicFramePr/>
            <p:nvPr/>
          </p:nvGraphicFramePr>
          <p:xfrm>
            <a:off x="5042" y="767"/>
            <a:ext cx="246" cy="336"/>
          </p:xfrm>
          <a:graphic>
            <a:graphicData uri="http://schemas.openxmlformats.org/presentationml/2006/ole">
              <mc:AlternateContent xmlns:mc="http://schemas.openxmlformats.org/markup-compatibility/2006">
                <mc:Choice xmlns:v="urn:schemas-microsoft-com:vml" Requires="v">
                  <p:oleObj spid="_x0000_s3309" name="" r:id="rId3" imgW="317500" imgH="406400" progId="Equation.3">
                    <p:embed/>
                  </p:oleObj>
                </mc:Choice>
                <mc:Fallback>
                  <p:oleObj name="" r:id="rId3" imgW="317500" imgH="406400" progId="Equation.3">
                    <p:embed/>
                    <p:pic>
                      <p:nvPicPr>
                        <p:cNvPr id="0" name="图片 3308"/>
                        <p:cNvPicPr/>
                        <p:nvPr/>
                      </p:nvPicPr>
                      <p:blipFill>
                        <a:blip r:embed="rId4">
                          <a:clrChange>
                            <a:clrFrom>
                              <a:srgbClr val="000000"/>
                            </a:clrFrom>
                            <a:clrTo>
                              <a:srgbClr val="FF0000"/>
                            </a:clrTo>
                          </a:clrChange>
                        </a:blip>
                        <a:stretch>
                          <a:fillRect/>
                        </a:stretch>
                      </p:blipFill>
                      <p:spPr>
                        <a:xfrm>
                          <a:off x="5042" y="767"/>
                          <a:ext cx="246" cy="336"/>
                        </a:xfrm>
                        <a:prstGeom prst="rect">
                          <a:avLst/>
                        </a:prstGeom>
                        <a:noFill/>
                        <a:ln w="38100">
                          <a:noFill/>
                          <a:miter/>
                        </a:ln>
                      </p:spPr>
                    </p:pic>
                  </p:oleObj>
                </mc:Fallback>
              </mc:AlternateContent>
            </a:graphicData>
          </a:graphic>
        </p:graphicFrame>
        <p:grpSp>
          <p:nvGrpSpPr>
            <p:cNvPr id="56332" name="Group 16"/>
            <p:cNvGrpSpPr/>
            <p:nvPr/>
          </p:nvGrpSpPr>
          <p:grpSpPr>
            <a:xfrm>
              <a:off x="3408" y="1296"/>
              <a:ext cx="336" cy="672"/>
              <a:chOff x="912" y="2592"/>
              <a:chExt cx="336" cy="672"/>
            </a:xfrm>
          </p:grpSpPr>
          <p:graphicFrame>
            <p:nvGraphicFramePr>
              <p:cNvPr id="56333" name="Object 17"/>
              <p:cNvGraphicFramePr/>
              <p:nvPr/>
            </p:nvGraphicFramePr>
            <p:xfrm>
              <a:off x="912" y="2976"/>
              <a:ext cx="208" cy="288"/>
            </p:xfrm>
            <a:graphic>
              <a:graphicData uri="http://schemas.openxmlformats.org/presentationml/2006/ole">
                <mc:AlternateContent xmlns:mc="http://schemas.openxmlformats.org/markup-compatibility/2006">
                  <mc:Choice xmlns:v="urn:schemas-microsoft-com:vml" Requires="v">
                    <p:oleObj spid="_x0000_s3310" name="" r:id="rId5" imgW="139700" imgH="177800" progId="Equation.3">
                      <p:embed/>
                    </p:oleObj>
                  </mc:Choice>
                  <mc:Fallback>
                    <p:oleObj name="" r:id="rId5" imgW="139700" imgH="177800" progId="Equation.3">
                      <p:embed/>
                      <p:pic>
                        <p:nvPicPr>
                          <p:cNvPr id="0" name="图片 3309"/>
                          <p:cNvPicPr/>
                          <p:nvPr/>
                        </p:nvPicPr>
                        <p:blipFill>
                          <a:blip r:embed="rId6"/>
                          <a:stretch>
                            <a:fillRect/>
                          </a:stretch>
                        </p:blipFill>
                        <p:spPr>
                          <a:xfrm>
                            <a:off x="912" y="2976"/>
                            <a:ext cx="208" cy="288"/>
                          </a:xfrm>
                          <a:prstGeom prst="rect">
                            <a:avLst/>
                          </a:prstGeom>
                          <a:noFill/>
                          <a:ln w="38100">
                            <a:noFill/>
                            <a:miter/>
                          </a:ln>
                        </p:spPr>
                      </p:pic>
                    </p:oleObj>
                  </mc:Fallback>
                </mc:AlternateContent>
              </a:graphicData>
            </a:graphic>
          </p:graphicFrame>
          <p:sp>
            <p:nvSpPr>
              <p:cNvPr id="56334" name="Line 18"/>
              <p:cNvSpPr/>
              <p:nvPr/>
            </p:nvSpPr>
            <p:spPr>
              <a:xfrm flipV="1">
                <a:off x="1056" y="2592"/>
                <a:ext cx="192" cy="384"/>
              </a:xfrm>
              <a:prstGeom prst="line">
                <a:avLst/>
              </a:prstGeom>
              <a:ln w="9525" cap="flat" cmpd="sng">
                <a:solidFill>
                  <a:schemeClr val="tx1"/>
                </a:solidFill>
                <a:prstDash val="solid"/>
                <a:round/>
                <a:headEnd type="none" w="med" len="med"/>
                <a:tailEnd type="none" w="med" len="med"/>
              </a:ln>
            </p:spPr>
          </p:sp>
        </p:grpSp>
      </p:grpSp>
      <p:sp>
        <p:nvSpPr>
          <p:cNvPr id="56335" name="Rectangle 19"/>
          <p:cNvSpPr/>
          <p:nvPr/>
        </p:nvSpPr>
        <p:spPr>
          <a:xfrm>
            <a:off x="4373563" y="4648200"/>
            <a:ext cx="428625" cy="579438"/>
          </a:xfrm>
          <a:prstGeom prst="rect">
            <a:avLst/>
          </a:prstGeom>
          <a:noFill/>
          <a:ln w="9525">
            <a:noFill/>
          </a:ln>
        </p:spPr>
        <p:txBody>
          <a:bodyPr wrap="none" anchor="t" anchorCtr="0">
            <a:spAutoFit/>
          </a:bodyPr>
          <a:p>
            <a:r>
              <a:rPr lang="en-US" altLang="zh-CN" sz="3200" i="1" dirty="0">
                <a:latin typeface="Times New Roman" panose="02020603050405020304" pitchFamily="18" charset="0"/>
                <a:ea typeface="宋体" panose="02010600030101010101" pitchFamily="2" charset="-122"/>
                <a:sym typeface="Symbol" panose="05050102010706020507" pitchFamily="18" charset="2"/>
              </a:rPr>
              <a:t></a:t>
            </a:r>
            <a:endParaRPr lang="en-US" altLang="zh-CN" sz="3200" i="1" dirty="0">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Group 4"/>
          <p:cNvGrpSpPr/>
          <p:nvPr/>
        </p:nvGrpSpPr>
        <p:grpSpPr>
          <a:xfrm>
            <a:off x="5249863" y="2971800"/>
            <a:ext cx="3352800" cy="2741613"/>
            <a:chOff x="3360" y="1681"/>
            <a:chExt cx="2112" cy="1727"/>
          </a:xfrm>
        </p:grpSpPr>
        <p:sp>
          <p:nvSpPr>
            <p:cNvPr id="57346" name="AutoShape 5"/>
            <p:cNvSpPr/>
            <p:nvPr/>
          </p:nvSpPr>
          <p:spPr>
            <a:xfrm rot="-876749">
              <a:off x="3360" y="1701"/>
              <a:ext cx="2112" cy="1680"/>
            </a:xfrm>
            <a:prstGeom prst="parallelogram">
              <a:avLst>
                <a:gd name="adj" fmla="val 26032"/>
              </a:avLst>
            </a:prstGeom>
            <a:solidFill>
              <a:srgbClr val="FFEBFF"/>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pSp>
          <p:nvGrpSpPr>
            <p:cNvPr id="57347" name="Group 6"/>
            <p:cNvGrpSpPr/>
            <p:nvPr/>
          </p:nvGrpSpPr>
          <p:grpSpPr>
            <a:xfrm>
              <a:off x="3594" y="1681"/>
              <a:ext cx="1692" cy="1727"/>
              <a:chOff x="3594" y="1681"/>
              <a:chExt cx="1692" cy="1727"/>
            </a:xfrm>
          </p:grpSpPr>
          <p:sp>
            <p:nvSpPr>
              <p:cNvPr id="57348" name="Text Box 7"/>
              <p:cNvSpPr txBox="1"/>
              <p:nvPr/>
            </p:nvSpPr>
            <p:spPr>
              <a:xfrm rot="-903760">
                <a:off x="3594" y="1681"/>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49" name="Text Box 8"/>
              <p:cNvSpPr txBox="1"/>
              <p:nvPr/>
            </p:nvSpPr>
            <p:spPr>
              <a:xfrm rot="-903760">
                <a:off x="3600" y="1968"/>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50" name="Text Box 9"/>
              <p:cNvSpPr txBox="1"/>
              <p:nvPr/>
            </p:nvSpPr>
            <p:spPr>
              <a:xfrm rot="-903760">
                <a:off x="3600" y="2256"/>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51" name="Text Box 10"/>
              <p:cNvSpPr txBox="1"/>
              <p:nvPr/>
            </p:nvSpPr>
            <p:spPr>
              <a:xfrm rot="-903760">
                <a:off x="3600" y="2544"/>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52" name="Text Box 11"/>
              <p:cNvSpPr txBox="1"/>
              <p:nvPr/>
            </p:nvSpPr>
            <p:spPr>
              <a:xfrm rot="-903760">
                <a:off x="3600" y="2832"/>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53" name="Text Box 12"/>
              <p:cNvSpPr txBox="1"/>
              <p:nvPr/>
            </p:nvSpPr>
            <p:spPr>
              <a:xfrm rot="-903760">
                <a:off x="3594" y="3120"/>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grpSp>
      </p:grpSp>
      <p:grpSp>
        <p:nvGrpSpPr>
          <p:cNvPr id="4" name="Group 28"/>
          <p:cNvGrpSpPr/>
          <p:nvPr/>
        </p:nvGrpSpPr>
        <p:grpSpPr>
          <a:xfrm>
            <a:off x="5256213" y="2971800"/>
            <a:ext cx="3352800" cy="2741613"/>
            <a:chOff x="3504" y="1873"/>
            <a:chExt cx="2112" cy="1727"/>
          </a:xfrm>
        </p:grpSpPr>
        <p:grpSp>
          <p:nvGrpSpPr>
            <p:cNvPr id="57355" name="Group 29"/>
            <p:cNvGrpSpPr/>
            <p:nvPr/>
          </p:nvGrpSpPr>
          <p:grpSpPr>
            <a:xfrm>
              <a:off x="3504" y="1873"/>
              <a:ext cx="2112" cy="1727"/>
              <a:chOff x="3504" y="1873"/>
              <a:chExt cx="2112" cy="1727"/>
            </a:xfrm>
          </p:grpSpPr>
          <p:sp>
            <p:nvSpPr>
              <p:cNvPr id="57356" name="AutoShape 30"/>
              <p:cNvSpPr/>
              <p:nvPr/>
            </p:nvSpPr>
            <p:spPr>
              <a:xfrm rot="5898264">
                <a:off x="3534" y="2282"/>
                <a:ext cx="516" cy="576"/>
              </a:xfrm>
              <a:prstGeom prst="can">
                <a:avLst>
                  <a:gd name="adj" fmla="val 55574"/>
                </a:avLst>
              </a:prstGeom>
              <a:solidFill>
                <a:srgbClr val="66FF99">
                  <a:alpha val="50194"/>
                </a:srgbClr>
              </a:solidFill>
              <a:ln w="2857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pSp>
            <p:nvGrpSpPr>
              <p:cNvPr id="57357" name="Group 31"/>
              <p:cNvGrpSpPr/>
              <p:nvPr/>
            </p:nvGrpSpPr>
            <p:grpSpPr>
              <a:xfrm>
                <a:off x="3504" y="1873"/>
                <a:ext cx="2112" cy="1727"/>
                <a:chOff x="3360" y="1681"/>
                <a:chExt cx="2112" cy="1727"/>
              </a:xfrm>
            </p:grpSpPr>
            <p:sp>
              <p:nvSpPr>
                <p:cNvPr id="57358" name="AutoShape 32"/>
                <p:cNvSpPr/>
                <p:nvPr/>
              </p:nvSpPr>
              <p:spPr>
                <a:xfrm rot="-876749">
                  <a:off x="3360" y="1701"/>
                  <a:ext cx="2112" cy="1680"/>
                </a:xfrm>
                <a:prstGeom prst="parallelogram">
                  <a:avLst>
                    <a:gd name="adj" fmla="val 26032"/>
                  </a:avLst>
                </a:prstGeom>
                <a:solidFill>
                  <a:srgbClr val="FFEBFF"/>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pSp>
              <p:nvGrpSpPr>
                <p:cNvPr id="57359" name="Group 33"/>
                <p:cNvGrpSpPr/>
                <p:nvPr/>
              </p:nvGrpSpPr>
              <p:grpSpPr>
                <a:xfrm>
                  <a:off x="3594" y="1681"/>
                  <a:ext cx="1692" cy="1727"/>
                  <a:chOff x="3594" y="1681"/>
                  <a:chExt cx="1692" cy="1727"/>
                </a:xfrm>
              </p:grpSpPr>
              <p:sp>
                <p:nvSpPr>
                  <p:cNvPr id="57360" name="Text Box 34"/>
                  <p:cNvSpPr txBox="1"/>
                  <p:nvPr/>
                </p:nvSpPr>
                <p:spPr>
                  <a:xfrm rot="-903760">
                    <a:off x="3594" y="1681"/>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61" name="Text Box 35"/>
                  <p:cNvSpPr txBox="1"/>
                  <p:nvPr/>
                </p:nvSpPr>
                <p:spPr>
                  <a:xfrm rot="-903760">
                    <a:off x="3600" y="1968"/>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62" name="Text Box 36"/>
                  <p:cNvSpPr txBox="1"/>
                  <p:nvPr/>
                </p:nvSpPr>
                <p:spPr>
                  <a:xfrm rot="-903760">
                    <a:off x="3600" y="2256"/>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63" name="Text Box 37"/>
                  <p:cNvSpPr txBox="1"/>
                  <p:nvPr/>
                </p:nvSpPr>
                <p:spPr>
                  <a:xfrm rot="-903760">
                    <a:off x="3600" y="2544"/>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64" name="Text Box 38"/>
                  <p:cNvSpPr txBox="1"/>
                  <p:nvPr/>
                </p:nvSpPr>
                <p:spPr>
                  <a:xfrm rot="-903760">
                    <a:off x="3600" y="2832"/>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57365" name="Text Box 39"/>
                  <p:cNvSpPr txBox="1"/>
                  <p:nvPr/>
                </p:nvSpPr>
                <p:spPr>
                  <a:xfrm rot="-903760">
                    <a:off x="3594" y="3120"/>
                    <a:ext cx="1686" cy="288"/>
                  </a:xfrm>
                  <a:prstGeom prst="rect">
                    <a:avLst/>
                  </a:prstGeom>
                  <a:noFill/>
                  <a:ln w="9525">
                    <a:noFill/>
                  </a:ln>
                </p:spPr>
                <p:txBody>
                  <a:bodyPr wrap="none" anchor="t" anchorCtr="0">
                    <a:spAutoFit/>
                  </a:bodyPr>
                  <a:p>
                    <a:pPr eaLnBrk="0" hangingPunct="0">
                      <a:spcBef>
                        <a:spcPct val="50000"/>
                      </a:spcBef>
                    </a:pPr>
                    <a:r>
                      <a:rPr lang="en-US" altLang="zh-CN" sz="2400" dirty="0">
                        <a:solidFill>
                          <a:srgbClr val="FF0000"/>
                        </a:solidFill>
                        <a:latin typeface="Arial" panose="020B0604020202020204" pitchFamily="34" charset="0"/>
                        <a:ea typeface="宋体" panose="02010600030101010101" pitchFamily="2" charset="-122"/>
                      </a:rPr>
                      <a:t>+ + + + + + + + + + </a:t>
                    </a:r>
                    <a:endParaRPr lang="en-US" altLang="zh-CN" sz="2400" dirty="0">
                      <a:solidFill>
                        <a:srgbClr val="FF0000"/>
                      </a:solidFill>
                      <a:latin typeface="Arial" panose="020B0604020202020204" pitchFamily="34" charset="0"/>
                      <a:ea typeface="宋体" panose="02010600030101010101" pitchFamily="2" charset="-122"/>
                    </a:endParaRPr>
                  </a:p>
                </p:txBody>
              </p:sp>
            </p:grpSp>
          </p:grpSp>
          <p:sp>
            <p:nvSpPr>
              <p:cNvPr id="57366" name="AutoShape 40"/>
              <p:cNvSpPr/>
              <p:nvPr/>
            </p:nvSpPr>
            <p:spPr>
              <a:xfrm rot="5898264">
                <a:off x="4393" y="2370"/>
                <a:ext cx="528" cy="672"/>
              </a:xfrm>
              <a:prstGeom prst="can">
                <a:avLst>
                  <a:gd name="adj" fmla="val 43690"/>
                </a:avLst>
              </a:prstGeom>
              <a:solidFill>
                <a:srgbClr val="66FF99">
                  <a:alpha val="50194"/>
                </a:srgbClr>
              </a:solidFill>
              <a:ln w="2857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57367" name="Object 8"/>
              <p:cNvGraphicFramePr/>
              <p:nvPr/>
            </p:nvGraphicFramePr>
            <p:xfrm>
              <a:off x="4272" y="2544"/>
              <a:ext cx="313" cy="336"/>
            </p:xfrm>
            <a:graphic>
              <a:graphicData uri="http://schemas.openxmlformats.org/presentationml/2006/ole">
                <mc:AlternateContent xmlns:mc="http://schemas.openxmlformats.org/markup-compatibility/2006">
                  <mc:Choice xmlns:v="urn:schemas-microsoft-com:vml" Requires="v">
                    <p:oleObj spid="_x0000_s3316" name="" r:id="rId1" imgW="177800" imgH="189865" progId="Equation.3">
                      <p:embed/>
                    </p:oleObj>
                  </mc:Choice>
                  <mc:Fallback>
                    <p:oleObj name="" r:id="rId1" imgW="177800" imgH="189865" progId="Equation.3">
                      <p:embed/>
                      <p:pic>
                        <p:nvPicPr>
                          <p:cNvPr id="0" name="图片 3315"/>
                          <p:cNvPicPr/>
                          <p:nvPr/>
                        </p:nvPicPr>
                        <p:blipFill>
                          <a:blip r:embed="rId2"/>
                          <a:stretch>
                            <a:fillRect/>
                          </a:stretch>
                        </p:blipFill>
                        <p:spPr>
                          <a:xfrm>
                            <a:off x="4272" y="2544"/>
                            <a:ext cx="313" cy="336"/>
                          </a:xfrm>
                          <a:prstGeom prst="rect">
                            <a:avLst/>
                          </a:prstGeom>
                          <a:noFill/>
                          <a:ln w="38100">
                            <a:noFill/>
                            <a:miter/>
                          </a:ln>
                        </p:spPr>
                      </p:pic>
                    </p:oleObj>
                  </mc:Fallback>
                </mc:AlternateContent>
              </a:graphicData>
            </a:graphic>
          </p:graphicFrame>
          <p:sp>
            <p:nvSpPr>
              <p:cNvPr id="57368" name="Oval 42"/>
              <p:cNvSpPr/>
              <p:nvPr/>
            </p:nvSpPr>
            <p:spPr>
              <a:xfrm rot="534681">
                <a:off x="4320" y="2412"/>
                <a:ext cx="240" cy="528"/>
              </a:xfrm>
              <a:prstGeom prst="ellipse">
                <a:avLst/>
              </a:prstGeom>
              <a:noFill/>
              <a:ln w="28575" cap="flat" cmpd="sng">
                <a:solidFill>
                  <a:schemeClr val="tx1"/>
                </a:solidFill>
                <a:prstDash val="dash"/>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pSp>
        <p:sp>
          <p:nvSpPr>
            <p:cNvPr id="57369" name="Oval 43"/>
            <p:cNvSpPr/>
            <p:nvPr/>
          </p:nvSpPr>
          <p:spPr>
            <a:xfrm rot="540000">
              <a:off x="3505" y="2302"/>
              <a:ext cx="238" cy="503"/>
            </a:xfrm>
            <a:prstGeom prst="ellipse">
              <a:avLst/>
            </a:prstGeom>
            <a:noFill/>
            <a:ln w="19050" cap="flat" cmpd="sng">
              <a:solidFill>
                <a:schemeClr val="tx1"/>
              </a:solidFill>
              <a:prstDash val="dash"/>
              <a:round/>
              <a:headEnd type="none" w="med" len="med"/>
              <a:tailEnd type="none" w="sm" len="lg"/>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pSp>
      <p:grpSp>
        <p:nvGrpSpPr>
          <p:cNvPr id="5" name="Group 44"/>
          <p:cNvGrpSpPr/>
          <p:nvPr/>
        </p:nvGrpSpPr>
        <p:grpSpPr>
          <a:xfrm>
            <a:off x="4632325" y="3913188"/>
            <a:ext cx="3962400" cy="582612"/>
            <a:chOff x="3072" y="2321"/>
            <a:chExt cx="2496" cy="367"/>
          </a:xfrm>
        </p:grpSpPr>
        <p:sp>
          <p:nvSpPr>
            <p:cNvPr id="57371" name="Line 45"/>
            <p:cNvSpPr/>
            <p:nvPr/>
          </p:nvSpPr>
          <p:spPr>
            <a:xfrm flipH="1" flipV="1">
              <a:off x="3072" y="2321"/>
              <a:ext cx="624" cy="79"/>
            </a:xfrm>
            <a:prstGeom prst="line">
              <a:avLst/>
            </a:prstGeom>
            <a:ln w="38100" cap="flat" cmpd="sng">
              <a:solidFill>
                <a:srgbClr val="FF0000"/>
              </a:solidFill>
              <a:prstDash val="solid"/>
              <a:round/>
              <a:headEnd type="none" w="med" len="med"/>
              <a:tailEnd type="triangle" w="sm" len="lg"/>
            </a:ln>
          </p:spPr>
        </p:sp>
        <p:sp>
          <p:nvSpPr>
            <p:cNvPr id="57372" name="Line 47"/>
            <p:cNvSpPr/>
            <p:nvPr/>
          </p:nvSpPr>
          <p:spPr>
            <a:xfrm>
              <a:off x="4848" y="2592"/>
              <a:ext cx="720" cy="96"/>
            </a:xfrm>
            <a:prstGeom prst="line">
              <a:avLst/>
            </a:prstGeom>
            <a:ln w="38100" cap="flat" cmpd="sng">
              <a:solidFill>
                <a:srgbClr val="FF0000"/>
              </a:solidFill>
              <a:prstDash val="solid"/>
              <a:round/>
              <a:headEnd type="none" w="med" len="med"/>
              <a:tailEnd type="triangle" w="sm" len="lg"/>
            </a:ln>
          </p:spPr>
        </p:sp>
      </p:grpSp>
      <p:graphicFrame>
        <p:nvGraphicFramePr>
          <p:cNvPr id="57373" name="Object 10"/>
          <p:cNvGraphicFramePr/>
          <p:nvPr/>
        </p:nvGraphicFramePr>
        <p:xfrm>
          <a:off x="4610100" y="3379788"/>
          <a:ext cx="390525" cy="533400"/>
        </p:xfrm>
        <a:graphic>
          <a:graphicData uri="http://schemas.openxmlformats.org/presentationml/2006/ole">
            <mc:AlternateContent xmlns:mc="http://schemas.openxmlformats.org/markup-compatibility/2006">
              <mc:Choice xmlns:v="urn:schemas-microsoft-com:vml" Requires="v">
                <p:oleObj spid="_x0000_s3315" name="" r:id="rId3" imgW="317500" imgH="406400" progId="Equation.3">
                  <p:embed/>
                </p:oleObj>
              </mc:Choice>
              <mc:Fallback>
                <p:oleObj name="" r:id="rId3" imgW="317500" imgH="406400" progId="Equation.3">
                  <p:embed/>
                  <p:pic>
                    <p:nvPicPr>
                      <p:cNvPr id="0" name="图片 3314"/>
                      <p:cNvPicPr/>
                      <p:nvPr/>
                    </p:nvPicPr>
                    <p:blipFill>
                      <a:blip r:embed="rId4">
                        <a:clrChange>
                          <a:clrFrom>
                            <a:srgbClr val="000000"/>
                          </a:clrFrom>
                          <a:clrTo>
                            <a:srgbClr val="000000">
                              <a:alpha val="0"/>
                            </a:srgbClr>
                          </a:clrTo>
                        </a:clrChange>
                      </a:blip>
                      <a:stretch>
                        <a:fillRect/>
                      </a:stretch>
                    </p:blipFill>
                    <p:spPr>
                      <a:xfrm>
                        <a:off x="4610100" y="3379788"/>
                        <a:ext cx="390525" cy="533400"/>
                      </a:xfrm>
                      <a:prstGeom prst="rect">
                        <a:avLst/>
                      </a:prstGeom>
                      <a:noFill/>
                      <a:ln w="38100">
                        <a:noFill/>
                        <a:miter/>
                      </a:ln>
                    </p:spPr>
                  </p:pic>
                </p:oleObj>
              </mc:Fallback>
            </mc:AlternateContent>
          </a:graphicData>
        </a:graphic>
      </p:graphicFrame>
      <p:graphicFrame>
        <p:nvGraphicFramePr>
          <p:cNvPr id="57374" name="Object 15"/>
          <p:cNvGraphicFramePr/>
          <p:nvPr/>
        </p:nvGraphicFramePr>
        <p:xfrm>
          <a:off x="8499475" y="4070350"/>
          <a:ext cx="390525" cy="533400"/>
        </p:xfrm>
        <a:graphic>
          <a:graphicData uri="http://schemas.openxmlformats.org/presentationml/2006/ole">
            <mc:AlternateContent xmlns:mc="http://schemas.openxmlformats.org/markup-compatibility/2006">
              <mc:Choice xmlns:v="urn:schemas-microsoft-com:vml" Requires="v">
                <p:oleObj spid="_x0000_s3311" name="" r:id="rId5" imgW="317500" imgH="406400" progId="Equation.3">
                  <p:embed/>
                </p:oleObj>
              </mc:Choice>
              <mc:Fallback>
                <p:oleObj name="" r:id="rId5" imgW="317500" imgH="406400" progId="Equation.3">
                  <p:embed/>
                  <p:pic>
                    <p:nvPicPr>
                      <p:cNvPr id="0" name="图片 3310"/>
                      <p:cNvPicPr/>
                      <p:nvPr/>
                    </p:nvPicPr>
                    <p:blipFill>
                      <a:blip r:embed="rId6">
                        <a:clrChange>
                          <a:clrFrom>
                            <a:srgbClr val="000000"/>
                          </a:clrFrom>
                          <a:clrTo>
                            <a:srgbClr val="000000">
                              <a:alpha val="0"/>
                            </a:srgbClr>
                          </a:clrTo>
                        </a:clrChange>
                      </a:blip>
                      <a:stretch>
                        <a:fillRect/>
                      </a:stretch>
                    </p:blipFill>
                    <p:spPr>
                      <a:xfrm>
                        <a:off x="8499475" y="4070350"/>
                        <a:ext cx="390525" cy="533400"/>
                      </a:xfrm>
                      <a:prstGeom prst="rect">
                        <a:avLst/>
                      </a:prstGeom>
                      <a:noFill/>
                      <a:ln w="38100">
                        <a:noFill/>
                        <a:miter/>
                      </a:ln>
                    </p:spPr>
                  </p:pic>
                </p:oleObj>
              </mc:Fallback>
            </mc:AlternateContent>
          </a:graphicData>
        </a:graphic>
      </p:graphicFrame>
      <p:sp>
        <p:nvSpPr>
          <p:cNvPr id="57375" name="Text Box 3"/>
          <p:cNvSpPr txBox="1"/>
          <p:nvPr/>
        </p:nvSpPr>
        <p:spPr>
          <a:xfrm>
            <a:off x="644525" y="1077913"/>
            <a:ext cx="1025525" cy="579437"/>
          </a:xfrm>
          <a:prstGeom prst="rect">
            <a:avLst/>
          </a:prstGeom>
          <a:noFill/>
          <a:ln w="9525">
            <a:noFill/>
          </a:ln>
        </p:spPr>
        <p:txBody>
          <a:bodyPr anchor="t" anchorCtr="0">
            <a:spAutoFit/>
          </a:bodyPr>
          <a:p>
            <a:pPr>
              <a:spcBef>
                <a:spcPct val="50000"/>
              </a:spcBef>
            </a:pPr>
            <a:r>
              <a:rPr lang="zh-CN" altLang="en-US" sz="3200" b="1" dirty="0">
                <a:solidFill>
                  <a:srgbClr val="CC0000"/>
                </a:solidFill>
                <a:latin typeface="Times New Roman" panose="02020603050405020304" pitchFamily="18" charset="0"/>
                <a:ea typeface="宋体" panose="02010600030101010101" pitchFamily="2" charset="-122"/>
              </a:rPr>
              <a:t>解</a:t>
            </a:r>
            <a:endParaRPr lang="zh-CN" altLang="en-US" sz="3200" b="1" dirty="0">
              <a:solidFill>
                <a:srgbClr val="CC0000"/>
              </a:solidFill>
              <a:latin typeface="Times New Roman" panose="02020603050405020304" pitchFamily="18" charset="0"/>
              <a:ea typeface="宋体" panose="02010600030101010101" pitchFamily="2" charset="-122"/>
            </a:endParaRPr>
          </a:p>
        </p:txBody>
      </p:sp>
      <p:sp>
        <p:nvSpPr>
          <p:cNvPr id="14" name="Rectangle 20"/>
          <p:cNvSpPr/>
          <p:nvPr/>
        </p:nvSpPr>
        <p:spPr>
          <a:xfrm>
            <a:off x="1463675" y="1195388"/>
            <a:ext cx="5135563" cy="522287"/>
          </a:xfrm>
          <a:prstGeom prst="rect">
            <a:avLst/>
          </a:prstGeom>
          <a:noFill/>
          <a:ln w="9525">
            <a:noFill/>
          </a:ln>
        </p:spPr>
        <p:txBody>
          <a:bodyPr wrap="square" anchor="t" anchorCtr="0">
            <a:spAutoFit/>
          </a:bodyPr>
          <a:p>
            <a:r>
              <a:rPr lang="zh-CN" altLang="en-US" sz="2800" b="1" dirty="0">
                <a:solidFill>
                  <a:srgbClr val="FF0000"/>
                </a:solidFill>
                <a:latin typeface="宋体" panose="02010600030101010101" pitchFamily="2" charset="-122"/>
                <a:ea typeface="宋体" panose="02010600030101010101" pitchFamily="2" charset="-122"/>
              </a:rPr>
              <a:t>对称性分析与高斯面的选取</a:t>
            </a:r>
            <a:endParaRPr lang="zh-CN" altLang="en-US" sz="2800" b="1" dirty="0">
              <a:solidFill>
                <a:srgbClr val="FF0000"/>
              </a:solidFill>
              <a:latin typeface="宋体" panose="02010600030101010101" pitchFamily="2" charset="-122"/>
              <a:ea typeface="宋体" panose="02010600030101010101" pitchFamily="2" charset="-122"/>
            </a:endParaRPr>
          </a:p>
        </p:txBody>
      </p:sp>
      <p:grpSp>
        <p:nvGrpSpPr>
          <p:cNvPr id="15" name="Group 74"/>
          <p:cNvGrpSpPr/>
          <p:nvPr/>
        </p:nvGrpSpPr>
        <p:grpSpPr>
          <a:xfrm>
            <a:off x="150813" y="4079875"/>
            <a:ext cx="5472112" cy="523875"/>
            <a:chOff x="249" y="1934"/>
            <a:chExt cx="3447" cy="330"/>
          </a:xfrm>
        </p:grpSpPr>
        <p:sp>
          <p:nvSpPr>
            <p:cNvPr id="57378" name="Text Box 75"/>
            <p:cNvSpPr txBox="1"/>
            <p:nvPr/>
          </p:nvSpPr>
          <p:spPr>
            <a:xfrm>
              <a:off x="249" y="1934"/>
              <a:ext cx="3447" cy="330"/>
            </a:xfrm>
            <a:prstGeom prst="rect">
              <a:avLst/>
            </a:prstGeom>
            <a:noFill/>
            <a:ln w="9525">
              <a:noFill/>
            </a:ln>
          </p:spPr>
          <p:txBody>
            <a:bodyPr anchor="t" anchorCtr="0">
              <a:spAutoFit/>
            </a:bodyPr>
            <a:p>
              <a:pPr algn="ctr"/>
              <a:r>
                <a:rPr lang="zh-CN" altLang="en-US" sz="2800" b="1" dirty="0">
                  <a:latin typeface="宋体" panose="02010600030101010101" pitchFamily="2" charset="-122"/>
                  <a:ea typeface="宋体" panose="02010600030101010101" pitchFamily="2" charset="-122"/>
                </a:rPr>
                <a:t>取长为   的圆柱面 为高斯面</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graphicFrame>
          <p:nvGraphicFramePr>
            <p:cNvPr id="57379" name="Object 24"/>
            <p:cNvGraphicFramePr/>
            <p:nvPr/>
          </p:nvGraphicFramePr>
          <p:xfrm>
            <a:off x="2319" y="1979"/>
            <a:ext cx="186" cy="269"/>
          </p:xfrm>
          <a:graphic>
            <a:graphicData uri="http://schemas.openxmlformats.org/presentationml/2006/ole">
              <mc:AlternateContent xmlns:mc="http://schemas.openxmlformats.org/markup-compatibility/2006">
                <mc:Choice xmlns:v="urn:schemas-microsoft-com:vml" Requires="v">
                  <p:oleObj spid="_x0000_s3312" name="" r:id="rId7" imgW="304800" imgH="393700" progId="Equation.3">
                    <p:embed/>
                  </p:oleObj>
                </mc:Choice>
                <mc:Fallback>
                  <p:oleObj name="" r:id="rId7" imgW="304800" imgH="393700" progId="Equation.3">
                    <p:embed/>
                    <p:pic>
                      <p:nvPicPr>
                        <p:cNvPr id="0" name="图片 3311"/>
                        <p:cNvPicPr/>
                        <p:nvPr/>
                      </p:nvPicPr>
                      <p:blipFill>
                        <a:blip r:embed="rId8">
                          <a:clrChange>
                            <a:clrFrom>
                              <a:srgbClr val="000000"/>
                            </a:clrFrom>
                            <a:clrTo>
                              <a:srgbClr val="000000">
                                <a:alpha val="0"/>
                              </a:srgbClr>
                            </a:clrTo>
                          </a:clrChange>
                        </a:blip>
                        <a:stretch>
                          <a:fillRect/>
                        </a:stretch>
                      </p:blipFill>
                      <p:spPr>
                        <a:xfrm>
                          <a:off x="2319" y="1979"/>
                          <a:ext cx="186" cy="269"/>
                        </a:xfrm>
                        <a:prstGeom prst="rect">
                          <a:avLst/>
                        </a:prstGeom>
                        <a:noFill/>
                        <a:ln w="38100">
                          <a:noFill/>
                          <a:miter/>
                        </a:ln>
                      </p:spPr>
                    </p:pic>
                  </p:oleObj>
                </mc:Fallback>
              </mc:AlternateContent>
            </a:graphicData>
          </a:graphic>
        </p:graphicFrame>
        <p:graphicFrame>
          <p:nvGraphicFramePr>
            <p:cNvPr id="57380" name="Object 25"/>
            <p:cNvGraphicFramePr/>
            <p:nvPr/>
          </p:nvGraphicFramePr>
          <p:xfrm>
            <a:off x="1149" y="2024"/>
            <a:ext cx="240" cy="192"/>
          </p:xfrm>
          <a:graphic>
            <a:graphicData uri="http://schemas.openxmlformats.org/presentationml/2006/ole">
              <mc:AlternateContent xmlns:mc="http://schemas.openxmlformats.org/markup-compatibility/2006">
                <mc:Choice xmlns:v="urn:schemas-microsoft-com:vml" Requires="v">
                  <p:oleObj spid="_x0000_s3313" name="" r:id="rId9" imgW="863600" imgH="673100" progId="Equation.3">
                    <p:embed/>
                  </p:oleObj>
                </mc:Choice>
                <mc:Fallback>
                  <p:oleObj name="" r:id="rId9" imgW="863600" imgH="673100" progId="Equation.3">
                    <p:embed/>
                    <p:pic>
                      <p:nvPicPr>
                        <p:cNvPr id="0" name="图片 3312"/>
                        <p:cNvPicPr/>
                        <p:nvPr/>
                      </p:nvPicPr>
                      <p:blipFill>
                        <a:blip r:embed="rId10">
                          <a:clrChange>
                            <a:clrFrom>
                              <a:srgbClr val="000000"/>
                            </a:clrFrom>
                            <a:clrTo>
                              <a:srgbClr val="000000">
                                <a:alpha val="0"/>
                              </a:srgbClr>
                            </a:clrTo>
                          </a:clrChange>
                        </a:blip>
                        <a:stretch>
                          <a:fillRect/>
                        </a:stretch>
                      </p:blipFill>
                      <p:spPr>
                        <a:xfrm>
                          <a:off x="1149" y="2024"/>
                          <a:ext cx="240" cy="192"/>
                        </a:xfrm>
                        <a:prstGeom prst="rect">
                          <a:avLst/>
                        </a:prstGeom>
                        <a:noFill/>
                        <a:ln w="38100">
                          <a:noFill/>
                          <a:miter/>
                        </a:ln>
                      </p:spPr>
                    </p:pic>
                  </p:oleObj>
                </mc:Fallback>
              </mc:AlternateContent>
            </a:graphicData>
          </a:graphic>
        </p:graphicFrame>
      </p:grpSp>
      <p:grpSp>
        <p:nvGrpSpPr>
          <p:cNvPr id="21" name="Group 27"/>
          <p:cNvGrpSpPr/>
          <p:nvPr/>
        </p:nvGrpSpPr>
        <p:grpSpPr>
          <a:xfrm>
            <a:off x="428625" y="1930400"/>
            <a:ext cx="4824413" cy="611188"/>
            <a:chOff x="385" y="1298"/>
            <a:chExt cx="3039" cy="385"/>
          </a:xfrm>
        </p:grpSpPr>
        <p:sp>
          <p:nvSpPr>
            <p:cNvPr id="57382" name="Text Box 28"/>
            <p:cNvSpPr txBox="1"/>
            <p:nvPr/>
          </p:nvSpPr>
          <p:spPr>
            <a:xfrm>
              <a:off x="385" y="1298"/>
              <a:ext cx="3039" cy="385"/>
            </a:xfrm>
            <a:prstGeom prst="rect">
              <a:avLst/>
            </a:prstGeom>
            <a:noFill/>
            <a:ln w="9525">
              <a:noFill/>
            </a:ln>
          </p:spPr>
          <p:txBody>
            <a:bodyPr anchor="t" anchorCtr="0">
              <a:spAutoFit/>
            </a:bodyPr>
            <a:p>
              <a:pPr>
                <a:lnSpc>
                  <a:spcPct val="140000"/>
                </a:lnSpc>
              </a:pPr>
              <a:r>
                <a:rPr lang="en-US" altLang="zh-CN" sz="2200" b="1" dirty="0">
                  <a:latin typeface="华文中宋" panose="02010600040101010101" pitchFamily="2" charset="-122"/>
                  <a:ea typeface="华文中宋" panose="02010600040101010101" pitchFamily="2" charset="-122"/>
                </a:rPr>
                <a:t>     </a:t>
              </a:r>
              <a:r>
                <a:rPr lang="zh-CN" altLang="en-US" sz="2800" b="1" dirty="0">
                  <a:latin typeface="宋体" panose="02010600030101010101" pitchFamily="2" charset="-122"/>
                  <a:ea typeface="宋体" panose="02010600030101010101" pitchFamily="2" charset="-122"/>
                </a:rPr>
                <a:t>的方向垂直带电平面向外，</a:t>
              </a:r>
              <a:endParaRPr lang="zh-CN" altLang="en-US" sz="2800" dirty="0">
                <a:latin typeface="宋体" panose="02010600030101010101" pitchFamily="2" charset="-122"/>
                <a:ea typeface="宋体" panose="02010600030101010101" pitchFamily="2" charset="-122"/>
              </a:endParaRPr>
            </a:p>
          </p:txBody>
        </p:sp>
        <p:graphicFrame>
          <p:nvGraphicFramePr>
            <p:cNvPr id="57383" name="Object 21"/>
            <p:cNvGraphicFramePr/>
            <p:nvPr/>
          </p:nvGraphicFramePr>
          <p:xfrm>
            <a:off x="475" y="1388"/>
            <a:ext cx="225" cy="282"/>
          </p:xfrm>
          <a:graphic>
            <a:graphicData uri="http://schemas.openxmlformats.org/presentationml/2006/ole">
              <mc:AlternateContent xmlns:mc="http://schemas.openxmlformats.org/markup-compatibility/2006">
                <mc:Choice xmlns:v="urn:schemas-microsoft-com:vml" Requires="v">
                  <p:oleObj spid="_x0000_s3317" name="" r:id="rId11" imgW="317500" imgH="406400" progId="Equation.3">
                    <p:embed/>
                  </p:oleObj>
                </mc:Choice>
                <mc:Fallback>
                  <p:oleObj name="" r:id="rId11" imgW="317500" imgH="406400" progId="Equation.3">
                    <p:embed/>
                    <p:pic>
                      <p:nvPicPr>
                        <p:cNvPr id="0" name="图片 3316"/>
                        <p:cNvPicPr/>
                        <p:nvPr/>
                      </p:nvPicPr>
                      <p:blipFill>
                        <a:blip r:embed="rId12">
                          <a:clrChange>
                            <a:clrFrom>
                              <a:srgbClr val="000000"/>
                            </a:clrFrom>
                            <a:clrTo>
                              <a:srgbClr val="000000">
                                <a:alpha val="0"/>
                              </a:srgbClr>
                            </a:clrTo>
                          </a:clrChange>
                        </a:blip>
                        <a:stretch>
                          <a:fillRect/>
                        </a:stretch>
                      </p:blipFill>
                      <p:spPr>
                        <a:xfrm>
                          <a:off x="475" y="1388"/>
                          <a:ext cx="225" cy="282"/>
                        </a:xfrm>
                        <a:prstGeom prst="rect">
                          <a:avLst/>
                        </a:prstGeom>
                        <a:noFill/>
                        <a:ln w="38100">
                          <a:noFill/>
                          <a:miter/>
                        </a:ln>
                      </p:spPr>
                    </p:pic>
                  </p:oleObj>
                </mc:Fallback>
              </mc:AlternateContent>
            </a:graphicData>
          </a:graphic>
        </p:graphicFrame>
      </p:grpSp>
      <p:grpSp>
        <p:nvGrpSpPr>
          <p:cNvPr id="25" name="Group 59"/>
          <p:cNvGrpSpPr/>
          <p:nvPr/>
        </p:nvGrpSpPr>
        <p:grpSpPr>
          <a:xfrm>
            <a:off x="285750" y="2855913"/>
            <a:ext cx="4714875" cy="523875"/>
            <a:chOff x="557" y="1886"/>
            <a:chExt cx="2687" cy="330"/>
          </a:xfrm>
        </p:grpSpPr>
        <p:graphicFrame>
          <p:nvGraphicFramePr>
            <p:cNvPr id="57385" name="Object 23"/>
            <p:cNvGraphicFramePr/>
            <p:nvPr/>
          </p:nvGraphicFramePr>
          <p:xfrm>
            <a:off x="1860" y="1886"/>
            <a:ext cx="244" cy="306"/>
          </p:xfrm>
          <a:graphic>
            <a:graphicData uri="http://schemas.openxmlformats.org/presentationml/2006/ole">
              <mc:AlternateContent xmlns:mc="http://schemas.openxmlformats.org/markup-compatibility/2006">
                <mc:Choice xmlns:v="urn:schemas-microsoft-com:vml" Requires="v">
                  <p:oleObj spid="_x0000_s3314" name="" r:id="rId13" imgW="317500" imgH="406400" progId="Equation.3">
                    <p:embed/>
                  </p:oleObj>
                </mc:Choice>
                <mc:Fallback>
                  <p:oleObj name="" r:id="rId13" imgW="317500" imgH="406400" progId="Equation.3">
                    <p:embed/>
                    <p:pic>
                      <p:nvPicPr>
                        <p:cNvPr id="0" name="图片 3313"/>
                        <p:cNvPicPr/>
                        <p:nvPr/>
                      </p:nvPicPr>
                      <p:blipFill>
                        <a:blip r:embed="rId14">
                          <a:clrChange>
                            <a:clrFrom>
                              <a:srgbClr val="000000"/>
                            </a:clrFrom>
                            <a:clrTo>
                              <a:srgbClr val="000000">
                                <a:alpha val="0"/>
                              </a:srgbClr>
                            </a:clrTo>
                          </a:clrChange>
                        </a:blip>
                        <a:stretch>
                          <a:fillRect/>
                        </a:stretch>
                      </p:blipFill>
                      <p:spPr>
                        <a:xfrm>
                          <a:off x="1860" y="1886"/>
                          <a:ext cx="244" cy="306"/>
                        </a:xfrm>
                        <a:prstGeom prst="rect">
                          <a:avLst/>
                        </a:prstGeom>
                        <a:noFill/>
                        <a:ln w="38100">
                          <a:noFill/>
                          <a:miter/>
                        </a:ln>
                      </p:spPr>
                    </p:pic>
                  </p:oleObj>
                </mc:Fallback>
              </mc:AlternateContent>
            </a:graphicData>
          </a:graphic>
        </p:graphicFrame>
        <p:sp>
          <p:nvSpPr>
            <p:cNvPr id="57386" name="Rectangle 61"/>
            <p:cNvSpPr/>
            <p:nvPr/>
          </p:nvSpPr>
          <p:spPr>
            <a:xfrm>
              <a:off x="557" y="1886"/>
              <a:ext cx="2687" cy="330"/>
            </a:xfrm>
            <a:prstGeom prst="rect">
              <a:avLst/>
            </a:prstGeom>
            <a:noFill/>
            <a:ln w="9525">
              <a:noFill/>
            </a:ln>
          </p:spPr>
          <p:txBody>
            <a:bodyPr anchor="t" anchorCtr="0">
              <a:spAutoFit/>
            </a:bodyPr>
            <a:p>
              <a:r>
                <a:rPr lang="zh-CN" altLang="en-US" sz="2800" b="1" dirty="0">
                  <a:latin typeface="宋体" panose="02010600030101010101" pitchFamily="2" charset="-122"/>
                  <a:ea typeface="宋体" panose="02010600030101010101" pitchFamily="2" charset="-122"/>
                </a:rPr>
                <a:t>距底面同远处   的大小相同</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16" presetClass="entr" presetSubtype="37"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outVertic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ox(in)">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文本框 132097"/>
          <p:cNvSpPr txBox="1"/>
          <p:nvPr/>
        </p:nvSpPr>
        <p:spPr>
          <a:xfrm>
            <a:off x="571500" y="876300"/>
            <a:ext cx="539750" cy="522288"/>
          </a:xfrm>
          <a:prstGeom prst="rect">
            <a:avLst/>
          </a:prstGeom>
          <a:noFill/>
          <a:ln w="9525">
            <a:noFill/>
          </a:ln>
        </p:spPr>
        <p:txBody>
          <a:bodyPr wrap="none" anchor="t" anchorCtr="0">
            <a:spAutoFit/>
          </a:bodyPr>
          <a:p>
            <a:pPr>
              <a:buClr>
                <a:schemeClr val="bg1"/>
              </a:buClr>
            </a:pPr>
            <a:r>
              <a:rPr lang="zh-CN" altLang="en-US" sz="2800" b="1">
                <a:solidFill>
                  <a:srgbClr val="CC0000"/>
                </a:solidFill>
                <a:latin typeface="Times New Roman" panose="02020603050405020304" pitchFamily="18" charset="0"/>
                <a:ea typeface="宋体" panose="02010600030101010101" pitchFamily="2" charset="-122"/>
              </a:rPr>
              <a:t>解</a:t>
            </a:r>
            <a:endParaRPr lang="zh-CN" altLang="en-US" sz="2800" b="1">
              <a:solidFill>
                <a:srgbClr val="CC0000"/>
              </a:solidFill>
              <a:latin typeface="Times New Roman" panose="02020603050405020304" pitchFamily="18" charset="0"/>
              <a:ea typeface="宋体" panose="02010600030101010101" pitchFamily="2" charset="-122"/>
            </a:endParaRPr>
          </a:p>
        </p:txBody>
      </p:sp>
      <p:sp>
        <p:nvSpPr>
          <p:cNvPr id="132106" name="平行四边形 132105"/>
          <p:cNvSpPr/>
          <p:nvPr/>
        </p:nvSpPr>
        <p:spPr>
          <a:xfrm rot="3743744" flipH="1">
            <a:off x="5173663" y="2017713"/>
            <a:ext cx="3346450" cy="1314450"/>
          </a:xfrm>
          <a:prstGeom prst="parallelogram">
            <a:avLst>
              <a:gd name="adj" fmla="val 73123"/>
            </a:avLst>
          </a:prstGeom>
          <a:gradFill rotWithShape="1">
            <a:gsLst>
              <a:gs pos="0">
                <a:srgbClr val="0066FF"/>
              </a:gs>
              <a:gs pos="100000">
                <a:srgbClr val="002F76"/>
              </a:gs>
            </a:gsLst>
            <a:path path="shape">
              <a:fillToRect l="50000" t="50000" r="50000" b="50000"/>
            </a:path>
            <a:tileRect/>
          </a:gradFill>
          <a:ln w="9525" cap="flat" cmpd="sng">
            <a:solidFill>
              <a:schemeClr val="folHlink"/>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pSp>
        <p:nvGrpSpPr>
          <p:cNvPr id="132107" name="组合 132106"/>
          <p:cNvGrpSpPr/>
          <p:nvPr/>
        </p:nvGrpSpPr>
        <p:grpSpPr>
          <a:xfrm>
            <a:off x="4876800" y="990600"/>
            <a:ext cx="3752850" cy="3346450"/>
            <a:chOff x="3168" y="534"/>
            <a:chExt cx="2364" cy="2108"/>
          </a:xfrm>
        </p:grpSpPr>
        <p:sp>
          <p:nvSpPr>
            <p:cNvPr id="58372" name="直接连接符 132107"/>
            <p:cNvSpPr/>
            <p:nvPr/>
          </p:nvSpPr>
          <p:spPr>
            <a:xfrm>
              <a:off x="3168" y="1569"/>
              <a:ext cx="272" cy="0"/>
            </a:xfrm>
            <a:prstGeom prst="line">
              <a:avLst/>
            </a:prstGeom>
            <a:ln w="28575" cap="flat" cmpd="sng">
              <a:solidFill>
                <a:schemeClr val="tx1"/>
              </a:solidFill>
              <a:prstDash val="solid"/>
              <a:round/>
              <a:headEnd type="none" w="med" len="med"/>
              <a:tailEnd type="none" w="med" len="med"/>
            </a:ln>
          </p:spPr>
        </p:sp>
        <p:sp>
          <p:nvSpPr>
            <p:cNvPr id="58373" name="矩形 132108"/>
            <p:cNvSpPr/>
            <p:nvPr/>
          </p:nvSpPr>
          <p:spPr>
            <a:xfrm>
              <a:off x="3536" y="1263"/>
              <a:ext cx="705" cy="590"/>
            </a:xfrm>
            <a:prstGeom prst="rect">
              <a:avLst/>
            </a:prstGeom>
            <a:noFill/>
            <a:ln w="19050" cap="flat" cmpd="sng">
              <a:solidFill>
                <a:srgbClr val="FF7C80"/>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58374" name="椭圆 132109"/>
            <p:cNvSpPr/>
            <p:nvPr/>
          </p:nvSpPr>
          <p:spPr>
            <a:xfrm>
              <a:off x="3380" y="1259"/>
              <a:ext cx="317" cy="590"/>
            </a:xfrm>
            <a:prstGeom prst="ellipse">
              <a:avLst/>
            </a:prstGeom>
            <a:gradFill rotWithShape="1">
              <a:gsLst>
                <a:gs pos="0">
                  <a:srgbClr val="00CC99">
                    <a:alpha val="89998"/>
                  </a:srgbClr>
                </a:gs>
                <a:gs pos="100000">
                  <a:srgbClr val="005E47">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58375" name="直接连接符 132110"/>
            <p:cNvSpPr/>
            <p:nvPr/>
          </p:nvSpPr>
          <p:spPr>
            <a:xfrm>
              <a:off x="3553" y="1553"/>
              <a:ext cx="544" cy="0"/>
            </a:xfrm>
            <a:prstGeom prst="line">
              <a:avLst/>
            </a:prstGeom>
            <a:ln w="28575" cap="flat" cmpd="sng">
              <a:solidFill>
                <a:schemeClr val="tx1"/>
              </a:solidFill>
              <a:prstDash val="solid"/>
              <a:round/>
              <a:headEnd type="none" w="med" len="med"/>
              <a:tailEnd type="none" w="med" len="med"/>
            </a:ln>
          </p:spPr>
        </p:sp>
        <p:sp>
          <p:nvSpPr>
            <p:cNvPr id="58376" name="矩形 132111"/>
            <p:cNvSpPr/>
            <p:nvPr/>
          </p:nvSpPr>
          <p:spPr>
            <a:xfrm>
              <a:off x="3536" y="1281"/>
              <a:ext cx="660" cy="568"/>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tileRect/>
            </a:gradFill>
            <a:ln w="2857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58377" name="直接连接符 132112"/>
            <p:cNvSpPr/>
            <p:nvPr/>
          </p:nvSpPr>
          <p:spPr>
            <a:xfrm flipH="1" flipV="1">
              <a:off x="4959" y="1372"/>
              <a:ext cx="99" cy="181"/>
            </a:xfrm>
            <a:prstGeom prst="line">
              <a:avLst/>
            </a:prstGeom>
            <a:ln w="38100" cap="flat" cmpd="sng">
              <a:solidFill>
                <a:srgbClr val="FFFF66"/>
              </a:solidFill>
              <a:prstDash val="solid"/>
              <a:round/>
              <a:headEnd type="none" w="med" len="med"/>
              <a:tailEnd type="none" w="med" len="med"/>
            </a:ln>
          </p:spPr>
        </p:sp>
        <p:sp>
          <p:nvSpPr>
            <p:cNvPr id="58378" name="平行四边形 132113"/>
            <p:cNvSpPr/>
            <p:nvPr/>
          </p:nvSpPr>
          <p:spPr>
            <a:xfrm rot="3743744" flipH="1">
              <a:off x="3360" y="1171"/>
              <a:ext cx="2108" cy="827"/>
            </a:xfrm>
            <a:prstGeom prst="parallelogram">
              <a:avLst>
                <a:gd name="adj" fmla="val 73211"/>
              </a:avLst>
            </a:prstGeom>
            <a:solidFill>
              <a:srgbClr val="99CCFF"/>
            </a:solidFill>
            <a:ln w="9525" cap="flat" cmpd="sng">
              <a:solidFill>
                <a:schemeClr val="folHlink"/>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58379" name="矩形 132114"/>
            <p:cNvSpPr/>
            <p:nvPr/>
          </p:nvSpPr>
          <p:spPr>
            <a:xfrm>
              <a:off x="4443" y="1263"/>
              <a:ext cx="842" cy="590"/>
            </a:xfrm>
            <a:prstGeom prst="rect">
              <a:avLst/>
            </a:prstGeom>
            <a:noFill/>
            <a:ln w="19050" cap="flat" cmpd="sng">
              <a:solidFill>
                <a:srgbClr val="FF7C80"/>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58380" name="椭圆 132115"/>
            <p:cNvSpPr/>
            <p:nvPr/>
          </p:nvSpPr>
          <p:spPr>
            <a:xfrm>
              <a:off x="4287" y="1259"/>
              <a:ext cx="317" cy="590"/>
            </a:xfrm>
            <a:prstGeom prst="ellipse">
              <a:avLst/>
            </a:prstGeom>
            <a:gradFill rotWithShape="1">
              <a:gsLst>
                <a:gs pos="0">
                  <a:srgbClr val="00CC99">
                    <a:alpha val="92998"/>
                  </a:srgbClr>
                </a:gs>
                <a:gs pos="100000">
                  <a:srgbClr val="005E47">
                    <a:alpha val="92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58381" name="直接连接符 132116"/>
            <p:cNvSpPr/>
            <p:nvPr/>
          </p:nvSpPr>
          <p:spPr>
            <a:xfrm>
              <a:off x="4468" y="1553"/>
              <a:ext cx="817" cy="0"/>
            </a:xfrm>
            <a:prstGeom prst="line">
              <a:avLst/>
            </a:prstGeom>
            <a:ln w="38100" cap="flat" cmpd="sng">
              <a:solidFill>
                <a:schemeClr val="tx1"/>
              </a:solidFill>
              <a:prstDash val="solid"/>
              <a:round/>
              <a:headEnd type="none" w="med" len="med"/>
              <a:tailEnd type="none" w="med" len="med"/>
            </a:ln>
          </p:spPr>
        </p:sp>
        <p:sp>
          <p:nvSpPr>
            <p:cNvPr id="58382" name="矩形 132117"/>
            <p:cNvSpPr/>
            <p:nvPr/>
          </p:nvSpPr>
          <p:spPr>
            <a:xfrm>
              <a:off x="4443" y="1281"/>
              <a:ext cx="842"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58383" name="椭圆 132118"/>
            <p:cNvSpPr/>
            <p:nvPr/>
          </p:nvSpPr>
          <p:spPr>
            <a:xfrm>
              <a:off x="5104" y="1259"/>
              <a:ext cx="317" cy="590"/>
            </a:xfrm>
            <a:prstGeom prst="ellipse">
              <a:avLst/>
            </a:prstGeom>
            <a:gradFill rotWithShape="1">
              <a:gsLst>
                <a:gs pos="0">
                  <a:schemeClr val="accent1">
                    <a:alpha val="89998"/>
                  </a:schemeClr>
                </a:gs>
                <a:gs pos="100000">
                  <a:srgbClr val="576869">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pSp>
          <p:nvGrpSpPr>
            <p:cNvPr id="58384" name="组合 132119"/>
            <p:cNvGrpSpPr/>
            <p:nvPr/>
          </p:nvGrpSpPr>
          <p:grpSpPr>
            <a:xfrm>
              <a:off x="4287" y="1372"/>
              <a:ext cx="869" cy="408"/>
              <a:chOff x="4287" y="2795"/>
              <a:chExt cx="869" cy="408"/>
            </a:xfrm>
          </p:grpSpPr>
          <p:sp>
            <p:nvSpPr>
              <p:cNvPr id="58385" name="直接连接符 132120"/>
              <p:cNvSpPr/>
              <p:nvPr/>
            </p:nvSpPr>
            <p:spPr>
              <a:xfrm>
                <a:off x="4332" y="2795"/>
                <a:ext cx="817" cy="0"/>
              </a:xfrm>
              <a:prstGeom prst="line">
                <a:avLst/>
              </a:prstGeom>
              <a:ln w="9525" cap="flat" cmpd="sng">
                <a:solidFill>
                  <a:srgbClr val="FF7C80"/>
                </a:solidFill>
                <a:prstDash val="solid"/>
                <a:round/>
                <a:headEnd type="none" w="med" len="med"/>
                <a:tailEnd type="none" w="med" len="med"/>
              </a:ln>
            </p:spPr>
          </p:sp>
          <p:sp>
            <p:nvSpPr>
              <p:cNvPr id="58386" name="直接连接符 132121"/>
              <p:cNvSpPr/>
              <p:nvPr/>
            </p:nvSpPr>
            <p:spPr>
              <a:xfrm>
                <a:off x="4287" y="2931"/>
                <a:ext cx="817" cy="0"/>
              </a:xfrm>
              <a:prstGeom prst="line">
                <a:avLst/>
              </a:prstGeom>
              <a:ln w="9525" cap="flat" cmpd="sng">
                <a:solidFill>
                  <a:srgbClr val="FF7C80"/>
                </a:solidFill>
                <a:prstDash val="solid"/>
                <a:round/>
                <a:headEnd type="none" w="med" len="med"/>
                <a:tailEnd type="none" w="med" len="med"/>
              </a:ln>
            </p:spPr>
          </p:sp>
          <p:sp>
            <p:nvSpPr>
              <p:cNvPr id="58387" name="直接连接符 132122"/>
              <p:cNvSpPr/>
              <p:nvPr/>
            </p:nvSpPr>
            <p:spPr>
              <a:xfrm>
                <a:off x="4287" y="3067"/>
                <a:ext cx="817" cy="0"/>
              </a:xfrm>
              <a:prstGeom prst="line">
                <a:avLst/>
              </a:prstGeom>
              <a:ln w="9525" cap="flat" cmpd="sng">
                <a:solidFill>
                  <a:srgbClr val="FF7C80"/>
                </a:solidFill>
                <a:prstDash val="solid"/>
                <a:round/>
                <a:headEnd type="none" w="med" len="med"/>
                <a:tailEnd type="none" w="med" len="med"/>
              </a:ln>
            </p:spPr>
          </p:sp>
          <p:sp>
            <p:nvSpPr>
              <p:cNvPr id="58388" name="直接连接符 132123"/>
              <p:cNvSpPr/>
              <p:nvPr/>
            </p:nvSpPr>
            <p:spPr>
              <a:xfrm>
                <a:off x="4339" y="3203"/>
                <a:ext cx="817" cy="0"/>
              </a:xfrm>
              <a:prstGeom prst="line">
                <a:avLst/>
              </a:prstGeom>
              <a:ln w="9525" cap="flat" cmpd="sng">
                <a:solidFill>
                  <a:srgbClr val="FF7C80"/>
                </a:solidFill>
                <a:prstDash val="solid"/>
                <a:round/>
                <a:headEnd type="none" w="med" len="med"/>
                <a:tailEnd type="none" w="med" len="med"/>
              </a:ln>
            </p:spPr>
          </p:sp>
        </p:grpSp>
        <p:grpSp>
          <p:nvGrpSpPr>
            <p:cNvPr id="58389" name="组合 132124"/>
            <p:cNvGrpSpPr/>
            <p:nvPr/>
          </p:nvGrpSpPr>
          <p:grpSpPr>
            <a:xfrm>
              <a:off x="4422" y="1258"/>
              <a:ext cx="681" cy="591"/>
              <a:chOff x="4423" y="2681"/>
              <a:chExt cx="681" cy="591"/>
            </a:xfrm>
          </p:grpSpPr>
          <p:sp>
            <p:nvSpPr>
              <p:cNvPr id="58390" name="任意多边形 132125"/>
              <p:cNvSpPr/>
              <p:nvPr/>
            </p:nvSpPr>
            <p:spPr>
              <a:xfrm>
                <a:off x="4967" y="2682"/>
                <a:ext cx="137" cy="590"/>
              </a:xfrm>
              <a:custGeom>
                <a:avLst/>
                <a:gdLst/>
                <a:ahLst/>
                <a:cxnLst/>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type="none" w="med" len="med"/>
                <a:tailEnd type="none" w="med" len="med"/>
              </a:ln>
            </p:spPr>
            <p:txBody>
              <a:bodyPr/>
              <a:p>
                <a:endParaRPr lang="zh-CN" altLang="en-US"/>
              </a:p>
            </p:txBody>
          </p:sp>
          <p:sp>
            <p:nvSpPr>
              <p:cNvPr id="58391" name="任意多边形 132126"/>
              <p:cNvSpPr/>
              <p:nvPr/>
            </p:nvSpPr>
            <p:spPr>
              <a:xfrm>
                <a:off x="4786" y="2681"/>
                <a:ext cx="137" cy="590"/>
              </a:xfrm>
              <a:custGeom>
                <a:avLst/>
                <a:gdLst/>
                <a:ahLst/>
                <a:cxnLst/>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type="none" w="med" len="med"/>
                <a:tailEnd type="none" w="med" len="med"/>
              </a:ln>
            </p:spPr>
            <p:txBody>
              <a:bodyPr/>
              <a:p>
                <a:endParaRPr lang="zh-CN" altLang="en-US"/>
              </a:p>
            </p:txBody>
          </p:sp>
          <p:sp>
            <p:nvSpPr>
              <p:cNvPr id="58392" name="任意多边形 132127"/>
              <p:cNvSpPr/>
              <p:nvPr/>
            </p:nvSpPr>
            <p:spPr>
              <a:xfrm>
                <a:off x="4604" y="2682"/>
                <a:ext cx="137" cy="590"/>
              </a:xfrm>
              <a:custGeom>
                <a:avLst/>
                <a:gdLst/>
                <a:ahLst/>
                <a:cxnLst/>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type="none" w="med" len="med"/>
                <a:tailEnd type="none" w="med" len="med"/>
              </a:ln>
            </p:spPr>
            <p:txBody>
              <a:bodyPr/>
              <a:p>
                <a:endParaRPr lang="zh-CN" altLang="en-US"/>
              </a:p>
            </p:txBody>
          </p:sp>
          <p:sp>
            <p:nvSpPr>
              <p:cNvPr id="58393" name="任意多边形 132128"/>
              <p:cNvSpPr/>
              <p:nvPr/>
            </p:nvSpPr>
            <p:spPr>
              <a:xfrm>
                <a:off x="4423" y="2681"/>
                <a:ext cx="137" cy="590"/>
              </a:xfrm>
              <a:custGeom>
                <a:avLst/>
                <a:gdLst/>
                <a:ahLst/>
                <a:cxnLst/>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type="none" w="med" len="med"/>
                <a:tailEnd type="none" w="med" len="med"/>
              </a:ln>
            </p:spPr>
            <p:txBody>
              <a:bodyPr/>
              <a:p>
                <a:endParaRPr lang="zh-CN" altLang="en-US"/>
              </a:p>
            </p:txBody>
          </p:sp>
        </p:grpSp>
        <p:sp>
          <p:nvSpPr>
            <p:cNvPr id="58394" name="直接连接符 132129"/>
            <p:cNvSpPr/>
            <p:nvPr/>
          </p:nvSpPr>
          <p:spPr>
            <a:xfrm flipH="1" flipV="1">
              <a:off x="5164" y="1326"/>
              <a:ext cx="100" cy="227"/>
            </a:xfrm>
            <a:prstGeom prst="line">
              <a:avLst/>
            </a:prstGeom>
            <a:ln w="9525" cap="flat" cmpd="sng">
              <a:solidFill>
                <a:schemeClr val="tx1"/>
              </a:solidFill>
              <a:prstDash val="solid"/>
              <a:round/>
              <a:headEnd type="none" w="med" len="med"/>
              <a:tailEnd type="none" w="med" len="med"/>
            </a:ln>
          </p:spPr>
        </p:sp>
        <p:sp>
          <p:nvSpPr>
            <p:cNvPr id="58395" name="直接连接符 132130"/>
            <p:cNvSpPr/>
            <p:nvPr/>
          </p:nvSpPr>
          <p:spPr>
            <a:xfrm>
              <a:off x="5260" y="1568"/>
              <a:ext cx="272" cy="0"/>
            </a:xfrm>
            <a:prstGeom prst="line">
              <a:avLst/>
            </a:prstGeom>
            <a:ln w="28575" cap="flat" cmpd="sng">
              <a:solidFill>
                <a:schemeClr val="tx1"/>
              </a:solidFill>
              <a:prstDash val="solid"/>
              <a:round/>
              <a:headEnd type="none" w="med" len="med"/>
              <a:tailEnd type="none" w="med" len="med"/>
            </a:ln>
          </p:spPr>
        </p:sp>
      </p:grpSp>
      <p:sp>
        <p:nvSpPr>
          <p:cNvPr id="132132" name="直接连接符 132131"/>
          <p:cNvSpPr/>
          <p:nvPr/>
        </p:nvSpPr>
        <p:spPr>
          <a:xfrm>
            <a:off x="7924800" y="1990725"/>
            <a:ext cx="863600" cy="0"/>
          </a:xfrm>
          <a:prstGeom prst="line">
            <a:avLst/>
          </a:prstGeom>
          <a:ln w="38100" cap="flat" cmpd="sng">
            <a:solidFill>
              <a:schemeClr val="tx1"/>
            </a:solidFill>
            <a:prstDash val="solid"/>
            <a:round/>
            <a:headEnd type="none" w="med" len="med"/>
            <a:tailEnd type="triangle" w="med" len="lg"/>
          </a:ln>
        </p:spPr>
      </p:sp>
      <p:sp>
        <p:nvSpPr>
          <p:cNvPr id="132133" name="直接连接符 132132"/>
          <p:cNvSpPr/>
          <p:nvPr/>
        </p:nvSpPr>
        <p:spPr>
          <a:xfrm>
            <a:off x="5029200" y="1990725"/>
            <a:ext cx="863600" cy="0"/>
          </a:xfrm>
          <a:prstGeom prst="line">
            <a:avLst/>
          </a:prstGeom>
          <a:ln w="38100" cap="flat" cmpd="sng">
            <a:solidFill>
              <a:schemeClr val="tx1"/>
            </a:solidFill>
            <a:prstDash val="solid"/>
            <a:round/>
            <a:headEnd type="triangle" w="med" len="lg"/>
            <a:tailEnd type="none" w="med" len="med"/>
          </a:ln>
        </p:spPr>
      </p:sp>
      <p:sp>
        <p:nvSpPr>
          <p:cNvPr id="132134" name="直接连接符 132133"/>
          <p:cNvSpPr/>
          <p:nvPr/>
        </p:nvSpPr>
        <p:spPr>
          <a:xfrm rot="7113083" flipH="1" flipV="1">
            <a:off x="8342313" y="2559050"/>
            <a:ext cx="273050" cy="503238"/>
          </a:xfrm>
          <a:prstGeom prst="line">
            <a:avLst/>
          </a:prstGeom>
          <a:ln w="38100" cap="flat" cmpd="sng">
            <a:solidFill>
              <a:srgbClr val="FF5050"/>
            </a:solidFill>
            <a:prstDash val="solid"/>
            <a:round/>
            <a:headEnd type="none" w="med" len="med"/>
            <a:tailEnd type="triangle" w="med" len="lg"/>
          </a:ln>
        </p:spPr>
      </p:sp>
      <p:sp>
        <p:nvSpPr>
          <p:cNvPr id="132138" name="直接连接符 132137"/>
          <p:cNvSpPr/>
          <p:nvPr/>
        </p:nvSpPr>
        <p:spPr>
          <a:xfrm flipH="1">
            <a:off x="4838700" y="2828925"/>
            <a:ext cx="381000" cy="0"/>
          </a:xfrm>
          <a:prstGeom prst="line">
            <a:avLst/>
          </a:prstGeom>
          <a:ln w="38100" cap="flat" cmpd="sng">
            <a:solidFill>
              <a:srgbClr val="FF5050"/>
            </a:solidFill>
            <a:prstDash val="solid"/>
            <a:round/>
            <a:headEnd type="none" w="med" len="med"/>
            <a:tailEnd type="triangle" w="med" len="med"/>
          </a:ln>
        </p:spPr>
      </p:sp>
      <p:sp>
        <p:nvSpPr>
          <p:cNvPr id="132140" name="任意多边形 132139"/>
          <p:cNvSpPr/>
          <p:nvPr/>
        </p:nvSpPr>
        <p:spPr>
          <a:xfrm rot="334607" flipH="1">
            <a:off x="7486650" y="2108200"/>
            <a:ext cx="373063" cy="244475"/>
          </a:xfrm>
          <a:custGeom>
            <a:avLst/>
            <a:gdLst/>
            <a:ahLst/>
            <a:cxnLst/>
            <a:pathLst>
              <a:path w="212" h="210">
                <a:moveTo>
                  <a:pt x="0" y="22"/>
                </a:moveTo>
                <a:cubicBezTo>
                  <a:pt x="8" y="45"/>
                  <a:pt x="16" y="69"/>
                  <a:pt x="24" y="92"/>
                </a:cubicBezTo>
                <a:cubicBezTo>
                  <a:pt x="28" y="104"/>
                  <a:pt x="32" y="115"/>
                  <a:pt x="36" y="127"/>
                </a:cubicBezTo>
                <a:cubicBezTo>
                  <a:pt x="40" y="139"/>
                  <a:pt x="38" y="154"/>
                  <a:pt x="47" y="163"/>
                </a:cubicBezTo>
                <a:cubicBezTo>
                  <a:pt x="70" y="186"/>
                  <a:pt x="110" y="177"/>
                  <a:pt x="141" y="186"/>
                </a:cubicBezTo>
                <a:cubicBezTo>
                  <a:pt x="165" y="193"/>
                  <a:pt x="212" y="210"/>
                  <a:pt x="212" y="210"/>
                </a:cubicBezTo>
                <a:cubicBezTo>
                  <a:pt x="194" y="158"/>
                  <a:pt x="188" y="71"/>
                  <a:pt x="130" y="45"/>
                </a:cubicBezTo>
                <a:cubicBezTo>
                  <a:pt x="115" y="39"/>
                  <a:pt x="99" y="37"/>
                  <a:pt x="83" y="33"/>
                </a:cubicBezTo>
                <a:cubicBezTo>
                  <a:pt x="55" y="25"/>
                  <a:pt x="22" y="0"/>
                  <a:pt x="0" y="22"/>
                </a:cubicBezTo>
                <a:close/>
              </a:path>
            </a:pathLst>
          </a:custGeom>
          <a:solidFill>
            <a:srgbClr val="FF00FF">
              <a:alpha val="90999"/>
            </a:srgbClr>
          </a:solidFill>
          <a:ln w="9525">
            <a:noFill/>
          </a:ln>
        </p:spPr>
        <p:txBody>
          <a:bodyPr/>
          <a:p>
            <a:endParaRPr lang="zh-CN" altLang="en-US"/>
          </a:p>
        </p:txBody>
      </p:sp>
      <p:sp>
        <p:nvSpPr>
          <p:cNvPr id="132141" name="直接连接符 132140"/>
          <p:cNvSpPr/>
          <p:nvPr/>
        </p:nvSpPr>
        <p:spPr>
          <a:xfrm flipH="1" flipV="1">
            <a:off x="7448550" y="1714500"/>
            <a:ext cx="273050" cy="503238"/>
          </a:xfrm>
          <a:prstGeom prst="line">
            <a:avLst/>
          </a:prstGeom>
          <a:ln w="38100" cap="flat" cmpd="sng">
            <a:solidFill>
              <a:srgbClr val="FF5050"/>
            </a:solidFill>
            <a:prstDash val="solid"/>
            <a:round/>
            <a:headEnd type="none" w="med" len="med"/>
            <a:tailEnd type="triangle" w="med" len="lg"/>
          </a:ln>
        </p:spPr>
      </p:sp>
      <p:sp>
        <p:nvSpPr>
          <p:cNvPr id="132142" name="直接连接符 132141"/>
          <p:cNvSpPr/>
          <p:nvPr/>
        </p:nvSpPr>
        <p:spPr>
          <a:xfrm>
            <a:off x="7696200" y="2205038"/>
            <a:ext cx="863600" cy="0"/>
          </a:xfrm>
          <a:prstGeom prst="line">
            <a:avLst/>
          </a:prstGeom>
          <a:ln w="38100" cap="flat" cmpd="sng">
            <a:solidFill>
              <a:schemeClr val="tx1"/>
            </a:solidFill>
            <a:prstDash val="solid"/>
            <a:round/>
            <a:headEnd type="none" w="med" len="med"/>
            <a:tailEnd type="triangle" w="med" len="lg"/>
          </a:ln>
        </p:spPr>
      </p:sp>
      <p:grpSp>
        <p:nvGrpSpPr>
          <p:cNvPr id="132143" name="组合 132142"/>
          <p:cNvGrpSpPr/>
          <p:nvPr/>
        </p:nvGrpSpPr>
        <p:grpSpPr>
          <a:xfrm>
            <a:off x="7620000" y="1990725"/>
            <a:ext cx="327025" cy="215900"/>
            <a:chOff x="4856" y="2604"/>
            <a:chExt cx="206" cy="136"/>
          </a:xfrm>
        </p:grpSpPr>
        <p:sp>
          <p:nvSpPr>
            <p:cNvPr id="58404" name="直接连接符 132143"/>
            <p:cNvSpPr/>
            <p:nvPr/>
          </p:nvSpPr>
          <p:spPr>
            <a:xfrm flipH="1" flipV="1">
              <a:off x="4989" y="2604"/>
              <a:ext cx="73" cy="136"/>
            </a:xfrm>
            <a:prstGeom prst="line">
              <a:avLst/>
            </a:prstGeom>
            <a:ln w="12700" cap="flat" cmpd="sng">
              <a:solidFill>
                <a:schemeClr val="accent2"/>
              </a:solidFill>
              <a:prstDash val="solid"/>
              <a:round/>
              <a:headEnd type="none" w="med" len="med"/>
              <a:tailEnd type="none" w="med" len="lg"/>
            </a:ln>
          </p:spPr>
        </p:sp>
        <p:sp>
          <p:nvSpPr>
            <p:cNvPr id="58405" name="直接连接符 132144"/>
            <p:cNvSpPr/>
            <p:nvPr/>
          </p:nvSpPr>
          <p:spPr>
            <a:xfrm>
              <a:off x="4856" y="2604"/>
              <a:ext cx="136" cy="0"/>
            </a:xfrm>
            <a:prstGeom prst="line">
              <a:avLst/>
            </a:prstGeom>
            <a:ln w="9525" cap="flat" cmpd="sng">
              <a:solidFill>
                <a:schemeClr val="accent2"/>
              </a:solidFill>
              <a:prstDash val="solid"/>
              <a:round/>
              <a:headEnd type="none" w="med" len="med"/>
              <a:tailEnd type="none" w="med" len="med"/>
            </a:ln>
          </p:spPr>
        </p:sp>
      </p:grpSp>
      <p:sp>
        <p:nvSpPr>
          <p:cNvPr id="132148" name="文本框 132147"/>
          <p:cNvSpPr txBox="1"/>
          <p:nvPr/>
        </p:nvSpPr>
        <p:spPr>
          <a:xfrm>
            <a:off x="773113" y="4953000"/>
            <a:ext cx="3165475" cy="519113"/>
          </a:xfrm>
          <a:prstGeom prst="rect">
            <a:avLst/>
          </a:prstGeom>
          <a:noFill/>
          <a:ln w="9525">
            <a:noFill/>
          </a:ln>
        </p:spPr>
        <p:txBody>
          <a:bodyPr anchor="t" anchorCtr="0">
            <a:spAutoFit/>
          </a:bodyPr>
          <a:p>
            <a:pPr>
              <a:buClr>
                <a:schemeClr val="bg1"/>
              </a:buClr>
            </a:pPr>
            <a:r>
              <a:rPr lang="zh-CN" altLang="en-US" sz="2400" b="1" dirty="0">
                <a:latin typeface="宋体" panose="02010600030101010101" pitchFamily="2" charset="-122"/>
                <a:ea typeface="宋体" panose="02010600030101010101" pitchFamily="2" charset="-122"/>
              </a:rPr>
              <a:t>根据高斯定理有</a:t>
            </a:r>
            <a:r>
              <a:rPr lang="zh-CN" altLang="en-US" sz="2800" b="1" dirty="0">
                <a:latin typeface="宋体" panose="02010600030101010101" pitchFamily="2" charset="-122"/>
                <a:ea typeface="宋体" panose="02010600030101010101" pitchFamily="2" charset="-122"/>
              </a:rPr>
              <a:t> </a:t>
            </a:r>
            <a:endParaRPr lang="zh-CN" altLang="en-US" sz="2800" b="1">
              <a:latin typeface="宋体" panose="02010600030101010101" pitchFamily="2" charset="-122"/>
              <a:ea typeface="宋体" panose="02010600030101010101" pitchFamily="2" charset="-122"/>
            </a:endParaRPr>
          </a:p>
        </p:txBody>
      </p:sp>
      <p:graphicFrame>
        <p:nvGraphicFramePr>
          <p:cNvPr id="58407" name="对象 1">
            <a:hlinkClick r:id="" action="ppaction://ole?verb="/>
          </p:cNvPr>
          <p:cNvGraphicFramePr>
            <a:graphicFrameLocks noChangeAspect="1"/>
          </p:cNvGraphicFramePr>
          <p:nvPr/>
        </p:nvGraphicFramePr>
        <p:xfrm>
          <a:off x="635000" y="2278063"/>
          <a:ext cx="2263775" cy="835025"/>
        </p:xfrm>
        <a:graphic>
          <a:graphicData uri="http://schemas.openxmlformats.org/presentationml/2006/ole">
            <mc:AlternateContent xmlns:mc="http://schemas.openxmlformats.org/markup-compatibility/2006">
              <mc:Choice xmlns:v="urn:schemas-microsoft-com:vml" Requires="v">
                <p:oleObj spid="_x0000_s3324" name="" r:id="rId1" imgW="825500" imgH="304800" progId="Equation.KSEE3">
                  <p:embed/>
                </p:oleObj>
              </mc:Choice>
              <mc:Fallback>
                <p:oleObj name="" r:id="rId1" imgW="825500" imgH="304800" progId="Equation.KSEE3">
                  <p:embed/>
                  <p:pic>
                    <p:nvPicPr>
                      <p:cNvPr id="0" name="图片 3323"/>
                      <p:cNvPicPr/>
                      <p:nvPr/>
                    </p:nvPicPr>
                    <p:blipFill>
                      <a:blip r:embed="rId2"/>
                      <a:stretch>
                        <a:fillRect/>
                      </a:stretch>
                    </p:blipFill>
                    <p:spPr>
                      <a:xfrm>
                        <a:off x="635000" y="2278063"/>
                        <a:ext cx="2263775" cy="835025"/>
                      </a:xfrm>
                      <a:prstGeom prst="rect">
                        <a:avLst/>
                      </a:prstGeom>
                      <a:noFill/>
                      <a:ln w="38100">
                        <a:noFill/>
                        <a:miter/>
                      </a:ln>
                    </p:spPr>
                  </p:pic>
                </p:oleObj>
              </mc:Fallback>
            </mc:AlternateContent>
          </a:graphicData>
        </a:graphic>
      </p:graphicFrame>
      <p:graphicFrame>
        <p:nvGraphicFramePr>
          <p:cNvPr id="58408" name="对象 2">
            <a:hlinkClick r:id="" action="ppaction://ole?verb="/>
          </p:cNvPr>
          <p:cNvGraphicFramePr>
            <a:graphicFrameLocks noChangeAspect="1"/>
          </p:cNvGraphicFramePr>
          <p:nvPr/>
        </p:nvGraphicFramePr>
        <p:xfrm>
          <a:off x="355600" y="3273425"/>
          <a:ext cx="4673600" cy="682625"/>
        </p:xfrm>
        <a:graphic>
          <a:graphicData uri="http://schemas.openxmlformats.org/presentationml/2006/ole">
            <mc:AlternateContent xmlns:mc="http://schemas.openxmlformats.org/markup-compatibility/2006">
              <mc:Choice xmlns:v="urn:schemas-microsoft-com:vml" Requires="v">
                <p:oleObj spid="_x0000_s3320" name="" r:id="rId3" imgW="2082800" imgH="304800" progId="Equation.KSEE3">
                  <p:embed/>
                </p:oleObj>
              </mc:Choice>
              <mc:Fallback>
                <p:oleObj name="" r:id="rId3" imgW="2082800" imgH="304800" progId="Equation.KSEE3">
                  <p:embed/>
                  <p:pic>
                    <p:nvPicPr>
                      <p:cNvPr id="0" name="图片 3319"/>
                      <p:cNvPicPr/>
                      <p:nvPr/>
                    </p:nvPicPr>
                    <p:blipFill>
                      <a:blip r:embed="rId4"/>
                      <a:stretch>
                        <a:fillRect/>
                      </a:stretch>
                    </p:blipFill>
                    <p:spPr>
                      <a:xfrm>
                        <a:off x="355600" y="3273425"/>
                        <a:ext cx="4673600" cy="682625"/>
                      </a:xfrm>
                      <a:prstGeom prst="rect">
                        <a:avLst/>
                      </a:prstGeom>
                      <a:noFill/>
                      <a:ln w="38100">
                        <a:noFill/>
                        <a:miter/>
                      </a:ln>
                    </p:spPr>
                  </p:pic>
                </p:oleObj>
              </mc:Fallback>
            </mc:AlternateContent>
          </a:graphicData>
        </a:graphic>
      </p:graphicFrame>
      <p:graphicFrame>
        <p:nvGraphicFramePr>
          <p:cNvPr id="58409" name="对象 3">
            <a:hlinkClick r:id="" action="ppaction://ole?verb="/>
          </p:cNvPr>
          <p:cNvGraphicFramePr>
            <a:graphicFrameLocks noChangeAspect="1"/>
          </p:cNvGraphicFramePr>
          <p:nvPr/>
        </p:nvGraphicFramePr>
        <p:xfrm>
          <a:off x="4556125" y="2746375"/>
          <a:ext cx="320675" cy="444500"/>
        </p:xfrm>
        <a:graphic>
          <a:graphicData uri="http://schemas.openxmlformats.org/presentationml/2006/ole">
            <mc:AlternateContent xmlns:mc="http://schemas.openxmlformats.org/markup-compatibility/2006">
              <mc:Choice xmlns:v="urn:schemas-microsoft-com:vml" Requires="v">
                <p:oleObj spid="_x0000_s3325" name="" r:id="rId5" imgW="165100" imgH="228600" progId="Equation.KSEE3">
                  <p:embed/>
                </p:oleObj>
              </mc:Choice>
              <mc:Fallback>
                <p:oleObj name="" r:id="rId5" imgW="165100" imgH="228600" progId="Equation.KSEE3">
                  <p:embed/>
                  <p:pic>
                    <p:nvPicPr>
                      <p:cNvPr id="0" name="图片 3324"/>
                      <p:cNvPicPr/>
                      <p:nvPr/>
                    </p:nvPicPr>
                    <p:blipFill>
                      <a:blip r:embed="rId6"/>
                      <a:stretch>
                        <a:fillRect/>
                      </a:stretch>
                    </p:blipFill>
                    <p:spPr>
                      <a:xfrm>
                        <a:off x="4556125" y="2746375"/>
                        <a:ext cx="320675" cy="444500"/>
                      </a:xfrm>
                      <a:prstGeom prst="rect">
                        <a:avLst/>
                      </a:prstGeom>
                      <a:noFill/>
                      <a:ln w="38100">
                        <a:noFill/>
                        <a:miter/>
                      </a:ln>
                    </p:spPr>
                  </p:pic>
                </p:oleObj>
              </mc:Fallback>
            </mc:AlternateContent>
          </a:graphicData>
        </a:graphic>
      </p:graphicFrame>
      <p:graphicFrame>
        <p:nvGraphicFramePr>
          <p:cNvPr id="58410" name="对象 4">
            <a:hlinkClick r:id="" action="ppaction://ole?verb="/>
          </p:cNvPr>
          <p:cNvGraphicFramePr>
            <a:graphicFrameLocks noChangeAspect="1"/>
          </p:cNvGraphicFramePr>
          <p:nvPr/>
        </p:nvGraphicFramePr>
        <p:xfrm>
          <a:off x="8559800" y="2828925"/>
          <a:ext cx="320675" cy="444500"/>
        </p:xfrm>
        <a:graphic>
          <a:graphicData uri="http://schemas.openxmlformats.org/presentationml/2006/ole">
            <mc:AlternateContent xmlns:mc="http://schemas.openxmlformats.org/markup-compatibility/2006">
              <mc:Choice xmlns:v="urn:schemas-microsoft-com:vml" Requires="v">
                <p:oleObj spid="_x0000_s3318" name="" r:id="rId7" imgW="165100" imgH="228600" progId="Equation.KSEE3">
                  <p:embed/>
                </p:oleObj>
              </mc:Choice>
              <mc:Fallback>
                <p:oleObj name="" r:id="rId7" imgW="165100" imgH="228600" progId="Equation.KSEE3">
                  <p:embed/>
                  <p:pic>
                    <p:nvPicPr>
                      <p:cNvPr id="0" name="图片 3317"/>
                      <p:cNvPicPr/>
                      <p:nvPr/>
                    </p:nvPicPr>
                    <p:blipFill>
                      <a:blip r:embed="rId6"/>
                      <a:stretch>
                        <a:fillRect/>
                      </a:stretch>
                    </p:blipFill>
                    <p:spPr>
                      <a:xfrm>
                        <a:off x="8559800" y="2828925"/>
                        <a:ext cx="320675" cy="444500"/>
                      </a:xfrm>
                      <a:prstGeom prst="rect">
                        <a:avLst/>
                      </a:prstGeom>
                      <a:noFill/>
                      <a:ln w="38100">
                        <a:noFill/>
                        <a:miter/>
                      </a:ln>
                    </p:spPr>
                  </p:pic>
                </p:oleObj>
              </mc:Fallback>
            </mc:AlternateContent>
          </a:graphicData>
        </a:graphic>
      </p:graphicFrame>
      <p:graphicFrame>
        <p:nvGraphicFramePr>
          <p:cNvPr id="58411" name="对象 5">
            <a:hlinkClick r:id="" action="ppaction://ole?verb="/>
          </p:cNvPr>
          <p:cNvGraphicFramePr>
            <a:graphicFrameLocks noChangeAspect="1"/>
          </p:cNvGraphicFramePr>
          <p:nvPr/>
        </p:nvGraphicFramePr>
        <p:xfrm>
          <a:off x="7299325" y="1270000"/>
          <a:ext cx="320675" cy="444500"/>
        </p:xfrm>
        <a:graphic>
          <a:graphicData uri="http://schemas.openxmlformats.org/presentationml/2006/ole">
            <mc:AlternateContent xmlns:mc="http://schemas.openxmlformats.org/markup-compatibility/2006">
              <mc:Choice xmlns:v="urn:schemas-microsoft-com:vml" Requires="v">
                <p:oleObj spid="_x0000_s3328" name="" r:id="rId8" imgW="165100" imgH="228600" progId="Equation.KSEE3">
                  <p:embed/>
                </p:oleObj>
              </mc:Choice>
              <mc:Fallback>
                <p:oleObj name="" r:id="rId8" imgW="165100" imgH="228600" progId="Equation.KSEE3">
                  <p:embed/>
                  <p:pic>
                    <p:nvPicPr>
                      <p:cNvPr id="0" name="图片 3327"/>
                      <p:cNvPicPr/>
                      <p:nvPr/>
                    </p:nvPicPr>
                    <p:blipFill>
                      <a:blip r:embed="rId6"/>
                      <a:stretch>
                        <a:fillRect/>
                      </a:stretch>
                    </p:blipFill>
                    <p:spPr>
                      <a:xfrm>
                        <a:off x="7299325" y="1270000"/>
                        <a:ext cx="320675" cy="444500"/>
                      </a:xfrm>
                      <a:prstGeom prst="rect">
                        <a:avLst/>
                      </a:prstGeom>
                      <a:noFill/>
                      <a:ln w="38100">
                        <a:noFill/>
                        <a:miter/>
                      </a:ln>
                    </p:spPr>
                  </p:pic>
                </p:oleObj>
              </mc:Fallback>
            </mc:AlternateContent>
          </a:graphicData>
        </a:graphic>
      </p:graphicFrame>
      <p:graphicFrame>
        <p:nvGraphicFramePr>
          <p:cNvPr id="58412" name="对象 7">
            <a:hlinkClick r:id="" action="ppaction://ole?verb="/>
          </p:cNvPr>
          <p:cNvGraphicFramePr>
            <a:graphicFrameLocks noChangeAspect="1"/>
          </p:cNvGraphicFramePr>
          <p:nvPr/>
        </p:nvGraphicFramePr>
        <p:xfrm>
          <a:off x="5368925" y="1457325"/>
          <a:ext cx="296863" cy="369888"/>
        </p:xfrm>
        <a:graphic>
          <a:graphicData uri="http://schemas.openxmlformats.org/presentationml/2006/ole">
            <mc:AlternateContent xmlns:mc="http://schemas.openxmlformats.org/markup-compatibility/2006">
              <mc:Choice xmlns:v="urn:schemas-microsoft-com:vml" Requires="v">
                <p:oleObj spid="_x0000_s3319" name="" r:id="rId9" imgW="152400" imgH="190500" progId="Equation.KSEE3">
                  <p:embed/>
                </p:oleObj>
              </mc:Choice>
              <mc:Fallback>
                <p:oleObj name="" r:id="rId9" imgW="152400" imgH="190500" progId="Equation.KSEE3">
                  <p:embed/>
                  <p:pic>
                    <p:nvPicPr>
                      <p:cNvPr id="0" name="图片 3318"/>
                      <p:cNvPicPr/>
                      <p:nvPr/>
                    </p:nvPicPr>
                    <p:blipFill>
                      <a:blip r:embed="rId10"/>
                      <a:stretch>
                        <a:fillRect/>
                      </a:stretch>
                    </p:blipFill>
                    <p:spPr>
                      <a:xfrm>
                        <a:off x="5368925" y="1457325"/>
                        <a:ext cx="296863" cy="369888"/>
                      </a:xfrm>
                      <a:prstGeom prst="rect">
                        <a:avLst/>
                      </a:prstGeom>
                      <a:noFill/>
                      <a:ln w="38100">
                        <a:noFill/>
                        <a:miter/>
                      </a:ln>
                    </p:spPr>
                  </p:pic>
                </p:oleObj>
              </mc:Fallback>
            </mc:AlternateContent>
          </a:graphicData>
        </a:graphic>
      </p:graphicFrame>
      <p:graphicFrame>
        <p:nvGraphicFramePr>
          <p:cNvPr id="58413" name="对象 9">
            <a:hlinkClick r:id="" action="ppaction://ole?verb="/>
          </p:cNvPr>
          <p:cNvGraphicFramePr>
            <a:graphicFrameLocks noChangeAspect="1"/>
          </p:cNvGraphicFramePr>
          <p:nvPr/>
        </p:nvGraphicFramePr>
        <p:xfrm>
          <a:off x="8534400" y="1552575"/>
          <a:ext cx="296863" cy="369888"/>
        </p:xfrm>
        <a:graphic>
          <a:graphicData uri="http://schemas.openxmlformats.org/presentationml/2006/ole">
            <mc:AlternateContent xmlns:mc="http://schemas.openxmlformats.org/markup-compatibility/2006">
              <mc:Choice xmlns:v="urn:schemas-microsoft-com:vml" Requires="v">
                <p:oleObj spid="_x0000_s3326" name="" r:id="rId11" imgW="152400" imgH="190500" progId="Equation.KSEE3">
                  <p:embed/>
                </p:oleObj>
              </mc:Choice>
              <mc:Fallback>
                <p:oleObj name="" r:id="rId11" imgW="152400" imgH="190500" progId="Equation.KSEE3">
                  <p:embed/>
                  <p:pic>
                    <p:nvPicPr>
                      <p:cNvPr id="0" name="图片 3325"/>
                      <p:cNvPicPr/>
                      <p:nvPr/>
                    </p:nvPicPr>
                    <p:blipFill>
                      <a:blip r:embed="rId10"/>
                      <a:stretch>
                        <a:fillRect/>
                      </a:stretch>
                    </p:blipFill>
                    <p:spPr>
                      <a:xfrm>
                        <a:off x="8534400" y="1552575"/>
                        <a:ext cx="296863" cy="369888"/>
                      </a:xfrm>
                      <a:prstGeom prst="rect">
                        <a:avLst/>
                      </a:prstGeom>
                      <a:noFill/>
                      <a:ln w="38100">
                        <a:noFill/>
                        <a:miter/>
                      </a:ln>
                    </p:spPr>
                  </p:pic>
                </p:oleObj>
              </mc:Fallback>
            </mc:AlternateContent>
          </a:graphicData>
        </a:graphic>
      </p:graphicFrame>
      <p:graphicFrame>
        <p:nvGraphicFramePr>
          <p:cNvPr id="58414" name="对象 11">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3321" name="" r:id="rId12" imgW="914400" imgH="215900" progId="Equation.KSEE3">
                  <p:embed/>
                </p:oleObj>
              </mc:Choice>
              <mc:Fallback>
                <p:oleObj name="" r:id="rId12" imgW="914400" imgH="215900" progId="Equation.KSEE3">
                  <p:embed/>
                  <p:pic>
                    <p:nvPicPr>
                      <p:cNvPr id="0" name="图片 3320"/>
                      <p:cNvPicPr/>
                      <p:nvPr/>
                    </p:nvPicPr>
                    <p:blipFill>
                      <a:blip r:embed="rId13"/>
                      <a:stretch>
                        <a:fillRect/>
                      </a:stretch>
                    </p:blipFill>
                    <p:spPr>
                      <a:xfrm>
                        <a:off x="4114800" y="3321050"/>
                        <a:ext cx="914400" cy="215900"/>
                      </a:xfrm>
                      <a:prstGeom prst="rect">
                        <a:avLst/>
                      </a:prstGeom>
                      <a:noFill/>
                      <a:ln w="38100">
                        <a:noFill/>
                        <a:miter/>
                      </a:ln>
                    </p:spPr>
                  </p:pic>
                </p:oleObj>
              </mc:Fallback>
            </mc:AlternateContent>
          </a:graphicData>
        </a:graphic>
      </p:graphicFrame>
      <p:graphicFrame>
        <p:nvGraphicFramePr>
          <p:cNvPr id="58415" name="对象 12">
            <a:hlinkClick r:id="" action="ppaction://ole?verb="/>
          </p:cNvPr>
          <p:cNvGraphicFramePr>
            <a:graphicFrameLocks noChangeAspect="1"/>
          </p:cNvGraphicFramePr>
          <p:nvPr/>
        </p:nvGraphicFramePr>
        <p:xfrm>
          <a:off x="571500" y="4116388"/>
          <a:ext cx="3665538" cy="492125"/>
        </p:xfrm>
        <a:graphic>
          <a:graphicData uri="http://schemas.openxmlformats.org/presentationml/2006/ole">
            <mc:AlternateContent xmlns:mc="http://schemas.openxmlformats.org/markup-compatibility/2006">
              <mc:Choice xmlns:v="urn:schemas-microsoft-com:vml" Requires="v">
                <p:oleObj spid="_x0000_s3323" name="" r:id="rId14" imgW="1320165" imgH="177165" progId="Equation.KSEE3">
                  <p:embed/>
                </p:oleObj>
              </mc:Choice>
              <mc:Fallback>
                <p:oleObj name="" r:id="rId14" imgW="1320165" imgH="177165" progId="Equation.KSEE3">
                  <p:embed/>
                  <p:pic>
                    <p:nvPicPr>
                      <p:cNvPr id="0" name="图片 3322"/>
                      <p:cNvPicPr/>
                      <p:nvPr/>
                    </p:nvPicPr>
                    <p:blipFill>
                      <a:blip r:embed="rId15"/>
                      <a:stretch>
                        <a:fillRect/>
                      </a:stretch>
                    </p:blipFill>
                    <p:spPr>
                      <a:xfrm>
                        <a:off x="571500" y="4116388"/>
                        <a:ext cx="3665538" cy="492125"/>
                      </a:xfrm>
                      <a:prstGeom prst="rect">
                        <a:avLst/>
                      </a:prstGeom>
                      <a:noFill/>
                      <a:ln w="38100">
                        <a:noFill/>
                        <a:miter/>
                      </a:ln>
                    </p:spPr>
                  </p:pic>
                </p:oleObj>
              </mc:Fallback>
            </mc:AlternateContent>
          </a:graphicData>
        </a:graphic>
      </p:graphicFrame>
      <p:graphicFrame>
        <p:nvGraphicFramePr>
          <p:cNvPr id="58416" name="对象 13">
            <a:hlinkClick r:id="" action="ppaction://ole?verb="/>
          </p:cNvPr>
          <p:cNvGraphicFramePr>
            <a:graphicFrameLocks noChangeAspect="1"/>
          </p:cNvGraphicFramePr>
          <p:nvPr/>
        </p:nvGraphicFramePr>
        <p:xfrm>
          <a:off x="1084263" y="5537200"/>
          <a:ext cx="1890712" cy="1004888"/>
        </p:xfrm>
        <a:graphic>
          <a:graphicData uri="http://schemas.openxmlformats.org/presentationml/2006/ole">
            <mc:AlternateContent xmlns:mc="http://schemas.openxmlformats.org/markup-compatibility/2006">
              <mc:Choice xmlns:v="urn:schemas-microsoft-com:vml" Requires="v">
                <p:oleObj spid="_x0000_s3327" name="" r:id="rId16" imgW="812800" imgH="431800" progId="Equation.KSEE3">
                  <p:embed/>
                </p:oleObj>
              </mc:Choice>
              <mc:Fallback>
                <p:oleObj name="" r:id="rId16" imgW="812800" imgH="431800" progId="Equation.KSEE3">
                  <p:embed/>
                  <p:pic>
                    <p:nvPicPr>
                      <p:cNvPr id="0" name="图片 3326"/>
                      <p:cNvPicPr/>
                      <p:nvPr/>
                    </p:nvPicPr>
                    <p:blipFill>
                      <a:blip r:embed="rId17"/>
                      <a:stretch>
                        <a:fillRect/>
                      </a:stretch>
                    </p:blipFill>
                    <p:spPr>
                      <a:xfrm>
                        <a:off x="1084263" y="5537200"/>
                        <a:ext cx="1890712" cy="1004888"/>
                      </a:xfrm>
                      <a:prstGeom prst="rect">
                        <a:avLst/>
                      </a:prstGeom>
                      <a:noFill/>
                      <a:ln w="38100">
                        <a:noFill/>
                        <a:miter/>
                      </a:ln>
                    </p:spPr>
                  </p:pic>
                </p:oleObj>
              </mc:Fallback>
            </mc:AlternateContent>
          </a:graphicData>
        </a:graphic>
      </p:graphicFrame>
      <p:graphicFrame>
        <p:nvGraphicFramePr>
          <p:cNvPr id="71" name="Object 4"/>
          <p:cNvGraphicFramePr/>
          <p:nvPr/>
        </p:nvGraphicFramePr>
        <p:xfrm>
          <a:off x="3276600" y="5275263"/>
          <a:ext cx="1752600" cy="1266825"/>
        </p:xfrm>
        <a:graphic>
          <a:graphicData uri="http://schemas.openxmlformats.org/presentationml/2006/ole">
            <mc:AlternateContent xmlns:mc="http://schemas.openxmlformats.org/markup-compatibility/2006">
              <mc:Choice xmlns:v="urn:schemas-microsoft-com:vml" Requires="v">
                <p:oleObj spid="_x0000_s3322" name="" r:id="rId18" imgW="533400" imgH="431800" progId="Equation.3">
                  <p:embed/>
                </p:oleObj>
              </mc:Choice>
              <mc:Fallback>
                <p:oleObj name="" r:id="rId18" imgW="533400" imgH="431800" progId="Equation.3">
                  <p:embed/>
                  <p:pic>
                    <p:nvPicPr>
                      <p:cNvPr id="0" name="图片 3321"/>
                      <p:cNvPicPr/>
                      <p:nvPr/>
                    </p:nvPicPr>
                    <p:blipFill>
                      <a:blip r:embed="rId19"/>
                      <a:stretch>
                        <a:fillRect/>
                      </a:stretch>
                    </p:blipFill>
                    <p:spPr>
                      <a:xfrm>
                        <a:off x="3276600" y="5275263"/>
                        <a:ext cx="1752600" cy="1266825"/>
                      </a:xfrm>
                      <a:prstGeom prst="rect">
                        <a:avLst/>
                      </a:prstGeom>
                      <a:gradFill rotWithShape="0">
                        <a:gsLst>
                          <a:gs pos="0">
                            <a:srgbClr val="D2EAEC"/>
                          </a:gs>
                          <a:gs pos="50000">
                            <a:srgbClr val="FFFFFF"/>
                          </a:gs>
                          <a:gs pos="100000">
                            <a:srgbClr val="D2EAEC"/>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sp>
        <p:nvSpPr>
          <p:cNvPr id="15" name="文本框 14"/>
          <p:cNvSpPr txBox="1"/>
          <p:nvPr/>
        </p:nvSpPr>
        <p:spPr>
          <a:xfrm>
            <a:off x="1031875" y="1030288"/>
            <a:ext cx="4572000" cy="457200"/>
          </a:xfrm>
          <a:prstGeom prst="rect">
            <a:avLst/>
          </a:prstGeom>
          <a:noFill/>
          <a:ln w="9525">
            <a:noFill/>
          </a:ln>
        </p:spPr>
        <p:txBody>
          <a:bodyPr anchor="t" anchorCtr="0">
            <a:spAutoFit/>
          </a:bodyPr>
          <a:p>
            <a:pPr>
              <a:buClr>
                <a:schemeClr val="bg1"/>
              </a:buClr>
            </a:pPr>
            <a:r>
              <a:rPr lang="zh-CN" altLang="en-US" sz="2400" b="1" dirty="0">
                <a:latin typeface="宋体" panose="02010600030101010101" pitchFamily="2" charset="-122"/>
                <a:ea typeface="宋体" panose="02010600030101010101" pitchFamily="2" charset="-122"/>
              </a:rPr>
              <a:t>电场强度分布具有面对称性</a:t>
            </a:r>
            <a:r>
              <a:rPr lang="zh-CN" altLang="en-US" sz="2400" dirty="0">
                <a:latin typeface="宋体" panose="02010600030101010101" pitchFamily="2" charset="-122"/>
                <a:ea typeface="宋体" panose="02010600030101010101" pitchFamily="2" charset="-122"/>
              </a:rPr>
              <a:t> </a:t>
            </a:r>
            <a:endParaRPr lang="zh-CN" altLang="en-US" sz="2400">
              <a:latin typeface="宋体" panose="02010600030101010101" pitchFamily="2" charset="-122"/>
              <a:ea typeface="宋体" panose="02010600030101010101" pitchFamily="2" charset="-122"/>
            </a:endParaRPr>
          </a:p>
        </p:txBody>
      </p:sp>
      <p:sp>
        <p:nvSpPr>
          <p:cNvPr id="16" name="文本框 15"/>
          <p:cNvSpPr txBox="1"/>
          <p:nvPr/>
        </p:nvSpPr>
        <p:spPr>
          <a:xfrm>
            <a:off x="1066800" y="1563688"/>
            <a:ext cx="4008438" cy="457200"/>
          </a:xfrm>
          <a:prstGeom prst="rect">
            <a:avLst/>
          </a:prstGeom>
          <a:noFill/>
          <a:ln w="9525">
            <a:noFill/>
          </a:ln>
        </p:spPr>
        <p:txBody>
          <a:bodyPr anchor="t" anchorCtr="0">
            <a:spAutoFit/>
          </a:bodyPr>
          <a:p>
            <a:pPr>
              <a:buClr>
                <a:schemeClr val="bg1"/>
              </a:buClr>
            </a:pPr>
            <a:r>
              <a:rPr lang="zh-CN" altLang="en-US" sz="2400" b="1" dirty="0">
                <a:latin typeface="宋体" panose="02010600030101010101" pitchFamily="2" charset="-122"/>
                <a:ea typeface="宋体" panose="02010600030101010101" pitchFamily="2" charset="-122"/>
              </a:rPr>
              <a:t>选取一个圆柱形高斯面 </a:t>
            </a:r>
            <a:endParaRPr lang="zh-CN" altLang="en-US" sz="2400" b="1">
              <a:latin typeface="宋体" panose="02010600030101010101" pitchFamily="2" charset="-122"/>
              <a:ea typeface="宋体" panose="02010600030101010101" pitchFamily="2"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Effect transition="in" filter="wipe(left)">
                                      <p:cBhvr>
                                        <p:cTn id="7" dur="500"/>
                                        <p:tgtEl>
                                          <p:spTgt spid="1320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8407"/>
                                        </p:tgtEl>
                                        <p:attrNameLst>
                                          <p:attrName>style.visibility</p:attrName>
                                        </p:attrNameLst>
                                      </p:cBhvr>
                                      <p:to>
                                        <p:strVal val="visible"/>
                                      </p:to>
                                    </p:set>
                                    <p:animEffect transition="in" filter="blinds(horizontal)">
                                      <p:cBhvr>
                                        <p:cTn id="22" dur="500"/>
                                        <p:tgtEl>
                                          <p:spTgt spid="5840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32106"/>
                                        </p:tgtEl>
                                        <p:attrNameLst>
                                          <p:attrName>style.visibility</p:attrName>
                                        </p:attrNameLst>
                                      </p:cBhvr>
                                      <p:to>
                                        <p:strVal val="visible"/>
                                      </p:to>
                                    </p:set>
                                    <p:animEffect transition="in" filter="box(out)">
                                      <p:cBhvr>
                                        <p:cTn id="27" dur="500"/>
                                        <p:tgtEl>
                                          <p:spTgt spid="13210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32133"/>
                                        </p:tgtEl>
                                        <p:attrNameLst>
                                          <p:attrName>style.visibility</p:attrName>
                                        </p:attrNameLst>
                                      </p:cBhvr>
                                      <p:to>
                                        <p:strVal val="visible"/>
                                      </p:to>
                                    </p:set>
                                    <p:animEffect transition="in" filter="wipe(right)">
                                      <p:cBhvr>
                                        <p:cTn id="32" dur="500"/>
                                        <p:tgtEl>
                                          <p:spTgt spid="132133"/>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32132"/>
                                        </p:tgtEl>
                                        <p:attrNameLst>
                                          <p:attrName>style.visibility</p:attrName>
                                        </p:attrNameLst>
                                      </p:cBhvr>
                                      <p:to>
                                        <p:strVal val="visible"/>
                                      </p:to>
                                    </p:set>
                                    <p:animEffect transition="in" filter="wipe(left)">
                                      <p:cBhvr>
                                        <p:cTn id="36" dur="500"/>
                                        <p:tgtEl>
                                          <p:spTgt spid="13213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nodeType="clickEffect">
                                  <p:stCondLst>
                                    <p:cond delay="0"/>
                                  </p:stCondLst>
                                  <p:childTnLst>
                                    <p:set>
                                      <p:cBhvr>
                                        <p:cTn id="40" dur="1" fill="hold">
                                          <p:stCondLst>
                                            <p:cond delay="0"/>
                                          </p:stCondLst>
                                        </p:cTn>
                                        <p:tgtEl>
                                          <p:spTgt spid="132107"/>
                                        </p:tgtEl>
                                        <p:attrNameLst>
                                          <p:attrName>style.visibility</p:attrName>
                                        </p:attrNameLst>
                                      </p:cBhvr>
                                      <p:to>
                                        <p:strVal val="visible"/>
                                      </p:to>
                                    </p:set>
                                    <p:animEffect transition="in" filter="wipe(right)">
                                      <p:cBhvr>
                                        <p:cTn id="41" dur="500"/>
                                        <p:tgtEl>
                                          <p:spTgt spid="13210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32134"/>
                                        </p:tgtEl>
                                        <p:attrNameLst>
                                          <p:attrName>style.visibility</p:attrName>
                                        </p:attrNameLst>
                                      </p:cBhvr>
                                      <p:to>
                                        <p:strVal val="visible"/>
                                      </p:to>
                                    </p:set>
                                    <p:animEffect transition="in" filter="wipe(left)">
                                      <p:cBhvr>
                                        <p:cTn id="46" dur="500"/>
                                        <p:tgtEl>
                                          <p:spTgt spid="1321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132138"/>
                                        </p:tgtEl>
                                        <p:attrNameLst>
                                          <p:attrName>style.visibility</p:attrName>
                                        </p:attrNameLst>
                                      </p:cBhvr>
                                      <p:to>
                                        <p:strVal val="visible"/>
                                      </p:to>
                                    </p:set>
                                    <p:animEffect transition="in" filter="wipe(right)">
                                      <p:cBhvr>
                                        <p:cTn id="51" dur="500"/>
                                        <p:tgtEl>
                                          <p:spTgt spid="13213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32140"/>
                                        </p:tgtEl>
                                        <p:attrNameLst>
                                          <p:attrName>style.visibility</p:attrName>
                                        </p:attrNameLst>
                                      </p:cBhvr>
                                      <p:to>
                                        <p:strVal val="visible"/>
                                      </p:to>
                                    </p:set>
                                  </p:childTnLst>
                                </p:cTn>
                              </p:par>
                            </p:childTnLst>
                          </p:cTn>
                        </p:par>
                        <p:par>
                          <p:cTn id="56" fill="hold">
                            <p:stCondLst>
                              <p:cond delay="0"/>
                            </p:stCondLst>
                            <p:childTnLst>
                              <p:par>
                                <p:cTn id="57" presetID="18" presetClass="entr" presetSubtype="9" fill="hold" nodeType="afterEffect">
                                  <p:stCondLst>
                                    <p:cond delay="0"/>
                                  </p:stCondLst>
                                  <p:childTnLst>
                                    <p:set>
                                      <p:cBhvr>
                                        <p:cTn id="58" dur="1" fill="hold">
                                          <p:stCondLst>
                                            <p:cond delay="0"/>
                                          </p:stCondLst>
                                        </p:cTn>
                                        <p:tgtEl>
                                          <p:spTgt spid="132141"/>
                                        </p:tgtEl>
                                        <p:attrNameLst>
                                          <p:attrName>style.visibility</p:attrName>
                                        </p:attrNameLst>
                                      </p:cBhvr>
                                      <p:to>
                                        <p:strVal val="visible"/>
                                      </p:to>
                                    </p:set>
                                    <p:animEffect transition="in" filter="strips(upLeft)">
                                      <p:cBhvr>
                                        <p:cTn id="59" dur="500"/>
                                        <p:tgtEl>
                                          <p:spTgt spid="13214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32142"/>
                                        </p:tgtEl>
                                        <p:attrNameLst>
                                          <p:attrName>style.visibility</p:attrName>
                                        </p:attrNameLst>
                                      </p:cBhvr>
                                      <p:to>
                                        <p:strVal val="visible"/>
                                      </p:to>
                                    </p:set>
                                    <p:animEffect transition="in" filter="wipe(left)">
                                      <p:cBhvr>
                                        <p:cTn id="64" dur="500"/>
                                        <p:tgtEl>
                                          <p:spTgt spid="132142"/>
                                        </p:tgtEl>
                                      </p:cBhvr>
                                    </p:animEffect>
                                  </p:childTnLst>
                                </p:cTn>
                              </p:par>
                            </p:childTnLst>
                          </p:cTn>
                        </p:par>
                        <p:par>
                          <p:cTn id="65" fill="hold">
                            <p:stCondLst>
                              <p:cond delay="500"/>
                            </p:stCondLst>
                            <p:childTnLst>
                              <p:par>
                                <p:cTn id="66" presetID="9" presetClass="entr" presetSubtype="0" fill="hold" nodeType="afterEffect">
                                  <p:stCondLst>
                                    <p:cond delay="0"/>
                                  </p:stCondLst>
                                  <p:childTnLst>
                                    <p:set>
                                      <p:cBhvr>
                                        <p:cTn id="67" dur="1" fill="hold">
                                          <p:stCondLst>
                                            <p:cond delay="0"/>
                                          </p:stCondLst>
                                        </p:cTn>
                                        <p:tgtEl>
                                          <p:spTgt spid="132143"/>
                                        </p:tgtEl>
                                        <p:attrNameLst>
                                          <p:attrName>style.visibility</p:attrName>
                                        </p:attrNameLst>
                                      </p:cBhvr>
                                      <p:to>
                                        <p:strVal val="visible"/>
                                      </p:to>
                                    </p:set>
                                    <p:animEffect transition="in" filter="dissolve">
                                      <p:cBhvr>
                                        <p:cTn id="68" dur="500"/>
                                        <p:tgtEl>
                                          <p:spTgt spid="132143"/>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58408"/>
                                        </p:tgtEl>
                                        <p:attrNameLst>
                                          <p:attrName>style.visibility</p:attrName>
                                        </p:attrNameLst>
                                      </p:cBhvr>
                                      <p:to>
                                        <p:strVal val="visible"/>
                                      </p:to>
                                    </p:set>
                                    <p:animEffect transition="in" filter="blinds(horizontal)">
                                      <p:cBhvr>
                                        <p:cTn id="73" dur="500"/>
                                        <p:tgtEl>
                                          <p:spTgt spid="58408"/>
                                        </p:tgtEl>
                                      </p:cBhvr>
                                    </p:animEffect>
                                  </p:childTnLst>
                                </p:cTn>
                              </p:par>
                              <p:par>
                                <p:cTn id="74" presetID="3" presetClass="entr" presetSubtype="10" fill="hold" nodeType="withEffect">
                                  <p:stCondLst>
                                    <p:cond delay="0"/>
                                  </p:stCondLst>
                                  <p:childTnLst>
                                    <p:set>
                                      <p:cBhvr>
                                        <p:cTn id="75" dur="1" fill="hold">
                                          <p:stCondLst>
                                            <p:cond delay="0"/>
                                          </p:stCondLst>
                                        </p:cTn>
                                        <p:tgtEl>
                                          <p:spTgt spid="58415"/>
                                        </p:tgtEl>
                                        <p:attrNameLst>
                                          <p:attrName>style.visibility</p:attrName>
                                        </p:attrNameLst>
                                      </p:cBhvr>
                                      <p:to>
                                        <p:strVal val="visible"/>
                                      </p:to>
                                    </p:set>
                                    <p:animEffect transition="in" filter="blinds(horizontal)">
                                      <p:cBhvr>
                                        <p:cTn id="76" dur="500"/>
                                        <p:tgtEl>
                                          <p:spTgt spid="5841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32148"/>
                                        </p:tgtEl>
                                        <p:attrNameLst>
                                          <p:attrName>style.visibility</p:attrName>
                                        </p:attrNameLst>
                                      </p:cBhvr>
                                      <p:to>
                                        <p:strVal val="visible"/>
                                      </p:to>
                                    </p:set>
                                    <p:animEffect transition="in" filter="wipe(left)">
                                      <p:cBhvr>
                                        <p:cTn id="81" dur="500"/>
                                        <p:tgtEl>
                                          <p:spTgt spid="132148"/>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58416"/>
                                        </p:tgtEl>
                                        <p:attrNameLst>
                                          <p:attrName>style.visibility</p:attrName>
                                        </p:attrNameLst>
                                      </p:cBhvr>
                                      <p:to>
                                        <p:strVal val="visible"/>
                                      </p:to>
                                    </p:set>
                                    <p:animEffect transition="in" filter="blinds(horizontal)">
                                      <p:cBhvr>
                                        <p:cTn id="86" dur="500"/>
                                        <p:tgtEl>
                                          <p:spTgt spid="58416"/>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5" fill="hold" nodeType="click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blinds(vertical)">
                                      <p:cBhvr>
                                        <p:cTn id="9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p:bldP spid="132148" grpId="0"/>
      <p:bldP spid="15" grpId="0"/>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3" name="Text Box 5"/>
          <p:cNvSpPr txBox="1"/>
          <p:nvPr/>
        </p:nvSpPr>
        <p:spPr>
          <a:xfrm>
            <a:off x="642938" y="857250"/>
            <a:ext cx="2087562" cy="442913"/>
          </a:xfrm>
          <a:prstGeom prst="rect">
            <a:avLst/>
          </a:prstGeom>
          <a:noFill/>
          <a:ln w="9525">
            <a:noFill/>
          </a:ln>
        </p:spPr>
        <p:txBody>
          <a:bodyPr anchor="t" anchorCtr="0">
            <a:spAutoFit/>
          </a:bodyPr>
          <a:p>
            <a:pPr algn="ctr"/>
            <a:r>
              <a:rPr lang="en-US" altLang="zh-CN" sz="2100" b="1" dirty="0">
                <a:latin typeface="Times New Roman" panose="02020603050405020304" pitchFamily="18" charset="0"/>
                <a:ea typeface="华文中宋" panose="02010600040101010101" pitchFamily="2" charset="-122"/>
              </a:rPr>
              <a:t>★</a:t>
            </a:r>
            <a:r>
              <a:rPr lang="en-US" altLang="zh-CN" sz="2300" b="1" dirty="0">
                <a:latin typeface="Times New Roman" panose="02020603050405020304" pitchFamily="18" charset="0"/>
                <a:ea typeface="华文中宋" panose="02010600040101010101" pitchFamily="2" charset="-122"/>
              </a:rPr>
              <a:t> </a:t>
            </a:r>
            <a:r>
              <a:rPr lang="zh-CN" altLang="en-US" sz="2300" b="1" dirty="0">
                <a:latin typeface="Times New Roman" panose="02020603050405020304" pitchFamily="18" charset="0"/>
                <a:ea typeface="华文中宋" panose="02010600040101010101" pitchFamily="2" charset="-122"/>
              </a:rPr>
              <a:t>结论：</a:t>
            </a:r>
            <a:endParaRPr lang="zh-CN" altLang="en-US" sz="2300" b="1" dirty="0">
              <a:latin typeface="Times New Roman" panose="02020603050405020304" pitchFamily="18" charset="0"/>
              <a:ea typeface="华文中宋" panose="02010600040101010101" pitchFamily="2" charset="-122"/>
            </a:endParaRPr>
          </a:p>
        </p:txBody>
      </p:sp>
      <p:sp>
        <p:nvSpPr>
          <p:cNvPr id="99334" name="Text Box 6"/>
          <p:cNvSpPr txBox="1"/>
          <p:nvPr/>
        </p:nvSpPr>
        <p:spPr>
          <a:xfrm>
            <a:off x="0" y="1357313"/>
            <a:ext cx="6046788" cy="442912"/>
          </a:xfrm>
          <a:prstGeom prst="rect">
            <a:avLst/>
          </a:prstGeom>
          <a:noFill/>
          <a:ln w="9525">
            <a:noFill/>
          </a:ln>
        </p:spPr>
        <p:txBody>
          <a:bodyPr anchor="t" anchorCtr="0">
            <a:spAutoFit/>
          </a:bodyPr>
          <a:p>
            <a:pPr algn="ctr"/>
            <a:r>
              <a:rPr lang="zh-CN" altLang="en-US" sz="2300" b="1" dirty="0">
                <a:latin typeface="华文中宋" panose="02010600040101010101" pitchFamily="2" charset="-122"/>
                <a:ea typeface="华文中宋" panose="02010600040101010101" pitchFamily="2" charset="-122"/>
              </a:rPr>
              <a:t>无限大均匀带电平面的电场是均匀电场 </a:t>
            </a:r>
            <a:r>
              <a:rPr lang="en-US" altLang="zh-CN" sz="2300" b="1" dirty="0">
                <a:latin typeface="华文中宋" panose="02010600040101010101" pitchFamily="2" charset="-122"/>
                <a:ea typeface="华文中宋" panose="02010600040101010101" pitchFamily="2" charset="-122"/>
              </a:rPr>
              <a:t>.</a:t>
            </a:r>
            <a:endParaRPr lang="zh-CN" altLang="en-US" sz="2300" b="1" dirty="0">
              <a:latin typeface="Times New Roman" panose="02020603050405020304" pitchFamily="18" charset="0"/>
              <a:ea typeface="华文中宋" panose="02010600040101010101" pitchFamily="2" charset="-122"/>
            </a:endParaRPr>
          </a:p>
        </p:txBody>
      </p:sp>
      <p:graphicFrame>
        <p:nvGraphicFramePr>
          <p:cNvPr id="99335" name="Object 5"/>
          <p:cNvGraphicFramePr/>
          <p:nvPr/>
        </p:nvGraphicFramePr>
        <p:xfrm>
          <a:off x="2084388" y="2141538"/>
          <a:ext cx="1296987" cy="1008062"/>
        </p:xfrm>
        <a:graphic>
          <a:graphicData uri="http://schemas.openxmlformats.org/presentationml/2006/ole">
            <mc:AlternateContent xmlns:mc="http://schemas.openxmlformats.org/markup-compatibility/2006">
              <mc:Choice xmlns:v="urn:schemas-microsoft-com:vml" Requires="v">
                <p:oleObj spid="_x0000_s3329" name="" r:id="rId1" imgW="2832100" imgH="2146300" progId="Equation.3">
                  <p:embed/>
                </p:oleObj>
              </mc:Choice>
              <mc:Fallback>
                <p:oleObj name="" r:id="rId1" imgW="2832100" imgH="2146300" progId="Equation.3">
                  <p:embed/>
                  <p:pic>
                    <p:nvPicPr>
                      <p:cNvPr id="0" name="图片 3328"/>
                      <p:cNvPicPr/>
                      <p:nvPr/>
                    </p:nvPicPr>
                    <p:blipFill>
                      <a:blip r:embed="rId2">
                        <a:clrChange>
                          <a:clrFrom>
                            <a:srgbClr val="000000"/>
                          </a:clrFrom>
                          <a:clrTo>
                            <a:srgbClr val="800000"/>
                          </a:clrTo>
                        </a:clrChange>
                      </a:blip>
                      <a:stretch>
                        <a:fillRect/>
                      </a:stretch>
                    </p:blipFill>
                    <p:spPr>
                      <a:xfrm>
                        <a:off x="2084388" y="2141538"/>
                        <a:ext cx="1296987" cy="1008062"/>
                      </a:xfrm>
                      <a:prstGeom prst="rect">
                        <a:avLst/>
                      </a:prstGeom>
                      <a:noFill/>
                      <a:ln w="38100">
                        <a:noFill/>
                        <a:miter/>
                      </a:ln>
                    </p:spPr>
                  </p:pic>
                </p:oleObj>
              </mc:Fallback>
            </mc:AlternateContent>
          </a:graphicData>
        </a:graphic>
      </p:graphicFrame>
      <p:grpSp>
        <p:nvGrpSpPr>
          <p:cNvPr id="2" name="Group 8"/>
          <p:cNvGrpSpPr/>
          <p:nvPr/>
        </p:nvGrpSpPr>
        <p:grpSpPr>
          <a:xfrm>
            <a:off x="1643063" y="3214688"/>
            <a:ext cx="4537075" cy="427037"/>
            <a:chOff x="1292" y="3249"/>
            <a:chExt cx="2858" cy="269"/>
          </a:xfrm>
        </p:grpSpPr>
        <p:graphicFrame>
          <p:nvGraphicFramePr>
            <p:cNvPr id="59397" name="Object 34"/>
            <p:cNvGraphicFramePr/>
            <p:nvPr/>
          </p:nvGraphicFramePr>
          <p:xfrm>
            <a:off x="1292" y="3279"/>
            <a:ext cx="887" cy="239"/>
          </p:xfrm>
          <a:graphic>
            <a:graphicData uri="http://schemas.openxmlformats.org/presentationml/2006/ole">
              <mc:AlternateContent xmlns:mc="http://schemas.openxmlformats.org/markup-compatibility/2006">
                <mc:Choice xmlns:v="urn:schemas-microsoft-com:vml" Requires="v">
                  <p:oleObj spid="_x0000_s3331" name="" r:id="rId3" imgW="3759200" imgH="977900" progId="Equation.3">
                    <p:embed/>
                  </p:oleObj>
                </mc:Choice>
                <mc:Fallback>
                  <p:oleObj name="" r:id="rId3" imgW="3759200" imgH="977900" progId="Equation.3">
                    <p:embed/>
                    <p:pic>
                      <p:nvPicPr>
                        <p:cNvPr id="0" name="图片 3330"/>
                        <p:cNvPicPr/>
                        <p:nvPr/>
                      </p:nvPicPr>
                      <p:blipFill>
                        <a:blip r:embed="rId4">
                          <a:clrChange>
                            <a:clrFrom>
                              <a:srgbClr val="000000"/>
                            </a:clrFrom>
                            <a:clrTo>
                              <a:srgbClr val="800000"/>
                            </a:clrTo>
                          </a:clrChange>
                        </a:blip>
                        <a:stretch>
                          <a:fillRect/>
                        </a:stretch>
                      </p:blipFill>
                      <p:spPr>
                        <a:xfrm>
                          <a:off x="1292" y="3279"/>
                          <a:ext cx="887" cy="239"/>
                        </a:xfrm>
                        <a:prstGeom prst="rect">
                          <a:avLst/>
                        </a:prstGeom>
                        <a:noFill/>
                        <a:ln w="38100">
                          <a:noFill/>
                          <a:miter/>
                        </a:ln>
                      </p:spPr>
                    </p:pic>
                  </p:oleObj>
                </mc:Fallback>
              </mc:AlternateContent>
            </a:graphicData>
          </a:graphic>
        </p:graphicFrame>
        <p:sp>
          <p:nvSpPr>
            <p:cNvPr id="59398" name="Text Box 10"/>
            <p:cNvSpPr txBox="1"/>
            <p:nvPr/>
          </p:nvSpPr>
          <p:spPr>
            <a:xfrm>
              <a:off x="2100" y="3249"/>
              <a:ext cx="2050" cy="269"/>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垂直带电平面向外；</a:t>
              </a:r>
              <a:endParaRPr lang="zh-CN" altLang="en-US" sz="2200" b="1" dirty="0">
                <a:latin typeface="Times New Roman" panose="02020603050405020304" pitchFamily="18" charset="0"/>
                <a:ea typeface="华文中宋" panose="02010600040101010101" pitchFamily="2" charset="-122"/>
              </a:endParaRPr>
            </a:p>
          </p:txBody>
        </p:sp>
      </p:grpSp>
      <p:grpSp>
        <p:nvGrpSpPr>
          <p:cNvPr id="3" name="Group 11"/>
          <p:cNvGrpSpPr/>
          <p:nvPr/>
        </p:nvGrpSpPr>
        <p:grpSpPr>
          <a:xfrm>
            <a:off x="1643063" y="3929063"/>
            <a:ext cx="4537075" cy="427037"/>
            <a:chOff x="1247" y="3612"/>
            <a:chExt cx="2858" cy="269"/>
          </a:xfrm>
        </p:grpSpPr>
        <p:graphicFrame>
          <p:nvGraphicFramePr>
            <p:cNvPr id="59400" name="Object 33"/>
            <p:cNvGraphicFramePr/>
            <p:nvPr/>
          </p:nvGraphicFramePr>
          <p:xfrm>
            <a:off x="1247" y="3642"/>
            <a:ext cx="888" cy="239"/>
          </p:xfrm>
          <a:graphic>
            <a:graphicData uri="http://schemas.openxmlformats.org/presentationml/2006/ole">
              <mc:AlternateContent xmlns:mc="http://schemas.openxmlformats.org/markup-compatibility/2006">
                <mc:Choice xmlns:v="urn:schemas-microsoft-com:vml" Requires="v">
                  <p:oleObj spid="_x0000_s3330" name="" r:id="rId5" imgW="3759200" imgH="977900" progId="Equation.3">
                    <p:embed/>
                  </p:oleObj>
                </mc:Choice>
                <mc:Fallback>
                  <p:oleObj name="" r:id="rId5" imgW="3759200" imgH="977900" progId="Equation.3">
                    <p:embed/>
                    <p:pic>
                      <p:nvPicPr>
                        <p:cNvPr id="0" name="图片 3329"/>
                        <p:cNvPicPr/>
                        <p:nvPr/>
                      </p:nvPicPr>
                      <p:blipFill>
                        <a:blip r:embed="rId6">
                          <a:clrChange>
                            <a:clrFrom>
                              <a:srgbClr val="000000"/>
                            </a:clrFrom>
                            <a:clrTo>
                              <a:srgbClr val="800000"/>
                            </a:clrTo>
                          </a:clrChange>
                        </a:blip>
                        <a:stretch>
                          <a:fillRect/>
                        </a:stretch>
                      </p:blipFill>
                      <p:spPr>
                        <a:xfrm>
                          <a:off x="1247" y="3642"/>
                          <a:ext cx="888" cy="239"/>
                        </a:xfrm>
                        <a:prstGeom prst="rect">
                          <a:avLst/>
                        </a:prstGeom>
                        <a:noFill/>
                        <a:ln w="38100">
                          <a:noFill/>
                          <a:miter/>
                        </a:ln>
                      </p:spPr>
                    </p:pic>
                  </p:oleObj>
                </mc:Fallback>
              </mc:AlternateContent>
            </a:graphicData>
          </a:graphic>
        </p:graphicFrame>
        <p:sp>
          <p:nvSpPr>
            <p:cNvPr id="59401" name="Text Box 13"/>
            <p:cNvSpPr txBox="1"/>
            <p:nvPr/>
          </p:nvSpPr>
          <p:spPr>
            <a:xfrm>
              <a:off x="2053" y="3612"/>
              <a:ext cx="2052" cy="269"/>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垂直指向带电平面。</a:t>
              </a:r>
              <a:endParaRPr lang="zh-CN" altLang="en-US" sz="2200" b="1" dirty="0">
                <a:latin typeface="Times New Roman" panose="02020603050405020304" pitchFamily="18" charset="0"/>
                <a:ea typeface="华文中宋" panose="02010600040101010101" pitchFamily="2" charset="-122"/>
              </a:endParaRPr>
            </a:p>
          </p:txBody>
        </p:sp>
      </p:grpSp>
      <p:sp>
        <p:nvSpPr>
          <p:cNvPr id="99342" name="Text Box 14"/>
          <p:cNvSpPr txBox="1"/>
          <p:nvPr/>
        </p:nvSpPr>
        <p:spPr>
          <a:xfrm>
            <a:off x="500063" y="2357438"/>
            <a:ext cx="1441450" cy="427037"/>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大小：</a:t>
            </a:r>
            <a:endParaRPr lang="zh-CN" altLang="en-US" sz="2200" b="1" dirty="0">
              <a:latin typeface="Times New Roman" panose="02020603050405020304" pitchFamily="18" charset="0"/>
              <a:ea typeface="华文中宋" panose="02010600040101010101" pitchFamily="2" charset="-122"/>
            </a:endParaRPr>
          </a:p>
        </p:txBody>
      </p:sp>
      <p:grpSp>
        <p:nvGrpSpPr>
          <p:cNvPr id="4" name="Group 15"/>
          <p:cNvGrpSpPr/>
          <p:nvPr/>
        </p:nvGrpSpPr>
        <p:grpSpPr>
          <a:xfrm>
            <a:off x="5759450" y="4322763"/>
            <a:ext cx="2665413" cy="1728787"/>
            <a:chOff x="3832" y="2341"/>
            <a:chExt cx="1679" cy="1089"/>
          </a:xfrm>
        </p:grpSpPr>
        <p:sp>
          <p:nvSpPr>
            <p:cNvPr id="59404" name="Line 16"/>
            <p:cNvSpPr/>
            <p:nvPr/>
          </p:nvSpPr>
          <p:spPr>
            <a:xfrm>
              <a:off x="4116" y="2341"/>
              <a:ext cx="1161" cy="0"/>
            </a:xfrm>
            <a:prstGeom prst="line">
              <a:avLst/>
            </a:prstGeom>
            <a:ln w="28575" cap="flat" cmpd="sng">
              <a:solidFill>
                <a:srgbClr val="FF0000"/>
              </a:solidFill>
              <a:prstDash val="solid"/>
              <a:round/>
              <a:headEnd type="triangle" w="sm" len="lg"/>
              <a:tailEnd type="triangle" w="sm" len="lg"/>
            </a:ln>
          </p:spPr>
        </p:sp>
        <p:sp>
          <p:nvSpPr>
            <p:cNvPr id="59405" name="Line 17"/>
            <p:cNvSpPr/>
            <p:nvPr/>
          </p:nvSpPr>
          <p:spPr>
            <a:xfrm>
              <a:off x="4105" y="2523"/>
              <a:ext cx="1161" cy="0"/>
            </a:xfrm>
            <a:prstGeom prst="line">
              <a:avLst/>
            </a:prstGeom>
            <a:ln w="28575" cap="flat" cmpd="sng">
              <a:solidFill>
                <a:srgbClr val="FF0000"/>
              </a:solidFill>
              <a:prstDash val="solid"/>
              <a:round/>
              <a:headEnd type="triangle" w="sm" len="lg"/>
              <a:tailEnd type="triangle" w="sm" len="lg"/>
            </a:ln>
          </p:spPr>
        </p:sp>
        <p:sp>
          <p:nvSpPr>
            <p:cNvPr id="59406" name="Line 18"/>
            <p:cNvSpPr/>
            <p:nvPr/>
          </p:nvSpPr>
          <p:spPr>
            <a:xfrm>
              <a:off x="4116" y="2704"/>
              <a:ext cx="1161" cy="0"/>
            </a:xfrm>
            <a:prstGeom prst="line">
              <a:avLst/>
            </a:prstGeom>
            <a:ln w="28575" cap="flat" cmpd="sng">
              <a:solidFill>
                <a:srgbClr val="FF0000"/>
              </a:solidFill>
              <a:prstDash val="solid"/>
              <a:round/>
              <a:headEnd type="triangle" w="sm" len="lg"/>
              <a:tailEnd type="triangle" w="sm" len="lg"/>
            </a:ln>
          </p:spPr>
        </p:sp>
        <p:sp>
          <p:nvSpPr>
            <p:cNvPr id="59407" name="Line 19"/>
            <p:cNvSpPr/>
            <p:nvPr/>
          </p:nvSpPr>
          <p:spPr>
            <a:xfrm>
              <a:off x="4116" y="2886"/>
              <a:ext cx="1161" cy="0"/>
            </a:xfrm>
            <a:prstGeom prst="line">
              <a:avLst/>
            </a:prstGeom>
            <a:ln w="28575" cap="flat" cmpd="sng">
              <a:solidFill>
                <a:srgbClr val="FF0000"/>
              </a:solidFill>
              <a:prstDash val="solid"/>
              <a:round/>
              <a:headEnd type="triangle" w="sm" len="lg"/>
              <a:tailEnd type="triangle" w="sm" len="lg"/>
            </a:ln>
          </p:spPr>
        </p:sp>
        <p:sp>
          <p:nvSpPr>
            <p:cNvPr id="59408" name="Line 20"/>
            <p:cNvSpPr/>
            <p:nvPr/>
          </p:nvSpPr>
          <p:spPr>
            <a:xfrm>
              <a:off x="4116" y="3067"/>
              <a:ext cx="1161" cy="0"/>
            </a:xfrm>
            <a:prstGeom prst="line">
              <a:avLst/>
            </a:prstGeom>
            <a:ln w="28575" cap="flat" cmpd="sng">
              <a:solidFill>
                <a:srgbClr val="FF0000"/>
              </a:solidFill>
              <a:prstDash val="solid"/>
              <a:round/>
              <a:headEnd type="triangle" w="sm" len="lg"/>
              <a:tailEnd type="triangle" w="sm" len="lg"/>
            </a:ln>
          </p:spPr>
        </p:sp>
        <p:sp>
          <p:nvSpPr>
            <p:cNvPr id="59409" name="Line 21"/>
            <p:cNvSpPr/>
            <p:nvPr/>
          </p:nvSpPr>
          <p:spPr>
            <a:xfrm>
              <a:off x="4116" y="3249"/>
              <a:ext cx="1161" cy="0"/>
            </a:xfrm>
            <a:prstGeom prst="line">
              <a:avLst/>
            </a:prstGeom>
            <a:ln w="28575" cap="flat" cmpd="sng">
              <a:solidFill>
                <a:srgbClr val="FF0000"/>
              </a:solidFill>
              <a:prstDash val="solid"/>
              <a:round/>
              <a:headEnd type="triangle" w="sm" len="lg"/>
              <a:tailEnd type="triangle" w="sm" len="lg"/>
            </a:ln>
          </p:spPr>
        </p:sp>
        <p:sp>
          <p:nvSpPr>
            <p:cNvPr id="59410" name="Line 22"/>
            <p:cNvSpPr/>
            <p:nvPr/>
          </p:nvSpPr>
          <p:spPr>
            <a:xfrm>
              <a:off x="4126" y="3430"/>
              <a:ext cx="1161" cy="0"/>
            </a:xfrm>
            <a:prstGeom prst="line">
              <a:avLst/>
            </a:prstGeom>
            <a:ln w="28575" cap="flat" cmpd="sng">
              <a:solidFill>
                <a:srgbClr val="FF0000"/>
              </a:solidFill>
              <a:prstDash val="solid"/>
              <a:round/>
              <a:headEnd type="triangle" w="sm" len="lg"/>
              <a:tailEnd type="triangle" w="sm" len="lg"/>
            </a:ln>
          </p:spPr>
        </p:sp>
        <p:graphicFrame>
          <p:nvGraphicFramePr>
            <p:cNvPr id="59411" name="Object 31"/>
            <p:cNvGraphicFramePr/>
            <p:nvPr/>
          </p:nvGraphicFramePr>
          <p:xfrm>
            <a:off x="3832" y="2654"/>
            <a:ext cx="167" cy="232"/>
          </p:xfrm>
          <a:graphic>
            <a:graphicData uri="http://schemas.openxmlformats.org/presentationml/2006/ole">
              <mc:AlternateContent xmlns:mc="http://schemas.openxmlformats.org/markup-compatibility/2006">
                <mc:Choice xmlns:v="urn:schemas-microsoft-com:vml" Requires="v">
                  <p:oleObj spid="_x0000_s3282" name="" r:id="rId7" imgW="711200" imgH="850900" progId="Equation.3">
                    <p:embed/>
                  </p:oleObj>
                </mc:Choice>
                <mc:Fallback>
                  <p:oleObj name="" r:id="rId7" imgW="711200" imgH="850900" progId="Equation.3">
                    <p:embed/>
                    <p:pic>
                      <p:nvPicPr>
                        <p:cNvPr id="0" name="图片 3281"/>
                        <p:cNvPicPr/>
                        <p:nvPr/>
                      </p:nvPicPr>
                      <p:blipFill>
                        <a:blip r:embed="rId8">
                          <a:clrChange>
                            <a:clrFrom>
                              <a:srgbClr val="000000"/>
                            </a:clrFrom>
                            <a:clrTo>
                              <a:srgbClr val="FF0000"/>
                            </a:clrTo>
                          </a:clrChange>
                        </a:blip>
                        <a:stretch>
                          <a:fillRect/>
                        </a:stretch>
                      </p:blipFill>
                      <p:spPr>
                        <a:xfrm>
                          <a:off x="3832" y="2654"/>
                          <a:ext cx="167" cy="232"/>
                        </a:xfrm>
                        <a:prstGeom prst="rect">
                          <a:avLst/>
                        </a:prstGeom>
                        <a:noFill/>
                        <a:ln w="28575" cap="flat" cmpd="sng">
                          <a:solidFill>
                            <a:schemeClr val="bg1"/>
                          </a:solidFill>
                          <a:prstDash val="solid"/>
                          <a:miter/>
                          <a:headEnd type="none" w="med" len="med"/>
                          <a:tailEnd type="none" w="med" len="med"/>
                        </a:ln>
                      </p:spPr>
                    </p:pic>
                  </p:oleObj>
                </mc:Fallback>
              </mc:AlternateContent>
            </a:graphicData>
          </a:graphic>
        </p:graphicFrame>
        <p:graphicFrame>
          <p:nvGraphicFramePr>
            <p:cNvPr id="59412" name="Object 32"/>
            <p:cNvGraphicFramePr/>
            <p:nvPr/>
          </p:nvGraphicFramePr>
          <p:xfrm>
            <a:off x="5344" y="2659"/>
            <a:ext cx="167" cy="232"/>
          </p:xfrm>
          <a:graphic>
            <a:graphicData uri="http://schemas.openxmlformats.org/presentationml/2006/ole">
              <mc:AlternateContent xmlns:mc="http://schemas.openxmlformats.org/markup-compatibility/2006">
                <mc:Choice xmlns:v="urn:schemas-microsoft-com:vml" Requires="v">
                  <p:oleObj spid="_x0000_s3280" name="" r:id="rId9" imgW="711200" imgH="850900" progId="Equation.3">
                    <p:embed/>
                  </p:oleObj>
                </mc:Choice>
                <mc:Fallback>
                  <p:oleObj name="" r:id="rId9" imgW="711200" imgH="850900" progId="Equation.3">
                    <p:embed/>
                    <p:pic>
                      <p:nvPicPr>
                        <p:cNvPr id="0" name="图片 3279"/>
                        <p:cNvPicPr/>
                        <p:nvPr/>
                      </p:nvPicPr>
                      <p:blipFill>
                        <a:blip r:embed="rId10">
                          <a:clrChange>
                            <a:clrFrom>
                              <a:srgbClr val="000000"/>
                            </a:clrFrom>
                            <a:clrTo>
                              <a:srgbClr val="FF0000"/>
                            </a:clrTo>
                          </a:clrChange>
                        </a:blip>
                        <a:stretch>
                          <a:fillRect/>
                        </a:stretch>
                      </p:blipFill>
                      <p:spPr>
                        <a:xfrm>
                          <a:off x="5344" y="2659"/>
                          <a:ext cx="167" cy="232"/>
                        </a:xfrm>
                        <a:prstGeom prst="rect">
                          <a:avLst/>
                        </a:prstGeom>
                        <a:noFill/>
                        <a:ln w="28575" cap="flat" cmpd="sng">
                          <a:solidFill>
                            <a:schemeClr val="bg1"/>
                          </a:solidFill>
                          <a:prstDash val="solid"/>
                          <a:miter/>
                          <a:headEnd type="none" w="med" len="med"/>
                          <a:tailEnd type="none" w="med" len="med"/>
                        </a:ln>
                      </p:spPr>
                    </p:pic>
                  </p:oleObj>
                </mc:Fallback>
              </mc:AlternateContent>
            </a:graphicData>
          </a:graphic>
        </p:graphicFrame>
      </p:grpSp>
      <p:grpSp>
        <p:nvGrpSpPr>
          <p:cNvPr id="5" name="Group 25"/>
          <p:cNvGrpSpPr/>
          <p:nvPr/>
        </p:nvGrpSpPr>
        <p:grpSpPr>
          <a:xfrm>
            <a:off x="428625" y="3438525"/>
            <a:ext cx="1368425" cy="692150"/>
            <a:chOff x="476" y="3385"/>
            <a:chExt cx="862" cy="436"/>
          </a:xfrm>
        </p:grpSpPr>
        <p:sp>
          <p:nvSpPr>
            <p:cNvPr id="59414" name="Text Box 26"/>
            <p:cNvSpPr txBox="1"/>
            <p:nvPr/>
          </p:nvSpPr>
          <p:spPr>
            <a:xfrm>
              <a:off x="476" y="3430"/>
              <a:ext cx="862" cy="269"/>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方向：</a:t>
              </a:r>
              <a:endParaRPr lang="zh-CN" altLang="en-US" sz="2200" b="1" dirty="0">
                <a:latin typeface="Times New Roman" panose="02020603050405020304" pitchFamily="18" charset="0"/>
                <a:ea typeface="华文中宋" panose="02010600040101010101" pitchFamily="2" charset="-122"/>
              </a:endParaRPr>
            </a:p>
          </p:txBody>
        </p:sp>
        <p:sp>
          <p:nvSpPr>
            <p:cNvPr id="59415" name="AutoShape 27"/>
            <p:cNvSpPr/>
            <p:nvPr/>
          </p:nvSpPr>
          <p:spPr>
            <a:xfrm>
              <a:off x="1065" y="3385"/>
              <a:ext cx="91" cy="436"/>
            </a:xfrm>
            <a:prstGeom prst="leftBrace">
              <a:avLst>
                <a:gd name="adj1" fmla="val 39727"/>
                <a:gd name="adj2" fmla="val 50000"/>
              </a:avLst>
            </a:prstGeom>
            <a:noFill/>
            <a:ln w="28575" cap="flat" cmpd="sng">
              <a:solidFill>
                <a:srgbClr val="800000"/>
              </a:solidFill>
              <a:prstDash val="solid"/>
              <a:round/>
              <a:headEnd type="none" w="med" len="med"/>
              <a:tailEnd type="none" w="med" len="med"/>
            </a:ln>
          </p:spPr>
          <p:txBody>
            <a:bodyPr wrap="none" anchor="ctr" anchorCtr="0"/>
            <a:p>
              <a:pPr algn="ctr"/>
              <a:endParaRPr lang="zh-CN" altLang="zh-CN" sz="2400" dirty="0">
                <a:solidFill>
                  <a:srgbClr val="A50021"/>
                </a:solidFill>
                <a:latin typeface="Times New Roman" panose="02020603050405020304" pitchFamily="18" charset="0"/>
                <a:ea typeface="华文中宋" panose="02010600040101010101" pitchFamily="2" charset="-122"/>
              </a:endParaRPr>
            </a:p>
          </p:txBody>
        </p:sp>
      </p:grpSp>
      <p:grpSp>
        <p:nvGrpSpPr>
          <p:cNvPr id="59416" name="Group 28"/>
          <p:cNvGrpSpPr/>
          <p:nvPr/>
        </p:nvGrpSpPr>
        <p:grpSpPr>
          <a:xfrm>
            <a:off x="5227638" y="981075"/>
            <a:ext cx="3413125" cy="2590800"/>
            <a:chOff x="3315" y="347"/>
            <a:chExt cx="2150" cy="1632"/>
          </a:xfrm>
        </p:grpSpPr>
        <p:grpSp>
          <p:nvGrpSpPr>
            <p:cNvPr id="59417" name="Group 29"/>
            <p:cNvGrpSpPr/>
            <p:nvPr/>
          </p:nvGrpSpPr>
          <p:grpSpPr>
            <a:xfrm>
              <a:off x="4086" y="347"/>
              <a:ext cx="723" cy="1632"/>
              <a:chOff x="4150" y="436"/>
              <a:chExt cx="723" cy="1996"/>
            </a:xfrm>
          </p:grpSpPr>
          <p:sp>
            <p:nvSpPr>
              <p:cNvPr id="59418" name="AutoShape 30"/>
              <p:cNvSpPr/>
              <p:nvPr/>
            </p:nvSpPr>
            <p:spPr>
              <a:xfrm rot="5400000" flipV="1">
                <a:off x="3460" y="1107"/>
                <a:ext cx="1996" cy="635"/>
              </a:xfrm>
              <a:prstGeom prst="parallelogram">
                <a:avLst>
                  <a:gd name="adj" fmla="val 113407"/>
                </a:avLst>
              </a:prstGeom>
              <a:solidFill>
                <a:srgbClr val="ABDFF9"/>
              </a:solidFill>
              <a:ln w="22225" cap="flat" cmpd="sng">
                <a:solidFill>
                  <a:srgbClr val="000099"/>
                </a:solidFill>
                <a:prstDash val="solid"/>
                <a:miter/>
                <a:headEnd type="none" w="sm" len="sm"/>
                <a:tailEnd type="none" w="sm" len="sm"/>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9419" name="Line 31"/>
              <p:cNvSpPr/>
              <p:nvPr/>
            </p:nvSpPr>
            <p:spPr>
              <a:xfrm flipH="1">
                <a:off x="4757" y="981"/>
                <a:ext cx="116" cy="288"/>
              </a:xfrm>
              <a:prstGeom prst="line">
                <a:avLst/>
              </a:prstGeom>
              <a:ln w="9525" cap="flat" cmpd="sng">
                <a:solidFill>
                  <a:schemeClr val="bg1"/>
                </a:solidFill>
                <a:prstDash val="solid"/>
                <a:round/>
                <a:headEnd type="none" w="med" len="med"/>
                <a:tailEnd type="none" w="med" len="med"/>
              </a:ln>
            </p:spPr>
          </p:sp>
          <p:graphicFrame>
            <p:nvGraphicFramePr>
              <p:cNvPr id="59420" name="Object 14"/>
              <p:cNvGraphicFramePr/>
              <p:nvPr/>
            </p:nvGraphicFramePr>
            <p:xfrm>
              <a:off x="4298" y="981"/>
              <a:ext cx="125" cy="119"/>
            </p:xfrm>
            <a:graphic>
              <a:graphicData uri="http://schemas.openxmlformats.org/presentationml/2006/ole">
                <mc:AlternateContent xmlns:mc="http://schemas.openxmlformats.org/markup-compatibility/2006">
                  <mc:Choice xmlns:v="urn:schemas-microsoft-com:vml" Requires="v">
                    <p:oleObj spid="_x0000_s3290" name="" r:id="rId11" imgW="571500" imgH="520700" progId="Equation.3">
                      <p:embed/>
                    </p:oleObj>
                  </mc:Choice>
                  <mc:Fallback>
                    <p:oleObj name="" r:id="rId11" imgW="571500" imgH="520700" progId="Equation.3">
                      <p:embed/>
                      <p:pic>
                        <p:nvPicPr>
                          <p:cNvPr id="0" name="图片 3289"/>
                          <p:cNvPicPr/>
                          <p:nvPr/>
                        </p:nvPicPr>
                        <p:blipFill>
                          <a:blip r:embed="rId12">
                            <a:clrChange>
                              <a:clrFrom>
                                <a:srgbClr val="000000"/>
                              </a:clrFrom>
                              <a:clrTo>
                                <a:srgbClr val="000099"/>
                              </a:clrTo>
                            </a:clrChange>
                          </a:blip>
                          <a:stretch>
                            <a:fillRect/>
                          </a:stretch>
                        </p:blipFill>
                        <p:spPr>
                          <a:xfrm>
                            <a:off x="4298" y="981"/>
                            <a:ext cx="125" cy="119"/>
                          </a:xfrm>
                          <a:prstGeom prst="rect">
                            <a:avLst/>
                          </a:prstGeom>
                          <a:noFill/>
                          <a:ln w="38100">
                            <a:noFill/>
                            <a:miter/>
                          </a:ln>
                        </p:spPr>
                      </p:pic>
                    </p:oleObj>
                  </mc:Fallback>
                </mc:AlternateContent>
              </a:graphicData>
            </a:graphic>
          </p:graphicFrame>
          <p:graphicFrame>
            <p:nvGraphicFramePr>
              <p:cNvPr id="59421" name="Object 15"/>
              <p:cNvGraphicFramePr/>
              <p:nvPr/>
            </p:nvGraphicFramePr>
            <p:xfrm>
              <a:off x="4207" y="1207"/>
              <a:ext cx="125" cy="119"/>
            </p:xfrm>
            <a:graphic>
              <a:graphicData uri="http://schemas.openxmlformats.org/presentationml/2006/ole">
                <mc:AlternateContent xmlns:mc="http://schemas.openxmlformats.org/markup-compatibility/2006">
                  <mc:Choice xmlns:v="urn:schemas-microsoft-com:vml" Requires="v">
                    <p:oleObj spid="_x0000_s3281" name="" r:id="rId13" imgW="571500" imgH="520700" progId="Equation.3">
                      <p:embed/>
                    </p:oleObj>
                  </mc:Choice>
                  <mc:Fallback>
                    <p:oleObj name="" r:id="rId13" imgW="571500" imgH="520700" progId="Equation.3">
                      <p:embed/>
                      <p:pic>
                        <p:nvPicPr>
                          <p:cNvPr id="0" name="图片 3280"/>
                          <p:cNvPicPr/>
                          <p:nvPr/>
                        </p:nvPicPr>
                        <p:blipFill>
                          <a:blip r:embed="rId14">
                            <a:clrChange>
                              <a:clrFrom>
                                <a:srgbClr val="000000"/>
                              </a:clrFrom>
                              <a:clrTo>
                                <a:srgbClr val="000099"/>
                              </a:clrTo>
                            </a:clrChange>
                          </a:blip>
                          <a:stretch>
                            <a:fillRect/>
                          </a:stretch>
                        </p:blipFill>
                        <p:spPr>
                          <a:xfrm>
                            <a:off x="4207" y="1207"/>
                            <a:ext cx="125" cy="119"/>
                          </a:xfrm>
                          <a:prstGeom prst="rect">
                            <a:avLst/>
                          </a:prstGeom>
                          <a:noFill/>
                          <a:ln w="38100">
                            <a:noFill/>
                            <a:miter/>
                          </a:ln>
                        </p:spPr>
                      </p:pic>
                    </p:oleObj>
                  </mc:Fallback>
                </mc:AlternateContent>
              </a:graphicData>
            </a:graphic>
          </p:graphicFrame>
          <p:graphicFrame>
            <p:nvGraphicFramePr>
              <p:cNvPr id="59422" name="Object 16"/>
              <p:cNvGraphicFramePr/>
              <p:nvPr/>
            </p:nvGraphicFramePr>
            <p:xfrm>
              <a:off x="4161" y="1933"/>
              <a:ext cx="125" cy="119"/>
            </p:xfrm>
            <a:graphic>
              <a:graphicData uri="http://schemas.openxmlformats.org/presentationml/2006/ole">
                <mc:AlternateContent xmlns:mc="http://schemas.openxmlformats.org/markup-compatibility/2006">
                  <mc:Choice xmlns:v="urn:schemas-microsoft-com:vml" Requires="v">
                    <p:oleObj spid="_x0000_s3289" name="" r:id="rId15" imgW="571500" imgH="520700" progId="Equation.3">
                      <p:embed/>
                    </p:oleObj>
                  </mc:Choice>
                  <mc:Fallback>
                    <p:oleObj name="" r:id="rId15" imgW="571500" imgH="520700" progId="Equation.3">
                      <p:embed/>
                      <p:pic>
                        <p:nvPicPr>
                          <p:cNvPr id="0" name="图片 3288"/>
                          <p:cNvPicPr/>
                          <p:nvPr/>
                        </p:nvPicPr>
                        <p:blipFill>
                          <a:blip r:embed="rId16">
                            <a:clrChange>
                              <a:clrFrom>
                                <a:srgbClr val="000000"/>
                              </a:clrFrom>
                              <a:clrTo>
                                <a:srgbClr val="000099"/>
                              </a:clrTo>
                            </a:clrChange>
                          </a:blip>
                          <a:stretch>
                            <a:fillRect/>
                          </a:stretch>
                        </p:blipFill>
                        <p:spPr>
                          <a:xfrm>
                            <a:off x="4161" y="1933"/>
                            <a:ext cx="125" cy="119"/>
                          </a:xfrm>
                          <a:prstGeom prst="rect">
                            <a:avLst/>
                          </a:prstGeom>
                          <a:noFill/>
                          <a:ln w="38100">
                            <a:noFill/>
                            <a:miter/>
                          </a:ln>
                        </p:spPr>
                      </p:pic>
                    </p:oleObj>
                  </mc:Fallback>
                </mc:AlternateContent>
              </a:graphicData>
            </a:graphic>
          </p:graphicFrame>
          <p:graphicFrame>
            <p:nvGraphicFramePr>
              <p:cNvPr id="59423" name="Object 17"/>
              <p:cNvGraphicFramePr/>
              <p:nvPr/>
            </p:nvGraphicFramePr>
            <p:xfrm>
              <a:off x="4513" y="1797"/>
              <a:ext cx="125" cy="119"/>
            </p:xfrm>
            <a:graphic>
              <a:graphicData uri="http://schemas.openxmlformats.org/presentationml/2006/ole">
                <mc:AlternateContent xmlns:mc="http://schemas.openxmlformats.org/markup-compatibility/2006">
                  <mc:Choice xmlns:v="urn:schemas-microsoft-com:vml" Requires="v">
                    <p:oleObj spid="_x0000_s3291" name="" r:id="rId17" imgW="571500" imgH="520700" progId="Equation.3">
                      <p:embed/>
                    </p:oleObj>
                  </mc:Choice>
                  <mc:Fallback>
                    <p:oleObj name="" r:id="rId17" imgW="571500" imgH="520700" progId="Equation.3">
                      <p:embed/>
                      <p:pic>
                        <p:nvPicPr>
                          <p:cNvPr id="0" name="图片 3290"/>
                          <p:cNvPicPr/>
                          <p:nvPr/>
                        </p:nvPicPr>
                        <p:blipFill>
                          <a:blip r:embed="rId18">
                            <a:clrChange>
                              <a:clrFrom>
                                <a:srgbClr val="000000"/>
                              </a:clrFrom>
                              <a:clrTo>
                                <a:srgbClr val="000099"/>
                              </a:clrTo>
                            </a:clrChange>
                          </a:blip>
                          <a:stretch>
                            <a:fillRect/>
                          </a:stretch>
                        </p:blipFill>
                        <p:spPr>
                          <a:xfrm>
                            <a:off x="4513" y="1797"/>
                            <a:ext cx="125" cy="119"/>
                          </a:xfrm>
                          <a:prstGeom prst="rect">
                            <a:avLst/>
                          </a:prstGeom>
                          <a:noFill/>
                          <a:ln w="38100">
                            <a:noFill/>
                            <a:miter/>
                          </a:ln>
                        </p:spPr>
                      </p:pic>
                    </p:oleObj>
                  </mc:Fallback>
                </mc:AlternateContent>
              </a:graphicData>
            </a:graphic>
          </p:graphicFrame>
          <p:graphicFrame>
            <p:nvGraphicFramePr>
              <p:cNvPr id="59424" name="Object 18"/>
              <p:cNvGraphicFramePr/>
              <p:nvPr/>
            </p:nvGraphicFramePr>
            <p:xfrm>
              <a:off x="4207" y="1661"/>
              <a:ext cx="125" cy="119"/>
            </p:xfrm>
            <a:graphic>
              <a:graphicData uri="http://schemas.openxmlformats.org/presentationml/2006/ole">
                <mc:AlternateContent xmlns:mc="http://schemas.openxmlformats.org/markup-compatibility/2006">
                  <mc:Choice xmlns:v="urn:schemas-microsoft-com:vml" Requires="v">
                    <p:oleObj spid="_x0000_s3283" name="" r:id="rId19" imgW="571500" imgH="520700" progId="Equation.3">
                      <p:embed/>
                    </p:oleObj>
                  </mc:Choice>
                  <mc:Fallback>
                    <p:oleObj name="" r:id="rId19" imgW="571500" imgH="520700" progId="Equation.3">
                      <p:embed/>
                      <p:pic>
                        <p:nvPicPr>
                          <p:cNvPr id="0" name="图片 3282"/>
                          <p:cNvPicPr/>
                          <p:nvPr/>
                        </p:nvPicPr>
                        <p:blipFill>
                          <a:blip r:embed="rId20">
                            <a:clrChange>
                              <a:clrFrom>
                                <a:srgbClr val="000000"/>
                              </a:clrFrom>
                              <a:clrTo>
                                <a:srgbClr val="000099"/>
                              </a:clrTo>
                            </a:clrChange>
                          </a:blip>
                          <a:stretch>
                            <a:fillRect/>
                          </a:stretch>
                        </p:blipFill>
                        <p:spPr>
                          <a:xfrm>
                            <a:off x="4207" y="1661"/>
                            <a:ext cx="125" cy="119"/>
                          </a:xfrm>
                          <a:prstGeom prst="rect">
                            <a:avLst/>
                          </a:prstGeom>
                          <a:noFill/>
                          <a:ln w="38100">
                            <a:noFill/>
                            <a:miter/>
                          </a:ln>
                        </p:spPr>
                      </p:pic>
                    </p:oleObj>
                  </mc:Fallback>
                </mc:AlternateContent>
              </a:graphicData>
            </a:graphic>
          </p:graphicFrame>
          <p:graphicFrame>
            <p:nvGraphicFramePr>
              <p:cNvPr id="59425" name="Object 19"/>
              <p:cNvGraphicFramePr/>
              <p:nvPr/>
            </p:nvGraphicFramePr>
            <p:xfrm>
              <a:off x="4479" y="844"/>
              <a:ext cx="125" cy="119"/>
            </p:xfrm>
            <a:graphic>
              <a:graphicData uri="http://schemas.openxmlformats.org/presentationml/2006/ole">
                <mc:AlternateContent xmlns:mc="http://schemas.openxmlformats.org/markup-compatibility/2006">
                  <mc:Choice xmlns:v="urn:schemas-microsoft-com:vml" Requires="v">
                    <p:oleObj spid="_x0000_s3294" name="" r:id="rId21" imgW="571500" imgH="520700" progId="Equation.3">
                      <p:embed/>
                    </p:oleObj>
                  </mc:Choice>
                  <mc:Fallback>
                    <p:oleObj name="" r:id="rId21" imgW="571500" imgH="520700" progId="Equation.3">
                      <p:embed/>
                      <p:pic>
                        <p:nvPicPr>
                          <p:cNvPr id="0" name="图片 3293"/>
                          <p:cNvPicPr/>
                          <p:nvPr/>
                        </p:nvPicPr>
                        <p:blipFill>
                          <a:blip r:embed="rId22">
                            <a:clrChange>
                              <a:clrFrom>
                                <a:srgbClr val="000000"/>
                              </a:clrFrom>
                              <a:clrTo>
                                <a:srgbClr val="000099"/>
                              </a:clrTo>
                            </a:clrChange>
                          </a:blip>
                          <a:stretch>
                            <a:fillRect/>
                          </a:stretch>
                        </p:blipFill>
                        <p:spPr>
                          <a:xfrm>
                            <a:off x="4479" y="844"/>
                            <a:ext cx="125" cy="119"/>
                          </a:xfrm>
                          <a:prstGeom prst="rect">
                            <a:avLst/>
                          </a:prstGeom>
                          <a:noFill/>
                          <a:ln w="38100">
                            <a:noFill/>
                            <a:miter/>
                          </a:ln>
                        </p:spPr>
                      </p:pic>
                    </p:oleObj>
                  </mc:Fallback>
                </mc:AlternateContent>
              </a:graphicData>
            </a:graphic>
          </p:graphicFrame>
          <p:graphicFrame>
            <p:nvGraphicFramePr>
              <p:cNvPr id="59426" name="Object 20"/>
              <p:cNvGraphicFramePr/>
              <p:nvPr/>
            </p:nvGraphicFramePr>
            <p:xfrm>
              <a:off x="4150" y="2152"/>
              <a:ext cx="176" cy="144"/>
            </p:xfrm>
            <a:graphic>
              <a:graphicData uri="http://schemas.openxmlformats.org/presentationml/2006/ole">
                <mc:AlternateContent xmlns:mc="http://schemas.openxmlformats.org/markup-compatibility/2006">
                  <mc:Choice xmlns:v="urn:schemas-microsoft-com:vml" Requires="v">
                    <p:oleObj spid="_x0000_s3278" name="" r:id="rId23" imgW="609600" imgH="508000" progId="Equation.3">
                      <p:embed/>
                    </p:oleObj>
                  </mc:Choice>
                  <mc:Fallback>
                    <p:oleObj name="" r:id="rId23" imgW="609600" imgH="508000" progId="Equation.3">
                      <p:embed/>
                      <p:pic>
                        <p:nvPicPr>
                          <p:cNvPr id="0" name="图片 3277"/>
                          <p:cNvPicPr/>
                          <p:nvPr/>
                        </p:nvPicPr>
                        <p:blipFill>
                          <a:blip r:embed="rId24">
                            <a:clrChange>
                              <a:clrFrom>
                                <a:srgbClr val="000000"/>
                              </a:clrFrom>
                              <a:clrTo>
                                <a:srgbClr val="660033"/>
                              </a:clrTo>
                            </a:clrChange>
                          </a:blip>
                          <a:stretch>
                            <a:fillRect/>
                          </a:stretch>
                        </p:blipFill>
                        <p:spPr>
                          <a:xfrm>
                            <a:off x="4150" y="2152"/>
                            <a:ext cx="176" cy="144"/>
                          </a:xfrm>
                          <a:prstGeom prst="rect">
                            <a:avLst/>
                          </a:prstGeom>
                          <a:noFill/>
                          <a:ln w="38100">
                            <a:noFill/>
                            <a:miter/>
                          </a:ln>
                        </p:spPr>
                      </p:pic>
                    </p:oleObj>
                  </mc:Fallback>
                </mc:AlternateContent>
              </a:graphicData>
            </a:graphic>
          </p:graphicFrame>
          <p:graphicFrame>
            <p:nvGraphicFramePr>
              <p:cNvPr id="59427" name="Object 21"/>
              <p:cNvGraphicFramePr/>
              <p:nvPr/>
            </p:nvGraphicFramePr>
            <p:xfrm>
              <a:off x="4434" y="1253"/>
              <a:ext cx="125" cy="119"/>
            </p:xfrm>
            <a:graphic>
              <a:graphicData uri="http://schemas.openxmlformats.org/presentationml/2006/ole">
                <mc:AlternateContent xmlns:mc="http://schemas.openxmlformats.org/markup-compatibility/2006">
                  <mc:Choice xmlns:v="urn:schemas-microsoft-com:vml" Requires="v">
                    <p:oleObj spid="_x0000_s3284" name="" r:id="rId25" imgW="571500" imgH="520700" progId="Equation.3">
                      <p:embed/>
                    </p:oleObj>
                  </mc:Choice>
                  <mc:Fallback>
                    <p:oleObj name="" r:id="rId25" imgW="571500" imgH="520700" progId="Equation.3">
                      <p:embed/>
                      <p:pic>
                        <p:nvPicPr>
                          <p:cNvPr id="0" name="图片 3283"/>
                          <p:cNvPicPr/>
                          <p:nvPr/>
                        </p:nvPicPr>
                        <p:blipFill>
                          <a:blip r:embed="rId26">
                            <a:clrChange>
                              <a:clrFrom>
                                <a:srgbClr val="000000"/>
                              </a:clrFrom>
                              <a:clrTo>
                                <a:srgbClr val="000099"/>
                              </a:clrTo>
                            </a:clrChange>
                          </a:blip>
                          <a:stretch>
                            <a:fillRect/>
                          </a:stretch>
                        </p:blipFill>
                        <p:spPr>
                          <a:xfrm>
                            <a:off x="4434" y="1253"/>
                            <a:ext cx="125" cy="119"/>
                          </a:xfrm>
                          <a:prstGeom prst="rect">
                            <a:avLst/>
                          </a:prstGeom>
                          <a:noFill/>
                          <a:ln w="38100">
                            <a:noFill/>
                            <a:miter/>
                          </a:ln>
                        </p:spPr>
                      </p:pic>
                    </p:oleObj>
                  </mc:Fallback>
                </mc:AlternateContent>
              </a:graphicData>
            </a:graphic>
          </p:graphicFrame>
          <p:graphicFrame>
            <p:nvGraphicFramePr>
              <p:cNvPr id="59428" name="Object 22"/>
              <p:cNvGraphicFramePr/>
              <p:nvPr/>
            </p:nvGraphicFramePr>
            <p:xfrm>
              <a:off x="4332" y="1996"/>
              <a:ext cx="125" cy="119"/>
            </p:xfrm>
            <a:graphic>
              <a:graphicData uri="http://schemas.openxmlformats.org/presentationml/2006/ole">
                <mc:AlternateContent xmlns:mc="http://schemas.openxmlformats.org/markup-compatibility/2006">
                  <mc:Choice xmlns:v="urn:schemas-microsoft-com:vml" Requires="v">
                    <p:oleObj spid="_x0000_s3296" name="" r:id="rId27" imgW="571500" imgH="520700" progId="Equation.3">
                      <p:embed/>
                    </p:oleObj>
                  </mc:Choice>
                  <mc:Fallback>
                    <p:oleObj name="" r:id="rId27" imgW="571500" imgH="520700" progId="Equation.3">
                      <p:embed/>
                      <p:pic>
                        <p:nvPicPr>
                          <p:cNvPr id="0" name="图片 3295"/>
                          <p:cNvPicPr/>
                          <p:nvPr/>
                        </p:nvPicPr>
                        <p:blipFill>
                          <a:blip r:embed="rId28">
                            <a:clrChange>
                              <a:clrFrom>
                                <a:srgbClr val="000000"/>
                              </a:clrFrom>
                              <a:clrTo>
                                <a:srgbClr val="000099"/>
                              </a:clrTo>
                            </a:clrChange>
                          </a:blip>
                          <a:stretch>
                            <a:fillRect/>
                          </a:stretch>
                        </p:blipFill>
                        <p:spPr>
                          <a:xfrm>
                            <a:off x="4332" y="1996"/>
                            <a:ext cx="125" cy="119"/>
                          </a:xfrm>
                          <a:prstGeom prst="rect">
                            <a:avLst/>
                          </a:prstGeom>
                          <a:noFill/>
                          <a:ln w="38100">
                            <a:noFill/>
                            <a:miter/>
                          </a:ln>
                        </p:spPr>
                      </p:pic>
                    </p:oleObj>
                  </mc:Fallback>
                </mc:AlternateContent>
              </a:graphicData>
            </a:graphic>
          </p:graphicFrame>
          <p:graphicFrame>
            <p:nvGraphicFramePr>
              <p:cNvPr id="59429" name="Object 23"/>
              <p:cNvGraphicFramePr/>
              <p:nvPr/>
            </p:nvGraphicFramePr>
            <p:xfrm>
              <a:off x="4332" y="1769"/>
              <a:ext cx="125" cy="119"/>
            </p:xfrm>
            <a:graphic>
              <a:graphicData uri="http://schemas.openxmlformats.org/presentationml/2006/ole">
                <mc:AlternateContent xmlns:mc="http://schemas.openxmlformats.org/markup-compatibility/2006">
                  <mc:Choice xmlns:v="urn:schemas-microsoft-com:vml" Requires="v">
                    <p:oleObj spid="_x0000_s3288" name="" r:id="rId29" imgW="571500" imgH="520700" progId="Equation.3">
                      <p:embed/>
                    </p:oleObj>
                  </mc:Choice>
                  <mc:Fallback>
                    <p:oleObj name="" r:id="rId29" imgW="571500" imgH="520700" progId="Equation.3">
                      <p:embed/>
                      <p:pic>
                        <p:nvPicPr>
                          <p:cNvPr id="0" name="图片 3287"/>
                          <p:cNvPicPr/>
                          <p:nvPr/>
                        </p:nvPicPr>
                        <p:blipFill>
                          <a:blip r:embed="rId30">
                            <a:clrChange>
                              <a:clrFrom>
                                <a:srgbClr val="000000"/>
                              </a:clrFrom>
                              <a:clrTo>
                                <a:srgbClr val="000099"/>
                              </a:clrTo>
                            </a:clrChange>
                          </a:blip>
                          <a:stretch>
                            <a:fillRect/>
                          </a:stretch>
                        </p:blipFill>
                        <p:spPr>
                          <a:xfrm>
                            <a:off x="4332" y="1769"/>
                            <a:ext cx="125" cy="119"/>
                          </a:xfrm>
                          <a:prstGeom prst="rect">
                            <a:avLst/>
                          </a:prstGeom>
                          <a:noFill/>
                          <a:ln w="38100">
                            <a:noFill/>
                            <a:miter/>
                          </a:ln>
                        </p:spPr>
                      </p:pic>
                    </p:oleObj>
                  </mc:Fallback>
                </mc:AlternateContent>
              </a:graphicData>
            </a:graphic>
          </p:graphicFrame>
          <p:graphicFrame>
            <p:nvGraphicFramePr>
              <p:cNvPr id="59430" name="Object 24"/>
              <p:cNvGraphicFramePr/>
              <p:nvPr/>
            </p:nvGraphicFramePr>
            <p:xfrm>
              <a:off x="4241" y="1434"/>
              <a:ext cx="125" cy="119"/>
            </p:xfrm>
            <a:graphic>
              <a:graphicData uri="http://schemas.openxmlformats.org/presentationml/2006/ole">
                <mc:AlternateContent xmlns:mc="http://schemas.openxmlformats.org/markup-compatibility/2006">
                  <mc:Choice xmlns:v="urn:schemas-microsoft-com:vml" Requires="v">
                    <p:oleObj spid="_x0000_s3292" name="" r:id="rId31" imgW="571500" imgH="520700" progId="Equation.3">
                      <p:embed/>
                    </p:oleObj>
                  </mc:Choice>
                  <mc:Fallback>
                    <p:oleObj name="" r:id="rId31" imgW="571500" imgH="520700" progId="Equation.3">
                      <p:embed/>
                      <p:pic>
                        <p:nvPicPr>
                          <p:cNvPr id="0" name="图片 3291"/>
                          <p:cNvPicPr/>
                          <p:nvPr/>
                        </p:nvPicPr>
                        <p:blipFill>
                          <a:blip r:embed="rId32">
                            <a:clrChange>
                              <a:clrFrom>
                                <a:srgbClr val="000000"/>
                              </a:clrFrom>
                              <a:clrTo>
                                <a:srgbClr val="000099"/>
                              </a:clrTo>
                            </a:clrChange>
                          </a:blip>
                          <a:stretch>
                            <a:fillRect/>
                          </a:stretch>
                        </p:blipFill>
                        <p:spPr>
                          <a:xfrm>
                            <a:off x="4241" y="1434"/>
                            <a:ext cx="125" cy="119"/>
                          </a:xfrm>
                          <a:prstGeom prst="rect">
                            <a:avLst/>
                          </a:prstGeom>
                          <a:noFill/>
                          <a:ln w="38100">
                            <a:noFill/>
                            <a:miter/>
                          </a:ln>
                        </p:spPr>
                      </p:pic>
                    </p:oleObj>
                  </mc:Fallback>
                </mc:AlternateContent>
              </a:graphicData>
            </a:graphic>
          </p:graphicFrame>
          <p:graphicFrame>
            <p:nvGraphicFramePr>
              <p:cNvPr id="59431" name="Object 25"/>
              <p:cNvGraphicFramePr/>
              <p:nvPr/>
            </p:nvGraphicFramePr>
            <p:xfrm>
              <a:off x="4660" y="618"/>
              <a:ext cx="125" cy="119"/>
            </p:xfrm>
            <a:graphic>
              <a:graphicData uri="http://schemas.openxmlformats.org/presentationml/2006/ole">
                <mc:AlternateContent xmlns:mc="http://schemas.openxmlformats.org/markup-compatibility/2006">
                  <mc:Choice xmlns:v="urn:schemas-microsoft-com:vml" Requires="v">
                    <p:oleObj spid="_x0000_s3293" name="" r:id="rId33" imgW="571500" imgH="520700" progId="Equation.3">
                      <p:embed/>
                    </p:oleObj>
                  </mc:Choice>
                  <mc:Fallback>
                    <p:oleObj name="" r:id="rId33" imgW="571500" imgH="520700" progId="Equation.3">
                      <p:embed/>
                      <p:pic>
                        <p:nvPicPr>
                          <p:cNvPr id="0" name="图片 3292"/>
                          <p:cNvPicPr/>
                          <p:nvPr/>
                        </p:nvPicPr>
                        <p:blipFill>
                          <a:blip r:embed="rId34">
                            <a:clrChange>
                              <a:clrFrom>
                                <a:srgbClr val="000000"/>
                              </a:clrFrom>
                              <a:clrTo>
                                <a:srgbClr val="000099"/>
                              </a:clrTo>
                            </a:clrChange>
                          </a:blip>
                          <a:stretch>
                            <a:fillRect/>
                          </a:stretch>
                        </p:blipFill>
                        <p:spPr>
                          <a:xfrm>
                            <a:off x="4660" y="618"/>
                            <a:ext cx="125" cy="119"/>
                          </a:xfrm>
                          <a:prstGeom prst="rect">
                            <a:avLst/>
                          </a:prstGeom>
                          <a:noFill/>
                          <a:ln w="38100">
                            <a:noFill/>
                            <a:miter/>
                          </a:ln>
                        </p:spPr>
                      </p:pic>
                    </p:oleObj>
                  </mc:Fallback>
                </mc:AlternateContent>
              </a:graphicData>
            </a:graphic>
          </p:graphicFrame>
          <p:graphicFrame>
            <p:nvGraphicFramePr>
              <p:cNvPr id="59432" name="Object 26"/>
              <p:cNvGraphicFramePr/>
              <p:nvPr/>
            </p:nvGraphicFramePr>
            <p:xfrm>
              <a:off x="4434" y="1542"/>
              <a:ext cx="125" cy="119"/>
            </p:xfrm>
            <a:graphic>
              <a:graphicData uri="http://schemas.openxmlformats.org/presentationml/2006/ole">
                <mc:AlternateContent xmlns:mc="http://schemas.openxmlformats.org/markup-compatibility/2006">
                  <mc:Choice xmlns:v="urn:schemas-microsoft-com:vml" Requires="v">
                    <p:oleObj spid="_x0000_s3285" name="" r:id="rId35" imgW="571500" imgH="520700" progId="Equation.3">
                      <p:embed/>
                    </p:oleObj>
                  </mc:Choice>
                  <mc:Fallback>
                    <p:oleObj name="" r:id="rId35" imgW="571500" imgH="520700" progId="Equation.3">
                      <p:embed/>
                      <p:pic>
                        <p:nvPicPr>
                          <p:cNvPr id="0" name="图片 3284"/>
                          <p:cNvPicPr/>
                          <p:nvPr/>
                        </p:nvPicPr>
                        <p:blipFill>
                          <a:blip r:embed="rId36">
                            <a:clrChange>
                              <a:clrFrom>
                                <a:srgbClr val="000000"/>
                              </a:clrFrom>
                              <a:clrTo>
                                <a:srgbClr val="000099"/>
                              </a:clrTo>
                            </a:clrChange>
                          </a:blip>
                          <a:stretch>
                            <a:fillRect/>
                          </a:stretch>
                        </p:blipFill>
                        <p:spPr>
                          <a:xfrm>
                            <a:off x="4434" y="1542"/>
                            <a:ext cx="125" cy="119"/>
                          </a:xfrm>
                          <a:prstGeom prst="rect">
                            <a:avLst/>
                          </a:prstGeom>
                          <a:noFill/>
                          <a:ln w="38100">
                            <a:noFill/>
                            <a:miter/>
                          </a:ln>
                        </p:spPr>
                      </p:pic>
                    </p:oleObj>
                  </mc:Fallback>
                </mc:AlternateContent>
              </a:graphicData>
            </a:graphic>
          </p:graphicFrame>
          <p:graphicFrame>
            <p:nvGraphicFramePr>
              <p:cNvPr id="59433" name="Object 27"/>
              <p:cNvGraphicFramePr/>
              <p:nvPr/>
            </p:nvGraphicFramePr>
            <p:xfrm>
              <a:off x="4660" y="890"/>
              <a:ext cx="125" cy="119"/>
            </p:xfrm>
            <a:graphic>
              <a:graphicData uri="http://schemas.openxmlformats.org/presentationml/2006/ole">
                <mc:AlternateContent xmlns:mc="http://schemas.openxmlformats.org/markup-compatibility/2006">
                  <mc:Choice xmlns:v="urn:schemas-microsoft-com:vml" Requires="v">
                    <p:oleObj spid="_x0000_s3279" name="" r:id="rId37" imgW="571500" imgH="520700" progId="Equation.3">
                      <p:embed/>
                    </p:oleObj>
                  </mc:Choice>
                  <mc:Fallback>
                    <p:oleObj name="" r:id="rId37" imgW="571500" imgH="520700" progId="Equation.3">
                      <p:embed/>
                      <p:pic>
                        <p:nvPicPr>
                          <p:cNvPr id="0" name="图片 3278"/>
                          <p:cNvPicPr/>
                          <p:nvPr/>
                        </p:nvPicPr>
                        <p:blipFill>
                          <a:blip r:embed="rId38">
                            <a:clrChange>
                              <a:clrFrom>
                                <a:srgbClr val="000000"/>
                              </a:clrFrom>
                              <a:clrTo>
                                <a:srgbClr val="000099"/>
                              </a:clrTo>
                            </a:clrChange>
                          </a:blip>
                          <a:stretch>
                            <a:fillRect/>
                          </a:stretch>
                        </p:blipFill>
                        <p:spPr>
                          <a:xfrm>
                            <a:off x="4660" y="890"/>
                            <a:ext cx="125" cy="119"/>
                          </a:xfrm>
                          <a:prstGeom prst="rect">
                            <a:avLst/>
                          </a:prstGeom>
                          <a:noFill/>
                          <a:ln w="38100">
                            <a:noFill/>
                            <a:miter/>
                          </a:ln>
                        </p:spPr>
                      </p:pic>
                    </p:oleObj>
                  </mc:Fallback>
                </mc:AlternateContent>
              </a:graphicData>
            </a:graphic>
          </p:graphicFrame>
          <p:graphicFrame>
            <p:nvGraphicFramePr>
              <p:cNvPr id="59434" name="Object 28"/>
              <p:cNvGraphicFramePr/>
              <p:nvPr/>
            </p:nvGraphicFramePr>
            <p:xfrm>
              <a:off x="4660" y="1162"/>
              <a:ext cx="125" cy="119"/>
            </p:xfrm>
            <a:graphic>
              <a:graphicData uri="http://schemas.openxmlformats.org/presentationml/2006/ole">
                <mc:AlternateContent xmlns:mc="http://schemas.openxmlformats.org/markup-compatibility/2006">
                  <mc:Choice xmlns:v="urn:schemas-microsoft-com:vml" Requires="v">
                    <p:oleObj spid="_x0000_s3286" name="" r:id="rId39" imgW="571500" imgH="520700" progId="Equation.3">
                      <p:embed/>
                    </p:oleObj>
                  </mc:Choice>
                  <mc:Fallback>
                    <p:oleObj name="" r:id="rId39" imgW="571500" imgH="520700" progId="Equation.3">
                      <p:embed/>
                      <p:pic>
                        <p:nvPicPr>
                          <p:cNvPr id="0" name="图片 3285"/>
                          <p:cNvPicPr/>
                          <p:nvPr/>
                        </p:nvPicPr>
                        <p:blipFill>
                          <a:blip r:embed="rId40">
                            <a:clrChange>
                              <a:clrFrom>
                                <a:srgbClr val="000000"/>
                              </a:clrFrom>
                              <a:clrTo>
                                <a:srgbClr val="000099"/>
                              </a:clrTo>
                            </a:clrChange>
                          </a:blip>
                          <a:stretch>
                            <a:fillRect/>
                          </a:stretch>
                        </p:blipFill>
                        <p:spPr>
                          <a:xfrm>
                            <a:off x="4660" y="1162"/>
                            <a:ext cx="125" cy="119"/>
                          </a:xfrm>
                          <a:prstGeom prst="rect">
                            <a:avLst/>
                          </a:prstGeom>
                          <a:noFill/>
                          <a:ln w="38100">
                            <a:noFill/>
                            <a:miter/>
                          </a:ln>
                        </p:spPr>
                      </p:pic>
                    </p:oleObj>
                  </mc:Fallback>
                </mc:AlternateContent>
              </a:graphicData>
            </a:graphic>
          </p:graphicFrame>
          <p:graphicFrame>
            <p:nvGraphicFramePr>
              <p:cNvPr id="59435" name="Object 29"/>
              <p:cNvGraphicFramePr/>
              <p:nvPr/>
            </p:nvGraphicFramePr>
            <p:xfrm>
              <a:off x="4660" y="1451"/>
              <a:ext cx="125" cy="119"/>
            </p:xfrm>
            <a:graphic>
              <a:graphicData uri="http://schemas.openxmlformats.org/presentationml/2006/ole">
                <mc:AlternateContent xmlns:mc="http://schemas.openxmlformats.org/markup-compatibility/2006">
                  <mc:Choice xmlns:v="urn:schemas-microsoft-com:vml" Requires="v">
                    <p:oleObj spid="_x0000_s3297" name="" r:id="rId41" imgW="571500" imgH="520700" progId="Equation.3">
                      <p:embed/>
                    </p:oleObj>
                  </mc:Choice>
                  <mc:Fallback>
                    <p:oleObj name="" r:id="rId41" imgW="571500" imgH="520700" progId="Equation.3">
                      <p:embed/>
                      <p:pic>
                        <p:nvPicPr>
                          <p:cNvPr id="0" name="图片 3296"/>
                          <p:cNvPicPr/>
                          <p:nvPr/>
                        </p:nvPicPr>
                        <p:blipFill>
                          <a:blip r:embed="rId42">
                            <a:clrChange>
                              <a:clrFrom>
                                <a:srgbClr val="000000"/>
                              </a:clrFrom>
                              <a:clrTo>
                                <a:srgbClr val="000099"/>
                              </a:clrTo>
                            </a:clrChange>
                          </a:blip>
                          <a:stretch>
                            <a:fillRect/>
                          </a:stretch>
                        </p:blipFill>
                        <p:spPr>
                          <a:xfrm>
                            <a:off x="4660" y="1451"/>
                            <a:ext cx="125" cy="119"/>
                          </a:xfrm>
                          <a:prstGeom prst="rect">
                            <a:avLst/>
                          </a:prstGeom>
                          <a:noFill/>
                          <a:ln w="38100">
                            <a:noFill/>
                            <a:miter/>
                          </a:ln>
                        </p:spPr>
                      </p:pic>
                    </p:oleObj>
                  </mc:Fallback>
                </mc:AlternateContent>
              </a:graphicData>
            </a:graphic>
          </p:graphicFrame>
          <p:graphicFrame>
            <p:nvGraphicFramePr>
              <p:cNvPr id="59436" name="Object 30"/>
              <p:cNvGraphicFramePr/>
              <p:nvPr/>
            </p:nvGraphicFramePr>
            <p:xfrm>
              <a:off x="4524" y="1071"/>
              <a:ext cx="125" cy="119"/>
            </p:xfrm>
            <a:graphic>
              <a:graphicData uri="http://schemas.openxmlformats.org/presentationml/2006/ole">
                <mc:AlternateContent xmlns:mc="http://schemas.openxmlformats.org/markup-compatibility/2006">
                  <mc:Choice xmlns:v="urn:schemas-microsoft-com:vml" Requires="v">
                    <p:oleObj spid="_x0000_s3295" name="" r:id="rId43" imgW="571500" imgH="520700" progId="Equation.3">
                      <p:embed/>
                    </p:oleObj>
                  </mc:Choice>
                  <mc:Fallback>
                    <p:oleObj name="" r:id="rId43" imgW="571500" imgH="520700" progId="Equation.3">
                      <p:embed/>
                      <p:pic>
                        <p:nvPicPr>
                          <p:cNvPr id="0" name="图片 3294"/>
                          <p:cNvPicPr/>
                          <p:nvPr/>
                        </p:nvPicPr>
                        <p:blipFill>
                          <a:blip r:embed="rId44">
                            <a:clrChange>
                              <a:clrFrom>
                                <a:srgbClr val="000000"/>
                              </a:clrFrom>
                              <a:clrTo>
                                <a:srgbClr val="000099"/>
                              </a:clrTo>
                            </a:clrChange>
                          </a:blip>
                          <a:stretch>
                            <a:fillRect/>
                          </a:stretch>
                        </p:blipFill>
                        <p:spPr>
                          <a:xfrm>
                            <a:off x="4524" y="1071"/>
                            <a:ext cx="125" cy="119"/>
                          </a:xfrm>
                          <a:prstGeom prst="rect">
                            <a:avLst/>
                          </a:prstGeom>
                          <a:noFill/>
                          <a:ln w="38100">
                            <a:noFill/>
                            <a:miter/>
                          </a:ln>
                        </p:spPr>
                      </p:pic>
                    </p:oleObj>
                  </mc:Fallback>
                </mc:AlternateContent>
              </a:graphicData>
            </a:graphic>
          </p:graphicFrame>
        </p:grpSp>
        <p:grpSp>
          <p:nvGrpSpPr>
            <p:cNvPr id="59437" name="Group 49"/>
            <p:cNvGrpSpPr/>
            <p:nvPr/>
          </p:nvGrpSpPr>
          <p:grpSpPr>
            <a:xfrm>
              <a:off x="3315" y="890"/>
              <a:ext cx="438" cy="317"/>
              <a:chOff x="3406" y="1253"/>
              <a:chExt cx="438" cy="317"/>
            </a:xfrm>
          </p:grpSpPr>
          <p:sp>
            <p:nvSpPr>
              <p:cNvPr id="59438" name="Line 50"/>
              <p:cNvSpPr/>
              <p:nvPr/>
            </p:nvSpPr>
            <p:spPr>
              <a:xfrm flipH="1">
                <a:off x="3515" y="1570"/>
                <a:ext cx="329" cy="0"/>
              </a:xfrm>
              <a:prstGeom prst="line">
                <a:avLst/>
              </a:prstGeom>
              <a:ln w="31750" cap="flat" cmpd="sng">
                <a:solidFill>
                  <a:srgbClr val="FF0000"/>
                </a:solidFill>
                <a:prstDash val="solid"/>
                <a:round/>
                <a:headEnd type="none" w="med" len="med"/>
                <a:tailEnd type="triangle" w="sm" len="lg"/>
              </a:ln>
            </p:spPr>
          </p:sp>
          <p:graphicFrame>
            <p:nvGraphicFramePr>
              <p:cNvPr id="59439" name="Object 13"/>
              <p:cNvGraphicFramePr/>
              <p:nvPr/>
            </p:nvGraphicFramePr>
            <p:xfrm>
              <a:off x="3406" y="1253"/>
              <a:ext cx="200" cy="232"/>
            </p:xfrm>
            <a:graphic>
              <a:graphicData uri="http://schemas.openxmlformats.org/presentationml/2006/ole">
                <mc:AlternateContent xmlns:mc="http://schemas.openxmlformats.org/markup-compatibility/2006">
                  <mc:Choice xmlns:v="urn:schemas-microsoft-com:vml" Requires="v">
                    <p:oleObj spid="_x0000_s3287" name="" r:id="rId45" imgW="711200" imgH="850900" progId="Equation.3">
                      <p:embed/>
                    </p:oleObj>
                  </mc:Choice>
                  <mc:Fallback>
                    <p:oleObj name="" r:id="rId45" imgW="711200" imgH="850900" progId="Equation.3">
                      <p:embed/>
                      <p:pic>
                        <p:nvPicPr>
                          <p:cNvPr id="0" name="图片 3286"/>
                          <p:cNvPicPr/>
                          <p:nvPr/>
                        </p:nvPicPr>
                        <p:blipFill>
                          <a:blip r:embed="rId46">
                            <a:clrChange>
                              <a:clrFrom>
                                <a:srgbClr val="000000"/>
                              </a:clrFrom>
                              <a:clrTo>
                                <a:srgbClr val="FF0000"/>
                              </a:clrTo>
                            </a:clrChange>
                          </a:blip>
                          <a:stretch>
                            <a:fillRect/>
                          </a:stretch>
                        </p:blipFill>
                        <p:spPr>
                          <a:xfrm>
                            <a:off x="3406" y="1253"/>
                            <a:ext cx="200" cy="232"/>
                          </a:xfrm>
                          <a:prstGeom prst="rect">
                            <a:avLst/>
                          </a:prstGeom>
                          <a:noFill/>
                          <a:ln w="38100">
                            <a:noFill/>
                            <a:miter/>
                          </a:ln>
                        </p:spPr>
                      </p:pic>
                    </p:oleObj>
                  </mc:Fallback>
                </mc:AlternateContent>
              </a:graphicData>
            </a:graphic>
          </p:graphicFrame>
        </p:grpSp>
        <p:sp>
          <p:nvSpPr>
            <p:cNvPr id="59440" name="Text Box 52"/>
            <p:cNvSpPr txBox="1"/>
            <p:nvPr/>
          </p:nvSpPr>
          <p:spPr>
            <a:xfrm>
              <a:off x="4743" y="664"/>
              <a:ext cx="537" cy="269"/>
            </a:xfrm>
            <a:prstGeom prst="rect">
              <a:avLst/>
            </a:prstGeom>
            <a:noFill/>
            <a:ln w="9525">
              <a:noFill/>
            </a:ln>
          </p:spPr>
          <p:txBody>
            <a:bodyPr anchor="t" anchorCtr="0">
              <a:spAutoFit/>
            </a:bodyPr>
            <a:p>
              <a:pPr algn="ctr"/>
              <a:r>
                <a:rPr lang="en-US" altLang="zh-CN" sz="2200" b="1" i="1" dirty="0">
                  <a:solidFill>
                    <a:srgbClr val="F400F4"/>
                  </a:solidFill>
                  <a:latin typeface="Times New Roman" panose="02020603050405020304" pitchFamily="18" charset="0"/>
                  <a:ea typeface="宋体" panose="02010600030101010101" pitchFamily="2" charset="-122"/>
                </a:rPr>
                <a:t>S</a:t>
              </a:r>
              <a:r>
                <a:rPr lang="zh-CN" altLang="en-US" sz="2200" b="1" baseline="-25000" dirty="0">
                  <a:solidFill>
                    <a:srgbClr val="F400F4"/>
                  </a:solidFill>
                  <a:latin typeface="Arial" panose="020B0604020202020204" pitchFamily="34" charset="0"/>
                  <a:ea typeface="宋体" panose="02010600030101010101" pitchFamily="2" charset="-122"/>
                </a:rPr>
                <a:t>侧</a:t>
              </a:r>
              <a:endParaRPr lang="zh-CN" altLang="en-US" sz="2300" b="1" dirty="0">
                <a:solidFill>
                  <a:srgbClr val="F400F4"/>
                </a:solidFill>
                <a:latin typeface="Times New Roman" panose="02020603050405020304" pitchFamily="18" charset="0"/>
                <a:ea typeface="华文中宋" panose="02010600040101010101" pitchFamily="2" charset="-122"/>
              </a:endParaRPr>
            </a:p>
          </p:txBody>
        </p:sp>
        <p:sp>
          <p:nvSpPr>
            <p:cNvPr id="59441" name="Text Box 53"/>
            <p:cNvSpPr txBox="1"/>
            <p:nvPr/>
          </p:nvSpPr>
          <p:spPr>
            <a:xfrm>
              <a:off x="5059" y="1432"/>
              <a:ext cx="406" cy="269"/>
            </a:xfrm>
            <a:prstGeom prst="rect">
              <a:avLst/>
            </a:prstGeom>
            <a:noFill/>
            <a:ln w="9525">
              <a:noFill/>
            </a:ln>
          </p:spPr>
          <p:txBody>
            <a:bodyPr anchor="t" anchorCtr="0">
              <a:spAutoFit/>
            </a:bodyPr>
            <a:p>
              <a:pPr algn="ctr"/>
              <a:r>
                <a:rPr lang="en-US" altLang="zh-CN" sz="2200" b="1" i="1" dirty="0">
                  <a:solidFill>
                    <a:srgbClr val="F400F4"/>
                  </a:solidFill>
                  <a:latin typeface="Times New Roman" panose="02020603050405020304" pitchFamily="18" charset="0"/>
                  <a:ea typeface="宋体" panose="02010600030101010101" pitchFamily="2" charset="-122"/>
                </a:rPr>
                <a:t>S</a:t>
              </a:r>
              <a:r>
                <a:rPr lang="zh-CN" altLang="en-US" sz="2200" b="1" baseline="-25000" dirty="0">
                  <a:solidFill>
                    <a:srgbClr val="F400F4"/>
                  </a:solidFill>
                  <a:latin typeface="Arial" panose="020B0604020202020204" pitchFamily="34" charset="0"/>
                  <a:ea typeface="宋体" panose="02010600030101010101" pitchFamily="2" charset="-122"/>
                </a:rPr>
                <a:t>底</a:t>
              </a:r>
              <a:endParaRPr lang="zh-CN" altLang="en-US" sz="2300" b="1" dirty="0">
                <a:solidFill>
                  <a:srgbClr val="F400F4"/>
                </a:solidFill>
                <a:latin typeface="Times New Roman" panose="02020603050405020304" pitchFamily="18" charset="0"/>
                <a:ea typeface="华文中宋" panose="02010600040101010101" pitchFamily="2" charset="-122"/>
              </a:endParaRPr>
            </a:p>
          </p:txBody>
        </p:sp>
        <p:sp>
          <p:nvSpPr>
            <p:cNvPr id="59442" name="Line 54"/>
            <p:cNvSpPr/>
            <p:nvPr/>
          </p:nvSpPr>
          <p:spPr>
            <a:xfrm>
              <a:off x="5053" y="1376"/>
              <a:ext cx="116" cy="240"/>
            </a:xfrm>
            <a:prstGeom prst="line">
              <a:avLst/>
            </a:prstGeom>
            <a:ln w="9525" cap="flat" cmpd="sng">
              <a:solidFill>
                <a:schemeClr val="bg1"/>
              </a:solidFill>
              <a:prstDash val="solid"/>
              <a:round/>
              <a:headEnd type="none" w="med" len="med"/>
              <a:tailEnd type="none" w="med" len="med"/>
            </a:ln>
          </p:spPr>
        </p:sp>
        <p:sp>
          <p:nvSpPr>
            <p:cNvPr id="59443" name="Text Box 55"/>
            <p:cNvSpPr txBox="1"/>
            <p:nvPr/>
          </p:nvSpPr>
          <p:spPr>
            <a:xfrm>
              <a:off x="4935" y="992"/>
              <a:ext cx="213" cy="250"/>
            </a:xfrm>
            <a:prstGeom prst="rect">
              <a:avLst/>
            </a:prstGeom>
            <a:noFill/>
            <a:ln w="9525">
              <a:noFill/>
            </a:ln>
          </p:spPr>
          <p:txBody>
            <a:bodyPr anchor="t" anchorCtr="0">
              <a:spAutoFit/>
            </a:bodyPr>
            <a:p>
              <a:pPr algn="ctr"/>
              <a:r>
                <a:rPr lang="en-US" altLang="zh-CN" sz="2000" b="1" i="1" dirty="0">
                  <a:solidFill>
                    <a:srgbClr val="000066"/>
                  </a:solidFill>
                  <a:latin typeface="Times New Roman" panose="02020603050405020304" pitchFamily="18" charset="0"/>
                  <a:ea typeface="宋体" panose="02010600030101010101" pitchFamily="2" charset="-122"/>
                </a:rPr>
                <a:t>P</a:t>
              </a:r>
              <a:endParaRPr lang="en-US" altLang="zh-CN" sz="2300" b="1" dirty="0">
                <a:solidFill>
                  <a:srgbClr val="800000"/>
                </a:solidFill>
                <a:latin typeface="Times New Roman" panose="02020603050405020304" pitchFamily="18" charset="0"/>
                <a:ea typeface="华文中宋" panose="02010600040101010101" pitchFamily="2" charset="-122"/>
              </a:endParaRPr>
            </a:p>
          </p:txBody>
        </p:sp>
        <p:grpSp>
          <p:nvGrpSpPr>
            <p:cNvPr id="59444" name="Group 56"/>
            <p:cNvGrpSpPr/>
            <p:nvPr/>
          </p:nvGrpSpPr>
          <p:grpSpPr>
            <a:xfrm>
              <a:off x="4309" y="933"/>
              <a:ext cx="821" cy="564"/>
              <a:chOff x="4373" y="1250"/>
              <a:chExt cx="821" cy="564"/>
            </a:xfrm>
          </p:grpSpPr>
          <p:sp>
            <p:nvSpPr>
              <p:cNvPr id="59445" name="AutoShape 57"/>
              <p:cNvSpPr/>
              <p:nvPr/>
            </p:nvSpPr>
            <p:spPr>
              <a:xfrm rot="5400000" flipH="1">
                <a:off x="4492" y="1112"/>
                <a:ext cx="564" cy="821"/>
              </a:xfrm>
              <a:prstGeom prst="can">
                <a:avLst>
                  <a:gd name="adj" fmla="val 36389"/>
                </a:avLst>
              </a:prstGeom>
              <a:solidFill>
                <a:srgbClr val="FFFFFF">
                  <a:alpha val="39999"/>
                </a:srgbClr>
              </a:solidFill>
              <a:ln w="22225" cap="flat" cmpd="sng">
                <a:solidFill>
                  <a:srgbClr val="FF33CC"/>
                </a:solidFill>
                <a:prstDash val="solid"/>
                <a:round/>
                <a:headEnd type="none" w="sm" len="sm"/>
                <a:tailEnd type="none" w="sm" len="sm"/>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59446" name="Freeform 58"/>
              <p:cNvSpPr/>
              <p:nvPr/>
            </p:nvSpPr>
            <p:spPr>
              <a:xfrm>
                <a:off x="4459" y="1254"/>
                <a:ext cx="113" cy="560"/>
              </a:xfrm>
              <a:custGeom>
                <a:avLst/>
                <a:gdLst/>
                <a:ahLst/>
                <a:cxnLst>
                  <a:cxn ang="0">
                    <a:pos x="0" y="0"/>
                  </a:cxn>
                  <a:cxn ang="0">
                    <a:pos x="77" y="68"/>
                  </a:cxn>
                  <a:cxn ang="0">
                    <a:pos x="112" y="308"/>
                  </a:cxn>
                  <a:cxn ang="0">
                    <a:pos x="74" y="508"/>
                  </a:cxn>
                  <a:cxn ang="0">
                    <a:pos x="10" y="560"/>
                  </a:cxn>
                </a:cxnLst>
                <a:pathLst>
                  <a:path w="141" h="560">
                    <a:moveTo>
                      <a:pt x="0" y="0"/>
                    </a:moveTo>
                    <a:cubicBezTo>
                      <a:pt x="16" y="11"/>
                      <a:pt x="73" y="17"/>
                      <a:pt x="96" y="68"/>
                    </a:cubicBezTo>
                    <a:cubicBezTo>
                      <a:pt x="119" y="119"/>
                      <a:pt x="141" y="235"/>
                      <a:pt x="140" y="308"/>
                    </a:cubicBezTo>
                    <a:cubicBezTo>
                      <a:pt x="139" y="381"/>
                      <a:pt x="113" y="466"/>
                      <a:pt x="92" y="508"/>
                    </a:cubicBezTo>
                    <a:cubicBezTo>
                      <a:pt x="71" y="550"/>
                      <a:pt x="29" y="549"/>
                      <a:pt x="12" y="560"/>
                    </a:cubicBezTo>
                  </a:path>
                </a:pathLst>
              </a:custGeom>
              <a:noFill/>
              <a:ln w="22225" cap="flat" cmpd="sng">
                <a:solidFill>
                  <a:srgbClr val="FF33CC"/>
                </a:solidFill>
                <a:prstDash val="dash"/>
                <a:round/>
                <a:headEnd type="none" w="med" len="med"/>
                <a:tailEnd type="none" w="med" len="med"/>
              </a:ln>
            </p:spPr>
            <p:txBody>
              <a:bodyPr/>
              <a:p>
                <a:endParaRPr lang="zh-CN" altLang="en-US"/>
              </a:p>
            </p:txBody>
          </p:sp>
        </p:grpSp>
        <p:sp>
          <p:nvSpPr>
            <p:cNvPr id="59447" name="Freeform 59"/>
            <p:cNvSpPr/>
            <p:nvPr/>
          </p:nvSpPr>
          <p:spPr>
            <a:xfrm>
              <a:off x="3678" y="944"/>
              <a:ext cx="391" cy="567"/>
            </a:xfrm>
            <a:custGeom>
              <a:avLst/>
              <a:gdLst/>
              <a:ahLst/>
              <a:cxnLst>
                <a:cxn ang="0">
                  <a:pos x="391" y="1"/>
                </a:cxn>
                <a:cxn ang="0">
                  <a:pos x="168" y="1"/>
                </a:cxn>
                <a:cxn ang="0">
                  <a:pos x="115" y="1"/>
                </a:cxn>
                <a:cxn ang="0">
                  <a:pos x="92" y="1"/>
                </a:cxn>
                <a:cxn ang="0">
                  <a:pos x="86" y="5"/>
                </a:cxn>
                <a:cxn ang="0">
                  <a:pos x="34" y="83"/>
                </a:cxn>
                <a:cxn ang="0">
                  <a:pos x="13" y="157"/>
                </a:cxn>
                <a:cxn ang="0">
                  <a:pos x="2" y="241"/>
                </a:cxn>
                <a:cxn ang="0">
                  <a:pos x="5" y="353"/>
                </a:cxn>
                <a:cxn ang="0">
                  <a:pos x="19" y="433"/>
                </a:cxn>
                <a:cxn ang="0">
                  <a:pos x="48" y="513"/>
                </a:cxn>
                <a:cxn ang="0">
                  <a:pos x="90" y="563"/>
                </a:cxn>
                <a:cxn ang="0">
                  <a:pos x="123" y="565"/>
                </a:cxn>
                <a:cxn ang="0">
                  <a:pos x="158" y="565"/>
                </a:cxn>
                <a:cxn ang="0">
                  <a:pos x="275" y="565"/>
                </a:cxn>
                <a:cxn ang="0">
                  <a:pos x="391" y="565"/>
                </a:cxn>
              </a:cxnLst>
              <a:pathLst>
                <a:path w="484" h="567">
                  <a:moveTo>
                    <a:pt x="484" y="1"/>
                  </a:moveTo>
                  <a:cubicBezTo>
                    <a:pt x="438" y="1"/>
                    <a:pt x="265" y="1"/>
                    <a:pt x="208" y="1"/>
                  </a:cubicBezTo>
                  <a:cubicBezTo>
                    <a:pt x="151" y="1"/>
                    <a:pt x="158" y="1"/>
                    <a:pt x="142" y="1"/>
                  </a:cubicBezTo>
                  <a:cubicBezTo>
                    <a:pt x="128" y="0"/>
                    <a:pt x="120" y="0"/>
                    <a:pt x="114" y="1"/>
                  </a:cubicBezTo>
                  <a:cubicBezTo>
                    <a:pt x="108" y="2"/>
                    <a:pt x="126" y="1"/>
                    <a:pt x="106" y="5"/>
                  </a:cubicBezTo>
                  <a:cubicBezTo>
                    <a:pt x="88" y="13"/>
                    <a:pt x="57" y="58"/>
                    <a:pt x="42" y="83"/>
                  </a:cubicBezTo>
                  <a:cubicBezTo>
                    <a:pt x="27" y="108"/>
                    <a:pt x="23" y="131"/>
                    <a:pt x="16" y="157"/>
                  </a:cubicBezTo>
                  <a:cubicBezTo>
                    <a:pt x="9" y="183"/>
                    <a:pt x="4" y="208"/>
                    <a:pt x="2" y="241"/>
                  </a:cubicBezTo>
                  <a:cubicBezTo>
                    <a:pt x="0" y="274"/>
                    <a:pt x="2" y="321"/>
                    <a:pt x="6" y="353"/>
                  </a:cubicBezTo>
                  <a:cubicBezTo>
                    <a:pt x="10" y="385"/>
                    <a:pt x="15" y="407"/>
                    <a:pt x="24" y="433"/>
                  </a:cubicBezTo>
                  <a:cubicBezTo>
                    <a:pt x="33" y="459"/>
                    <a:pt x="45" y="491"/>
                    <a:pt x="60" y="513"/>
                  </a:cubicBezTo>
                  <a:cubicBezTo>
                    <a:pt x="75" y="535"/>
                    <a:pt x="97" y="554"/>
                    <a:pt x="112" y="563"/>
                  </a:cubicBezTo>
                  <a:cubicBezTo>
                    <a:pt x="148" y="567"/>
                    <a:pt x="124" y="565"/>
                    <a:pt x="152" y="565"/>
                  </a:cubicBezTo>
                  <a:cubicBezTo>
                    <a:pt x="188" y="567"/>
                    <a:pt x="165" y="565"/>
                    <a:pt x="196" y="565"/>
                  </a:cubicBezTo>
                  <a:cubicBezTo>
                    <a:pt x="227" y="565"/>
                    <a:pt x="292" y="565"/>
                    <a:pt x="340" y="565"/>
                  </a:cubicBezTo>
                  <a:cubicBezTo>
                    <a:pt x="388" y="565"/>
                    <a:pt x="454" y="565"/>
                    <a:pt x="484" y="565"/>
                  </a:cubicBezTo>
                </a:path>
              </a:pathLst>
            </a:custGeom>
            <a:solidFill>
              <a:srgbClr val="FFFFFF">
                <a:alpha val="52156"/>
              </a:srgbClr>
            </a:solidFill>
            <a:ln w="25400" cap="flat" cmpd="sng">
              <a:solidFill>
                <a:srgbClr val="FF33CC"/>
              </a:solidFill>
              <a:prstDash val="solid"/>
              <a:round/>
              <a:headEnd type="none" w="med" len="med"/>
              <a:tailEnd type="none" w="med" len="med"/>
            </a:ln>
          </p:spPr>
          <p:txBody>
            <a:bodyPr/>
            <a:p>
              <a:endParaRPr lang="zh-CN" altLang="en-US"/>
            </a:p>
          </p:txBody>
        </p:sp>
        <p:sp>
          <p:nvSpPr>
            <p:cNvPr id="59448" name="Freeform 60"/>
            <p:cNvSpPr/>
            <p:nvPr/>
          </p:nvSpPr>
          <p:spPr>
            <a:xfrm>
              <a:off x="3740" y="948"/>
              <a:ext cx="114" cy="560"/>
            </a:xfrm>
            <a:custGeom>
              <a:avLst/>
              <a:gdLst/>
              <a:ahLst/>
              <a:cxnLst>
                <a:cxn ang="0">
                  <a:pos x="0" y="0"/>
                </a:cxn>
                <a:cxn ang="0">
                  <a:pos x="78" y="68"/>
                </a:cxn>
                <a:cxn ang="0">
                  <a:pos x="113" y="308"/>
                </a:cxn>
                <a:cxn ang="0">
                  <a:pos x="74" y="508"/>
                </a:cxn>
                <a:cxn ang="0">
                  <a:pos x="10" y="560"/>
                </a:cxn>
              </a:cxnLst>
              <a:pathLst>
                <a:path w="141" h="560">
                  <a:moveTo>
                    <a:pt x="0" y="0"/>
                  </a:moveTo>
                  <a:cubicBezTo>
                    <a:pt x="16" y="11"/>
                    <a:pt x="73" y="17"/>
                    <a:pt x="96" y="68"/>
                  </a:cubicBezTo>
                  <a:cubicBezTo>
                    <a:pt x="119" y="119"/>
                    <a:pt x="141" y="235"/>
                    <a:pt x="140" y="308"/>
                  </a:cubicBezTo>
                  <a:cubicBezTo>
                    <a:pt x="139" y="381"/>
                    <a:pt x="113" y="466"/>
                    <a:pt x="92" y="508"/>
                  </a:cubicBezTo>
                  <a:cubicBezTo>
                    <a:pt x="71" y="550"/>
                    <a:pt x="29" y="549"/>
                    <a:pt x="12" y="560"/>
                  </a:cubicBezTo>
                </a:path>
              </a:pathLst>
            </a:custGeom>
            <a:noFill/>
            <a:ln w="19050" cap="flat" cmpd="sng">
              <a:solidFill>
                <a:srgbClr val="FF33CC"/>
              </a:solidFill>
              <a:prstDash val="dash"/>
              <a:round/>
              <a:headEnd type="none" w="med" len="med"/>
              <a:tailEnd type="none" w="med" len="med"/>
            </a:ln>
          </p:spPr>
          <p:txBody>
            <a:bodyPr/>
            <a:p>
              <a:endParaRPr lang="zh-CN" altLang="en-US"/>
            </a:p>
          </p:txBody>
        </p:sp>
        <p:graphicFrame>
          <p:nvGraphicFramePr>
            <p:cNvPr id="59449" name="Object 7"/>
            <p:cNvGraphicFramePr/>
            <p:nvPr/>
          </p:nvGraphicFramePr>
          <p:xfrm>
            <a:off x="3742" y="1504"/>
            <a:ext cx="176" cy="200"/>
          </p:xfrm>
          <a:graphic>
            <a:graphicData uri="http://schemas.openxmlformats.org/presentationml/2006/ole">
              <mc:AlternateContent xmlns:mc="http://schemas.openxmlformats.org/markup-compatibility/2006">
                <mc:Choice xmlns:v="urn:schemas-microsoft-com:vml" Requires="v">
                  <p:oleObj spid="_x0000_s3335" name="" r:id="rId47" imgW="609600" imgH="711200" progId="Equation.3">
                    <p:embed/>
                  </p:oleObj>
                </mc:Choice>
                <mc:Fallback>
                  <p:oleObj name="" r:id="rId47" imgW="609600" imgH="711200" progId="Equation.3">
                    <p:embed/>
                    <p:pic>
                      <p:nvPicPr>
                        <p:cNvPr id="0" name="图片 3334"/>
                        <p:cNvPicPr/>
                        <p:nvPr/>
                      </p:nvPicPr>
                      <p:blipFill>
                        <a:blip r:embed="rId48">
                          <a:clrChange>
                            <a:clrFrom>
                              <a:srgbClr val="000000"/>
                            </a:clrFrom>
                            <a:clrTo>
                              <a:srgbClr val="FF33CC"/>
                            </a:clrTo>
                          </a:clrChange>
                        </a:blip>
                        <a:stretch>
                          <a:fillRect/>
                        </a:stretch>
                      </p:blipFill>
                      <p:spPr>
                        <a:xfrm>
                          <a:off x="3742" y="1504"/>
                          <a:ext cx="176" cy="200"/>
                        </a:xfrm>
                        <a:prstGeom prst="rect">
                          <a:avLst/>
                        </a:prstGeom>
                        <a:noFill/>
                        <a:ln w="38100">
                          <a:noFill/>
                          <a:miter/>
                        </a:ln>
                      </p:spPr>
                    </p:pic>
                  </p:oleObj>
                </mc:Fallback>
              </mc:AlternateContent>
            </a:graphicData>
          </a:graphic>
        </p:graphicFrame>
        <p:sp>
          <p:nvSpPr>
            <p:cNvPr id="59450" name="Line 62"/>
            <p:cNvSpPr/>
            <p:nvPr/>
          </p:nvSpPr>
          <p:spPr>
            <a:xfrm>
              <a:off x="5039" y="1386"/>
              <a:ext cx="90" cy="91"/>
            </a:xfrm>
            <a:prstGeom prst="line">
              <a:avLst/>
            </a:prstGeom>
            <a:ln w="9525" cap="flat" cmpd="sng">
              <a:solidFill>
                <a:srgbClr val="FF33CC"/>
              </a:solidFill>
              <a:prstDash val="solid"/>
              <a:round/>
              <a:headEnd type="none" w="med" len="med"/>
              <a:tailEnd type="none" w="med" len="med"/>
            </a:ln>
          </p:spPr>
        </p:sp>
        <p:grpSp>
          <p:nvGrpSpPr>
            <p:cNvPr id="59451" name="Group 63"/>
            <p:cNvGrpSpPr/>
            <p:nvPr/>
          </p:nvGrpSpPr>
          <p:grpSpPr>
            <a:xfrm>
              <a:off x="5012" y="900"/>
              <a:ext cx="386" cy="307"/>
              <a:chOff x="5053" y="1517"/>
              <a:chExt cx="386" cy="307"/>
            </a:xfrm>
          </p:grpSpPr>
          <p:graphicFrame>
            <p:nvGraphicFramePr>
              <p:cNvPr id="59452" name="Object 11"/>
              <p:cNvGraphicFramePr/>
              <p:nvPr/>
            </p:nvGraphicFramePr>
            <p:xfrm>
              <a:off x="5232" y="1518"/>
              <a:ext cx="170" cy="258"/>
            </p:xfrm>
            <a:graphic>
              <a:graphicData uri="http://schemas.openxmlformats.org/presentationml/2006/ole">
                <mc:AlternateContent xmlns:mc="http://schemas.openxmlformats.org/markup-compatibility/2006">
                  <mc:Choice xmlns:v="urn:schemas-microsoft-com:vml" Requires="v">
                    <p:oleObj spid="_x0000_s3336" name="" r:id="rId49" imgW="342900" imgH="444500" progId="Equation.3">
                      <p:embed/>
                    </p:oleObj>
                  </mc:Choice>
                  <mc:Fallback>
                    <p:oleObj name="" r:id="rId49" imgW="342900" imgH="444500" progId="Equation.3">
                      <p:embed/>
                      <p:pic>
                        <p:nvPicPr>
                          <p:cNvPr id="0" name="图片 3335"/>
                          <p:cNvPicPr/>
                          <p:nvPr/>
                        </p:nvPicPr>
                        <p:blipFill>
                          <a:blip r:embed="rId50">
                            <a:clrChange>
                              <a:clrFrom>
                                <a:srgbClr val="000000"/>
                              </a:clrFrom>
                              <a:clrTo>
                                <a:srgbClr val="FFFFFF"/>
                              </a:clrTo>
                            </a:clrChange>
                          </a:blip>
                          <a:stretch>
                            <a:fillRect/>
                          </a:stretch>
                        </p:blipFill>
                        <p:spPr>
                          <a:xfrm>
                            <a:off x="5232" y="1518"/>
                            <a:ext cx="170" cy="258"/>
                          </a:xfrm>
                          <a:prstGeom prst="rect">
                            <a:avLst/>
                          </a:prstGeom>
                          <a:noFill/>
                          <a:ln w="38100">
                            <a:noFill/>
                            <a:miter/>
                          </a:ln>
                        </p:spPr>
                      </p:pic>
                    </p:oleObj>
                  </mc:Fallback>
                </mc:AlternateContent>
              </a:graphicData>
            </a:graphic>
          </p:graphicFrame>
          <p:graphicFrame>
            <p:nvGraphicFramePr>
              <p:cNvPr id="59453" name="Object 12"/>
              <p:cNvGraphicFramePr/>
              <p:nvPr/>
            </p:nvGraphicFramePr>
            <p:xfrm>
              <a:off x="5239" y="1517"/>
              <a:ext cx="200" cy="232"/>
            </p:xfrm>
            <a:graphic>
              <a:graphicData uri="http://schemas.openxmlformats.org/presentationml/2006/ole">
                <mc:AlternateContent xmlns:mc="http://schemas.openxmlformats.org/markup-compatibility/2006">
                  <mc:Choice xmlns:v="urn:schemas-microsoft-com:vml" Requires="v">
                    <p:oleObj spid="_x0000_s3337" name="" r:id="rId51" imgW="711200" imgH="850900" progId="Equation.3">
                      <p:embed/>
                    </p:oleObj>
                  </mc:Choice>
                  <mc:Fallback>
                    <p:oleObj name="" r:id="rId51" imgW="711200" imgH="850900" progId="Equation.3">
                      <p:embed/>
                      <p:pic>
                        <p:nvPicPr>
                          <p:cNvPr id="0" name="图片 3336"/>
                          <p:cNvPicPr/>
                          <p:nvPr/>
                        </p:nvPicPr>
                        <p:blipFill>
                          <a:blip r:embed="rId52">
                            <a:clrChange>
                              <a:clrFrom>
                                <a:srgbClr val="000000"/>
                              </a:clrFrom>
                              <a:clrTo>
                                <a:srgbClr val="FF0000"/>
                              </a:clrTo>
                            </a:clrChange>
                          </a:blip>
                          <a:stretch>
                            <a:fillRect/>
                          </a:stretch>
                        </p:blipFill>
                        <p:spPr>
                          <a:xfrm>
                            <a:off x="5239" y="1517"/>
                            <a:ext cx="200" cy="232"/>
                          </a:xfrm>
                          <a:prstGeom prst="rect">
                            <a:avLst/>
                          </a:prstGeom>
                          <a:noFill/>
                          <a:ln w="38100">
                            <a:noFill/>
                            <a:miter/>
                          </a:ln>
                        </p:spPr>
                      </p:pic>
                    </p:oleObj>
                  </mc:Fallback>
                </mc:AlternateContent>
              </a:graphicData>
            </a:graphic>
          </p:graphicFrame>
          <p:sp>
            <p:nvSpPr>
              <p:cNvPr id="59454" name="Line 66"/>
              <p:cNvSpPr/>
              <p:nvPr/>
            </p:nvSpPr>
            <p:spPr>
              <a:xfrm>
                <a:off x="5053" y="1824"/>
                <a:ext cx="329" cy="0"/>
              </a:xfrm>
              <a:prstGeom prst="line">
                <a:avLst/>
              </a:prstGeom>
              <a:ln w="31750" cap="flat" cmpd="sng">
                <a:solidFill>
                  <a:srgbClr val="FF0000"/>
                </a:solidFill>
                <a:prstDash val="solid"/>
                <a:round/>
                <a:headEnd type="none" w="med" len="med"/>
                <a:tailEnd type="triangle" w="sm" len="lg"/>
              </a:ln>
            </p:spPr>
          </p:sp>
        </p:grpSp>
        <p:grpSp>
          <p:nvGrpSpPr>
            <p:cNvPr id="59455" name="Group 67"/>
            <p:cNvGrpSpPr/>
            <p:nvPr/>
          </p:nvGrpSpPr>
          <p:grpSpPr>
            <a:xfrm>
              <a:off x="4966" y="1027"/>
              <a:ext cx="137" cy="208"/>
              <a:chOff x="5030" y="1344"/>
              <a:chExt cx="137" cy="208"/>
            </a:xfrm>
          </p:grpSpPr>
          <p:graphicFrame>
            <p:nvGraphicFramePr>
              <p:cNvPr id="59456" name="Object 9"/>
              <p:cNvGraphicFramePr/>
              <p:nvPr/>
            </p:nvGraphicFramePr>
            <p:xfrm>
              <a:off x="5030" y="1344"/>
              <a:ext cx="137" cy="137"/>
            </p:xfrm>
            <a:graphic>
              <a:graphicData uri="http://schemas.openxmlformats.org/presentationml/2006/ole">
                <mc:AlternateContent xmlns:mc="http://schemas.openxmlformats.org/markup-compatibility/2006">
                  <mc:Choice xmlns:v="urn:schemas-microsoft-com:vml" Requires="v">
                    <p:oleObj spid="_x0000_s3332" name="" r:id="rId53" imgW="292100" imgH="292100" progId="Equation.3">
                      <p:embed/>
                    </p:oleObj>
                  </mc:Choice>
                  <mc:Fallback>
                    <p:oleObj name="" r:id="rId53" imgW="292100" imgH="292100" progId="Equation.3">
                      <p:embed/>
                      <p:pic>
                        <p:nvPicPr>
                          <p:cNvPr id="0" name="图片 3331"/>
                          <p:cNvPicPr/>
                          <p:nvPr/>
                        </p:nvPicPr>
                        <p:blipFill>
                          <a:blip r:embed="rId54"/>
                          <a:stretch>
                            <a:fillRect/>
                          </a:stretch>
                        </p:blipFill>
                        <p:spPr>
                          <a:xfrm>
                            <a:off x="5030" y="1344"/>
                            <a:ext cx="137" cy="137"/>
                          </a:xfrm>
                          <a:prstGeom prst="rect">
                            <a:avLst/>
                          </a:prstGeom>
                          <a:noFill/>
                          <a:ln w="38100">
                            <a:noFill/>
                            <a:miter/>
                          </a:ln>
                        </p:spPr>
                      </p:pic>
                    </p:oleObj>
                  </mc:Fallback>
                </mc:AlternateContent>
              </a:graphicData>
            </a:graphic>
          </p:graphicFrame>
          <p:graphicFrame>
            <p:nvGraphicFramePr>
              <p:cNvPr id="59457" name="Object 10"/>
              <p:cNvGraphicFramePr/>
              <p:nvPr/>
            </p:nvGraphicFramePr>
            <p:xfrm>
              <a:off x="5057" y="1480"/>
              <a:ext cx="64" cy="72"/>
            </p:xfrm>
            <a:graphic>
              <a:graphicData uri="http://schemas.openxmlformats.org/presentationml/2006/ole">
                <mc:AlternateContent xmlns:mc="http://schemas.openxmlformats.org/markup-compatibility/2006">
                  <mc:Choice xmlns:v="urn:schemas-microsoft-com:vml" Requires="v">
                    <p:oleObj spid="_x0000_s3334" name="" r:id="rId55" imgW="101600" imgH="114300" progId="Equation.3">
                      <p:embed/>
                    </p:oleObj>
                  </mc:Choice>
                  <mc:Fallback>
                    <p:oleObj name="" r:id="rId55" imgW="101600" imgH="114300" progId="Equation.3">
                      <p:embed/>
                      <p:pic>
                        <p:nvPicPr>
                          <p:cNvPr id="0" name="图片 3333"/>
                          <p:cNvPicPr/>
                          <p:nvPr/>
                        </p:nvPicPr>
                        <p:blipFill>
                          <a:blip r:embed="rId56"/>
                          <a:stretch>
                            <a:fillRect/>
                          </a:stretch>
                        </p:blipFill>
                        <p:spPr>
                          <a:xfrm>
                            <a:off x="5057" y="1480"/>
                            <a:ext cx="64" cy="72"/>
                          </a:xfrm>
                          <a:prstGeom prst="rect">
                            <a:avLst/>
                          </a:prstGeom>
                          <a:noFill/>
                          <a:ln w="38100">
                            <a:noFill/>
                            <a:miter/>
                          </a:ln>
                        </p:spPr>
                      </p:pic>
                    </p:oleObj>
                  </mc:Fallback>
                </mc:AlternateContent>
              </a:graphicData>
            </a:graphic>
          </p:graphicFrame>
        </p:grpSp>
        <p:grpSp>
          <p:nvGrpSpPr>
            <p:cNvPr id="59458" name="Group 70"/>
            <p:cNvGrpSpPr/>
            <p:nvPr/>
          </p:nvGrpSpPr>
          <p:grpSpPr>
            <a:xfrm>
              <a:off x="4404" y="1208"/>
              <a:ext cx="635" cy="144"/>
              <a:chOff x="4468" y="1525"/>
              <a:chExt cx="635" cy="144"/>
            </a:xfrm>
          </p:grpSpPr>
          <p:sp>
            <p:nvSpPr>
              <p:cNvPr id="59459" name="Line 71"/>
              <p:cNvSpPr/>
              <p:nvPr/>
            </p:nvSpPr>
            <p:spPr>
              <a:xfrm>
                <a:off x="4468" y="1525"/>
                <a:ext cx="635" cy="0"/>
              </a:xfrm>
              <a:prstGeom prst="line">
                <a:avLst/>
              </a:prstGeom>
              <a:ln w="19050" cap="flat" cmpd="sng">
                <a:solidFill>
                  <a:srgbClr val="800000"/>
                </a:solidFill>
                <a:prstDash val="solid"/>
                <a:round/>
                <a:headEnd type="none" w="med" len="med"/>
                <a:tailEnd type="none" w="med" len="med"/>
              </a:ln>
            </p:spPr>
          </p:sp>
          <p:graphicFrame>
            <p:nvGraphicFramePr>
              <p:cNvPr id="59460" name="Object 8"/>
              <p:cNvGraphicFramePr/>
              <p:nvPr/>
            </p:nvGraphicFramePr>
            <p:xfrm>
              <a:off x="4793" y="1525"/>
              <a:ext cx="128" cy="144"/>
            </p:xfrm>
            <a:graphic>
              <a:graphicData uri="http://schemas.openxmlformats.org/presentationml/2006/ole">
                <mc:AlternateContent xmlns:mc="http://schemas.openxmlformats.org/markup-compatibility/2006">
                  <mc:Choice xmlns:v="urn:schemas-microsoft-com:vml" Requires="v">
                    <p:oleObj spid="_x0000_s3333" name="" r:id="rId57" imgW="444500" imgH="508000" progId="Equation.3">
                      <p:embed/>
                    </p:oleObj>
                  </mc:Choice>
                  <mc:Fallback>
                    <p:oleObj name="" r:id="rId57" imgW="444500" imgH="508000" progId="Equation.3">
                      <p:embed/>
                      <p:pic>
                        <p:nvPicPr>
                          <p:cNvPr id="0" name="图片 3332"/>
                          <p:cNvPicPr/>
                          <p:nvPr/>
                        </p:nvPicPr>
                        <p:blipFill>
                          <a:blip r:embed="rId58">
                            <a:clrChange>
                              <a:clrFrom>
                                <a:srgbClr val="000000"/>
                              </a:clrFrom>
                              <a:clrTo>
                                <a:srgbClr val="800000"/>
                              </a:clrTo>
                            </a:clrChange>
                          </a:blip>
                          <a:stretch>
                            <a:fillRect/>
                          </a:stretch>
                        </p:blipFill>
                        <p:spPr>
                          <a:xfrm>
                            <a:off x="4793" y="1525"/>
                            <a:ext cx="128" cy="144"/>
                          </a:xfrm>
                          <a:prstGeom prst="rect">
                            <a:avLst/>
                          </a:prstGeom>
                          <a:noFill/>
                          <a:ln w="38100">
                            <a:noFill/>
                            <a:miter/>
                          </a:ln>
                        </p:spPr>
                      </p:pic>
                    </p:oleObj>
                  </mc:Fallback>
                </mc:AlternateContent>
              </a:graphicData>
            </a:graphic>
          </p:graphicFrame>
        </p:grpSp>
      </p:grpSp>
      <p:grpSp>
        <p:nvGrpSpPr>
          <p:cNvPr id="13" name="Group 74"/>
          <p:cNvGrpSpPr/>
          <p:nvPr/>
        </p:nvGrpSpPr>
        <p:grpSpPr>
          <a:xfrm>
            <a:off x="7056438" y="3578225"/>
            <a:ext cx="698500" cy="3019425"/>
            <a:chOff x="4649" y="1872"/>
            <a:chExt cx="440" cy="1902"/>
          </a:xfrm>
        </p:grpSpPr>
        <p:sp>
          <p:nvSpPr>
            <p:cNvPr id="59462" name="Line 75"/>
            <p:cNvSpPr/>
            <p:nvPr/>
          </p:nvSpPr>
          <p:spPr>
            <a:xfrm>
              <a:off x="4698" y="2251"/>
              <a:ext cx="11" cy="1308"/>
            </a:xfrm>
            <a:prstGeom prst="line">
              <a:avLst/>
            </a:prstGeom>
            <a:ln w="57150" cap="flat" cmpd="sng">
              <a:solidFill>
                <a:srgbClr val="000099"/>
              </a:solidFill>
              <a:prstDash val="solid"/>
              <a:round/>
              <a:headEnd type="none" w="med" len="med"/>
              <a:tailEnd type="none" w="med" len="med"/>
            </a:ln>
          </p:spPr>
        </p:sp>
        <p:sp>
          <p:nvSpPr>
            <p:cNvPr id="59463" name="Text Box 76"/>
            <p:cNvSpPr txBox="1"/>
            <p:nvPr/>
          </p:nvSpPr>
          <p:spPr>
            <a:xfrm>
              <a:off x="4649" y="1872"/>
              <a:ext cx="440" cy="288"/>
            </a:xfrm>
            <a:prstGeom prst="rect">
              <a:avLst/>
            </a:prstGeom>
            <a:noFill/>
            <a:ln w="9525">
              <a:noFill/>
            </a:ln>
          </p:spPr>
          <p:txBody>
            <a:bodyPr anchor="t" anchorCtr="0">
              <a:spAutoFit/>
            </a:bodyPr>
            <a:p>
              <a:pPr algn="ctr"/>
              <a:r>
                <a:rPr lang="en-US" altLang="zh-CN" sz="2400" b="1" i="1" dirty="0">
                  <a:solidFill>
                    <a:srgbClr val="000066"/>
                  </a:solidFill>
                  <a:latin typeface="Times New Roman" panose="02020603050405020304" pitchFamily="18" charset="0"/>
                  <a:ea typeface="宋体" panose="02010600030101010101" pitchFamily="2" charset="-122"/>
                </a:rPr>
                <a:t>+</a:t>
              </a:r>
              <a:r>
                <a:rPr lang="en-US" altLang="zh-CN" sz="2400" b="1" i="1" dirty="0">
                  <a:solidFill>
                    <a:srgbClr val="000066"/>
                  </a:solidFill>
                  <a:latin typeface="Symbol" panose="05050102010706020507" pitchFamily="18" charset="2"/>
                  <a:ea typeface="宋体" panose="02010600030101010101" pitchFamily="2" charset="-122"/>
                </a:rPr>
                <a:t>s</a:t>
              </a:r>
              <a:endParaRPr lang="en-US" altLang="zh-CN" sz="2400" b="1" baseline="-25000" dirty="0">
                <a:solidFill>
                  <a:srgbClr val="000066"/>
                </a:solidFill>
                <a:latin typeface="Times New Roman" panose="02020603050405020304" pitchFamily="18" charset="0"/>
                <a:ea typeface="宋体" panose="02010600030101010101" pitchFamily="2" charset="-122"/>
              </a:endParaRPr>
            </a:p>
          </p:txBody>
        </p:sp>
        <p:sp>
          <p:nvSpPr>
            <p:cNvPr id="59464" name="Line 77"/>
            <p:cNvSpPr/>
            <p:nvPr/>
          </p:nvSpPr>
          <p:spPr>
            <a:xfrm flipV="1">
              <a:off x="4694" y="1979"/>
              <a:ext cx="0" cy="227"/>
            </a:xfrm>
            <a:prstGeom prst="line">
              <a:avLst/>
            </a:prstGeom>
            <a:ln w="28575" cap="flat" cmpd="sng">
              <a:solidFill>
                <a:srgbClr val="000066"/>
              </a:solidFill>
              <a:prstDash val="dash"/>
              <a:round/>
              <a:headEnd type="none" w="med" len="med"/>
              <a:tailEnd type="none" w="med" len="med"/>
            </a:ln>
          </p:spPr>
        </p:sp>
        <p:sp>
          <p:nvSpPr>
            <p:cNvPr id="59465" name="Line 78"/>
            <p:cNvSpPr/>
            <p:nvPr/>
          </p:nvSpPr>
          <p:spPr>
            <a:xfrm flipV="1">
              <a:off x="4710" y="3572"/>
              <a:ext cx="0" cy="90"/>
            </a:xfrm>
            <a:prstGeom prst="line">
              <a:avLst/>
            </a:prstGeom>
            <a:ln w="28575" cap="flat" cmpd="sng">
              <a:solidFill>
                <a:srgbClr val="000066"/>
              </a:solidFill>
              <a:prstDash val="dash"/>
              <a:round/>
              <a:headEnd type="none" w="med" len="med"/>
              <a:tailEnd type="none" w="med" len="med"/>
            </a:ln>
          </p:spPr>
        </p:sp>
        <p:sp>
          <p:nvSpPr>
            <p:cNvPr id="59466" name="Line 79"/>
            <p:cNvSpPr/>
            <p:nvPr/>
          </p:nvSpPr>
          <p:spPr>
            <a:xfrm flipV="1">
              <a:off x="4710" y="3684"/>
              <a:ext cx="0" cy="90"/>
            </a:xfrm>
            <a:prstGeom prst="line">
              <a:avLst/>
            </a:prstGeom>
            <a:ln w="28575" cap="flat" cmpd="sng">
              <a:solidFill>
                <a:srgbClr val="000066"/>
              </a:solidFill>
              <a:prstDash val="dash"/>
              <a:round/>
              <a:headEnd type="none" w="med" len="med"/>
              <a:tailEnd type="none" w="med" len="med"/>
            </a:ln>
          </p:spPr>
        </p:sp>
      </p:grpSp>
      <p:grpSp>
        <p:nvGrpSpPr>
          <p:cNvPr id="132151" name="组合 132150"/>
          <p:cNvGrpSpPr/>
          <p:nvPr/>
        </p:nvGrpSpPr>
        <p:grpSpPr>
          <a:xfrm>
            <a:off x="1360488" y="4500563"/>
            <a:ext cx="2868612" cy="1995487"/>
            <a:chOff x="2902" y="2666"/>
            <a:chExt cx="2001" cy="1392"/>
          </a:xfrm>
        </p:grpSpPr>
        <p:sp>
          <p:nvSpPr>
            <p:cNvPr id="59468" name="直接连接符 132151"/>
            <p:cNvSpPr/>
            <p:nvPr/>
          </p:nvSpPr>
          <p:spPr>
            <a:xfrm>
              <a:off x="2902" y="3410"/>
              <a:ext cx="1728" cy="0"/>
            </a:xfrm>
            <a:prstGeom prst="line">
              <a:avLst/>
            </a:prstGeom>
            <a:ln w="28575" cap="flat" cmpd="sng">
              <a:solidFill>
                <a:schemeClr val="tx1"/>
              </a:solidFill>
              <a:prstDash val="solid"/>
              <a:round/>
              <a:headEnd type="none" w="med" len="med"/>
              <a:tailEnd type="triangle" w="med" len="lg"/>
            </a:ln>
          </p:spPr>
        </p:sp>
        <p:sp>
          <p:nvSpPr>
            <p:cNvPr id="59469" name="直接连接符 132152"/>
            <p:cNvSpPr/>
            <p:nvPr/>
          </p:nvSpPr>
          <p:spPr>
            <a:xfrm flipV="1">
              <a:off x="3766" y="2762"/>
              <a:ext cx="0" cy="1296"/>
            </a:xfrm>
            <a:prstGeom prst="line">
              <a:avLst/>
            </a:prstGeom>
            <a:ln w="28575" cap="flat" cmpd="sng">
              <a:solidFill>
                <a:schemeClr val="tx1"/>
              </a:solidFill>
              <a:prstDash val="solid"/>
              <a:round/>
              <a:headEnd type="none" w="med" len="med"/>
              <a:tailEnd type="triangle" w="med" len="lg"/>
            </a:ln>
          </p:spPr>
        </p:sp>
        <p:sp>
          <p:nvSpPr>
            <p:cNvPr id="59470" name="文本框 132153"/>
            <p:cNvSpPr txBox="1"/>
            <p:nvPr/>
          </p:nvSpPr>
          <p:spPr>
            <a:xfrm>
              <a:off x="4668" y="3268"/>
              <a:ext cx="235" cy="319"/>
            </a:xfrm>
            <a:prstGeom prst="rect">
              <a:avLst/>
            </a:prstGeom>
            <a:noFill/>
            <a:ln w="9525">
              <a:noFill/>
            </a:ln>
          </p:spPr>
          <p:txBody>
            <a:bodyPr wrap="none" anchor="t" anchorCtr="0">
              <a:spAutoFit/>
            </a:bodyPr>
            <a:p>
              <a:pPr>
                <a:buClr>
                  <a:schemeClr val="bg1"/>
                </a:buClr>
              </a:pPr>
              <a:r>
                <a:rPr lang="en-US" altLang="zh-CN" sz="2400" b="1" i="1">
                  <a:latin typeface="Times New Roman" panose="02020603050405020304" pitchFamily="18" charset="0"/>
                  <a:ea typeface="宋体" panose="02010600030101010101" pitchFamily="2" charset="-122"/>
                </a:rPr>
                <a:t>x</a:t>
              </a:r>
              <a:endParaRPr lang="en-US" altLang="zh-CN" sz="2400" b="1" i="1">
                <a:latin typeface="Times New Roman" panose="02020603050405020304" pitchFamily="18" charset="0"/>
                <a:ea typeface="宋体" panose="02010600030101010101" pitchFamily="2" charset="-122"/>
              </a:endParaRPr>
            </a:p>
          </p:txBody>
        </p:sp>
        <p:sp>
          <p:nvSpPr>
            <p:cNvPr id="59471" name="文本框 132154"/>
            <p:cNvSpPr txBox="1"/>
            <p:nvPr/>
          </p:nvSpPr>
          <p:spPr>
            <a:xfrm>
              <a:off x="3766" y="3412"/>
              <a:ext cx="282" cy="319"/>
            </a:xfrm>
            <a:prstGeom prst="rect">
              <a:avLst/>
            </a:prstGeom>
            <a:noFill/>
            <a:ln w="9525">
              <a:noFill/>
            </a:ln>
          </p:spPr>
          <p:txBody>
            <a:bodyPr wrap="none" anchor="t" anchorCtr="0">
              <a:spAutoFit/>
            </a:bodyPr>
            <a:p>
              <a:pPr>
                <a:buClr>
                  <a:schemeClr val="bg1"/>
                </a:buClr>
              </a:pPr>
              <a:r>
                <a:rPr lang="en-US" altLang="zh-CN" sz="2400" b="1" i="1">
                  <a:latin typeface="Times New Roman" panose="02020603050405020304" pitchFamily="18" charset="0"/>
                  <a:ea typeface="宋体" panose="02010600030101010101" pitchFamily="2" charset="-122"/>
                </a:rPr>
                <a:t>O</a:t>
              </a:r>
              <a:endParaRPr lang="en-US" altLang="zh-CN" sz="2400" b="1" i="1">
                <a:latin typeface="Times New Roman" panose="02020603050405020304" pitchFamily="18" charset="0"/>
                <a:ea typeface="宋体" panose="02010600030101010101" pitchFamily="2" charset="-122"/>
              </a:endParaRPr>
            </a:p>
          </p:txBody>
        </p:sp>
        <p:sp>
          <p:nvSpPr>
            <p:cNvPr id="59472" name="文本框 132155"/>
            <p:cNvSpPr txBox="1"/>
            <p:nvPr/>
          </p:nvSpPr>
          <p:spPr>
            <a:xfrm>
              <a:off x="3334" y="2666"/>
              <a:ext cx="341" cy="319"/>
            </a:xfrm>
            <a:prstGeom prst="rect">
              <a:avLst/>
            </a:prstGeom>
            <a:noFill/>
            <a:ln w="9525">
              <a:noFill/>
            </a:ln>
          </p:spPr>
          <p:txBody>
            <a:bodyPr wrap="none" anchor="t" anchorCtr="0">
              <a:spAutoFit/>
            </a:bodyPr>
            <a:p>
              <a:pPr>
                <a:buClr>
                  <a:schemeClr val="bg1"/>
                </a:buClr>
              </a:pPr>
              <a:r>
                <a:rPr lang="en-US" altLang="zh-CN" sz="2400" b="1" i="1">
                  <a:latin typeface="Times New Roman" panose="02020603050405020304" pitchFamily="18" charset="0"/>
                  <a:ea typeface="宋体" panose="02010600030101010101" pitchFamily="2" charset="-122"/>
                </a:rPr>
                <a:t>E</a:t>
              </a:r>
              <a:r>
                <a:rPr lang="en-US" altLang="zh-CN" sz="2400" b="1" i="1" baseline="-25000">
                  <a:latin typeface="Times New Roman" panose="02020603050405020304" pitchFamily="18" charset="0"/>
                  <a:ea typeface="宋体" panose="02010600030101010101" pitchFamily="2" charset="-122"/>
                </a:rPr>
                <a:t>x</a:t>
              </a:r>
              <a:endParaRPr lang="en-US" altLang="zh-CN" sz="2400" b="1" i="1">
                <a:latin typeface="Times New Roman" panose="02020603050405020304" pitchFamily="18" charset="0"/>
                <a:ea typeface="宋体" panose="02010600030101010101" pitchFamily="2" charset="-122"/>
              </a:endParaRPr>
            </a:p>
          </p:txBody>
        </p:sp>
      </p:grpSp>
      <p:sp>
        <p:nvSpPr>
          <p:cNvPr id="132157" name="直接连接符 132156"/>
          <p:cNvSpPr/>
          <p:nvPr/>
        </p:nvSpPr>
        <p:spPr>
          <a:xfrm>
            <a:off x="1300163" y="6038850"/>
            <a:ext cx="1295400" cy="0"/>
          </a:xfrm>
          <a:prstGeom prst="line">
            <a:avLst/>
          </a:prstGeom>
          <a:ln w="38100" cap="flat" cmpd="sng">
            <a:solidFill>
              <a:srgbClr val="FF0066"/>
            </a:solidFill>
            <a:prstDash val="solid"/>
            <a:round/>
            <a:headEnd type="none" w="med" len="med"/>
            <a:tailEnd type="none" w="med" len="med"/>
          </a:ln>
        </p:spPr>
      </p:sp>
      <p:sp>
        <p:nvSpPr>
          <p:cNvPr id="132158" name="直接连接符 132157"/>
          <p:cNvSpPr/>
          <p:nvPr/>
        </p:nvSpPr>
        <p:spPr>
          <a:xfrm>
            <a:off x="2595563" y="5067300"/>
            <a:ext cx="1295400" cy="0"/>
          </a:xfrm>
          <a:prstGeom prst="line">
            <a:avLst/>
          </a:prstGeom>
          <a:ln w="38100" cap="flat" cmpd="sng">
            <a:solidFill>
              <a:srgbClr val="FF0066"/>
            </a:solidFill>
            <a:prstDash val="solid"/>
            <a:round/>
            <a:headEnd type="none" w="med" len="med"/>
            <a:tailEnd type="none" w="med" len="med"/>
          </a:ln>
        </p:spPr>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3"/>
                                        </p:tgtEl>
                                        <p:attrNameLst>
                                          <p:attrName>style.visibility</p:attrName>
                                        </p:attrNameLst>
                                      </p:cBhvr>
                                      <p:to>
                                        <p:strVal val="visible"/>
                                      </p:to>
                                    </p:set>
                                    <p:animEffect transition="in" filter="wipe(left)">
                                      <p:cBhvr>
                                        <p:cTn id="7" dur="500"/>
                                        <p:tgtEl>
                                          <p:spTgt spid="993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34"/>
                                        </p:tgtEl>
                                        <p:attrNameLst>
                                          <p:attrName>style.visibility</p:attrName>
                                        </p:attrNameLst>
                                      </p:cBhvr>
                                      <p:to>
                                        <p:strVal val="visible"/>
                                      </p:to>
                                    </p:set>
                                    <p:animEffect transition="in" filter="wipe(left)">
                                      <p:cBhvr>
                                        <p:cTn id="12" dur="500"/>
                                        <p:tgtEl>
                                          <p:spTgt spid="99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9342"/>
                                        </p:tgtEl>
                                        <p:attrNameLst>
                                          <p:attrName>style.visibility</p:attrName>
                                        </p:attrNameLst>
                                      </p:cBhvr>
                                      <p:to>
                                        <p:strVal val="visible"/>
                                      </p:to>
                                    </p:set>
                                    <p:animEffect transition="in" filter="wipe(left)">
                                      <p:cBhvr>
                                        <p:cTn id="26" dur="500"/>
                                        <p:tgtEl>
                                          <p:spTgt spid="993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335"/>
                                        </p:tgtEl>
                                        <p:attrNameLst>
                                          <p:attrName>style.visibility</p:attrName>
                                        </p:attrNameLst>
                                      </p:cBhvr>
                                      <p:to>
                                        <p:strVal val="visible"/>
                                      </p:to>
                                    </p:set>
                                    <p:animEffect transition="in" filter="wipe(left)">
                                      <p:cBhvr>
                                        <p:cTn id="31" dur="500"/>
                                        <p:tgtEl>
                                          <p:spTgt spid="9933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left)">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left)">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32151"/>
                                        </p:tgtEl>
                                        <p:attrNameLst>
                                          <p:attrName>style.visibility</p:attrName>
                                        </p:attrNameLst>
                                      </p:cBhvr>
                                      <p:to>
                                        <p:strVal val="visible"/>
                                      </p:to>
                                    </p:set>
                                    <p:animEffect transition="in" filter="blinds(horizontal)">
                                      <p:cBhvr>
                                        <p:cTn id="51" dur="500"/>
                                        <p:tgtEl>
                                          <p:spTgt spid="13215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32157"/>
                                        </p:tgtEl>
                                        <p:attrNameLst>
                                          <p:attrName>style.visibility</p:attrName>
                                        </p:attrNameLst>
                                      </p:cBhvr>
                                      <p:to>
                                        <p:strVal val="visible"/>
                                      </p:to>
                                    </p:set>
                                    <p:animEffect transition="in" filter="wipe(left)">
                                      <p:cBhvr>
                                        <p:cTn id="56" dur="500"/>
                                        <p:tgtEl>
                                          <p:spTgt spid="132157"/>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32158"/>
                                        </p:tgtEl>
                                        <p:attrNameLst>
                                          <p:attrName>style.visibility</p:attrName>
                                        </p:attrNameLst>
                                      </p:cBhvr>
                                      <p:to>
                                        <p:strVal val="visible"/>
                                      </p:to>
                                    </p:set>
                                    <p:animEffect transition="in" filter="wipe(left)">
                                      <p:cBhvr>
                                        <p:cTn id="60" dur="500"/>
                                        <p:tgtEl>
                                          <p:spTgt spid="132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3" grpId="0"/>
      <p:bldP spid="99334" grpId="0"/>
      <p:bldP spid="9934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0417" name="Object 2"/>
          <p:cNvGraphicFramePr/>
          <p:nvPr/>
        </p:nvGraphicFramePr>
        <p:xfrm>
          <a:off x="3733800" y="1295400"/>
          <a:ext cx="1711325" cy="1233488"/>
        </p:xfrm>
        <a:graphic>
          <a:graphicData uri="http://schemas.openxmlformats.org/presentationml/2006/ole">
            <mc:AlternateContent xmlns:mc="http://schemas.openxmlformats.org/markup-compatibility/2006">
              <mc:Choice xmlns:v="urn:schemas-microsoft-com:vml" Requires="v">
                <p:oleObj spid="_x0000_s3338" name="" r:id="rId1" imgW="533400" imgH="431800" progId="Equation.3">
                  <p:embed/>
                </p:oleObj>
              </mc:Choice>
              <mc:Fallback>
                <p:oleObj name="" r:id="rId1" imgW="533400" imgH="431800" progId="Equation.3">
                  <p:embed/>
                  <p:pic>
                    <p:nvPicPr>
                      <p:cNvPr id="0" name="图片 3337"/>
                      <p:cNvPicPr/>
                      <p:nvPr/>
                    </p:nvPicPr>
                    <p:blipFill>
                      <a:blip r:embed="rId2"/>
                      <a:stretch>
                        <a:fillRect/>
                      </a:stretch>
                    </p:blipFill>
                    <p:spPr>
                      <a:xfrm>
                        <a:off x="3733800" y="1295400"/>
                        <a:ext cx="1711325" cy="1233488"/>
                      </a:xfrm>
                      <a:prstGeom prst="rect">
                        <a:avLst/>
                      </a:prstGeom>
                      <a:gradFill rotWithShape="0">
                        <a:gsLst>
                          <a:gs pos="0">
                            <a:srgbClr val="C5E5E7"/>
                          </a:gs>
                          <a:gs pos="50000">
                            <a:srgbClr val="FFFFFF"/>
                          </a:gs>
                          <a:gs pos="100000">
                            <a:srgbClr val="C5E5E7"/>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pSp>
        <p:nvGrpSpPr>
          <p:cNvPr id="60418" name="Group 3"/>
          <p:cNvGrpSpPr/>
          <p:nvPr/>
        </p:nvGrpSpPr>
        <p:grpSpPr>
          <a:xfrm>
            <a:off x="914400" y="3048000"/>
            <a:ext cx="3657600" cy="2895600"/>
            <a:chOff x="576" y="1920"/>
            <a:chExt cx="2304" cy="1824"/>
          </a:xfrm>
        </p:grpSpPr>
        <p:sp>
          <p:nvSpPr>
            <p:cNvPr id="60419" name="Rectangle 4"/>
            <p:cNvSpPr/>
            <p:nvPr/>
          </p:nvSpPr>
          <p:spPr>
            <a:xfrm>
              <a:off x="576" y="1920"/>
              <a:ext cx="2304" cy="1824"/>
            </a:xfrm>
            <a:prstGeom prst="rect">
              <a:avLst/>
            </a:prstGeom>
            <a:solidFill>
              <a:schemeClr val="bg1"/>
            </a:solidFill>
            <a:ln w="9525" cap="flat" cmpd="sng">
              <a:solidFill>
                <a:srgbClr val="006666"/>
              </a:solidFill>
              <a:prstDash val="solid"/>
              <a:miter/>
              <a:headEnd type="none" w="med" len="med"/>
              <a:tailEnd type="none" w="sm" len="lg"/>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60420" name="Group 5"/>
            <p:cNvGrpSpPr/>
            <p:nvPr/>
          </p:nvGrpSpPr>
          <p:grpSpPr>
            <a:xfrm>
              <a:off x="920" y="2486"/>
              <a:ext cx="1572" cy="925"/>
              <a:chOff x="501" y="2418"/>
              <a:chExt cx="1842" cy="972"/>
            </a:xfrm>
          </p:grpSpPr>
          <p:sp>
            <p:nvSpPr>
              <p:cNvPr id="60421" name="Line 6"/>
              <p:cNvSpPr/>
              <p:nvPr/>
            </p:nvSpPr>
            <p:spPr>
              <a:xfrm>
                <a:off x="1417" y="2418"/>
                <a:ext cx="926" cy="0"/>
              </a:xfrm>
              <a:prstGeom prst="line">
                <a:avLst/>
              </a:prstGeom>
              <a:ln w="19050" cap="flat" cmpd="sng">
                <a:solidFill>
                  <a:srgbClr val="FF0000"/>
                </a:solidFill>
                <a:prstDash val="solid"/>
                <a:round/>
                <a:headEnd type="none" w="med" len="med"/>
                <a:tailEnd type="triangle" w="sm" len="lg"/>
              </a:ln>
            </p:spPr>
          </p:sp>
          <p:sp>
            <p:nvSpPr>
              <p:cNvPr id="60422" name="Line 7"/>
              <p:cNvSpPr/>
              <p:nvPr/>
            </p:nvSpPr>
            <p:spPr>
              <a:xfrm>
                <a:off x="1417" y="2613"/>
                <a:ext cx="926" cy="0"/>
              </a:xfrm>
              <a:prstGeom prst="line">
                <a:avLst/>
              </a:prstGeom>
              <a:ln w="19050" cap="flat" cmpd="sng">
                <a:solidFill>
                  <a:srgbClr val="FF0000"/>
                </a:solidFill>
                <a:prstDash val="solid"/>
                <a:round/>
                <a:headEnd type="none" w="med" len="med"/>
                <a:tailEnd type="triangle" w="sm" len="lg"/>
              </a:ln>
            </p:spPr>
          </p:sp>
          <p:sp>
            <p:nvSpPr>
              <p:cNvPr id="60423" name="Line 8"/>
              <p:cNvSpPr/>
              <p:nvPr/>
            </p:nvSpPr>
            <p:spPr>
              <a:xfrm>
                <a:off x="1417" y="2808"/>
                <a:ext cx="926" cy="0"/>
              </a:xfrm>
              <a:prstGeom prst="line">
                <a:avLst/>
              </a:prstGeom>
              <a:ln w="19050" cap="flat" cmpd="sng">
                <a:solidFill>
                  <a:srgbClr val="FF0000"/>
                </a:solidFill>
                <a:prstDash val="solid"/>
                <a:round/>
                <a:headEnd type="none" w="med" len="med"/>
                <a:tailEnd type="triangle" w="sm" len="lg"/>
              </a:ln>
            </p:spPr>
          </p:sp>
          <p:sp>
            <p:nvSpPr>
              <p:cNvPr id="60424" name="Line 9"/>
              <p:cNvSpPr/>
              <p:nvPr/>
            </p:nvSpPr>
            <p:spPr>
              <a:xfrm>
                <a:off x="1417" y="3001"/>
                <a:ext cx="926" cy="0"/>
              </a:xfrm>
              <a:prstGeom prst="line">
                <a:avLst/>
              </a:prstGeom>
              <a:ln w="19050" cap="flat" cmpd="sng">
                <a:solidFill>
                  <a:srgbClr val="FF0000"/>
                </a:solidFill>
                <a:prstDash val="solid"/>
                <a:round/>
                <a:headEnd type="none" w="med" len="med"/>
                <a:tailEnd type="triangle" w="sm" len="lg"/>
              </a:ln>
            </p:spPr>
          </p:sp>
          <p:sp>
            <p:nvSpPr>
              <p:cNvPr id="60425" name="Line 10"/>
              <p:cNvSpPr/>
              <p:nvPr/>
            </p:nvSpPr>
            <p:spPr>
              <a:xfrm>
                <a:off x="1417" y="3196"/>
                <a:ext cx="926" cy="0"/>
              </a:xfrm>
              <a:prstGeom prst="line">
                <a:avLst/>
              </a:prstGeom>
              <a:ln w="19050" cap="flat" cmpd="sng">
                <a:solidFill>
                  <a:srgbClr val="FF0000"/>
                </a:solidFill>
                <a:prstDash val="solid"/>
                <a:round/>
                <a:headEnd type="none" w="med" len="med"/>
                <a:tailEnd type="triangle" w="sm" len="lg"/>
              </a:ln>
            </p:spPr>
          </p:sp>
          <p:sp>
            <p:nvSpPr>
              <p:cNvPr id="60426" name="Line 11"/>
              <p:cNvSpPr/>
              <p:nvPr/>
            </p:nvSpPr>
            <p:spPr>
              <a:xfrm>
                <a:off x="1417" y="3390"/>
                <a:ext cx="926" cy="0"/>
              </a:xfrm>
              <a:prstGeom prst="line">
                <a:avLst/>
              </a:prstGeom>
              <a:ln w="19050" cap="flat" cmpd="sng">
                <a:solidFill>
                  <a:srgbClr val="FF0000"/>
                </a:solidFill>
                <a:prstDash val="solid"/>
                <a:round/>
                <a:headEnd type="none" w="med" len="med"/>
                <a:tailEnd type="triangle" w="sm" len="lg"/>
              </a:ln>
            </p:spPr>
          </p:sp>
          <p:sp>
            <p:nvSpPr>
              <p:cNvPr id="60427" name="Line 12"/>
              <p:cNvSpPr/>
              <p:nvPr/>
            </p:nvSpPr>
            <p:spPr>
              <a:xfrm flipH="1">
                <a:off x="501" y="2418"/>
                <a:ext cx="926" cy="0"/>
              </a:xfrm>
              <a:prstGeom prst="line">
                <a:avLst/>
              </a:prstGeom>
              <a:ln w="19050" cap="flat" cmpd="sng">
                <a:solidFill>
                  <a:srgbClr val="FF0000"/>
                </a:solidFill>
                <a:prstDash val="solid"/>
                <a:round/>
                <a:headEnd type="none" w="med" len="med"/>
                <a:tailEnd type="triangle" w="sm" len="lg"/>
              </a:ln>
            </p:spPr>
          </p:sp>
          <p:sp>
            <p:nvSpPr>
              <p:cNvPr id="60428" name="Line 13"/>
              <p:cNvSpPr/>
              <p:nvPr/>
            </p:nvSpPr>
            <p:spPr>
              <a:xfrm flipH="1">
                <a:off x="501" y="2613"/>
                <a:ext cx="926" cy="0"/>
              </a:xfrm>
              <a:prstGeom prst="line">
                <a:avLst/>
              </a:prstGeom>
              <a:ln w="19050" cap="flat" cmpd="sng">
                <a:solidFill>
                  <a:srgbClr val="FF0000"/>
                </a:solidFill>
                <a:prstDash val="solid"/>
                <a:round/>
                <a:headEnd type="none" w="med" len="med"/>
                <a:tailEnd type="triangle" w="sm" len="lg"/>
              </a:ln>
            </p:spPr>
          </p:sp>
          <p:sp>
            <p:nvSpPr>
              <p:cNvPr id="60429" name="Line 14"/>
              <p:cNvSpPr/>
              <p:nvPr/>
            </p:nvSpPr>
            <p:spPr>
              <a:xfrm flipH="1">
                <a:off x="501" y="2808"/>
                <a:ext cx="926" cy="0"/>
              </a:xfrm>
              <a:prstGeom prst="line">
                <a:avLst/>
              </a:prstGeom>
              <a:ln w="19050" cap="flat" cmpd="sng">
                <a:solidFill>
                  <a:srgbClr val="FF0000"/>
                </a:solidFill>
                <a:prstDash val="solid"/>
                <a:round/>
                <a:headEnd type="none" w="med" len="med"/>
                <a:tailEnd type="triangle" w="sm" len="lg"/>
              </a:ln>
            </p:spPr>
          </p:sp>
          <p:sp>
            <p:nvSpPr>
              <p:cNvPr id="60430" name="Line 15"/>
              <p:cNvSpPr/>
              <p:nvPr/>
            </p:nvSpPr>
            <p:spPr>
              <a:xfrm flipH="1">
                <a:off x="501" y="3001"/>
                <a:ext cx="926" cy="0"/>
              </a:xfrm>
              <a:prstGeom prst="line">
                <a:avLst/>
              </a:prstGeom>
              <a:ln w="19050" cap="flat" cmpd="sng">
                <a:solidFill>
                  <a:srgbClr val="FF0000"/>
                </a:solidFill>
                <a:prstDash val="solid"/>
                <a:round/>
                <a:headEnd type="none" w="med" len="med"/>
                <a:tailEnd type="triangle" w="sm" len="lg"/>
              </a:ln>
            </p:spPr>
          </p:sp>
          <p:sp>
            <p:nvSpPr>
              <p:cNvPr id="60431" name="Line 16"/>
              <p:cNvSpPr/>
              <p:nvPr/>
            </p:nvSpPr>
            <p:spPr>
              <a:xfrm flipH="1">
                <a:off x="501" y="3196"/>
                <a:ext cx="926" cy="0"/>
              </a:xfrm>
              <a:prstGeom prst="line">
                <a:avLst/>
              </a:prstGeom>
              <a:ln w="19050" cap="flat" cmpd="sng">
                <a:solidFill>
                  <a:srgbClr val="FF0000"/>
                </a:solidFill>
                <a:prstDash val="solid"/>
                <a:round/>
                <a:headEnd type="none" w="med" len="med"/>
                <a:tailEnd type="triangle" w="sm" len="lg"/>
              </a:ln>
            </p:spPr>
          </p:sp>
          <p:sp>
            <p:nvSpPr>
              <p:cNvPr id="60432" name="Line 17"/>
              <p:cNvSpPr/>
              <p:nvPr/>
            </p:nvSpPr>
            <p:spPr>
              <a:xfrm flipH="1">
                <a:off x="501" y="3390"/>
                <a:ext cx="926" cy="0"/>
              </a:xfrm>
              <a:prstGeom prst="line">
                <a:avLst/>
              </a:prstGeom>
              <a:ln w="19050" cap="flat" cmpd="sng">
                <a:solidFill>
                  <a:srgbClr val="FF0000"/>
                </a:solidFill>
                <a:prstDash val="solid"/>
                <a:round/>
                <a:headEnd type="none" w="med" len="med"/>
                <a:tailEnd type="triangle" w="sm" len="lg"/>
              </a:ln>
            </p:spPr>
          </p:sp>
        </p:grpSp>
        <p:graphicFrame>
          <p:nvGraphicFramePr>
            <p:cNvPr id="60433" name="Object 18"/>
            <p:cNvGraphicFramePr/>
            <p:nvPr/>
          </p:nvGraphicFramePr>
          <p:xfrm>
            <a:off x="624" y="2688"/>
            <a:ext cx="281" cy="336"/>
          </p:xfrm>
          <a:graphic>
            <a:graphicData uri="http://schemas.openxmlformats.org/presentationml/2006/ole">
              <mc:AlternateContent xmlns:mc="http://schemas.openxmlformats.org/markup-compatibility/2006">
                <mc:Choice xmlns:v="urn:schemas-microsoft-com:vml" Requires="v">
                  <p:oleObj spid="_x0000_s3339" name="" r:id="rId3" imgW="317500" imgH="406400" progId="Equation.3">
                    <p:embed/>
                  </p:oleObj>
                </mc:Choice>
                <mc:Fallback>
                  <p:oleObj name="" r:id="rId3" imgW="317500" imgH="406400" progId="Equation.3">
                    <p:embed/>
                    <p:pic>
                      <p:nvPicPr>
                        <p:cNvPr id="0" name="图片 3338"/>
                        <p:cNvPicPr/>
                        <p:nvPr/>
                      </p:nvPicPr>
                      <p:blipFill>
                        <a:blip r:embed="rId4">
                          <a:clrChange>
                            <a:clrFrom>
                              <a:srgbClr val="000000"/>
                            </a:clrFrom>
                            <a:clrTo>
                              <a:srgbClr val="FF0000"/>
                            </a:clrTo>
                          </a:clrChange>
                        </a:blip>
                        <a:stretch>
                          <a:fillRect/>
                        </a:stretch>
                      </p:blipFill>
                      <p:spPr>
                        <a:xfrm>
                          <a:off x="624" y="2688"/>
                          <a:ext cx="281" cy="336"/>
                        </a:xfrm>
                        <a:prstGeom prst="rect">
                          <a:avLst/>
                        </a:prstGeom>
                        <a:noFill/>
                        <a:ln w="38100">
                          <a:noFill/>
                          <a:miter/>
                        </a:ln>
                      </p:spPr>
                    </p:pic>
                  </p:oleObj>
                </mc:Fallback>
              </mc:AlternateContent>
            </a:graphicData>
          </a:graphic>
        </p:graphicFrame>
        <p:graphicFrame>
          <p:nvGraphicFramePr>
            <p:cNvPr id="60434" name="Object 19"/>
            <p:cNvGraphicFramePr/>
            <p:nvPr/>
          </p:nvGraphicFramePr>
          <p:xfrm>
            <a:off x="1440" y="1968"/>
            <a:ext cx="412" cy="307"/>
          </p:xfrm>
          <a:graphic>
            <a:graphicData uri="http://schemas.openxmlformats.org/presentationml/2006/ole">
              <mc:AlternateContent xmlns:mc="http://schemas.openxmlformats.org/markup-compatibility/2006">
                <mc:Choice xmlns:v="urn:schemas-microsoft-com:vml" Requires="v">
                  <p:oleObj spid="_x0000_s3340" name="" r:id="rId5" imgW="520700" imgH="317500" progId="Equation.3">
                    <p:embed/>
                  </p:oleObj>
                </mc:Choice>
                <mc:Fallback>
                  <p:oleObj name="" r:id="rId5" imgW="520700" imgH="317500" progId="Equation.3">
                    <p:embed/>
                    <p:pic>
                      <p:nvPicPr>
                        <p:cNvPr id="0" name="图片 3339"/>
                        <p:cNvPicPr/>
                        <p:nvPr/>
                      </p:nvPicPr>
                      <p:blipFill>
                        <a:blip r:embed="rId6">
                          <a:clrChange>
                            <a:clrFrom>
                              <a:srgbClr val="000000"/>
                            </a:clrFrom>
                            <a:clrTo>
                              <a:srgbClr val="FF0000"/>
                            </a:clrTo>
                          </a:clrChange>
                        </a:blip>
                        <a:stretch>
                          <a:fillRect/>
                        </a:stretch>
                      </p:blipFill>
                      <p:spPr>
                        <a:xfrm>
                          <a:off x="1440" y="1968"/>
                          <a:ext cx="412" cy="307"/>
                        </a:xfrm>
                        <a:prstGeom prst="rect">
                          <a:avLst/>
                        </a:prstGeom>
                        <a:noFill/>
                        <a:ln w="38100">
                          <a:noFill/>
                          <a:miter/>
                        </a:ln>
                      </p:spPr>
                    </p:pic>
                  </p:oleObj>
                </mc:Fallback>
              </mc:AlternateContent>
            </a:graphicData>
          </a:graphic>
        </p:graphicFrame>
        <p:graphicFrame>
          <p:nvGraphicFramePr>
            <p:cNvPr id="60435" name="Object 20"/>
            <p:cNvGraphicFramePr/>
            <p:nvPr/>
          </p:nvGraphicFramePr>
          <p:xfrm>
            <a:off x="2544" y="2688"/>
            <a:ext cx="281" cy="336"/>
          </p:xfrm>
          <a:graphic>
            <a:graphicData uri="http://schemas.openxmlformats.org/presentationml/2006/ole">
              <mc:AlternateContent xmlns:mc="http://schemas.openxmlformats.org/markup-compatibility/2006">
                <mc:Choice xmlns:v="urn:schemas-microsoft-com:vml" Requires="v">
                  <p:oleObj spid="_x0000_s3341" name="" r:id="rId7" imgW="317500" imgH="406400" progId="Equation.3">
                    <p:embed/>
                  </p:oleObj>
                </mc:Choice>
                <mc:Fallback>
                  <p:oleObj name="" r:id="rId7" imgW="317500" imgH="406400" progId="Equation.3">
                    <p:embed/>
                    <p:pic>
                      <p:nvPicPr>
                        <p:cNvPr id="0" name="图片 3340"/>
                        <p:cNvPicPr/>
                        <p:nvPr/>
                      </p:nvPicPr>
                      <p:blipFill>
                        <a:blip r:embed="rId8">
                          <a:clrChange>
                            <a:clrFrom>
                              <a:srgbClr val="000000"/>
                            </a:clrFrom>
                            <a:clrTo>
                              <a:srgbClr val="FF0000"/>
                            </a:clrTo>
                          </a:clrChange>
                        </a:blip>
                        <a:stretch>
                          <a:fillRect/>
                        </a:stretch>
                      </p:blipFill>
                      <p:spPr>
                        <a:xfrm>
                          <a:off x="2544" y="2688"/>
                          <a:ext cx="281" cy="336"/>
                        </a:xfrm>
                        <a:prstGeom prst="rect">
                          <a:avLst/>
                        </a:prstGeom>
                        <a:noFill/>
                        <a:ln w="38100">
                          <a:noFill/>
                          <a:miter/>
                        </a:ln>
                      </p:spPr>
                    </p:pic>
                  </p:oleObj>
                </mc:Fallback>
              </mc:AlternateContent>
            </a:graphicData>
          </a:graphic>
        </p:graphicFrame>
        <p:sp>
          <p:nvSpPr>
            <p:cNvPr id="60436" name="Rectangle 21" descr="宽上对角线"/>
            <p:cNvSpPr/>
            <p:nvPr/>
          </p:nvSpPr>
          <p:spPr>
            <a:xfrm>
              <a:off x="1680" y="2256"/>
              <a:ext cx="48" cy="1344"/>
            </a:xfrm>
            <a:prstGeom prst="rect">
              <a:avLst/>
            </a:prstGeom>
            <a:pattFill prst="wdUpDiag">
              <a:fgClr>
                <a:srgbClr val="FF9900"/>
              </a:fgClr>
              <a:bgClr>
                <a:srgbClr val="FFFFFF"/>
              </a:bgClr>
            </a:patt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grpSp>
        <p:nvGrpSpPr>
          <p:cNvPr id="60437" name="Group 22"/>
          <p:cNvGrpSpPr/>
          <p:nvPr/>
        </p:nvGrpSpPr>
        <p:grpSpPr>
          <a:xfrm>
            <a:off x="4800600" y="3048000"/>
            <a:ext cx="3657600" cy="2895600"/>
            <a:chOff x="3024" y="1920"/>
            <a:chExt cx="2304" cy="1824"/>
          </a:xfrm>
        </p:grpSpPr>
        <p:sp>
          <p:nvSpPr>
            <p:cNvPr id="60438" name="Rectangle 23"/>
            <p:cNvSpPr/>
            <p:nvPr/>
          </p:nvSpPr>
          <p:spPr>
            <a:xfrm>
              <a:off x="3024" y="1920"/>
              <a:ext cx="2304" cy="1824"/>
            </a:xfrm>
            <a:prstGeom prst="rect">
              <a:avLst/>
            </a:prstGeom>
            <a:solidFill>
              <a:schemeClr val="bg1"/>
            </a:solidFill>
            <a:ln w="9525" cap="flat" cmpd="sng">
              <a:solidFill>
                <a:srgbClr val="006666"/>
              </a:solidFill>
              <a:prstDash val="solid"/>
              <a:miter/>
              <a:headEnd type="none" w="med" len="med"/>
              <a:tailEnd type="none" w="sm" len="lg"/>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60439" name="Group 24"/>
            <p:cNvGrpSpPr/>
            <p:nvPr/>
          </p:nvGrpSpPr>
          <p:grpSpPr>
            <a:xfrm>
              <a:off x="3358" y="2492"/>
              <a:ext cx="809" cy="926"/>
              <a:chOff x="4297" y="2418"/>
              <a:chExt cx="926" cy="972"/>
            </a:xfrm>
          </p:grpSpPr>
          <p:sp>
            <p:nvSpPr>
              <p:cNvPr id="60440" name="Line 25"/>
              <p:cNvSpPr/>
              <p:nvPr/>
            </p:nvSpPr>
            <p:spPr>
              <a:xfrm>
                <a:off x="4297" y="2418"/>
                <a:ext cx="926" cy="0"/>
              </a:xfrm>
              <a:prstGeom prst="line">
                <a:avLst/>
              </a:prstGeom>
              <a:ln w="19050" cap="flat" cmpd="sng">
                <a:solidFill>
                  <a:srgbClr val="0000FF"/>
                </a:solidFill>
                <a:prstDash val="solid"/>
                <a:round/>
                <a:headEnd type="none" w="med" len="med"/>
                <a:tailEnd type="triangle" w="sm" len="lg"/>
              </a:ln>
            </p:spPr>
          </p:sp>
          <p:sp>
            <p:nvSpPr>
              <p:cNvPr id="60441" name="Line 26"/>
              <p:cNvSpPr/>
              <p:nvPr/>
            </p:nvSpPr>
            <p:spPr>
              <a:xfrm>
                <a:off x="4297" y="2613"/>
                <a:ext cx="926" cy="0"/>
              </a:xfrm>
              <a:prstGeom prst="line">
                <a:avLst/>
              </a:prstGeom>
              <a:ln w="19050" cap="flat" cmpd="sng">
                <a:solidFill>
                  <a:srgbClr val="0000FF"/>
                </a:solidFill>
                <a:prstDash val="solid"/>
                <a:round/>
                <a:headEnd type="none" w="med" len="med"/>
                <a:tailEnd type="triangle" w="sm" len="lg"/>
              </a:ln>
            </p:spPr>
          </p:sp>
          <p:sp>
            <p:nvSpPr>
              <p:cNvPr id="60442" name="Line 27"/>
              <p:cNvSpPr/>
              <p:nvPr/>
            </p:nvSpPr>
            <p:spPr>
              <a:xfrm>
                <a:off x="4297" y="2808"/>
                <a:ext cx="926" cy="0"/>
              </a:xfrm>
              <a:prstGeom prst="line">
                <a:avLst/>
              </a:prstGeom>
              <a:ln w="19050" cap="flat" cmpd="sng">
                <a:solidFill>
                  <a:srgbClr val="0000FF"/>
                </a:solidFill>
                <a:prstDash val="solid"/>
                <a:round/>
                <a:headEnd type="none" w="med" len="med"/>
                <a:tailEnd type="triangle" w="sm" len="lg"/>
              </a:ln>
            </p:spPr>
          </p:sp>
          <p:sp>
            <p:nvSpPr>
              <p:cNvPr id="60443" name="Line 28"/>
              <p:cNvSpPr/>
              <p:nvPr/>
            </p:nvSpPr>
            <p:spPr>
              <a:xfrm>
                <a:off x="4297" y="3001"/>
                <a:ext cx="926" cy="0"/>
              </a:xfrm>
              <a:prstGeom prst="line">
                <a:avLst/>
              </a:prstGeom>
              <a:ln w="19050" cap="flat" cmpd="sng">
                <a:solidFill>
                  <a:srgbClr val="0000FF"/>
                </a:solidFill>
                <a:prstDash val="solid"/>
                <a:round/>
                <a:headEnd type="none" w="med" len="med"/>
                <a:tailEnd type="triangle" w="sm" len="lg"/>
              </a:ln>
            </p:spPr>
          </p:sp>
          <p:sp>
            <p:nvSpPr>
              <p:cNvPr id="60444" name="Line 29"/>
              <p:cNvSpPr/>
              <p:nvPr/>
            </p:nvSpPr>
            <p:spPr>
              <a:xfrm>
                <a:off x="4297" y="3196"/>
                <a:ext cx="926" cy="0"/>
              </a:xfrm>
              <a:prstGeom prst="line">
                <a:avLst/>
              </a:prstGeom>
              <a:ln w="19050" cap="flat" cmpd="sng">
                <a:solidFill>
                  <a:srgbClr val="0000FF"/>
                </a:solidFill>
                <a:prstDash val="solid"/>
                <a:round/>
                <a:headEnd type="none" w="med" len="med"/>
                <a:tailEnd type="triangle" w="sm" len="lg"/>
              </a:ln>
            </p:spPr>
          </p:sp>
          <p:sp>
            <p:nvSpPr>
              <p:cNvPr id="60445" name="Line 30"/>
              <p:cNvSpPr/>
              <p:nvPr/>
            </p:nvSpPr>
            <p:spPr>
              <a:xfrm>
                <a:off x="4297" y="3390"/>
                <a:ext cx="926" cy="0"/>
              </a:xfrm>
              <a:prstGeom prst="line">
                <a:avLst/>
              </a:prstGeom>
              <a:ln w="19050" cap="flat" cmpd="sng">
                <a:solidFill>
                  <a:srgbClr val="0000FF"/>
                </a:solidFill>
                <a:prstDash val="solid"/>
                <a:round/>
                <a:headEnd type="none" w="med" len="med"/>
                <a:tailEnd type="triangle" w="sm" len="lg"/>
              </a:ln>
            </p:spPr>
          </p:sp>
        </p:grpSp>
        <p:grpSp>
          <p:nvGrpSpPr>
            <p:cNvPr id="60446" name="Group 31"/>
            <p:cNvGrpSpPr/>
            <p:nvPr/>
          </p:nvGrpSpPr>
          <p:grpSpPr>
            <a:xfrm>
              <a:off x="4231" y="2493"/>
              <a:ext cx="759" cy="926"/>
              <a:chOff x="3381" y="2418"/>
              <a:chExt cx="926" cy="972"/>
            </a:xfrm>
          </p:grpSpPr>
          <p:sp>
            <p:nvSpPr>
              <p:cNvPr id="60447" name="Line 32"/>
              <p:cNvSpPr/>
              <p:nvPr/>
            </p:nvSpPr>
            <p:spPr>
              <a:xfrm flipH="1">
                <a:off x="3381" y="2418"/>
                <a:ext cx="926" cy="0"/>
              </a:xfrm>
              <a:prstGeom prst="line">
                <a:avLst/>
              </a:prstGeom>
              <a:ln w="19050" cap="flat" cmpd="sng">
                <a:solidFill>
                  <a:srgbClr val="0000FF"/>
                </a:solidFill>
                <a:prstDash val="solid"/>
                <a:round/>
                <a:headEnd type="none" w="med" len="med"/>
                <a:tailEnd type="triangle" w="sm" len="lg"/>
              </a:ln>
            </p:spPr>
          </p:sp>
          <p:sp>
            <p:nvSpPr>
              <p:cNvPr id="60448" name="Line 33"/>
              <p:cNvSpPr/>
              <p:nvPr/>
            </p:nvSpPr>
            <p:spPr>
              <a:xfrm flipH="1">
                <a:off x="3381" y="2613"/>
                <a:ext cx="926" cy="0"/>
              </a:xfrm>
              <a:prstGeom prst="line">
                <a:avLst/>
              </a:prstGeom>
              <a:ln w="19050" cap="flat" cmpd="sng">
                <a:solidFill>
                  <a:srgbClr val="0000FF"/>
                </a:solidFill>
                <a:prstDash val="solid"/>
                <a:round/>
                <a:headEnd type="none" w="med" len="med"/>
                <a:tailEnd type="triangle" w="sm" len="lg"/>
              </a:ln>
            </p:spPr>
          </p:sp>
          <p:sp>
            <p:nvSpPr>
              <p:cNvPr id="60449" name="Line 34"/>
              <p:cNvSpPr/>
              <p:nvPr/>
            </p:nvSpPr>
            <p:spPr>
              <a:xfrm flipH="1">
                <a:off x="3381" y="2808"/>
                <a:ext cx="926" cy="0"/>
              </a:xfrm>
              <a:prstGeom prst="line">
                <a:avLst/>
              </a:prstGeom>
              <a:ln w="19050" cap="flat" cmpd="sng">
                <a:solidFill>
                  <a:srgbClr val="0000FF"/>
                </a:solidFill>
                <a:prstDash val="solid"/>
                <a:round/>
                <a:headEnd type="none" w="med" len="med"/>
                <a:tailEnd type="triangle" w="sm" len="lg"/>
              </a:ln>
            </p:spPr>
          </p:sp>
          <p:sp>
            <p:nvSpPr>
              <p:cNvPr id="60450" name="Line 35"/>
              <p:cNvSpPr/>
              <p:nvPr/>
            </p:nvSpPr>
            <p:spPr>
              <a:xfrm flipH="1">
                <a:off x="3381" y="3001"/>
                <a:ext cx="926" cy="0"/>
              </a:xfrm>
              <a:prstGeom prst="line">
                <a:avLst/>
              </a:prstGeom>
              <a:ln w="19050" cap="flat" cmpd="sng">
                <a:solidFill>
                  <a:srgbClr val="0000FF"/>
                </a:solidFill>
                <a:prstDash val="solid"/>
                <a:round/>
                <a:headEnd type="none" w="med" len="med"/>
                <a:tailEnd type="triangle" w="sm" len="lg"/>
              </a:ln>
            </p:spPr>
          </p:sp>
          <p:sp>
            <p:nvSpPr>
              <p:cNvPr id="60451" name="Line 36"/>
              <p:cNvSpPr/>
              <p:nvPr/>
            </p:nvSpPr>
            <p:spPr>
              <a:xfrm flipH="1">
                <a:off x="3381" y="3196"/>
                <a:ext cx="926" cy="0"/>
              </a:xfrm>
              <a:prstGeom prst="line">
                <a:avLst/>
              </a:prstGeom>
              <a:ln w="19050" cap="flat" cmpd="sng">
                <a:solidFill>
                  <a:srgbClr val="0000FF"/>
                </a:solidFill>
                <a:prstDash val="solid"/>
                <a:round/>
                <a:headEnd type="none" w="med" len="med"/>
                <a:tailEnd type="triangle" w="sm" len="lg"/>
              </a:ln>
            </p:spPr>
          </p:sp>
          <p:sp>
            <p:nvSpPr>
              <p:cNvPr id="60452" name="Line 37"/>
              <p:cNvSpPr/>
              <p:nvPr/>
            </p:nvSpPr>
            <p:spPr>
              <a:xfrm flipH="1">
                <a:off x="3381" y="3390"/>
                <a:ext cx="926" cy="0"/>
              </a:xfrm>
              <a:prstGeom prst="line">
                <a:avLst/>
              </a:prstGeom>
              <a:ln w="19050" cap="flat" cmpd="sng">
                <a:solidFill>
                  <a:srgbClr val="0000FF"/>
                </a:solidFill>
                <a:prstDash val="solid"/>
                <a:round/>
                <a:headEnd type="none" w="med" len="med"/>
                <a:tailEnd type="triangle" w="sm" len="lg"/>
              </a:ln>
            </p:spPr>
          </p:sp>
        </p:grpSp>
        <p:graphicFrame>
          <p:nvGraphicFramePr>
            <p:cNvPr id="60453" name="Object 38"/>
            <p:cNvGraphicFramePr/>
            <p:nvPr/>
          </p:nvGraphicFramePr>
          <p:xfrm>
            <a:off x="3024" y="2688"/>
            <a:ext cx="289" cy="336"/>
          </p:xfrm>
          <a:graphic>
            <a:graphicData uri="http://schemas.openxmlformats.org/presentationml/2006/ole">
              <mc:AlternateContent xmlns:mc="http://schemas.openxmlformats.org/markup-compatibility/2006">
                <mc:Choice xmlns:v="urn:schemas-microsoft-com:vml" Requires="v">
                  <p:oleObj spid="_x0000_s3344" name="" r:id="rId9" imgW="317500" imgH="406400" progId="Equation.3">
                    <p:embed/>
                  </p:oleObj>
                </mc:Choice>
                <mc:Fallback>
                  <p:oleObj name="" r:id="rId9" imgW="317500" imgH="406400" progId="Equation.3">
                    <p:embed/>
                    <p:pic>
                      <p:nvPicPr>
                        <p:cNvPr id="0" name="图片 3343"/>
                        <p:cNvPicPr/>
                        <p:nvPr/>
                      </p:nvPicPr>
                      <p:blipFill>
                        <a:blip r:embed="rId10">
                          <a:clrChange>
                            <a:clrFrom>
                              <a:srgbClr val="000000"/>
                            </a:clrFrom>
                            <a:clrTo>
                              <a:srgbClr val="0000FF"/>
                            </a:clrTo>
                          </a:clrChange>
                        </a:blip>
                        <a:stretch>
                          <a:fillRect/>
                        </a:stretch>
                      </p:blipFill>
                      <p:spPr>
                        <a:xfrm>
                          <a:off x="3024" y="2688"/>
                          <a:ext cx="289" cy="336"/>
                        </a:xfrm>
                        <a:prstGeom prst="rect">
                          <a:avLst/>
                        </a:prstGeom>
                        <a:noFill/>
                        <a:ln w="38100">
                          <a:noFill/>
                          <a:miter/>
                        </a:ln>
                      </p:spPr>
                    </p:pic>
                  </p:oleObj>
                </mc:Fallback>
              </mc:AlternateContent>
            </a:graphicData>
          </a:graphic>
        </p:graphicFrame>
        <p:graphicFrame>
          <p:nvGraphicFramePr>
            <p:cNvPr id="60454" name="Object 39"/>
            <p:cNvGraphicFramePr/>
            <p:nvPr/>
          </p:nvGraphicFramePr>
          <p:xfrm>
            <a:off x="3956" y="2016"/>
            <a:ext cx="391" cy="253"/>
          </p:xfrm>
          <a:graphic>
            <a:graphicData uri="http://schemas.openxmlformats.org/presentationml/2006/ole">
              <mc:AlternateContent xmlns:mc="http://schemas.openxmlformats.org/markup-compatibility/2006">
                <mc:Choice xmlns:v="urn:schemas-microsoft-com:vml" Requires="v">
                  <p:oleObj spid="_x0000_s3345" name="" r:id="rId11" imgW="520700" imgH="304800" progId="Equation.3">
                    <p:embed/>
                  </p:oleObj>
                </mc:Choice>
                <mc:Fallback>
                  <p:oleObj name="" r:id="rId11" imgW="520700" imgH="304800" progId="Equation.3">
                    <p:embed/>
                    <p:pic>
                      <p:nvPicPr>
                        <p:cNvPr id="0" name="图片 3344"/>
                        <p:cNvPicPr/>
                        <p:nvPr/>
                      </p:nvPicPr>
                      <p:blipFill>
                        <a:blip r:embed="rId12">
                          <a:clrChange>
                            <a:clrFrom>
                              <a:srgbClr val="000000"/>
                            </a:clrFrom>
                            <a:clrTo>
                              <a:srgbClr val="0000FF"/>
                            </a:clrTo>
                          </a:clrChange>
                        </a:blip>
                        <a:stretch>
                          <a:fillRect/>
                        </a:stretch>
                      </p:blipFill>
                      <p:spPr>
                        <a:xfrm>
                          <a:off x="3956" y="2016"/>
                          <a:ext cx="391" cy="253"/>
                        </a:xfrm>
                        <a:prstGeom prst="rect">
                          <a:avLst/>
                        </a:prstGeom>
                        <a:noFill/>
                        <a:ln w="38100">
                          <a:noFill/>
                          <a:miter/>
                        </a:ln>
                      </p:spPr>
                    </p:pic>
                  </p:oleObj>
                </mc:Fallback>
              </mc:AlternateContent>
            </a:graphicData>
          </a:graphic>
        </p:graphicFrame>
        <p:sp>
          <p:nvSpPr>
            <p:cNvPr id="60455" name="Rectangle 40" descr="宽上对角线"/>
            <p:cNvSpPr/>
            <p:nvPr/>
          </p:nvSpPr>
          <p:spPr>
            <a:xfrm>
              <a:off x="4176" y="2256"/>
              <a:ext cx="48" cy="1344"/>
            </a:xfrm>
            <a:prstGeom prst="rect">
              <a:avLst/>
            </a:prstGeom>
            <a:pattFill prst="wdUpDiag">
              <a:fgClr>
                <a:srgbClr val="000066"/>
              </a:fgClr>
              <a:bgClr>
                <a:srgbClr val="FFFFFF"/>
              </a:bgClr>
            </a:patt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0456" name="Object 41"/>
            <p:cNvGraphicFramePr/>
            <p:nvPr/>
          </p:nvGraphicFramePr>
          <p:xfrm>
            <a:off x="4992" y="2688"/>
            <a:ext cx="289" cy="336"/>
          </p:xfrm>
          <a:graphic>
            <a:graphicData uri="http://schemas.openxmlformats.org/presentationml/2006/ole">
              <mc:AlternateContent xmlns:mc="http://schemas.openxmlformats.org/markup-compatibility/2006">
                <mc:Choice xmlns:v="urn:schemas-microsoft-com:vml" Requires="v">
                  <p:oleObj spid="_x0000_s3346" name="" r:id="rId13" imgW="317500" imgH="406400" progId="Equation.3">
                    <p:embed/>
                  </p:oleObj>
                </mc:Choice>
                <mc:Fallback>
                  <p:oleObj name="" r:id="rId13" imgW="317500" imgH="406400" progId="Equation.3">
                    <p:embed/>
                    <p:pic>
                      <p:nvPicPr>
                        <p:cNvPr id="0" name="图片 3345"/>
                        <p:cNvPicPr/>
                        <p:nvPr/>
                      </p:nvPicPr>
                      <p:blipFill>
                        <a:blip r:embed="rId14">
                          <a:clrChange>
                            <a:clrFrom>
                              <a:srgbClr val="000000"/>
                            </a:clrFrom>
                            <a:clrTo>
                              <a:srgbClr val="0000FF"/>
                            </a:clrTo>
                          </a:clrChange>
                        </a:blip>
                        <a:stretch>
                          <a:fillRect/>
                        </a:stretch>
                      </p:blipFill>
                      <p:spPr>
                        <a:xfrm>
                          <a:off x="4992" y="2688"/>
                          <a:ext cx="289" cy="336"/>
                        </a:xfrm>
                        <a:prstGeom prst="rect">
                          <a:avLst/>
                        </a:prstGeom>
                        <a:noFill/>
                        <a:ln w="38100">
                          <a:noFill/>
                          <a:miter/>
                        </a:ln>
                      </p:spPr>
                    </p:pic>
                  </p:oleObj>
                </mc:Fallback>
              </mc:AlternateContent>
            </a:graphicData>
          </a:graphic>
        </p:graphicFrame>
      </p:grpSp>
    </p:spTree>
  </p:cSld>
  <p:clrMapOvr>
    <a:masterClrMapping/>
  </p:clrMapOvr>
  <p:transition spd="med">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p:nvPr/>
        </p:nvSpPr>
        <p:spPr>
          <a:xfrm>
            <a:off x="1524000" y="1219200"/>
            <a:ext cx="6248400" cy="685800"/>
          </a:xfrm>
          <a:prstGeom prst="rect">
            <a:avLst/>
          </a:prstGeom>
          <a:gradFill rotWithShape="0">
            <a:gsLst>
              <a:gs pos="0">
                <a:srgbClr val="DDF0F1"/>
              </a:gs>
              <a:gs pos="50000">
                <a:srgbClr val="FFFFFF"/>
              </a:gs>
              <a:gs pos="100000">
                <a:srgbClr val="DDF0F1"/>
              </a:gs>
            </a:gsLst>
            <a:lin ang="5400000" scaled="1"/>
            <a:tileRect/>
          </a:gradFill>
          <a:ln w="9525" cap="flat" cmpd="sng">
            <a:solidFill>
              <a:schemeClr val="tx2"/>
            </a:solidFill>
            <a:prstDash val="solid"/>
            <a:miter/>
            <a:headEnd type="none" w="med" len="med"/>
            <a:tailEnd type="none" w="med" len="med"/>
          </a:ln>
        </p:spPr>
        <p:txBody>
          <a:bodyPr wrap="none" anchor="ctr" anchorCtr="0"/>
          <a:p>
            <a:pPr algn="ctr"/>
            <a:r>
              <a:rPr lang="zh-CN" altLang="en-US" sz="3200" b="1" dirty="0">
                <a:latin typeface="Times New Roman" panose="02020603050405020304" pitchFamily="18" charset="0"/>
                <a:ea typeface="宋体" panose="02010600030101010101" pitchFamily="2" charset="-122"/>
              </a:rPr>
              <a:t>无限大带电平面的电场叠加问题</a:t>
            </a:r>
            <a:endParaRPr lang="zh-CN" altLang="en-US" dirty="0">
              <a:latin typeface="Arial" panose="020B0604020202020204" pitchFamily="34" charset="0"/>
              <a:ea typeface="宋体" panose="02010600030101010101" pitchFamily="2" charset="-122"/>
            </a:endParaRPr>
          </a:p>
        </p:txBody>
      </p:sp>
      <p:graphicFrame>
        <p:nvGraphicFramePr>
          <p:cNvPr id="61442" name="Object 3"/>
          <p:cNvGraphicFramePr/>
          <p:nvPr/>
        </p:nvGraphicFramePr>
        <p:xfrm>
          <a:off x="1905000" y="2514600"/>
          <a:ext cx="609600" cy="392113"/>
        </p:xfrm>
        <a:graphic>
          <a:graphicData uri="http://schemas.openxmlformats.org/presentationml/2006/ole">
            <mc:AlternateContent xmlns:mc="http://schemas.openxmlformats.org/markup-compatibility/2006">
              <mc:Choice xmlns:v="urn:schemas-microsoft-com:vml" Requires="v">
                <p:oleObj spid="_x0000_s3342" name="" r:id="rId1" imgW="596900" imgH="317500" progId="Equation.3">
                  <p:embed/>
                </p:oleObj>
              </mc:Choice>
              <mc:Fallback>
                <p:oleObj name="" r:id="rId1" imgW="596900" imgH="317500" progId="Equation.3">
                  <p:embed/>
                  <p:pic>
                    <p:nvPicPr>
                      <p:cNvPr id="0" name="图片 3341"/>
                      <p:cNvPicPr/>
                      <p:nvPr/>
                    </p:nvPicPr>
                    <p:blipFill>
                      <a:blip r:embed="rId2">
                        <a:clrChange>
                          <a:clrFrom>
                            <a:srgbClr val="000000"/>
                          </a:clrFrom>
                          <a:clrTo>
                            <a:srgbClr val="FF0000"/>
                          </a:clrTo>
                        </a:clrChange>
                      </a:blip>
                      <a:stretch>
                        <a:fillRect/>
                      </a:stretch>
                    </p:blipFill>
                    <p:spPr>
                      <a:xfrm>
                        <a:off x="1905000" y="2514600"/>
                        <a:ext cx="609600" cy="392113"/>
                      </a:xfrm>
                      <a:prstGeom prst="rect">
                        <a:avLst/>
                      </a:prstGeom>
                      <a:noFill/>
                      <a:ln w="38100">
                        <a:noFill/>
                        <a:miter/>
                      </a:ln>
                    </p:spPr>
                  </p:pic>
                </p:oleObj>
              </mc:Fallback>
            </mc:AlternateContent>
          </a:graphicData>
        </a:graphic>
      </p:graphicFrame>
      <p:sp>
        <p:nvSpPr>
          <p:cNvPr id="61443" name="Rectangle 4" descr="宽上对角线"/>
          <p:cNvSpPr/>
          <p:nvPr/>
        </p:nvSpPr>
        <p:spPr>
          <a:xfrm>
            <a:off x="2168525" y="2971800"/>
            <a:ext cx="76200" cy="2438400"/>
          </a:xfrm>
          <a:prstGeom prst="rect">
            <a:avLst/>
          </a:prstGeom>
          <a:pattFill prst="wdUpDiag">
            <a:fgClr>
              <a:srgbClr val="FF9900"/>
            </a:fgClr>
            <a:bgClr>
              <a:srgbClr val="FFFFFF"/>
            </a:bgClr>
          </a:patt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1444" name="Rectangle 5" descr="宽上对角线"/>
          <p:cNvSpPr/>
          <p:nvPr/>
        </p:nvSpPr>
        <p:spPr>
          <a:xfrm>
            <a:off x="3221038" y="2971800"/>
            <a:ext cx="76200" cy="2438400"/>
          </a:xfrm>
          <a:prstGeom prst="rect">
            <a:avLst/>
          </a:prstGeom>
          <a:pattFill prst="wdUpDiag">
            <a:fgClr>
              <a:srgbClr val="FF9900"/>
            </a:fgClr>
            <a:bgClr>
              <a:srgbClr val="FFFFFF"/>
            </a:bgClr>
          </a:patt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1445" name="Object 6"/>
          <p:cNvGraphicFramePr/>
          <p:nvPr/>
        </p:nvGraphicFramePr>
        <p:xfrm>
          <a:off x="2971800" y="2514600"/>
          <a:ext cx="609600" cy="392113"/>
        </p:xfrm>
        <a:graphic>
          <a:graphicData uri="http://schemas.openxmlformats.org/presentationml/2006/ole">
            <mc:AlternateContent xmlns:mc="http://schemas.openxmlformats.org/markup-compatibility/2006">
              <mc:Choice xmlns:v="urn:schemas-microsoft-com:vml" Requires="v">
                <p:oleObj spid="_x0000_s3343" name="" r:id="rId3" imgW="596900" imgH="317500" progId="Equation.3">
                  <p:embed/>
                </p:oleObj>
              </mc:Choice>
              <mc:Fallback>
                <p:oleObj name="" r:id="rId3" imgW="596900" imgH="317500" progId="Equation.3">
                  <p:embed/>
                  <p:pic>
                    <p:nvPicPr>
                      <p:cNvPr id="0" name="图片 3342"/>
                      <p:cNvPicPr/>
                      <p:nvPr/>
                    </p:nvPicPr>
                    <p:blipFill>
                      <a:blip r:embed="rId4">
                        <a:clrChange>
                          <a:clrFrom>
                            <a:srgbClr val="000000"/>
                          </a:clrFrom>
                          <a:clrTo>
                            <a:srgbClr val="FF0000"/>
                          </a:clrTo>
                        </a:clrChange>
                      </a:blip>
                      <a:stretch>
                        <a:fillRect/>
                      </a:stretch>
                    </p:blipFill>
                    <p:spPr>
                      <a:xfrm>
                        <a:off x="2971800" y="2514600"/>
                        <a:ext cx="609600" cy="392113"/>
                      </a:xfrm>
                      <a:prstGeom prst="rect">
                        <a:avLst/>
                      </a:prstGeom>
                      <a:noFill/>
                      <a:ln w="38100">
                        <a:noFill/>
                        <a:miter/>
                      </a:ln>
                    </p:spPr>
                  </p:pic>
                </p:oleObj>
              </mc:Fallback>
            </mc:AlternateContent>
          </a:graphicData>
        </a:graphic>
      </p:graphicFrame>
      <p:grpSp>
        <p:nvGrpSpPr>
          <p:cNvPr id="2" name="Group 7"/>
          <p:cNvGrpSpPr/>
          <p:nvPr/>
        </p:nvGrpSpPr>
        <p:grpSpPr>
          <a:xfrm>
            <a:off x="1244600" y="3505200"/>
            <a:ext cx="3022600" cy="0"/>
            <a:chOff x="3184" y="1488"/>
            <a:chExt cx="1904" cy="0"/>
          </a:xfrm>
        </p:grpSpPr>
        <p:sp>
          <p:nvSpPr>
            <p:cNvPr id="61447" name="Line 8"/>
            <p:cNvSpPr/>
            <p:nvPr/>
          </p:nvSpPr>
          <p:spPr>
            <a:xfrm>
              <a:off x="3840" y="1488"/>
              <a:ext cx="576" cy="0"/>
            </a:xfrm>
            <a:prstGeom prst="line">
              <a:avLst/>
            </a:prstGeom>
            <a:ln w="28575" cap="flat" cmpd="sng">
              <a:solidFill>
                <a:srgbClr val="FF0000"/>
              </a:solidFill>
              <a:prstDash val="solid"/>
              <a:round/>
              <a:headEnd type="none" w="med" len="med"/>
              <a:tailEnd type="triangle" w="sm" len="lg"/>
            </a:ln>
          </p:spPr>
        </p:sp>
        <p:sp>
          <p:nvSpPr>
            <p:cNvPr id="61448" name="Line 9"/>
            <p:cNvSpPr/>
            <p:nvPr/>
          </p:nvSpPr>
          <p:spPr>
            <a:xfrm flipH="1">
              <a:off x="3184" y="1488"/>
              <a:ext cx="560" cy="0"/>
            </a:xfrm>
            <a:prstGeom prst="line">
              <a:avLst/>
            </a:prstGeom>
            <a:ln w="28575" cap="flat" cmpd="sng">
              <a:solidFill>
                <a:srgbClr val="FF0000"/>
              </a:solidFill>
              <a:prstDash val="solid"/>
              <a:round/>
              <a:headEnd type="none" w="med" len="med"/>
              <a:tailEnd type="triangle" w="sm" len="lg"/>
            </a:ln>
          </p:spPr>
        </p:sp>
        <p:sp>
          <p:nvSpPr>
            <p:cNvPr id="61449" name="Line 10"/>
            <p:cNvSpPr/>
            <p:nvPr/>
          </p:nvSpPr>
          <p:spPr>
            <a:xfrm>
              <a:off x="4512" y="1488"/>
              <a:ext cx="576" cy="0"/>
            </a:xfrm>
            <a:prstGeom prst="line">
              <a:avLst/>
            </a:prstGeom>
            <a:ln w="28575" cap="flat" cmpd="sng">
              <a:solidFill>
                <a:srgbClr val="FF0000"/>
              </a:solidFill>
              <a:prstDash val="solid"/>
              <a:round/>
              <a:headEnd type="none" w="med" len="med"/>
              <a:tailEnd type="triangle" w="sm" len="lg"/>
            </a:ln>
          </p:spPr>
        </p:sp>
      </p:grpSp>
      <p:grpSp>
        <p:nvGrpSpPr>
          <p:cNvPr id="3" name="Group 11"/>
          <p:cNvGrpSpPr/>
          <p:nvPr/>
        </p:nvGrpSpPr>
        <p:grpSpPr>
          <a:xfrm>
            <a:off x="1219200" y="4038600"/>
            <a:ext cx="3048000" cy="0"/>
            <a:chOff x="3168" y="1680"/>
            <a:chExt cx="1920" cy="0"/>
          </a:xfrm>
        </p:grpSpPr>
        <p:sp>
          <p:nvSpPr>
            <p:cNvPr id="61451" name="Line 12"/>
            <p:cNvSpPr/>
            <p:nvPr/>
          </p:nvSpPr>
          <p:spPr>
            <a:xfrm flipH="1">
              <a:off x="3168" y="1680"/>
              <a:ext cx="576" cy="0"/>
            </a:xfrm>
            <a:prstGeom prst="line">
              <a:avLst/>
            </a:prstGeom>
            <a:ln w="28575" cap="flat" cmpd="sng">
              <a:solidFill>
                <a:srgbClr val="FF0000"/>
              </a:solidFill>
              <a:prstDash val="solid"/>
              <a:round/>
              <a:headEnd type="none" w="med" len="med"/>
              <a:tailEnd type="triangle" w="sm" len="lg"/>
            </a:ln>
          </p:spPr>
        </p:sp>
        <p:sp>
          <p:nvSpPr>
            <p:cNvPr id="61452" name="Line 13"/>
            <p:cNvSpPr/>
            <p:nvPr/>
          </p:nvSpPr>
          <p:spPr>
            <a:xfrm flipH="1">
              <a:off x="3840" y="1680"/>
              <a:ext cx="576" cy="0"/>
            </a:xfrm>
            <a:prstGeom prst="line">
              <a:avLst/>
            </a:prstGeom>
            <a:ln w="28575" cap="flat" cmpd="sng">
              <a:solidFill>
                <a:srgbClr val="FF0000"/>
              </a:solidFill>
              <a:prstDash val="solid"/>
              <a:round/>
              <a:headEnd type="none" w="med" len="med"/>
              <a:tailEnd type="triangle" w="sm" len="lg"/>
            </a:ln>
          </p:spPr>
        </p:sp>
        <p:sp>
          <p:nvSpPr>
            <p:cNvPr id="61453" name="Line 14"/>
            <p:cNvSpPr/>
            <p:nvPr/>
          </p:nvSpPr>
          <p:spPr>
            <a:xfrm>
              <a:off x="4512" y="1680"/>
              <a:ext cx="576" cy="0"/>
            </a:xfrm>
            <a:prstGeom prst="line">
              <a:avLst/>
            </a:prstGeom>
            <a:ln w="28575" cap="flat" cmpd="sng">
              <a:solidFill>
                <a:srgbClr val="FF0000"/>
              </a:solidFill>
              <a:prstDash val="solid"/>
              <a:round/>
              <a:headEnd type="none" w="med" len="med"/>
              <a:tailEnd type="triangle" w="sm" len="lg"/>
            </a:ln>
          </p:spPr>
        </p:sp>
      </p:grpSp>
      <p:sp>
        <p:nvSpPr>
          <p:cNvPr id="61454" name="Rectangle 15"/>
          <p:cNvSpPr/>
          <p:nvPr/>
        </p:nvSpPr>
        <p:spPr>
          <a:xfrm>
            <a:off x="914400" y="2362200"/>
            <a:ext cx="3657600" cy="33528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4" name="Group 16"/>
          <p:cNvGrpSpPr/>
          <p:nvPr/>
        </p:nvGrpSpPr>
        <p:grpSpPr>
          <a:xfrm>
            <a:off x="1395413" y="4267200"/>
            <a:ext cx="2720975" cy="990600"/>
            <a:chOff x="831" y="2688"/>
            <a:chExt cx="1714" cy="624"/>
          </a:xfrm>
        </p:grpSpPr>
        <p:graphicFrame>
          <p:nvGraphicFramePr>
            <p:cNvPr id="61456" name="Object 17"/>
            <p:cNvGraphicFramePr/>
            <p:nvPr/>
          </p:nvGraphicFramePr>
          <p:xfrm>
            <a:off x="831" y="2688"/>
            <a:ext cx="370" cy="624"/>
          </p:xfrm>
          <a:graphic>
            <a:graphicData uri="http://schemas.openxmlformats.org/presentationml/2006/ole">
              <mc:AlternateContent xmlns:mc="http://schemas.openxmlformats.org/markup-compatibility/2006">
                <mc:Choice xmlns:v="urn:schemas-microsoft-com:vml" Requires="v">
                  <p:oleObj spid="_x0000_s3352" name="" r:id="rId5" imgW="152400" imgH="254000" progId="Equation.3">
                    <p:embed/>
                  </p:oleObj>
                </mc:Choice>
                <mc:Fallback>
                  <p:oleObj name="" r:id="rId5" imgW="152400" imgH="254000" progId="Equation.3">
                    <p:embed/>
                    <p:pic>
                      <p:nvPicPr>
                        <p:cNvPr id="0" name="图片 3351"/>
                        <p:cNvPicPr/>
                        <p:nvPr/>
                      </p:nvPicPr>
                      <p:blipFill>
                        <a:blip r:embed="rId6"/>
                        <a:stretch>
                          <a:fillRect/>
                        </a:stretch>
                      </p:blipFill>
                      <p:spPr>
                        <a:xfrm>
                          <a:off x="831" y="2688"/>
                          <a:ext cx="370" cy="624"/>
                        </a:xfrm>
                        <a:prstGeom prst="rect">
                          <a:avLst/>
                        </a:prstGeom>
                        <a:noFill/>
                        <a:ln w="38100">
                          <a:noFill/>
                          <a:miter/>
                        </a:ln>
                      </p:spPr>
                    </p:pic>
                  </p:oleObj>
                </mc:Fallback>
              </mc:AlternateContent>
            </a:graphicData>
          </a:graphic>
        </p:graphicFrame>
        <p:graphicFrame>
          <p:nvGraphicFramePr>
            <p:cNvPr id="61457" name="Object 18"/>
            <p:cNvGraphicFramePr/>
            <p:nvPr/>
          </p:nvGraphicFramePr>
          <p:xfrm>
            <a:off x="2175" y="2688"/>
            <a:ext cx="370" cy="624"/>
          </p:xfrm>
          <a:graphic>
            <a:graphicData uri="http://schemas.openxmlformats.org/presentationml/2006/ole">
              <mc:AlternateContent xmlns:mc="http://schemas.openxmlformats.org/markup-compatibility/2006">
                <mc:Choice xmlns:v="urn:schemas-microsoft-com:vml" Requires="v">
                  <p:oleObj spid="_x0000_s3353" name="" r:id="rId7" imgW="152400" imgH="254000" progId="Equation.3">
                    <p:embed/>
                  </p:oleObj>
                </mc:Choice>
                <mc:Fallback>
                  <p:oleObj name="" r:id="rId7" imgW="152400" imgH="254000" progId="Equation.3">
                    <p:embed/>
                    <p:pic>
                      <p:nvPicPr>
                        <p:cNvPr id="0" name="图片 3352"/>
                        <p:cNvPicPr/>
                        <p:nvPr/>
                      </p:nvPicPr>
                      <p:blipFill>
                        <a:blip r:embed="rId8"/>
                        <a:stretch>
                          <a:fillRect/>
                        </a:stretch>
                      </p:blipFill>
                      <p:spPr>
                        <a:xfrm>
                          <a:off x="2175" y="2688"/>
                          <a:ext cx="370" cy="624"/>
                        </a:xfrm>
                        <a:prstGeom prst="rect">
                          <a:avLst/>
                        </a:prstGeom>
                        <a:noFill/>
                        <a:ln w="38100">
                          <a:noFill/>
                          <a:miter/>
                        </a:ln>
                      </p:spPr>
                    </p:pic>
                  </p:oleObj>
                </mc:Fallback>
              </mc:AlternateContent>
            </a:graphicData>
          </a:graphic>
        </p:graphicFrame>
        <p:graphicFrame>
          <p:nvGraphicFramePr>
            <p:cNvPr id="61458" name="Object 19"/>
            <p:cNvGraphicFramePr/>
            <p:nvPr/>
          </p:nvGraphicFramePr>
          <p:xfrm>
            <a:off x="1584" y="2880"/>
            <a:ext cx="169" cy="240"/>
          </p:xfrm>
          <a:graphic>
            <a:graphicData uri="http://schemas.openxmlformats.org/presentationml/2006/ole">
              <mc:AlternateContent xmlns:mc="http://schemas.openxmlformats.org/markup-compatibility/2006">
                <mc:Choice xmlns:v="urn:schemas-microsoft-com:vml" Requires="v">
                  <p:oleObj spid="_x0000_s3347" name="" r:id="rId9" imgW="127000" imgH="177165" progId="Equation.3">
                    <p:embed/>
                  </p:oleObj>
                </mc:Choice>
                <mc:Fallback>
                  <p:oleObj name="" r:id="rId9" imgW="127000" imgH="177165" progId="Equation.3">
                    <p:embed/>
                    <p:pic>
                      <p:nvPicPr>
                        <p:cNvPr id="0" name="图片 3346"/>
                        <p:cNvPicPr/>
                        <p:nvPr/>
                      </p:nvPicPr>
                      <p:blipFill>
                        <a:blip r:embed="rId10"/>
                        <a:stretch>
                          <a:fillRect/>
                        </a:stretch>
                      </p:blipFill>
                      <p:spPr>
                        <a:xfrm>
                          <a:off x="1584" y="2880"/>
                          <a:ext cx="169" cy="240"/>
                        </a:xfrm>
                        <a:prstGeom prst="rect">
                          <a:avLst/>
                        </a:prstGeom>
                        <a:noFill/>
                        <a:ln w="38100">
                          <a:noFill/>
                          <a:miter/>
                        </a:ln>
                      </p:spPr>
                    </p:pic>
                  </p:oleObj>
                </mc:Fallback>
              </mc:AlternateContent>
            </a:graphicData>
          </a:graphic>
        </p:graphicFrame>
      </p:grpSp>
      <p:grpSp>
        <p:nvGrpSpPr>
          <p:cNvPr id="5" name="Group 20"/>
          <p:cNvGrpSpPr/>
          <p:nvPr/>
        </p:nvGrpSpPr>
        <p:grpSpPr>
          <a:xfrm>
            <a:off x="4724400" y="2362200"/>
            <a:ext cx="3657600" cy="3352800"/>
            <a:chOff x="3024" y="1488"/>
            <a:chExt cx="2304" cy="2112"/>
          </a:xfrm>
        </p:grpSpPr>
        <p:graphicFrame>
          <p:nvGraphicFramePr>
            <p:cNvPr id="61460" name="Object 21"/>
            <p:cNvGraphicFramePr/>
            <p:nvPr/>
          </p:nvGraphicFramePr>
          <p:xfrm>
            <a:off x="4224" y="1603"/>
            <a:ext cx="384" cy="239"/>
          </p:xfrm>
          <a:graphic>
            <a:graphicData uri="http://schemas.openxmlformats.org/presentationml/2006/ole">
              <mc:AlternateContent xmlns:mc="http://schemas.openxmlformats.org/markup-compatibility/2006">
                <mc:Choice xmlns:v="urn:schemas-microsoft-com:vml" Requires="v">
                  <p:oleObj spid="_x0000_s3354" name="" r:id="rId11" imgW="596900" imgH="304800" progId="Equation.3">
                    <p:embed/>
                  </p:oleObj>
                </mc:Choice>
                <mc:Fallback>
                  <p:oleObj name="" r:id="rId11" imgW="596900" imgH="304800" progId="Equation.3">
                    <p:embed/>
                    <p:pic>
                      <p:nvPicPr>
                        <p:cNvPr id="0" name="图片 3353"/>
                        <p:cNvPicPr/>
                        <p:nvPr/>
                      </p:nvPicPr>
                      <p:blipFill>
                        <a:blip r:embed="rId12">
                          <a:clrChange>
                            <a:clrFrom>
                              <a:srgbClr val="000000"/>
                            </a:clrFrom>
                            <a:clrTo>
                              <a:srgbClr val="0000FF"/>
                            </a:clrTo>
                          </a:clrChange>
                        </a:blip>
                        <a:stretch>
                          <a:fillRect/>
                        </a:stretch>
                      </p:blipFill>
                      <p:spPr>
                        <a:xfrm>
                          <a:off x="4224" y="1603"/>
                          <a:ext cx="384" cy="239"/>
                        </a:xfrm>
                        <a:prstGeom prst="rect">
                          <a:avLst/>
                        </a:prstGeom>
                        <a:noFill/>
                        <a:ln w="38100">
                          <a:noFill/>
                          <a:miter/>
                        </a:ln>
                      </p:spPr>
                    </p:pic>
                  </p:oleObj>
                </mc:Fallback>
              </mc:AlternateContent>
            </a:graphicData>
          </a:graphic>
        </p:graphicFrame>
        <p:sp>
          <p:nvSpPr>
            <p:cNvPr id="61461" name="Rectangle 22" descr="宽上对角线"/>
            <p:cNvSpPr/>
            <p:nvPr/>
          </p:nvSpPr>
          <p:spPr>
            <a:xfrm>
              <a:off x="4416" y="1872"/>
              <a:ext cx="48" cy="1536"/>
            </a:xfrm>
            <a:prstGeom prst="rect">
              <a:avLst/>
            </a:prstGeom>
            <a:pattFill prst="wdUpDiag">
              <a:fgClr>
                <a:srgbClr val="000066"/>
              </a:fgClr>
              <a:bgClr>
                <a:srgbClr val="FFFFFF"/>
              </a:bgClr>
            </a:patt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1462" name="Rectangle 23" descr="宽上对角线"/>
            <p:cNvSpPr/>
            <p:nvPr/>
          </p:nvSpPr>
          <p:spPr>
            <a:xfrm>
              <a:off x="3744" y="1872"/>
              <a:ext cx="48" cy="1536"/>
            </a:xfrm>
            <a:prstGeom prst="rect">
              <a:avLst/>
            </a:prstGeom>
            <a:pattFill prst="wdUpDiag">
              <a:fgClr>
                <a:srgbClr val="FF9900"/>
              </a:fgClr>
              <a:bgClr>
                <a:srgbClr val="FFFFFF"/>
              </a:bgClr>
            </a:patt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1463" name="Object 24"/>
            <p:cNvGraphicFramePr/>
            <p:nvPr/>
          </p:nvGraphicFramePr>
          <p:xfrm>
            <a:off x="3552" y="1584"/>
            <a:ext cx="384" cy="247"/>
          </p:xfrm>
          <a:graphic>
            <a:graphicData uri="http://schemas.openxmlformats.org/presentationml/2006/ole">
              <mc:AlternateContent xmlns:mc="http://schemas.openxmlformats.org/markup-compatibility/2006">
                <mc:Choice xmlns:v="urn:schemas-microsoft-com:vml" Requires="v">
                  <p:oleObj spid="_x0000_s3351" name="" r:id="rId13" imgW="596900" imgH="317500" progId="Equation.3">
                    <p:embed/>
                  </p:oleObj>
                </mc:Choice>
                <mc:Fallback>
                  <p:oleObj name="" r:id="rId13" imgW="596900" imgH="317500" progId="Equation.3">
                    <p:embed/>
                    <p:pic>
                      <p:nvPicPr>
                        <p:cNvPr id="0" name="图片 3350"/>
                        <p:cNvPicPr/>
                        <p:nvPr/>
                      </p:nvPicPr>
                      <p:blipFill>
                        <a:blip r:embed="rId14">
                          <a:clrChange>
                            <a:clrFrom>
                              <a:srgbClr val="000000"/>
                            </a:clrFrom>
                            <a:clrTo>
                              <a:srgbClr val="FF0000"/>
                            </a:clrTo>
                          </a:clrChange>
                        </a:blip>
                        <a:stretch>
                          <a:fillRect/>
                        </a:stretch>
                      </p:blipFill>
                      <p:spPr>
                        <a:xfrm>
                          <a:off x="3552" y="1584"/>
                          <a:ext cx="384" cy="247"/>
                        </a:xfrm>
                        <a:prstGeom prst="rect">
                          <a:avLst/>
                        </a:prstGeom>
                        <a:noFill/>
                        <a:ln w="38100">
                          <a:noFill/>
                          <a:miter/>
                        </a:ln>
                      </p:spPr>
                    </p:pic>
                  </p:oleObj>
                </mc:Fallback>
              </mc:AlternateContent>
            </a:graphicData>
          </a:graphic>
        </p:graphicFrame>
        <p:grpSp>
          <p:nvGrpSpPr>
            <p:cNvPr id="61464" name="Group 25"/>
            <p:cNvGrpSpPr/>
            <p:nvPr/>
          </p:nvGrpSpPr>
          <p:grpSpPr>
            <a:xfrm>
              <a:off x="3184" y="2208"/>
              <a:ext cx="1904" cy="0"/>
              <a:chOff x="496" y="1968"/>
              <a:chExt cx="1904" cy="0"/>
            </a:xfrm>
          </p:grpSpPr>
          <p:sp>
            <p:nvSpPr>
              <p:cNvPr id="61465" name="Line 26"/>
              <p:cNvSpPr/>
              <p:nvPr/>
            </p:nvSpPr>
            <p:spPr>
              <a:xfrm flipV="1">
                <a:off x="1152" y="1968"/>
                <a:ext cx="576" cy="0"/>
              </a:xfrm>
              <a:prstGeom prst="line">
                <a:avLst/>
              </a:prstGeom>
              <a:ln w="28575" cap="flat" cmpd="sng">
                <a:solidFill>
                  <a:srgbClr val="FF0000"/>
                </a:solidFill>
                <a:prstDash val="solid"/>
                <a:round/>
                <a:headEnd type="none" w="med" len="med"/>
                <a:tailEnd type="triangle" w="sm" len="lg"/>
              </a:ln>
            </p:spPr>
          </p:sp>
          <p:sp>
            <p:nvSpPr>
              <p:cNvPr id="61466" name="Line 27"/>
              <p:cNvSpPr/>
              <p:nvPr/>
            </p:nvSpPr>
            <p:spPr>
              <a:xfrm flipH="1" flipV="1">
                <a:off x="496" y="1968"/>
                <a:ext cx="560" cy="0"/>
              </a:xfrm>
              <a:prstGeom prst="line">
                <a:avLst/>
              </a:prstGeom>
              <a:ln w="28575" cap="flat" cmpd="sng">
                <a:solidFill>
                  <a:srgbClr val="FF0000"/>
                </a:solidFill>
                <a:prstDash val="solid"/>
                <a:round/>
                <a:headEnd type="none" w="med" len="med"/>
                <a:tailEnd type="triangle" w="sm" len="lg"/>
              </a:ln>
            </p:spPr>
          </p:sp>
          <p:sp>
            <p:nvSpPr>
              <p:cNvPr id="61467" name="Line 28"/>
              <p:cNvSpPr/>
              <p:nvPr/>
            </p:nvSpPr>
            <p:spPr>
              <a:xfrm flipV="1">
                <a:off x="1824" y="1968"/>
                <a:ext cx="576" cy="0"/>
              </a:xfrm>
              <a:prstGeom prst="line">
                <a:avLst/>
              </a:prstGeom>
              <a:ln w="28575" cap="flat" cmpd="sng">
                <a:solidFill>
                  <a:srgbClr val="FF0000"/>
                </a:solidFill>
                <a:prstDash val="solid"/>
                <a:round/>
                <a:headEnd type="none" w="med" len="med"/>
                <a:tailEnd type="triangle" w="sm" len="lg"/>
              </a:ln>
            </p:spPr>
          </p:sp>
        </p:grpSp>
        <p:grpSp>
          <p:nvGrpSpPr>
            <p:cNvPr id="61468" name="Group 29"/>
            <p:cNvGrpSpPr/>
            <p:nvPr/>
          </p:nvGrpSpPr>
          <p:grpSpPr>
            <a:xfrm>
              <a:off x="3216" y="2544"/>
              <a:ext cx="1854" cy="0"/>
              <a:chOff x="528" y="2208"/>
              <a:chExt cx="1854" cy="0"/>
            </a:xfrm>
          </p:grpSpPr>
          <p:sp>
            <p:nvSpPr>
              <p:cNvPr id="61469" name="Line 30"/>
              <p:cNvSpPr/>
              <p:nvPr/>
            </p:nvSpPr>
            <p:spPr>
              <a:xfrm flipV="1">
                <a:off x="1152" y="2208"/>
                <a:ext cx="555" cy="0"/>
              </a:xfrm>
              <a:prstGeom prst="line">
                <a:avLst/>
              </a:prstGeom>
              <a:ln w="28575" cap="flat" cmpd="sng">
                <a:solidFill>
                  <a:srgbClr val="3333FF"/>
                </a:solidFill>
                <a:prstDash val="solid"/>
                <a:round/>
                <a:headEnd type="none" w="med" len="med"/>
                <a:tailEnd type="triangle" w="sm" len="lg"/>
              </a:ln>
            </p:spPr>
          </p:sp>
          <p:sp>
            <p:nvSpPr>
              <p:cNvPr id="61470" name="Line 31"/>
              <p:cNvSpPr/>
              <p:nvPr/>
            </p:nvSpPr>
            <p:spPr>
              <a:xfrm flipH="1">
                <a:off x="1824" y="2208"/>
                <a:ext cx="558" cy="0"/>
              </a:xfrm>
              <a:prstGeom prst="line">
                <a:avLst/>
              </a:prstGeom>
              <a:ln w="28575" cap="flat" cmpd="sng">
                <a:solidFill>
                  <a:srgbClr val="3333FF"/>
                </a:solidFill>
                <a:prstDash val="solid"/>
                <a:round/>
                <a:headEnd type="none" w="med" len="med"/>
                <a:tailEnd type="triangle" w="sm" len="lg"/>
              </a:ln>
            </p:spPr>
          </p:sp>
          <p:sp>
            <p:nvSpPr>
              <p:cNvPr id="61471" name="Line 32"/>
              <p:cNvSpPr/>
              <p:nvPr/>
            </p:nvSpPr>
            <p:spPr>
              <a:xfrm flipV="1">
                <a:off x="528" y="2208"/>
                <a:ext cx="555" cy="0"/>
              </a:xfrm>
              <a:prstGeom prst="line">
                <a:avLst/>
              </a:prstGeom>
              <a:ln w="28575" cap="flat" cmpd="sng">
                <a:solidFill>
                  <a:srgbClr val="3333FF"/>
                </a:solidFill>
                <a:prstDash val="solid"/>
                <a:round/>
                <a:headEnd type="none" w="med" len="med"/>
                <a:tailEnd type="triangle" w="sm" len="lg"/>
              </a:ln>
            </p:spPr>
          </p:sp>
        </p:grpSp>
        <p:sp>
          <p:nvSpPr>
            <p:cNvPr id="61472" name="Rectangle 33"/>
            <p:cNvSpPr/>
            <p:nvPr/>
          </p:nvSpPr>
          <p:spPr>
            <a:xfrm>
              <a:off x="3024" y="1488"/>
              <a:ext cx="2304" cy="2112"/>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nvGrpSpPr>
            <p:cNvPr id="61473" name="Group 34"/>
            <p:cNvGrpSpPr/>
            <p:nvPr/>
          </p:nvGrpSpPr>
          <p:grpSpPr>
            <a:xfrm>
              <a:off x="3312" y="2688"/>
              <a:ext cx="1513" cy="624"/>
              <a:chOff x="3312" y="2688"/>
              <a:chExt cx="1513" cy="624"/>
            </a:xfrm>
          </p:grpSpPr>
          <p:graphicFrame>
            <p:nvGraphicFramePr>
              <p:cNvPr id="61474" name="Object 35"/>
              <p:cNvGraphicFramePr/>
              <p:nvPr/>
            </p:nvGraphicFramePr>
            <p:xfrm>
              <a:off x="3888" y="2688"/>
              <a:ext cx="399" cy="624"/>
            </p:xfrm>
            <a:graphic>
              <a:graphicData uri="http://schemas.openxmlformats.org/presentationml/2006/ole">
                <mc:AlternateContent xmlns:mc="http://schemas.openxmlformats.org/markup-compatibility/2006">
                  <mc:Choice xmlns:v="urn:schemas-microsoft-com:vml" Requires="v">
                    <p:oleObj spid="_x0000_s3348" name="" r:id="rId15" imgW="152400" imgH="254000" progId="Equation.3">
                      <p:embed/>
                    </p:oleObj>
                  </mc:Choice>
                  <mc:Fallback>
                    <p:oleObj name="" r:id="rId15" imgW="152400" imgH="254000" progId="Equation.3">
                      <p:embed/>
                      <p:pic>
                        <p:nvPicPr>
                          <p:cNvPr id="0" name="图片 3347"/>
                          <p:cNvPicPr/>
                          <p:nvPr/>
                        </p:nvPicPr>
                        <p:blipFill>
                          <a:blip r:embed="rId16"/>
                          <a:stretch>
                            <a:fillRect/>
                          </a:stretch>
                        </p:blipFill>
                        <p:spPr>
                          <a:xfrm>
                            <a:off x="3888" y="2688"/>
                            <a:ext cx="399" cy="624"/>
                          </a:xfrm>
                          <a:prstGeom prst="rect">
                            <a:avLst/>
                          </a:prstGeom>
                          <a:noFill/>
                          <a:ln w="38100">
                            <a:noFill/>
                            <a:miter/>
                          </a:ln>
                        </p:spPr>
                      </p:pic>
                    </p:oleObj>
                  </mc:Fallback>
                </mc:AlternateContent>
              </a:graphicData>
            </a:graphic>
          </p:graphicFrame>
          <p:graphicFrame>
            <p:nvGraphicFramePr>
              <p:cNvPr id="61475" name="Object 36"/>
              <p:cNvGraphicFramePr/>
              <p:nvPr/>
            </p:nvGraphicFramePr>
            <p:xfrm>
              <a:off x="3312" y="2880"/>
              <a:ext cx="169" cy="240"/>
            </p:xfrm>
            <a:graphic>
              <a:graphicData uri="http://schemas.openxmlformats.org/presentationml/2006/ole">
                <mc:AlternateContent xmlns:mc="http://schemas.openxmlformats.org/markup-compatibility/2006">
                  <mc:Choice xmlns:v="urn:schemas-microsoft-com:vml" Requires="v">
                    <p:oleObj spid="_x0000_s3349" name="" r:id="rId17" imgW="127000" imgH="177165" progId="Equation.3">
                      <p:embed/>
                    </p:oleObj>
                  </mc:Choice>
                  <mc:Fallback>
                    <p:oleObj name="" r:id="rId17" imgW="127000" imgH="177165" progId="Equation.3">
                      <p:embed/>
                      <p:pic>
                        <p:nvPicPr>
                          <p:cNvPr id="0" name="图片 3348"/>
                          <p:cNvPicPr/>
                          <p:nvPr/>
                        </p:nvPicPr>
                        <p:blipFill>
                          <a:blip r:embed="rId10"/>
                          <a:stretch>
                            <a:fillRect/>
                          </a:stretch>
                        </p:blipFill>
                        <p:spPr>
                          <a:xfrm>
                            <a:off x="3312" y="2880"/>
                            <a:ext cx="169" cy="240"/>
                          </a:xfrm>
                          <a:prstGeom prst="rect">
                            <a:avLst/>
                          </a:prstGeom>
                          <a:noFill/>
                          <a:ln w="38100">
                            <a:noFill/>
                            <a:miter/>
                          </a:ln>
                        </p:spPr>
                      </p:pic>
                    </p:oleObj>
                  </mc:Fallback>
                </mc:AlternateContent>
              </a:graphicData>
            </a:graphic>
          </p:graphicFrame>
          <p:graphicFrame>
            <p:nvGraphicFramePr>
              <p:cNvPr id="61476" name="Object 37"/>
              <p:cNvGraphicFramePr/>
              <p:nvPr/>
            </p:nvGraphicFramePr>
            <p:xfrm>
              <a:off x="4656" y="2880"/>
              <a:ext cx="169" cy="240"/>
            </p:xfrm>
            <a:graphic>
              <a:graphicData uri="http://schemas.openxmlformats.org/presentationml/2006/ole">
                <mc:AlternateContent xmlns:mc="http://schemas.openxmlformats.org/markup-compatibility/2006">
                  <mc:Choice xmlns:v="urn:schemas-microsoft-com:vml" Requires="v">
                    <p:oleObj spid="_x0000_s3350" name="" r:id="rId18" imgW="127000" imgH="177165" progId="Equation.3">
                      <p:embed/>
                    </p:oleObj>
                  </mc:Choice>
                  <mc:Fallback>
                    <p:oleObj name="" r:id="rId18" imgW="127000" imgH="177165" progId="Equation.3">
                      <p:embed/>
                      <p:pic>
                        <p:nvPicPr>
                          <p:cNvPr id="0" name="图片 3349"/>
                          <p:cNvPicPr/>
                          <p:nvPr/>
                        </p:nvPicPr>
                        <p:blipFill>
                          <a:blip r:embed="rId10"/>
                          <a:stretch>
                            <a:fillRect/>
                          </a:stretch>
                        </p:blipFill>
                        <p:spPr>
                          <a:xfrm>
                            <a:off x="4656" y="2880"/>
                            <a:ext cx="169" cy="240"/>
                          </a:xfrm>
                          <a:prstGeom prst="rect">
                            <a:avLst/>
                          </a:prstGeom>
                          <a:noFill/>
                          <a:ln w="38100">
                            <a:noFill/>
                            <a:miter/>
                          </a:ln>
                        </p:spPr>
                      </p:pic>
                    </p:oleObj>
                  </mc:Fallback>
                </mc:AlternateContent>
              </a:graphicData>
            </a:graphic>
          </p:graphicFrame>
        </p:gr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ox(in)">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4" name="文本框 135173"/>
          <p:cNvSpPr txBox="1"/>
          <p:nvPr/>
        </p:nvSpPr>
        <p:spPr>
          <a:xfrm>
            <a:off x="1617663" y="204788"/>
            <a:ext cx="1293812" cy="519112"/>
          </a:xfrm>
          <a:prstGeom prst="rect">
            <a:avLst/>
          </a:prstGeom>
          <a:noFill/>
          <a:ln w="9525">
            <a:noFill/>
          </a:ln>
        </p:spPr>
        <p:txBody>
          <a:bodyPr anchor="t" anchorCtr="0">
            <a:spAutoFit/>
          </a:bodyPr>
          <a:p>
            <a:pPr>
              <a:buClr>
                <a:schemeClr val="bg1"/>
              </a:buClr>
            </a:pPr>
            <a:r>
              <a:rPr lang="zh-CN" altLang="en-US" sz="2800" b="1" dirty="0">
                <a:solidFill>
                  <a:srgbClr val="CC0000"/>
                </a:solidFill>
                <a:latin typeface="宋体" panose="02010600030101010101" pitchFamily="2" charset="-122"/>
                <a:ea typeface="宋体" panose="02010600030101010101" pitchFamily="2" charset="-122"/>
                <a:sym typeface="Symbol" panose="05050102010706020507" pitchFamily="18" charset="2"/>
              </a:rPr>
              <a:t>总结</a:t>
            </a:r>
            <a:endParaRPr lang="zh-CN" altLang="en-US" sz="2800" b="1">
              <a:solidFill>
                <a:srgbClr val="CC0000"/>
              </a:solidFill>
              <a:latin typeface="宋体" panose="02010600030101010101" pitchFamily="2" charset="-122"/>
              <a:ea typeface="宋体" panose="02010600030101010101" pitchFamily="2" charset="-122"/>
              <a:sym typeface="Symbol" panose="05050102010706020507" pitchFamily="18" charset="2"/>
            </a:endParaRPr>
          </a:p>
        </p:txBody>
      </p:sp>
      <p:sp>
        <p:nvSpPr>
          <p:cNvPr id="135175" name="文本框 135174"/>
          <p:cNvSpPr txBox="1"/>
          <p:nvPr/>
        </p:nvSpPr>
        <p:spPr>
          <a:xfrm>
            <a:off x="911225" y="1011238"/>
            <a:ext cx="5538788" cy="522287"/>
          </a:xfrm>
          <a:prstGeom prst="rect">
            <a:avLst/>
          </a:prstGeom>
          <a:noFill/>
          <a:ln w="9525">
            <a:noFill/>
          </a:ln>
        </p:spPr>
        <p:txBody>
          <a:bodyPr anchor="t" anchorCtr="0">
            <a:spAutoFit/>
          </a:bodyPr>
          <a:p>
            <a:pPr>
              <a:buClr>
                <a:schemeClr val="bg1"/>
              </a:buClr>
            </a:pPr>
            <a:r>
              <a:rPr lang="zh-CN" altLang="en-US" sz="2800" b="1" dirty="0">
                <a:latin typeface="Times New Roman" panose="02020603050405020304" pitchFamily="18" charset="0"/>
                <a:ea typeface="楷体_GB2312" pitchFamily="49" charset="-122"/>
              </a:rPr>
              <a:t>用高斯定理求电场强度的步骤：</a:t>
            </a:r>
            <a:endParaRPr lang="zh-CN" altLang="en-US" sz="2800" b="1">
              <a:latin typeface="Times New Roman" panose="02020603050405020304" pitchFamily="18" charset="0"/>
              <a:ea typeface="楷体_GB2312" pitchFamily="49" charset="-122"/>
            </a:endParaRPr>
          </a:p>
        </p:txBody>
      </p:sp>
      <p:sp>
        <p:nvSpPr>
          <p:cNvPr id="135176" name="文本框 135175"/>
          <p:cNvSpPr txBox="1"/>
          <p:nvPr/>
        </p:nvSpPr>
        <p:spPr>
          <a:xfrm>
            <a:off x="911225" y="1808163"/>
            <a:ext cx="3905250" cy="522287"/>
          </a:xfrm>
          <a:prstGeom prst="rect">
            <a:avLst/>
          </a:prstGeom>
          <a:noFill/>
          <a:ln w="9525">
            <a:noFill/>
          </a:ln>
        </p:spPr>
        <p:txBody>
          <a:bodyPr wrap="none" anchor="t" anchorCtr="0">
            <a:spAutoFit/>
          </a:bodyPr>
          <a:p>
            <a:pPr>
              <a:buClr>
                <a:schemeClr val="bg1"/>
              </a:buClr>
            </a:pPr>
            <a:r>
              <a:rPr lang="en-US" altLang="zh-CN" sz="2800" b="1">
                <a:latin typeface="Times New Roman" panose="02020603050405020304" pitchFamily="18" charset="0"/>
                <a:ea typeface="楷体_GB2312" pitchFamily="49" charset="-122"/>
              </a:rPr>
              <a:t>(1) </a:t>
            </a:r>
            <a:r>
              <a:rPr lang="zh-CN" altLang="en-US" sz="2800" b="1" dirty="0">
                <a:latin typeface="楷体_GB2312" pitchFamily="49" charset="-122"/>
                <a:ea typeface="楷体_GB2312" pitchFamily="49" charset="-122"/>
              </a:rPr>
              <a:t>分析电荷对称性；  </a:t>
            </a:r>
            <a:endParaRPr lang="zh-CN" altLang="en-US" sz="2800" b="1">
              <a:latin typeface="楷体_GB2312" pitchFamily="49" charset="-122"/>
              <a:ea typeface="楷体_GB2312" pitchFamily="49" charset="-122"/>
            </a:endParaRPr>
          </a:p>
        </p:txBody>
      </p:sp>
      <p:sp>
        <p:nvSpPr>
          <p:cNvPr id="135177" name="文本框 135176"/>
          <p:cNvSpPr txBox="1"/>
          <p:nvPr/>
        </p:nvSpPr>
        <p:spPr>
          <a:xfrm>
            <a:off x="977900" y="2571750"/>
            <a:ext cx="4260850" cy="522288"/>
          </a:xfrm>
          <a:prstGeom prst="rect">
            <a:avLst/>
          </a:prstGeom>
          <a:noFill/>
          <a:ln w="9525">
            <a:noFill/>
          </a:ln>
        </p:spPr>
        <p:txBody>
          <a:bodyPr wrap="none" anchor="t" anchorCtr="0">
            <a:spAutoFit/>
          </a:bodyPr>
          <a:p>
            <a:pPr>
              <a:buClr>
                <a:schemeClr val="bg1"/>
              </a:buClr>
            </a:pPr>
            <a:r>
              <a:rPr lang="en-US" altLang="zh-CN" sz="2800" b="1">
                <a:latin typeface="Times New Roman" panose="02020603050405020304" pitchFamily="18" charset="0"/>
                <a:ea typeface="宋体" panose="02010600030101010101" pitchFamily="2" charset="-122"/>
              </a:rPr>
              <a:t>(2) </a:t>
            </a:r>
            <a:r>
              <a:rPr lang="zh-CN" altLang="en-US" sz="2800" b="1" dirty="0">
                <a:latin typeface="楷体_GB2312" pitchFamily="49" charset="-122"/>
                <a:ea typeface="楷体_GB2312" pitchFamily="49" charset="-122"/>
              </a:rPr>
              <a:t>根据对称性取高斯面；</a:t>
            </a:r>
            <a:endParaRPr lang="zh-CN" altLang="en-US" sz="2800" b="1">
              <a:latin typeface="楷体_GB2312" pitchFamily="49" charset="-122"/>
              <a:ea typeface="楷体_GB2312" pitchFamily="49" charset="-122"/>
            </a:endParaRPr>
          </a:p>
        </p:txBody>
      </p:sp>
      <p:sp>
        <p:nvSpPr>
          <p:cNvPr id="135178" name="文本框 135177"/>
          <p:cNvSpPr txBox="1"/>
          <p:nvPr/>
        </p:nvSpPr>
        <p:spPr>
          <a:xfrm>
            <a:off x="1412875" y="3248025"/>
            <a:ext cx="4276725" cy="522288"/>
          </a:xfrm>
          <a:prstGeom prst="rect">
            <a:avLst/>
          </a:prstGeom>
          <a:noFill/>
          <a:ln w="9525">
            <a:noFill/>
          </a:ln>
        </p:spPr>
        <p:txBody>
          <a:bodyPr anchor="t" anchorCtr="0">
            <a:spAutoFit/>
          </a:bodyPr>
          <a:p>
            <a:pPr>
              <a:buClr>
                <a:schemeClr val="bg1"/>
              </a:buClr>
            </a:pPr>
            <a:r>
              <a:rPr lang="zh-CN" altLang="en-US" sz="2800" b="1" dirty="0">
                <a:solidFill>
                  <a:srgbClr val="CC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1" dirty="0">
                <a:latin typeface="Times New Roman" panose="02020603050405020304" pitchFamily="18" charset="0"/>
                <a:ea typeface="宋体" panose="02010600030101010101" pitchFamily="2" charset="-122"/>
                <a:sym typeface="Symbol" panose="05050102010706020507" pitchFamily="18" charset="2"/>
              </a:rPr>
              <a:t>  </a:t>
            </a:r>
            <a:r>
              <a:rPr lang="zh-CN" altLang="en-US" sz="2800" b="1" dirty="0">
                <a:latin typeface="Times New Roman" panose="02020603050405020304" pitchFamily="18" charset="0"/>
                <a:ea typeface="楷体_GB2312" pitchFamily="49" charset="-122"/>
                <a:sym typeface="Symbol" panose="05050102010706020507" pitchFamily="18" charset="2"/>
              </a:rPr>
              <a:t>高斯面必须是闭合曲面</a:t>
            </a:r>
            <a:endParaRPr lang="zh-CN" altLang="en-US" sz="2800" b="1">
              <a:latin typeface="Times New Roman" panose="02020603050405020304" pitchFamily="18" charset="0"/>
              <a:ea typeface="楷体_GB2312" pitchFamily="49" charset="-122"/>
            </a:endParaRPr>
          </a:p>
        </p:txBody>
      </p:sp>
      <p:sp>
        <p:nvSpPr>
          <p:cNvPr id="135179" name="文本框 135178"/>
          <p:cNvSpPr txBox="1"/>
          <p:nvPr/>
        </p:nvSpPr>
        <p:spPr>
          <a:xfrm>
            <a:off x="1476375" y="3898900"/>
            <a:ext cx="5114925" cy="520700"/>
          </a:xfrm>
          <a:prstGeom prst="rect">
            <a:avLst/>
          </a:prstGeom>
          <a:noFill/>
          <a:ln w="9525">
            <a:noFill/>
          </a:ln>
        </p:spPr>
        <p:txBody>
          <a:bodyPr anchor="t" anchorCtr="0">
            <a:spAutoFit/>
          </a:bodyPr>
          <a:p>
            <a:pPr>
              <a:buClr>
                <a:schemeClr val="bg1"/>
              </a:buClr>
            </a:pPr>
            <a:r>
              <a:rPr lang="zh-CN" altLang="en-US" sz="2800" b="1" dirty="0">
                <a:solidFill>
                  <a:srgbClr val="CC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1" dirty="0">
                <a:latin typeface="Times New Roman" panose="02020603050405020304" pitchFamily="18" charset="0"/>
                <a:ea typeface="宋体" panose="02010600030101010101" pitchFamily="2" charset="-122"/>
                <a:sym typeface="Symbol" panose="05050102010706020507" pitchFamily="18" charset="2"/>
              </a:rPr>
              <a:t>  </a:t>
            </a:r>
            <a:r>
              <a:rPr lang="zh-CN" altLang="en-US" sz="2800" b="1" dirty="0">
                <a:latin typeface="Times New Roman" panose="02020603050405020304" pitchFamily="18" charset="0"/>
                <a:ea typeface="楷体_GB2312" pitchFamily="49" charset="-122"/>
                <a:sym typeface="Symbol" panose="05050102010706020507" pitchFamily="18" charset="2"/>
              </a:rPr>
              <a:t>高斯面必须通过所求的点</a:t>
            </a:r>
            <a:endParaRPr lang="zh-CN" altLang="en-US" sz="2800" b="1">
              <a:latin typeface="Times New Roman" panose="02020603050405020304" pitchFamily="18" charset="0"/>
              <a:ea typeface="楷体_GB2312" pitchFamily="49" charset="-122"/>
              <a:sym typeface="Symbol" panose="05050102010706020507" pitchFamily="18" charset="2"/>
            </a:endParaRPr>
          </a:p>
        </p:txBody>
      </p:sp>
      <p:sp>
        <p:nvSpPr>
          <p:cNvPr id="135187" name="文本框 135186"/>
          <p:cNvSpPr txBox="1"/>
          <p:nvPr/>
        </p:nvSpPr>
        <p:spPr>
          <a:xfrm>
            <a:off x="823913" y="5108575"/>
            <a:ext cx="5819775" cy="520700"/>
          </a:xfrm>
          <a:prstGeom prst="rect">
            <a:avLst/>
          </a:prstGeom>
          <a:noFill/>
          <a:ln w="9525">
            <a:noFill/>
          </a:ln>
        </p:spPr>
        <p:txBody>
          <a:bodyPr anchor="t" anchorCtr="0">
            <a:spAutoFit/>
          </a:bodyPr>
          <a:p>
            <a:pPr>
              <a:buClr>
                <a:schemeClr val="bg1"/>
              </a:buClr>
            </a:pPr>
            <a:r>
              <a:rPr lang="en-US" altLang="zh-CN" sz="2800" b="1">
                <a:latin typeface="Times New Roman" panose="02020603050405020304" pitchFamily="18" charset="0"/>
                <a:ea typeface="宋体" panose="02010600030101010101" pitchFamily="2" charset="-122"/>
              </a:rPr>
              <a:t>(3) </a:t>
            </a:r>
            <a:r>
              <a:rPr lang="zh-CN" altLang="en-US" sz="2800" b="1" dirty="0">
                <a:latin typeface="楷体_GB2312" pitchFamily="49" charset="-122"/>
                <a:ea typeface="楷体_GB2312" pitchFamily="49" charset="-122"/>
              </a:rPr>
              <a:t>根据高斯定理求电场强度</a:t>
            </a:r>
            <a:r>
              <a:rPr lang="zh-CN" altLang="en-US" sz="2800" b="1">
                <a:latin typeface="楷体_GB2312" pitchFamily="49" charset="-122"/>
                <a:ea typeface="楷体_GB2312" pitchFamily="49" charset="-122"/>
              </a:rPr>
              <a:t>。</a:t>
            </a:r>
            <a:endParaRPr lang="zh-CN" altLang="en-US" sz="2800" b="1">
              <a:latin typeface="楷体_GB2312" pitchFamily="49" charset="-122"/>
              <a:ea typeface="楷体_GB2312" pitchFamily="49" charset="-122"/>
            </a:endParaRPr>
          </a:p>
        </p:txBody>
      </p:sp>
      <p:sp>
        <p:nvSpPr>
          <p:cNvPr id="135188" name="文本框 135187"/>
          <p:cNvSpPr txBox="1"/>
          <p:nvPr/>
        </p:nvSpPr>
        <p:spPr>
          <a:xfrm>
            <a:off x="1619250" y="4419600"/>
            <a:ext cx="7581900" cy="522288"/>
          </a:xfrm>
          <a:prstGeom prst="rect">
            <a:avLst/>
          </a:prstGeom>
          <a:noFill/>
          <a:ln w="9525">
            <a:noFill/>
          </a:ln>
        </p:spPr>
        <p:txBody>
          <a:bodyPr wrap="square" anchor="t" anchorCtr="0">
            <a:spAutoFit/>
          </a:bodyPr>
          <a:p>
            <a:pPr>
              <a:buClr>
                <a:schemeClr val="bg1"/>
              </a:buClr>
            </a:pPr>
            <a:r>
              <a:rPr lang="zh-CN" altLang="en-US" sz="2800" b="1" dirty="0">
                <a:solidFill>
                  <a:srgbClr val="CC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1" dirty="0">
                <a:latin typeface="Times New Roman" panose="02020603050405020304" pitchFamily="18" charset="0"/>
                <a:ea typeface="宋体" panose="02010600030101010101" pitchFamily="2" charset="-122"/>
                <a:sym typeface="Symbol" panose="05050102010706020507" pitchFamily="18" charset="2"/>
              </a:rPr>
              <a:t>  </a:t>
            </a:r>
            <a:r>
              <a:rPr lang="zh-CN" altLang="en-US" sz="2800" b="1" dirty="0">
                <a:latin typeface="Times New Roman" panose="02020603050405020304" pitchFamily="18" charset="0"/>
                <a:ea typeface="楷体_GB2312" pitchFamily="49" charset="-122"/>
                <a:sym typeface="Symbol" panose="05050102010706020507" pitchFamily="18" charset="2"/>
              </a:rPr>
              <a:t>高斯面的选取使通过该面的电通量易于计算</a:t>
            </a:r>
            <a:endParaRPr lang="zh-CN" altLang="en-US" sz="2800" b="1">
              <a:latin typeface="Times New Roman" panose="02020603050405020304" pitchFamily="18" charset="0"/>
              <a:ea typeface="楷体_GB2312" pitchFamily="49" charset="-122"/>
              <a:sym typeface="Symbol" panose="05050102010706020507" pitchFamily="18" charset="2"/>
            </a:endParaRPr>
          </a:p>
        </p:txBody>
      </p:sp>
      <p:sp>
        <p:nvSpPr>
          <p:cNvPr id="135189" name="十字星 135188"/>
          <p:cNvSpPr/>
          <p:nvPr/>
        </p:nvSpPr>
        <p:spPr>
          <a:xfrm>
            <a:off x="1362075" y="147638"/>
            <a:ext cx="360363" cy="576262"/>
          </a:xfrm>
          <a:prstGeom prst="star4">
            <a:avLst>
              <a:gd name="adj" fmla="val 18519"/>
            </a:avLst>
          </a:prstGeom>
          <a:gradFill rotWithShape="0">
            <a:gsLst>
              <a:gs pos="0">
                <a:srgbClr val="99FF99"/>
              </a:gs>
              <a:gs pos="100000">
                <a:srgbClr val="477647"/>
              </a:gs>
            </a:gsLst>
            <a:path path="shape">
              <a:fillToRect l="50000" t="50000" r="50000" b="50000"/>
            </a:path>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5189"/>
                                        </p:tgtEl>
                                        <p:attrNameLst>
                                          <p:attrName>style.visibility</p:attrName>
                                        </p:attrNameLst>
                                      </p:cBhvr>
                                      <p:to>
                                        <p:strVal val="visible"/>
                                      </p:to>
                                    </p:set>
                                    <p:animEffect transition="in" filter="dissolve">
                                      <p:cBhvr>
                                        <p:cTn id="7" dur="500"/>
                                        <p:tgtEl>
                                          <p:spTgt spid="13518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35174"/>
                                        </p:tgtEl>
                                        <p:attrNameLst>
                                          <p:attrName>style.visibility</p:attrName>
                                        </p:attrNameLst>
                                      </p:cBhvr>
                                      <p:to>
                                        <p:strVal val="visible"/>
                                      </p:to>
                                    </p:set>
                                    <p:anim calcmode="lin" valueType="num">
                                      <p:cBhvr>
                                        <p:cTn id="12" dur="500" fill="hold"/>
                                        <p:tgtEl>
                                          <p:spTgt spid="135174"/>
                                        </p:tgtEl>
                                        <p:attrNameLst>
                                          <p:attrName>ppt_w</p:attrName>
                                        </p:attrNameLst>
                                      </p:cBhvr>
                                      <p:tavLst>
                                        <p:tav tm="0">
                                          <p:val>
                                            <p:fltVal val="0.000000"/>
                                          </p:val>
                                        </p:tav>
                                        <p:tav tm="100000">
                                          <p:val>
                                            <p:strVal val="#ppt_w"/>
                                          </p:val>
                                        </p:tav>
                                      </p:tavLst>
                                    </p:anim>
                                    <p:anim calcmode="lin" valueType="num">
                                      <p:cBhvr>
                                        <p:cTn id="13" dur="500" fill="hold"/>
                                        <p:tgtEl>
                                          <p:spTgt spid="135174"/>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5175"/>
                                        </p:tgtEl>
                                        <p:attrNameLst>
                                          <p:attrName>style.visibility</p:attrName>
                                        </p:attrNameLst>
                                      </p:cBhvr>
                                      <p:to>
                                        <p:strVal val="visible"/>
                                      </p:to>
                                    </p:set>
                                    <p:animEffect transition="in" filter="wipe(left)">
                                      <p:cBhvr>
                                        <p:cTn id="18" dur="500"/>
                                        <p:tgtEl>
                                          <p:spTgt spid="13517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5176"/>
                                        </p:tgtEl>
                                        <p:attrNameLst>
                                          <p:attrName>style.visibility</p:attrName>
                                        </p:attrNameLst>
                                      </p:cBhvr>
                                      <p:to>
                                        <p:strVal val="visible"/>
                                      </p:to>
                                    </p:set>
                                    <p:animEffect transition="in" filter="wipe(left)">
                                      <p:cBhvr>
                                        <p:cTn id="23" dur="500"/>
                                        <p:tgtEl>
                                          <p:spTgt spid="13517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5177"/>
                                        </p:tgtEl>
                                        <p:attrNameLst>
                                          <p:attrName>style.visibility</p:attrName>
                                        </p:attrNameLst>
                                      </p:cBhvr>
                                      <p:to>
                                        <p:strVal val="visible"/>
                                      </p:to>
                                    </p:set>
                                    <p:animEffect transition="in" filter="wipe(left)">
                                      <p:cBhvr>
                                        <p:cTn id="28" dur="500"/>
                                        <p:tgtEl>
                                          <p:spTgt spid="1351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5178"/>
                                        </p:tgtEl>
                                        <p:attrNameLst>
                                          <p:attrName>style.visibility</p:attrName>
                                        </p:attrNameLst>
                                      </p:cBhvr>
                                      <p:to>
                                        <p:strVal val="visible"/>
                                      </p:to>
                                    </p:set>
                                    <p:animEffect transition="in" filter="wipe(left)">
                                      <p:cBhvr>
                                        <p:cTn id="33" dur="500"/>
                                        <p:tgtEl>
                                          <p:spTgt spid="13517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5179"/>
                                        </p:tgtEl>
                                        <p:attrNameLst>
                                          <p:attrName>style.visibility</p:attrName>
                                        </p:attrNameLst>
                                      </p:cBhvr>
                                      <p:to>
                                        <p:strVal val="visible"/>
                                      </p:to>
                                    </p:set>
                                    <p:animEffect transition="in" filter="wipe(left)">
                                      <p:cBhvr>
                                        <p:cTn id="38" dur="500"/>
                                        <p:tgtEl>
                                          <p:spTgt spid="13517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5188"/>
                                        </p:tgtEl>
                                        <p:attrNameLst>
                                          <p:attrName>style.visibility</p:attrName>
                                        </p:attrNameLst>
                                      </p:cBhvr>
                                      <p:to>
                                        <p:strVal val="visible"/>
                                      </p:to>
                                    </p:set>
                                    <p:animEffect transition="in" filter="wipe(left)">
                                      <p:cBhvr>
                                        <p:cTn id="43" dur="500"/>
                                        <p:tgtEl>
                                          <p:spTgt spid="13518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5187"/>
                                        </p:tgtEl>
                                        <p:attrNameLst>
                                          <p:attrName>style.visibility</p:attrName>
                                        </p:attrNameLst>
                                      </p:cBhvr>
                                      <p:to>
                                        <p:strVal val="visible"/>
                                      </p:to>
                                    </p:set>
                                    <p:animEffect transition="in" filter="wipe(left)">
                                      <p:cBhvr>
                                        <p:cTn id="48" dur="500"/>
                                        <p:tgtEl>
                                          <p:spTgt spid="135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4" grpId="0"/>
      <p:bldP spid="135175" grpId="0"/>
      <p:bldP spid="135176" grpId="0"/>
      <p:bldP spid="135177" grpId="0"/>
      <p:bldP spid="135178" grpId="0"/>
      <p:bldP spid="135179" grpId="0"/>
      <p:bldP spid="135187" grpId="0"/>
      <p:bldP spid="1351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2"/>
          <p:cNvSpPr/>
          <p:nvPr/>
        </p:nvSpPr>
        <p:spPr>
          <a:xfrm>
            <a:off x="1428750" y="1000125"/>
            <a:ext cx="5540375" cy="584200"/>
          </a:xfrm>
          <a:prstGeom prst="rect">
            <a:avLst/>
          </a:prstGeom>
          <a:noFill/>
          <a:ln w="9525">
            <a:noFill/>
          </a:ln>
        </p:spPr>
        <p:txBody>
          <a:bodyPr wrap="none" anchor="t" anchorCtr="0">
            <a:spAutoFit/>
          </a:bodyPr>
          <a:p>
            <a:pPr algn="ctr"/>
            <a:r>
              <a:rPr lang="zh-CN" altLang="en-US" sz="3200" b="1" dirty="0">
                <a:solidFill>
                  <a:srgbClr val="CC0000"/>
                </a:solidFill>
                <a:latin typeface="宋体" panose="02010600030101010101" pitchFamily="2" charset="-122"/>
                <a:ea typeface="宋体" panose="02010600030101010101" pitchFamily="2" charset="-122"/>
              </a:rPr>
              <a:t>均匀带电球</a:t>
            </a:r>
            <a:r>
              <a:rPr lang="zh-CN" altLang="en-US" sz="3200" b="1" dirty="0">
                <a:solidFill>
                  <a:srgbClr val="000000"/>
                </a:solidFill>
                <a:latin typeface="宋体" panose="02010600030101010101" pitchFamily="2" charset="-122"/>
                <a:ea typeface="宋体" panose="02010600030101010101" pitchFamily="2" charset="-122"/>
              </a:rPr>
              <a:t>体</a:t>
            </a:r>
            <a:r>
              <a:rPr lang="zh-CN" altLang="en-US" sz="3200" b="1" dirty="0">
                <a:solidFill>
                  <a:srgbClr val="CC0000"/>
                </a:solidFill>
                <a:latin typeface="宋体" panose="02010600030101010101" pitchFamily="2" charset="-122"/>
                <a:ea typeface="宋体" panose="02010600030101010101" pitchFamily="2" charset="-122"/>
              </a:rPr>
              <a:t>的电场强度分布</a:t>
            </a:r>
            <a:endParaRPr lang="zh-CN" altLang="en-US" sz="3200" b="1" dirty="0">
              <a:solidFill>
                <a:srgbClr val="CC0000"/>
              </a:solidFill>
              <a:latin typeface="宋体" panose="02010600030101010101" pitchFamily="2" charset="-122"/>
              <a:ea typeface="宋体" panose="02010600030101010101" pitchFamily="2" charset="-122"/>
            </a:endParaRPr>
          </a:p>
        </p:txBody>
      </p:sp>
      <p:grpSp>
        <p:nvGrpSpPr>
          <p:cNvPr id="63490" name="Group 21"/>
          <p:cNvGrpSpPr/>
          <p:nvPr/>
        </p:nvGrpSpPr>
        <p:grpSpPr>
          <a:xfrm>
            <a:off x="928688" y="0"/>
            <a:ext cx="1643062" cy="838200"/>
            <a:chOff x="195" y="480"/>
            <a:chExt cx="912" cy="528"/>
          </a:xfrm>
        </p:grpSpPr>
        <p:sp>
          <p:nvSpPr>
            <p:cNvPr id="63491" name="AutoShape 22"/>
            <p:cNvSpPr/>
            <p:nvPr/>
          </p:nvSpPr>
          <p:spPr>
            <a:xfrm>
              <a:off x="240" y="480"/>
              <a:ext cx="816" cy="528"/>
            </a:xfrm>
            <a:prstGeom prst="horizontalScroll">
              <a:avLst>
                <a:gd name="adj" fmla="val 12500"/>
              </a:avLst>
            </a:prstGeom>
            <a:solidFill>
              <a:schemeClr val="accent1"/>
            </a:solidFill>
            <a:ln w="9525" cap="flat" cmpd="sng">
              <a:solidFill>
                <a:schemeClr val="tx1"/>
              </a:solidFill>
              <a:prstDash val="solid"/>
              <a:round/>
              <a:headEnd type="none" w="med" len="med"/>
              <a:tailEnd type="none" w="med" len="med"/>
            </a:ln>
            <a:effectLst>
              <a:outerShdw dist="107763" dir="13499999" algn="ctr" rotWithShape="0">
                <a:srgbClr val="009900"/>
              </a:outerShdw>
            </a:effectLst>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3492" name="Text Box 23"/>
            <p:cNvSpPr txBox="1"/>
            <p:nvPr/>
          </p:nvSpPr>
          <p:spPr>
            <a:xfrm>
              <a:off x="195" y="615"/>
              <a:ext cx="912" cy="291"/>
            </a:xfrm>
            <a:prstGeom prst="rect">
              <a:avLst/>
            </a:prstGeom>
            <a:noFill/>
            <a:ln w="9525">
              <a:noFill/>
            </a:ln>
          </p:spPr>
          <p:txBody>
            <a:bodyPr anchor="t" anchorCtr="0">
              <a:spAutoFit/>
            </a:bodyPr>
            <a:p>
              <a:pPr algn="ctr"/>
              <a:r>
                <a:rPr lang="zh-CN" altLang="en-US" sz="2400" b="1" dirty="0">
                  <a:solidFill>
                    <a:srgbClr val="CC0000"/>
                  </a:solidFill>
                  <a:latin typeface="Arial" panose="020B0604020202020204" pitchFamily="34" charset="0"/>
                  <a:ea typeface="宋体" panose="02010600030101010101" pitchFamily="2" charset="-122"/>
                </a:rPr>
                <a:t>补充例题</a:t>
              </a:r>
              <a:endParaRPr lang="zh-CN" altLang="en-US" sz="2400" b="1" dirty="0">
                <a:solidFill>
                  <a:srgbClr val="CC0000"/>
                </a:solidFill>
                <a:latin typeface="Arial" panose="020B0604020202020204" pitchFamily="34" charset="0"/>
                <a:ea typeface="宋体" panose="02010600030101010101" pitchFamily="2" charset="-122"/>
              </a:endParaRPr>
            </a:p>
          </p:txBody>
        </p:sp>
      </p:grpSp>
      <p:sp>
        <p:nvSpPr>
          <p:cNvPr id="22" name="Rectangle 2"/>
          <p:cNvSpPr/>
          <p:nvPr/>
        </p:nvSpPr>
        <p:spPr>
          <a:xfrm>
            <a:off x="350838" y="2209800"/>
            <a:ext cx="1008062" cy="457200"/>
          </a:xfrm>
          <a:prstGeom prst="rect">
            <a:avLst/>
          </a:prstGeom>
          <a:noFill/>
          <a:ln w="9525">
            <a:noFill/>
          </a:ln>
        </p:spPr>
        <p:txBody>
          <a:bodyPr anchor="t" anchorCtr="0">
            <a:spAutoFit/>
          </a:bodyPr>
          <a:p>
            <a:pPr algn="ctr"/>
            <a:r>
              <a:rPr lang="zh-CN" altLang="en-US" sz="2400" b="1" dirty="0">
                <a:latin typeface="Arial" panose="020B0604020202020204" pitchFamily="34" charset="0"/>
                <a:ea typeface="华文中宋" panose="02010600040101010101" pitchFamily="2" charset="-122"/>
              </a:rPr>
              <a:t>解：</a:t>
            </a:r>
            <a:endParaRPr lang="zh-CN" altLang="en-US" sz="2400" dirty="0">
              <a:latin typeface="Times New Roman" panose="02020603050405020304" pitchFamily="18" charset="0"/>
              <a:ea typeface="华文中宋" panose="02010600040101010101" pitchFamily="2" charset="-122"/>
            </a:endParaRPr>
          </a:p>
        </p:txBody>
      </p:sp>
      <p:sp>
        <p:nvSpPr>
          <p:cNvPr id="23" name="Text Box 3"/>
          <p:cNvSpPr txBox="1"/>
          <p:nvPr/>
        </p:nvSpPr>
        <p:spPr>
          <a:xfrm>
            <a:off x="928688" y="1571625"/>
            <a:ext cx="5643562" cy="519113"/>
          </a:xfrm>
          <a:prstGeom prst="rect">
            <a:avLst/>
          </a:prstGeom>
          <a:noFill/>
          <a:ln w="9525">
            <a:noFill/>
          </a:ln>
        </p:spPr>
        <p:txBody>
          <a:bodyPr anchor="t" anchorCtr="0">
            <a:spAutoFit/>
          </a:bodyPr>
          <a:p>
            <a:pPr>
              <a:buClr>
                <a:srgbClr val="000099"/>
              </a:buClr>
              <a:buSzPct val="100000"/>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设半径 </a:t>
            </a:r>
            <a:r>
              <a:rPr lang="en-US" altLang="zh-CN" sz="2800" b="1" i="1" dirty="0">
                <a:latin typeface="黑体" panose="02010609060101010101" pitchFamily="49" charset="-122"/>
                <a:ea typeface="黑体" panose="02010609060101010101" pitchFamily="49" charset="-122"/>
              </a:rPr>
              <a:t>R</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带电量 </a:t>
            </a:r>
            <a:r>
              <a:rPr lang="en-US" altLang="zh-CN" sz="2800" b="1" i="1" dirty="0">
                <a:latin typeface="黑体" panose="02010609060101010101" pitchFamily="49" charset="-122"/>
                <a:ea typeface="黑体" panose="02010609060101010101" pitchFamily="49" charset="-122"/>
              </a:rPr>
              <a:t>q </a:t>
            </a:r>
            <a:r>
              <a:rPr lang="en-US" altLang="zh-CN" sz="28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 </a:t>
            </a:r>
            <a:endParaRPr lang="en-US" altLang="zh-CN" sz="2800" b="1" dirty="0">
              <a:latin typeface="黑体" panose="02010609060101010101" pitchFamily="49" charset="-122"/>
              <a:ea typeface="黑体" panose="02010609060101010101" pitchFamily="49" charset="-122"/>
            </a:endParaRPr>
          </a:p>
        </p:txBody>
      </p:sp>
      <p:grpSp>
        <p:nvGrpSpPr>
          <p:cNvPr id="3" name="Group 4"/>
          <p:cNvGrpSpPr/>
          <p:nvPr/>
        </p:nvGrpSpPr>
        <p:grpSpPr>
          <a:xfrm>
            <a:off x="6437313" y="1741488"/>
            <a:ext cx="1965325" cy="1817687"/>
            <a:chOff x="4001" y="925"/>
            <a:chExt cx="1238" cy="1145"/>
          </a:xfrm>
        </p:grpSpPr>
        <p:sp>
          <p:nvSpPr>
            <p:cNvPr id="63496" name="Oval 5"/>
            <p:cNvSpPr/>
            <p:nvPr/>
          </p:nvSpPr>
          <p:spPr>
            <a:xfrm>
              <a:off x="4001" y="925"/>
              <a:ext cx="1238" cy="1145"/>
            </a:xfrm>
            <a:prstGeom prst="ellipse">
              <a:avLst/>
            </a:prstGeom>
            <a:gradFill rotWithShape="1">
              <a:gsLst>
                <a:gs pos="0">
                  <a:srgbClr val="FFFFFF"/>
                </a:gs>
                <a:gs pos="100000">
                  <a:srgbClr val="260260">
                    <a:alpha val="29999"/>
                  </a:srgbClr>
                </a:gs>
              </a:gsLst>
              <a:path path="shape">
                <a:fillToRect l="50000" t="50000" r="50000" b="50000"/>
              </a:path>
              <a:tileRect/>
            </a:gradFill>
            <a:ln w="19050" cap="flat" cmpd="sng">
              <a:solidFill>
                <a:srgbClr val="0033CC"/>
              </a:solidFill>
              <a:prstDash val="solid"/>
              <a:round/>
              <a:headEnd type="none" w="med" len="med"/>
              <a:tailEnd type="none" w="med" len="med"/>
            </a:ln>
          </p:spPr>
          <p:txBody>
            <a:bodyPr wrap="none" anchor="ctr" anchorCtr="0"/>
            <a:p>
              <a:pPr algn="ctr"/>
              <a:r>
                <a:rPr lang="en-US" altLang="zh-CN" sz="2200" b="1" i="1" dirty="0">
                  <a:solidFill>
                    <a:srgbClr val="00008A"/>
                  </a:solidFill>
                  <a:latin typeface="Times New Roman" panose="02020603050405020304" pitchFamily="18" charset="0"/>
                  <a:ea typeface="华文中宋" panose="02010600040101010101" pitchFamily="2" charset="-122"/>
                </a:rPr>
                <a:t> </a:t>
              </a:r>
              <a:endParaRPr lang="en-US" altLang="zh-CN" sz="2200" b="1" i="1" dirty="0">
                <a:solidFill>
                  <a:srgbClr val="00008A"/>
                </a:solidFill>
                <a:latin typeface="Times New Roman" panose="02020603050405020304" pitchFamily="18" charset="0"/>
                <a:ea typeface="华文中宋" panose="02010600040101010101" pitchFamily="2" charset="-122"/>
              </a:endParaRPr>
            </a:p>
          </p:txBody>
        </p:sp>
        <p:graphicFrame>
          <p:nvGraphicFramePr>
            <p:cNvPr id="63497" name="Object 22"/>
            <p:cNvGraphicFramePr/>
            <p:nvPr/>
          </p:nvGraphicFramePr>
          <p:xfrm>
            <a:off x="4105" y="1209"/>
            <a:ext cx="115" cy="109"/>
          </p:xfrm>
          <a:graphic>
            <a:graphicData uri="http://schemas.openxmlformats.org/presentationml/2006/ole">
              <mc:AlternateContent xmlns:mc="http://schemas.openxmlformats.org/markup-compatibility/2006">
                <mc:Choice xmlns:v="urn:schemas-microsoft-com:vml" Requires="v">
                  <p:oleObj spid="_x0000_s3357" name="" r:id="rId1" imgW="254000" imgH="241300" progId="Equation.3">
                    <p:embed/>
                  </p:oleObj>
                </mc:Choice>
                <mc:Fallback>
                  <p:oleObj name="" r:id="rId1" imgW="254000" imgH="241300" progId="Equation.3">
                    <p:embed/>
                    <p:pic>
                      <p:nvPicPr>
                        <p:cNvPr id="0" name="图片 3356"/>
                        <p:cNvPicPr/>
                        <p:nvPr/>
                      </p:nvPicPr>
                      <p:blipFill>
                        <a:blip r:embed="rId2"/>
                        <a:stretch>
                          <a:fillRect/>
                        </a:stretch>
                      </p:blipFill>
                      <p:spPr>
                        <a:xfrm>
                          <a:off x="4105" y="1209"/>
                          <a:ext cx="115" cy="109"/>
                        </a:xfrm>
                        <a:prstGeom prst="rect">
                          <a:avLst/>
                        </a:prstGeom>
                        <a:noFill/>
                        <a:ln w="38100">
                          <a:noFill/>
                          <a:miter/>
                        </a:ln>
                      </p:spPr>
                    </p:pic>
                  </p:oleObj>
                </mc:Fallback>
              </mc:AlternateContent>
            </a:graphicData>
          </a:graphic>
        </p:graphicFrame>
        <p:graphicFrame>
          <p:nvGraphicFramePr>
            <p:cNvPr id="63498" name="Object 23"/>
            <p:cNvGraphicFramePr/>
            <p:nvPr/>
          </p:nvGraphicFramePr>
          <p:xfrm>
            <a:off x="4353" y="1027"/>
            <a:ext cx="115" cy="109"/>
          </p:xfrm>
          <a:graphic>
            <a:graphicData uri="http://schemas.openxmlformats.org/presentationml/2006/ole">
              <mc:AlternateContent xmlns:mc="http://schemas.openxmlformats.org/markup-compatibility/2006">
                <mc:Choice xmlns:v="urn:schemas-microsoft-com:vml" Requires="v">
                  <p:oleObj spid="_x0000_s3363" name="" r:id="rId3" imgW="254000" imgH="241300" progId="Equation.3">
                    <p:embed/>
                  </p:oleObj>
                </mc:Choice>
                <mc:Fallback>
                  <p:oleObj name="" r:id="rId3" imgW="254000" imgH="241300" progId="Equation.3">
                    <p:embed/>
                    <p:pic>
                      <p:nvPicPr>
                        <p:cNvPr id="0" name="图片 3362"/>
                        <p:cNvPicPr/>
                        <p:nvPr/>
                      </p:nvPicPr>
                      <p:blipFill>
                        <a:blip r:embed="rId2"/>
                        <a:stretch>
                          <a:fillRect/>
                        </a:stretch>
                      </p:blipFill>
                      <p:spPr>
                        <a:xfrm>
                          <a:off x="4353" y="1027"/>
                          <a:ext cx="115" cy="109"/>
                        </a:xfrm>
                        <a:prstGeom prst="rect">
                          <a:avLst/>
                        </a:prstGeom>
                        <a:noFill/>
                        <a:ln w="38100">
                          <a:noFill/>
                          <a:miter/>
                        </a:ln>
                      </p:spPr>
                    </p:pic>
                  </p:oleObj>
                </mc:Fallback>
              </mc:AlternateContent>
            </a:graphicData>
          </a:graphic>
        </p:graphicFrame>
        <p:graphicFrame>
          <p:nvGraphicFramePr>
            <p:cNvPr id="63499" name="Object 24"/>
            <p:cNvGraphicFramePr/>
            <p:nvPr/>
          </p:nvGraphicFramePr>
          <p:xfrm>
            <a:off x="4377" y="1345"/>
            <a:ext cx="115" cy="109"/>
          </p:xfrm>
          <a:graphic>
            <a:graphicData uri="http://schemas.openxmlformats.org/presentationml/2006/ole">
              <mc:AlternateContent xmlns:mc="http://schemas.openxmlformats.org/markup-compatibility/2006">
                <mc:Choice xmlns:v="urn:schemas-microsoft-com:vml" Requires="v">
                  <p:oleObj spid="_x0000_s3362" name="" r:id="rId4" imgW="254000" imgH="241300" progId="Equation.3">
                    <p:embed/>
                  </p:oleObj>
                </mc:Choice>
                <mc:Fallback>
                  <p:oleObj name="" r:id="rId4" imgW="254000" imgH="241300" progId="Equation.3">
                    <p:embed/>
                    <p:pic>
                      <p:nvPicPr>
                        <p:cNvPr id="0" name="图片 3361"/>
                        <p:cNvPicPr/>
                        <p:nvPr/>
                      </p:nvPicPr>
                      <p:blipFill>
                        <a:blip r:embed="rId2"/>
                        <a:stretch>
                          <a:fillRect/>
                        </a:stretch>
                      </p:blipFill>
                      <p:spPr>
                        <a:xfrm>
                          <a:off x="4377" y="1345"/>
                          <a:ext cx="115" cy="109"/>
                        </a:xfrm>
                        <a:prstGeom prst="rect">
                          <a:avLst/>
                        </a:prstGeom>
                        <a:noFill/>
                        <a:ln w="38100">
                          <a:noFill/>
                          <a:miter/>
                        </a:ln>
                      </p:spPr>
                    </p:pic>
                  </p:oleObj>
                </mc:Fallback>
              </mc:AlternateContent>
            </a:graphicData>
          </a:graphic>
        </p:graphicFrame>
        <p:graphicFrame>
          <p:nvGraphicFramePr>
            <p:cNvPr id="63500" name="Object 25"/>
            <p:cNvGraphicFramePr/>
            <p:nvPr/>
          </p:nvGraphicFramePr>
          <p:xfrm>
            <a:off x="4716" y="1617"/>
            <a:ext cx="115" cy="109"/>
          </p:xfrm>
          <a:graphic>
            <a:graphicData uri="http://schemas.openxmlformats.org/presentationml/2006/ole">
              <mc:AlternateContent xmlns:mc="http://schemas.openxmlformats.org/markup-compatibility/2006">
                <mc:Choice xmlns:v="urn:schemas-microsoft-com:vml" Requires="v">
                  <p:oleObj spid="_x0000_s3361" name="" r:id="rId5" imgW="254000" imgH="241300" progId="Equation.3">
                    <p:embed/>
                  </p:oleObj>
                </mc:Choice>
                <mc:Fallback>
                  <p:oleObj name="" r:id="rId5" imgW="254000" imgH="241300" progId="Equation.3">
                    <p:embed/>
                    <p:pic>
                      <p:nvPicPr>
                        <p:cNvPr id="0" name="图片 3360"/>
                        <p:cNvPicPr/>
                        <p:nvPr/>
                      </p:nvPicPr>
                      <p:blipFill>
                        <a:blip r:embed="rId2"/>
                        <a:stretch>
                          <a:fillRect/>
                        </a:stretch>
                      </p:blipFill>
                      <p:spPr>
                        <a:xfrm>
                          <a:off x="4716" y="1617"/>
                          <a:ext cx="115" cy="109"/>
                        </a:xfrm>
                        <a:prstGeom prst="rect">
                          <a:avLst/>
                        </a:prstGeom>
                        <a:noFill/>
                        <a:ln w="38100">
                          <a:noFill/>
                          <a:miter/>
                        </a:ln>
                      </p:spPr>
                    </p:pic>
                  </p:oleObj>
                </mc:Fallback>
              </mc:AlternateContent>
            </a:graphicData>
          </a:graphic>
        </p:graphicFrame>
        <p:graphicFrame>
          <p:nvGraphicFramePr>
            <p:cNvPr id="63501" name="Object 26"/>
            <p:cNvGraphicFramePr/>
            <p:nvPr/>
          </p:nvGraphicFramePr>
          <p:xfrm>
            <a:off x="4785" y="1844"/>
            <a:ext cx="115" cy="109"/>
          </p:xfrm>
          <a:graphic>
            <a:graphicData uri="http://schemas.openxmlformats.org/presentationml/2006/ole">
              <mc:AlternateContent xmlns:mc="http://schemas.openxmlformats.org/markup-compatibility/2006">
                <mc:Choice xmlns:v="urn:schemas-microsoft-com:vml" Requires="v">
                  <p:oleObj spid="_x0000_s3365" name="" r:id="rId6" imgW="254000" imgH="241300" progId="Equation.3">
                    <p:embed/>
                  </p:oleObj>
                </mc:Choice>
                <mc:Fallback>
                  <p:oleObj name="" r:id="rId6" imgW="254000" imgH="241300" progId="Equation.3">
                    <p:embed/>
                    <p:pic>
                      <p:nvPicPr>
                        <p:cNvPr id="0" name="图片 3364"/>
                        <p:cNvPicPr/>
                        <p:nvPr/>
                      </p:nvPicPr>
                      <p:blipFill>
                        <a:blip r:embed="rId2"/>
                        <a:stretch>
                          <a:fillRect/>
                        </a:stretch>
                      </p:blipFill>
                      <p:spPr>
                        <a:xfrm>
                          <a:off x="4785" y="1844"/>
                          <a:ext cx="115" cy="109"/>
                        </a:xfrm>
                        <a:prstGeom prst="rect">
                          <a:avLst/>
                        </a:prstGeom>
                        <a:noFill/>
                        <a:ln w="38100">
                          <a:noFill/>
                          <a:miter/>
                        </a:ln>
                      </p:spPr>
                    </p:pic>
                  </p:oleObj>
                </mc:Fallback>
              </mc:AlternateContent>
            </a:graphicData>
          </a:graphic>
        </p:graphicFrame>
        <p:graphicFrame>
          <p:nvGraphicFramePr>
            <p:cNvPr id="63502" name="Object 27"/>
            <p:cNvGraphicFramePr/>
            <p:nvPr/>
          </p:nvGraphicFramePr>
          <p:xfrm>
            <a:off x="4988" y="1662"/>
            <a:ext cx="115" cy="109"/>
          </p:xfrm>
          <a:graphic>
            <a:graphicData uri="http://schemas.openxmlformats.org/presentationml/2006/ole">
              <mc:AlternateContent xmlns:mc="http://schemas.openxmlformats.org/markup-compatibility/2006">
                <mc:Choice xmlns:v="urn:schemas-microsoft-com:vml" Requires="v">
                  <p:oleObj spid="_x0000_s3366" name="" r:id="rId7" imgW="254000" imgH="241300" progId="Equation.3">
                    <p:embed/>
                  </p:oleObj>
                </mc:Choice>
                <mc:Fallback>
                  <p:oleObj name="" r:id="rId7" imgW="254000" imgH="241300" progId="Equation.3">
                    <p:embed/>
                    <p:pic>
                      <p:nvPicPr>
                        <p:cNvPr id="0" name="图片 3365"/>
                        <p:cNvPicPr/>
                        <p:nvPr/>
                      </p:nvPicPr>
                      <p:blipFill>
                        <a:blip r:embed="rId2"/>
                        <a:stretch>
                          <a:fillRect/>
                        </a:stretch>
                      </p:blipFill>
                      <p:spPr>
                        <a:xfrm>
                          <a:off x="4988" y="1662"/>
                          <a:ext cx="115" cy="109"/>
                        </a:xfrm>
                        <a:prstGeom prst="rect">
                          <a:avLst/>
                        </a:prstGeom>
                        <a:noFill/>
                        <a:ln w="38100">
                          <a:noFill/>
                          <a:miter/>
                        </a:ln>
                      </p:spPr>
                    </p:pic>
                  </p:oleObj>
                </mc:Fallback>
              </mc:AlternateContent>
            </a:graphicData>
          </a:graphic>
        </p:graphicFrame>
        <p:graphicFrame>
          <p:nvGraphicFramePr>
            <p:cNvPr id="63503" name="Object 28"/>
            <p:cNvGraphicFramePr/>
            <p:nvPr/>
          </p:nvGraphicFramePr>
          <p:xfrm>
            <a:off x="5079" y="1390"/>
            <a:ext cx="115" cy="109"/>
          </p:xfrm>
          <a:graphic>
            <a:graphicData uri="http://schemas.openxmlformats.org/presentationml/2006/ole">
              <mc:AlternateContent xmlns:mc="http://schemas.openxmlformats.org/markup-compatibility/2006">
                <mc:Choice xmlns:v="urn:schemas-microsoft-com:vml" Requires="v">
                  <p:oleObj spid="_x0000_s3358" name="" r:id="rId8" imgW="254000" imgH="241300" progId="Equation.3">
                    <p:embed/>
                  </p:oleObj>
                </mc:Choice>
                <mc:Fallback>
                  <p:oleObj name="" r:id="rId8" imgW="254000" imgH="241300" progId="Equation.3">
                    <p:embed/>
                    <p:pic>
                      <p:nvPicPr>
                        <p:cNvPr id="0" name="图片 3357"/>
                        <p:cNvPicPr/>
                        <p:nvPr/>
                      </p:nvPicPr>
                      <p:blipFill>
                        <a:blip r:embed="rId2"/>
                        <a:stretch>
                          <a:fillRect/>
                        </a:stretch>
                      </p:blipFill>
                      <p:spPr>
                        <a:xfrm>
                          <a:off x="5079" y="1390"/>
                          <a:ext cx="115" cy="109"/>
                        </a:xfrm>
                        <a:prstGeom prst="rect">
                          <a:avLst/>
                        </a:prstGeom>
                        <a:noFill/>
                        <a:ln w="38100">
                          <a:noFill/>
                          <a:miter/>
                        </a:ln>
                      </p:spPr>
                    </p:pic>
                  </p:oleObj>
                </mc:Fallback>
              </mc:AlternateContent>
            </a:graphicData>
          </a:graphic>
        </p:graphicFrame>
        <p:graphicFrame>
          <p:nvGraphicFramePr>
            <p:cNvPr id="63504" name="Object 29"/>
            <p:cNvGraphicFramePr/>
            <p:nvPr/>
          </p:nvGraphicFramePr>
          <p:xfrm>
            <a:off x="4943" y="1145"/>
            <a:ext cx="115" cy="109"/>
          </p:xfrm>
          <a:graphic>
            <a:graphicData uri="http://schemas.openxmlformats.org/presentationml/2006/ole">
              <mc:AlternateContent xmlns:mc="http://schemas.openxmlformats.org/markup-compatibility/2006">
                <mc:Choice xmlns:v="urn:schemas-microsoft-com:vml" Requires="v">
                  <p:oleObj spid="_x0000_s3364" name="" r:id="rId9" imgW="254000" imgH="241300" progId="Equation.3">
                    <p:embed/>
                  </p:oleObj>
                </mc:Choice>
                <mc:Fallback>
                  <p:oleObj name="" r:id="rId9" imgW="254000" imgH="241300" progId="Equation.3">
                    <p:embed/>
                    <p:pic>
                      <p:nvPicPr>
                        <p:cNvPr id="0" name="图片 3363"/>
                        <p:cNvPicPr/>
                        <p:nvPr/>
                      </p:nvPicPr>
                      <p:blipFill>
                        <a:blip r:embed="rId2"/>
                        <a:stretch>
                          <a:fillRect/>
                        </a:stretch>
                      </p:blipFill>
                      <p:spPr>
                        <a:xfrm>
                          <a:off x="4943" y="1145"/>
                          <a:ext cx="115" cy="109"/>
                        </a:xfrm>
                        <a:prstGeom prst="rect">
                          <a:avLst/>
                        </a:prstGeom>
                        <a:noFill/>
                        <a:ln w="38100">
                          <a:noFill/>
                          <a:miter/>
                        </a:ln>
                      </p:spPr>
                    </p:pic>
                  </p:oleObj>
                </mc:Fallback>
              </mc:AlternateContent>
            </a:graphicData>
          </a:graphic>
        </p:graphicFrame>
        <p:graphicFrame>
          <p:nvGraphicFramePr>
            <p:cNvPr id="63505" name="Object 30"/>
            <p:cNvGraphicFramePr/>
            <p:nvPr/>
          </p:nvGraphicFramePr>
          <p:xfrm>
            <a:off x="4468" y="1889"/>
            <a:ext cx="115" cy="109"/>
          </p:xfrm>
          <a:graphic>
            <a:graphicData uri="http://schemas.openxmlformats.org/presentationml/2006/ole">
              <mc:AlternateContent xmlns:mc="http://schemas.openxmlformats.org/markup-compatibility/2006">
                <mc:Choice xmlns:v="urn:schemas-microsoft-com:vml" Requires="v">
                  <p:oleObj spid="_x0000_s3367" name="" r:id="rId10" imgW="254000" imgH="241300" progId="Equation.3">
                    <p:embed/>
                  </p:oleObj>
                </mc:Choice>
                <mc:Fallback>
                  <p:oleObj name="" r:id="rId10" imgW="254000" imgH="241300" progId="Equation.3">
                    <p:embed/>
                    <p:pic>
                      <p:nvPicPr>
                        <p:cNvPr id="0" name="图片 3366"/>
                        <p:cNvPicPr/>
                        <p:nvPr/>
                      </p:nvPicPr>
                      <p:blipFill>
                        <a:blip r:embed="rId2"/>
                        <a:stretch>
                          <a:fillRect/>
                        </a:stretch>
                      </p:blipFill>
                      <p:spPr>
                        <a:xfrm>
                          <a:off x="4468" y="1889"/>
                          <a:ext cx="115" cy="109"/>
                        </a:xfrm>
                        <a:prstGeom prst="rect">
                          <a:avLst/>
                        </a:prstGeom>
                        <a:noFill/>
                        <a:ln w="38100">
                          <a:noFill/>
                          <a:miter/>
                        </a:ln>
                      </p:spPr>
                    </p:pic>
                  </p:oleObj>
                </mc:Fallback>
              </mc:AlternateContent>
            </a:graphicData>
          </a:graphic>
        </p:graphicFrame>
        <p:graphicFrame>
          <p:nvGraphicFramePr>
            <p:cNvPr id="63506" name="Object 31"/>
            <p:cNvGraphicFramePr/>
            <p:nvPr/>
          </p:nvGraphicFramePr>
          <p:xfrm>
            <a:off x="4196" y="1753"/>
            <a:ext cx="115" cy="109"/>
          </p:xfrm>
          <a:graphic>
            <a:graphicData uri="http://schemas.openxmlformats.org/presentationml/2006/ole">
              <mc:AlternateContent xmlns:mc="http://schemas.openxmlformats.org/markup-compatibility/2006">
                <mc:Choice xmlns:v="urn:schemas-microsoft-com:vml" Requires="v">
                  <p:oleObj spid="_x0000_s3368" name="" r:id="rId11" imgW="254000" imgH="241300" progId="Equation.3">
                    <p:embed/>
                  </p:oleObj>
                </mc:Choice>
                <mc:Fallback>
                  <p:oleObj name="" r:id="rId11" imgW="254000" imgH="241300" progId="Equation.3">
                    <p:embed/>
                    <p:pic>
                      <p:nvPicPr>
                        <p:cNvPr id="0" name="图片 3367"/>
                        <p:cNvPicPr/>
                        <p:nvPr/>
                      </p:nvPicPr>
                      <p:blipFill>
                        <a:blip r:embed="rId2"/>
                        <a:stretch>
                          <a:fillRect/>
                        </a:stretch>
                      </p:blipFill>
                      <p:spPr>
                        <a:xfrm>
                          <a:off x="4196" y="1753"/>
                          <a:ext cx="115" cy="109"/>
                        </a:xfrm>
                        <a:prstGeom prst="rect">
                          <a:avLst/>
                        </a:prstGeom>
                        <a:noFill/>
                        <a:ln w="38100">
                          <a:noFill/>
                          <a:miter/>
                        </a:ln>
                      </p:spPr>
                    </p:pic>
                  </p:oleObj>
                </mc:Fallback>
              </mc:AlternateContent>
            </a:graphicData>
          </a:graphic>
        </p:graphicFrame>
        <p:graphicFrame>
          <p:nvGraphicFramePr>
            <p:cNvPr id="63507" name="Object 32"/>
            <p:cNvGraphicFramePr/>
            <p:nvPr/>
          </p:nvGraphicFramePr>
          <p:xfrm>
            <a:off x="4060" y="1526"/>
            <a:ext cx="115" cy="109"/>
          </p:xfrm>
          <a:graphic>
            <a:graphicData uri="http://schemas.openxmlformats.org/presentationml/2006/ole">
              <mc:AlternateContent xmlns:mc="http://schemas.openxmlformats.org/markup-compatibility/2006">
                <mc:Choice xmlns:v="urn:schemas-microsoft-com:vml" Requires="v">
                  <p:oleObj spid="_x0000_s3369" name="" r:id="rId12" imgW="254000" imgH="241300" progId="Equation.3">
                    <p:embed/>
                  </p:oleObj>
                </mc:Choice>
                <mc:Fallback>
                  <p:oleObj name="" r:id="rId12" imgW="254000" imgH="241300" progId="Equation.3">
                    <p:embed/>
                    <p:pic>
                      <p:nvPicPr>
                        <p:cNvPr id="0" name="图片 3368"/>
                        <p:cNvPicPr/>
                        <p:nvPr/>
                      </p:nvPicPr>
                      <p:blipFill>
                        <a:blip r:embed="rId2"/>
                        <a:stretch>
                          <a:fillRect/>
                        </a:stretch>
                      </p:blipFill>
                      <p:spPr>
                        <a:xfrm>
                          <a:off x="4060" y="1526"/>
                          <a:ext cx="115" cy="109"/>
                        </a:xfrm>
                        <a:prstGeom prst="rect">
                          <a:avLst/>
                        </a:prstGeom>
                        <a:noFill/>
                        <a:ln w="38100">
                          <a:noFill/>
                          <a:miter/>
                        </a:ln>
                      </p:spPr>
                    </p:pic>
                  </p:oleObj>
                </mc:Fallback>
              </mc:AlternateContent>
            </a:graphicData>
          </a:graphic>
        </p:graphicFrame>
        <p:graphicFrame>
          <p:nvGraphicFramePr>
            <p:cNvPr id="63508" name="Object 33"/>
            <p:cNvGraphicFramePr/>
            <p:nvPr/>
          </p:nvGraphicFramePr>
          <p:xfrm>
            <a:off x="4670" y="982"/>
            <a:ext cx="115" cy="109"/>
          </p:xfrm>
          <a:graphic>
            <a:graphicData uri="http://schemas.openxmlformats.org/presentationml/2006/ole">
              <mc:AlternateContent xmlns:mc="http://schemas.openxmlformats.org/markup-compatibility/2006">
                <mc:Choice xmlns:v="urn:schemas-microsoft-com:vml" Requires="v">
                  <p:oleObj spid="_x0000_s3360" name="" r:id="rId13" imgW="254000" imgH="241300" progId="Equation.3">
                    <p:embed/>
                  </p:oleObj>
                </mc:Choice>
                <mc:Fallback>
                  <p:oleObj name="" r:id="rId13" imgW="254000" imgH="241300" progId="Equation.3">
                    <p:embed/>
                    <p:pic>
                      <p:nvPicPr>
                        <p:cNvPr id="0" name="图片 3359"/>
                        <p:cNvPicPr/>
                        <p:nvPr/>
                      </p:nvPicPr>
                      <p:blipFill>
                        <a:blip r:embed="rId2"/>
                        <a:stretch>
                          <a:fillRect/>
                        </a:stretch>
                      </p:blipFill>
                      <p:spPr>
                        <a:xfrm>
                          <a:off x="4670" y="982"/>
                          <a:ext cx="115" cy="109"/>
                        </a:xfrm>
                        <a:prstGeom prst="rect">
                          <a:avLst/>
                        </a:prstGeom>
                        <a:noFill/>
                        <a:ln w="38100">
                          <a:noFill/>
                          <a:miter/>
                        </a:ln>
                      </p:spPr>
                    </p:pic>
                  </p:oleObj>
                </mc:Fallback>
              </mc:AlternateContent>
            </a:graphicData>
          </a:graphic>
        </p:graphicFrame>
        <p:graphicFrame>
          <p:nvGraphicFramePr>
            <p:cNvPr id="63509" name="Object 34"/>
            <p:cNvGraphicFramePr/>
            <p:nvPr/>
          </p:nvGraphicFramePr>
          <p:xfrm>
            <a:off x="4761" y="1299"/>
            <a:ext cx="115" cy="109"/>
          </p:xfrm>
          <a:graphic>
            <a:graphicData uri="http://schemas.openxmlformats.org/presentationml/2006/ole">
              <mc:AlternateContent xmlns:mc="http://schemas.openxmlformats.org/markup-compatibility/2006">
                <mc:Choice xmlns:v="urn:schemas-microsoft-com:vml" Requires="v">
                  <p:oleObj spid="_x0000_s3370" name="" r:id="rId14" imgW="254000" imgH="241300" progId="Equation.3">
                    <p:embed/>
                  </p:oleObj>
                </mc:Choice>
                <mc:Fallback>
                  <p:oleObj name="" r:id="rId14" imgW="254000" imgH="241300" progId="Equation.3">
                    <p:embed/>
                    <p:pic>
                      <p:nvPicPr>
                        <p:cNvPr id="0" name="图片 3369"/>
                        <p:cNvPicPr/>
                        <p:nvPr/>
                      </p:nvPicPr>
                      <p:blipFill>
                        <a:blip r:embed="rId2"/>
                        <a:stretch>
                          <a:fillRect/>
                        </a:stretch>
                      </p:blipFill>
                      <p:spPr>
                        <a:xfrm>
                          <a:off x="4761" y="1299"/>
                          <a:ext cx="115" cy="109"/>
                        </a:xfrm>
                        <a:prstGeom prst="rect">
                          <a:avLst/>
                        </a:prstGeom>
                        <a:noFill/>
                        <a:ln w="38100">
                          <a:noFill/>
                          <a:miter/>
                        </a:ln>
                      </p:spPr>
                    </p:pic>
                  </p:oleObj>
                </mc:Fallback>
              </mc:AlternateContent>
            </a:graphicData>
          </a:graphic>
        </p:graphicFrame>
        <p:sp>
          <p:nvSpPr>
            <p:cNvPr id="63510" name="Line 19"/>
            <p:cNvSpPr/>
            <p:nvPr/>
          </p:nvSpPr>
          <p:spPr>
            <a:xfrm flipH="1">
              <a:off x="4241" y="1526"/>
              <a:ext cx="363" cy="408"/>
            </a:xfrm>
            <a:prstGeom prst="line">
              <a:avLst/>
            </a:prstGeom>
            <a:ln w="9525" cap="flat" cmpd="sng">
              <a:solidFill>
                <a:schemeClr val="tx2"/>
              </a:solidFill>
              <a:prstDash val="solid"/>
              <a:round/>
              <a:headEnd type="none" w="med" len="med"/>
              <a:tailEnd type="none" w="med" len="med"/>
            </a:ln>
          </p:spPr>
        </p:sp>
        <p:graphicFrame>
          <p:nvGraphicFramePr>
            <p:cNvPr id="63511" name="Object 35"/>
            <p:cNvGraphicFramePr/>
            <p:nvPr/>
          </p:nvGraphicFramePr>
          <p:xfrm>
            <a:off x="4377" y="1751"/>
            <a:ext cx="138" cy="138"/>
          </p:xfrm>
          <a:graphic>
            <a:graphicData uri="http://schemas.openxmlformats.org/presentationml/2006/ole">
              <mc:AlternateContent xmlns:mc="http://schemas.openxmlformats.org/markup-compatibility/2006">
                <mc:Choice xmlns:v="urn:schemas-microsoft-com:vml" Requires="v">
                  <p:oleObj spid="_x0000_s3355" name="" r:id="rId15" imgW="292100" imgH="292100" progId="Equation.3">
                    <p:embed/>
                  </p:oleObj>
                </mc:Choice>
                <mc:Fallback>
                  <p:oleObj name="" r:id="rId15" imgW="292100" imgH="292100" progId="Equation.3">
                    <p:embed/>
                    <p:pic>
                      <p:nvPicPr>
                        <p:cNvPr id="0" name="图片 3354"/>
                        <p:cNvPicPr/>
                        <p:nvPr/>
                      </p:nvPicPr>
                      <p:blipFill>
                        <a:blip r:embed="rId16"/>
                        <a:stretch>
                          <a:fillRect/>
                        </a:stretch>
                      </p:blipFill>
                      <p:spPr>
                        <a:xfrm>
                          <a:off x="4377" y="1751"/>
                          <a:ext cx="138" cy="138"/>
                        </a:xfrm>
                        <a:prstGeom prst="rect">
                          <a:avLst/>
                        </a:prstGeom>
                        <a:noFill/>
                        <a:ln w="38100">
                          <a:noFill/>
                          <a:miter/>
                        </a:ln>
                      </p:spPr>
                    </p:pic>
                  </p:oleObj>
                </mc:Fallback>
              </mc:AlternateContent>
            </a:graphicData>
          </a:graphic>
        </p:graphicFrame>
        <p:graphicFrame>
          <p:nvGraphicFramePr>
            <p:cNvPr id="63512" name="Object 36"/>
            <p:cNvGraphicFramePr/>
            <p:nvPr/>
          </p:nvGraphicFramePr>
          <p:xfrm>
            <a:off x="4513" y="935"/>
            <a:ext cx="136" cy="200"/>
          </p:xfrm>
          <a:graphic>
            <a:graphicData uri="http://schemas.openxmlformats.org/presentationml/2006/ole">
              <mc:AlternateContent xmlns:mc="http://schemas.openxmlformats.org/markup-compatibility/2006">
                <mc:Choice xmlns:v="urn:schemas-microsoft-com:vml" Requires="v">
                  <p:oleObj spid="_x0000_s3356" name="" r:id="rId17" imgW="215900" imgH="316865" progId="Equation.3">
                    <p:embed/>
                  </p:oleObj>
                </mc:Choice>
                <mc:Fallback>
                  <p:oleObj name="" r:id="rId17" imgW="215900" imgH="316865" progId="Equation.3">
                    <p:embed/>
                    <p:pic>
                      <p:nvPicPr>
                        <p:cNvPr id="0" name="图片 3355"/>
                        <p:cNvPicPr/>
                        <p:nvPr/>
                      </p:nvPicPr>
                      <p:blipFill>
                        <a:blip r:embed="rId18"/>
                        <a:stretch>
                          <a:fillRect/>
                        </a:stretch>
                      </p:blipFill>
                      <p:spPr>
                        <a:xfrm>
                          <a:off x="4513" y="935"/>
                          <a:ext cx="136" cy="200"/>
                        </a:xfrm>
                        <a:prstGeom prst="rect">
                          <a:avLst/>
                        </a:prstGeom>
                        <a:noFill/>
                        <a:ln w="38100">
                          <a:noFill/>
                          <a:miter/>
                        </a:ln>
                      </p:spPr>
                    </p:pic>
                  </p:oleObj>
                </mc:Fallback>
              </mc:AlternateContent>
            </a:graphicData>
          </a:graphic>
        </p:graphicFrame>
        <p:graphicFrame>
          <p:nvGraphicFramePr>
            <p:cNvPr id="63513" name="Object 37"/>
            <p:cNvGraphicFramePr/>
            <p:nvPr/>
          </p:nvGraphicFramePr>
          <p:xfrm>
            <a:off x="4559" y="1556"/>
            <a:ext cx="136" cy="152"/>
          </p:xfrm>
          <a:graphic>
            <a:graphicData uri="http://schemas.openxmlformats.org/presentationml/2006/ole">
              <mc:AlternateContent xmlns:mc="http://schemas.openxmlformats.org/markup-compatibility/2006">
                <mc:Choice xmlns:v="urn:schemas-microsoft-com:vml" Requires="v">
                  <p:oleObj spid="_x0000_s3359" name="" r:id="rId19" imgW="215900" imgH="241300" progId="Equation.3">
                    <p:embed/>
                  </p:oleObj>
                </mc:Choice>
                <mc:Fallback>
                  <p:oleObj name="" r:id="rId19" imgW="215900" imgH="241300" progId="Equation.3">
                    <p:embed/>
                    <p:pic>
                      <p:nvPicPr>
                        <p:cNvPr id="0" name="图片 3358"/>
                        <p:cNvPicPr/>
                        <p:nvPr/>
                      </p:nvPicPr>
                      <p:blipFill>
                        <a:blip r:embed="rId20"/>
                        <a:stretch>
                          <a:fillRect/>
                        </a:stretch>
                      </p:blipFill>
                      <p:spPr>
                        <a:xfrm>
                          <a:off x="4559" y="1556"/>
                          <a:ext cx="136" cy="152"/>
                        </a:xfrm>
                        <a:prstGeom prst="rect">
                          <a:avLst/>
                        </a:prstGeom>
                        <a:noFill/>
                        <a:ln w="38100">
                          <a:noFill/>
                          <a:miter/>
                        </a:ln>
                      </p:spPr>
                    </p:pic>
                  </p:oleObj>
                </mc:Fallback>
              </mc:AlternateContent>
            </a:graphicData>
          </a:graphic>
        </p:graphicFrame>
      </p:grpSp>
      <p:grpSp>
        <p:nvGrpSpPr>
          <p:cNvPr id="4" name="Group 23"/>
          <p:cNvGrpSpPr/>
          <p:nvPr/>
        </p:nvGrpSpPr>
        <p:grpSpPr>
          <a:xfrm>
            <a:off x="6156325" y="1412875"/>
            <a:ext cx="2519363" cy="2435225"/>
            <a:chOff x="3833" y="709"/>
            <a:chExt cx="1587" cy="1534"/>
          </a:xfrm>
        </p:grpSpPr>
        <p:sp>
          <p:nvSpPr>
            <p:cNvPr id="63515" name="Oval 24"/>
            <p:cNvSpPr/>
            <p:nvPr/>
          </p:nvSpPr>
          <p:spPr>
            <a:xfrm>
              <a:off x="3833" y="746"/>
              <a:ext cx="1587" cy="1497"/>
            </a:xfrm>
            <a:prstGeom prst="ellipse">
              <a:avLst/>
            </a:prstGeom>
            <a:solidFill>
              <a:srgbClr val="FFFFFF">
                <a:alpha val="0"/>
              </a:srgbClr>
            </a:solidFill>
            <a:ln w="22225" cap="flat" cmpd="sng">
              <a:solidFill>
                <a:srgbClr val="E029FF"/>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3516" name="Object 38"/>
            <p:cNvGraphicFramePr/>
            <p:nvPr/>
          </p:nvGraphicFramePr>
          <p:xfrm>
            <a:off x="5242" y="1336"/>
            <a:ext cx="178" cy="196"/>
          </p:xfrm>
          <a:graphic>
            <a:graphicData uri="http://schemas.openxmlformats.org/presentationml/2006/ole">
              <mc:AlternateContent xmlns:mc="http://schemas.openxmlformats.org/markup-compatibility/2006">
                <mc:Choice xmlns:v="urn:schemas-microsoft-com:vml" Requires="v">
                  <p:oleObj spid="_x0000_s3380" name="" r:id="rId21" imgW="444500" imgH="508000" progId="Equation.3">
                    <p:embed/>
                  </p:oleObj>
                </mc:Choice>
                <mc:Fallback>
                  <p:oleObj name="" r:id="rId21" imgW="444500" imgH="508000" progId="Equation.3">
                    <p:embed/>
                    <p:pic>
                      <p:nvPicPr>
                        <p:cNvPr id="0" name="图片 3379"/>
                        <p:cNvPicPr/>
                        <p:nvPr/>
                      </p:nvPicPr>
                      <p:blipFill>
                        <a:blip r:embed="rId22">
                          <a:clrChange>
                            <a:clrFrom>
                              <a:srgbClr val="000000"/>
                            </a:clrFrom>
                            <a:clrTo>
                              <a:srgbClr val="E029FF"/>
                            </a:clrTo>
                          </a:clrChange>
                        </a:blip>
                        <a:stretch>
                          <a:fillRect/>
                        </a:stretch>
                      </p:blipFill>
                      <p:spPr>
                        <a:xfrm>
                          <a:off x="5242" y="1336"/>
                          <a:ext cx="178" cy="196"/>
                        </a:xfrm>
                        <a:prstGeom prst="rect">
                          <a:avLst/>
                        </a:prstGeom>
                        <a:noFill/>
                        <a:ln w="38100">
                          <a:noFill/>
                          <a:miter/>
                        </a:ln>
                      </p:spPr>
                    </p:pic>
                  </p:oleObj>
                </mc:Fallback>
              </mc:AlternateContent>
            </a:graphicData>
          </a:graphic>
        </p:graphicFrame>
        <p:sp>
          <p:nvSpPr>
            <p:cNvPr id="63517" name="Line 26"/>
            <p:cNvSpPr/>
            <p:nvPr/>
          </p:nvSpPr>
          <p:spPr>
            <a:xfrm>
              <a:off x="4604" y="1516"/>
              <a:ext cx="803" cy="1"/>
            </a:xfrm>
            <a:prstGeom prst="line">
              <a:avLst/>
            </a:prstGeom>
            <a:ln w="9525" cap="flat" cmpd="sng">
              <a:solidFill>
                <a:srgbClr val="E029FF"/>
              </a:solidFill>
              <a:prstDash val="solid"/>
              <a:round/>
              <a:headEnd type="none" w="med" len="med"/>
              <a:tailEnd type="none" w="med" len="med"/>
            </a:ln>
          </p:spPr>
        </p:sp>
        <p:graphicFrame>
          <p:nvGraphicFramePr>
            <p:cNvPr id="63518" name="Object 39"/>
            <p:cNvGraphicFramePr/>
            <p:nvPr/>
          </p:nvGraphicFramePr>
          <p:xfrm>
            <a:off x="5106" y="709"/>
            <a:ext cx="224" cy="264"/>
          </p:xfrm>
          <a:graphic>
            <a:graphicData uri="http://schemas.openxmlformats.org/presentationml/2006/ole">
              <mc:AlternateContent xmlns:mc="http://schemas.openxmlformats.org/markup-compatibility/2006">
                <mc:Choice xmlns:v="urn:schemas-microsoft-com:vml" Requires="v">
                  <p:oleObj spid="_x0000_s3379" name="" r:id="rId23" imgW="800100" imgH="952500" progId="Equation.3">
                    <p:embed/>
                  </p:oleObj>
                </mc:Choice>
                <mc:Fallback>
                  <p:oleObj name="" r:id="rId23" imgW="800100" imgH="952500" progId="Equation.3">
                    <p:embed/>
                    <p:pic>
                      <p:nvPicPr>
                        <p:cNvPr id="0" name="图片 3378"/>
                        <p:cNvPicPr/>
                        <p:nvPr/>
                      </p:nvPicPr>
                      <p:blipFill>
                        <a:blip r:embed="rId24">
                          <a:clrChange>
                            <a:clrFrom>
                              <a:srgbClr val="000000"/>
                            </a:clrFrom>
                            <a:clrTo>
                              <a:srgbClr val="E029FF"/>
                            </a:clrTo>
                          </a:clrChange>
                        </a:blip>
                        <a:stretch>
                          <a:fillRect/>
                        </a:stretch>
                      </p:blipFill>
                      <p:spPr>
                        <a:xfrm>
                          <a:off x="5106" y="709"/>
                          <a:ext cx="224" cy="264"/>
                        </a:xfrm>
                        <a:prstGeom prst="rect">
                          <a:avLst/>
                        </a:prstGeom>
                        <a:noFill/>
                        <a:ln w="38100">
                          <a:noFill/>
                          <a:miter/>
                        </a:ln>
                      </p:spPr>
                    </p:pic>
                  </p:oleObj>
                </mc:Fallback>
              </mc:AlternateContent>
            </a:graphicData>
          </a:graphic>
        </p:graphicFrame>
      </p:grpSp>
      <p:sp>
        <p:nvSpPr>
          <p:cNvPr id="48" name="Text Box 28"/>
          <p:cNvSpPr txBox="1"/>
          <p:nvPr/>
        </p:nvSpPr>
        <p:spPr>
          <a:xfrm>
            <a:off x="568325" y="2933700"/>
            <a:ext cx="3744913" cy="519113"/>
          </a:xfrm>
          <a:prstGeom prst="rect">
            <a:avLst/>
          </a:prstGeom>
          <a:noFill/>
          <a:ln w="9525">
            <a:noFill/>
          </a:ln>
        </p:spPr>
        <p:txBody>
          <a:bodyPr anchor="t" anchorCtr="0">
            <a:spAutoFit/>
          </a:bodyPr>
          <a:p>
            <a:pPr algn="ctr"/>
            <a:r>
              <a:rPr lang="en-US" altLang="zh-CN" sz="2200" b="1" dirty="0">
                <a:latin typeface="Times New Roman" panose="02020603050405020304" pitchFamily="18" charset="0"/>
                <a:ea typeface="华文中宋" panose="02010600040101010101" pitchFamily="2" charset="-122"/>
              </a:rPr>
              <a:t>(1) </a:t>
            </a:r>
            <a:r>
              <a:rPr lang="zh-CN" altLang="en-US" sz="2200" b="1" dirty="0">
                <a:latin typeface="Times New Roman" panose="02020603050405020304" pitchFamily="18" charset="0"/>
                <a:ea typeface="华文中宋" panose="02010600040101010101" pitchFamily="2" charset="-122"/>
              </a:rPr>
              <a:t>球体外 </a:t>
            </a:r>
            <a:r>
              <a:rPr lang="en-US" altLang="zh-CN" sz="2800" b="1" dirty="0">
                <a:latin typeface="Times New Roman" panose="02020603050405020304" pitchFamily="18" charset="0"/>
                <a:ea typeface="华文中宋" panose="02010600040101010101" pitchFamily="2" charset="-122"/>
              </a:rPr>
              <a:t>(</a:t>
            </a:r>
            <a:r>
              <a:rPr lang="en-US" altLang="zh-CN" sz="1600" b="1" dirty="0">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r </a:t>
            </a:r>
            <a:r>
              <a:rPr lang="en-US" altLang="zh-CN" sz="2800" b="1" dirty="0">
                <a:latin typeface="Times New Roman" panose="02020603050405020304" pitchFamily="18" charset="0"/>
                <a:ea typeface="华文中宋" panose="02010600040101010101" pitchFamily="2" charset="-122"/>
              </a:rPr>
              <a:t>&gt; </a:t>
            </a:r>
            <a:r>
              <a:rPr lang="en-US" altLang="zh-CN" sz="2800" b="1" i="1" dirty="0">
                <a:latin typeface="Times New Roman" panose="02020603050405020304" pitchFamily="18" charset="0"/>
                <a:ea typeface="华文中宋" panose="02010600040101010101" pitchFamily="2" charset="-122"/>
              </a:rPr>
              <a:t>R</a:t>
            </a:r>
            <a:r>
              <a:rPr lang="en-US" altLang="zh-CN" sz="1600" b="1" i="1"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rPr>
              <a:t>)</a:t>
            </a:r>
            <a:endParaRPr lang="en-US" altLang="zh-CN" sz="2800" b="1" dirty="0">
              <a:latin typeface="Times New Roman" panose="02020603050405020304" pitchFamily="18" charset="0"/>
              <a:ea typeface="华文中宋" panose="02010600040101010101" pitchFamily="2" charset="-122"/>
            </a:endParaRPr>
          </a:p>
        </p:txBody>
      </p:sp>
      <p:graphicFrame>
        <p:nvGraphicFramePr>
          <p:cNvPr id="49" name="Object 40"/>
          <p:cNvGraphicFramePr/>
          <p:nvPr/>
        </p:nvGraphicFramePr>
        <p:xfrm>
          <a:off x="2871788" y="4373563"/>
          <a:ext cx="2303462" cy="927100"/>
        </p:xfrm>
        <a:graphic>
          <a:graphicData uri="http://schemas.openxmlformats.org/presentationml/2006/ole">
            <mc:AlternateContent xmlns:mc="http://schemas.openxmlformats.org/markup-compatibility/2006">
              <mc:Choice xmlns:v="urn:schemas-microsoft-com:vml" Requires="v">
                <p:oleObj spid="_x0000_s3371" name="" r:id="rId25" imgW="6108700" imgH="2146300" progId="Equation.3">
                  <p:embed/>
                </p:oleObj>
              </mc:Choice>
              <mc:Fallback>
                <p:oleObj name="" r:id="rId25" imgW="6108700" imgH="2146300" progId="Equation.3">
                  <p:embed/>
                  <p:pic>
                    <p:nvPicPr>
                      <p:cNvPr id="0" name="图片 3370"/>
                      <p:cNvPicPr/>
                      <p:nvPr/>
                    </p:nvPicPr>
                    <p:blipFill>
                      <a:blip r:embed="rId26">
                        <a:clrChange>
                          <a:clrFrom>
                            <a:srgbClr val="000000"/>
                          </a:clrFrom>
                          <a:clrTo>
                            <a:srgbClr val="000066"/>
                          </a:clrTo>
                        </a:clrChange>
                      </a:blip>
                      <a:stretch>
                        <a:fillRect/>
                      </a:stretch>
                    </p:blipFill>
                    <p:spPr>
                      <a:xfrm>
                        <a:off x="2871788" y="4373563"/>
                        <a:ext cx="2303462" cy="927100"/>
                      </a:xfrm>
                      <a:prstGeom prst="rect">
                        <a:avLst/>
                      </a:prstGeom>
                      <a:noFill/>
                      <a:ln w="38100">
                        <a:noFill/>
                        <a:miter/>
                      </a:ln>
                    </p:spPr>
                  </p:pic>
                </p:oleObj>
              </mc:Fallback>
            </mc:AlternateContent>
          </a:graphicData>
        </a:graphic>
      </p:graphicFrame>
      <p:graphicFrame>
        <p:nvGraphicFramePr>
          <p:cNvPr id="50" name="Object 41"/>
          <p:cNvGraphicFramePr/>
          <p:nvPr/>
        </p:nvGraphicFramePr>
        <p:xfrm>
          <a:off x="1500188" y="5429250"/>
          <a:ext cx="2016125" cy="938213"/>
        </p:xfrm>
        <a:graphic>
          <a:graphicData uri="http://schemas.openxmlformats.org/presentationml/2006/ole">
            <mc:AlternateContent xmlns:mc="http://schemas.openxmlformats.org/markup-compatibility/2006">
              <mc:Choice xmlns:v="urn:schemas-microsoft-com:vml" Requires="v">
                <p:oleObj spid="_x0000_s3374" name="" r:id="rId27" imgW="4445000" imgH="2146300" progId="Equation.3">
                  <p:embed/>
                </p:oleObj>
              </mc:Choice>
              <mc:Fallback>
                <p:oleObj name="" r:id="rId27" imgW="4445000" imgH="2146300" progId="Equation.3">
                  <p:embed/>
                  <p:pic>
                    <p:nvPicPr>
                      <p:cNvPr id="0" name="图片 3373"/>
                      <p:cNvPicPr/>
                      <p:nvPr/>
                    </p:nvPicPr>
                    <p:blipFill>
                      <a:blip r:embed="rId28">
                        <a:clrChange>
                          <a:clrFrom>
                            <a:srgbClr val="000000"/>
                          </a:clrFrom>
                          <a:clrTo>
                            <a:srgbClr val="800000"/>
                          </a:clrTo>
                        </a:clrChange>
                      </a:blip>
                      <a:stretch>
                        <a:fillRect/>
                      </a:stretch>
                    </p:blipFill>
                    <p:spPr>
                      <a:xfrm>
                        <a:off x="1500188" y="5429250"/>
                        <a:ext cx="2016125" cy="938213"/>
                      </a:xfrm>
                      <a:prstGeom prst="rect">
                        <a:avLst/>
                      </a:prstGeom>
                      <a:noFill/>
                      <a:ln w="9525" cap="flat" cmpd="sng">
                        <a:solidFill>
                          <a:schemeClr val="tx1"/>
                        </a:solidFill>
                        <a:prstDash val="solid"/>
                        <a:miter/>
                        <a:headEnd type="none" w="med" len="med"/>
                        <a:tailEnd type="none" w="med" len="med"/>
                      </a:ln>
                    </p:spPr>
                  </p:pic>
                </p:oleObj>
              </mc:Fallback>
            </mc:AlternateContent>
          </a:graphicData>
        </a:graphic>
      </p:graphicFrame>
      <p:grpSp>
        <p:nvGrpSpPr>
          <p:cNvPr id="5" name="Group 32"/>
          <p:cNvGrpSpPr/>
          <p:nvPr/>
        </p:nvGrpSpPr>
        <p:grpSpPr>
          <a:xfrm>
            <a:off x="3230563" y="1992313"/>
            <a:ext cx="1651000" cy="1081087"/>
            <a:chOff x="2520" y="890"/>
            <a:chExt cx="1040" cy="681"/>
          </a:xfrm>
        </p:grpSpPr>
        <p:graphicFrame>
          <p:nvGraphicFramePr>
            <p:cNvPr id="63523" name="Object 42"/>
            <p:cNvGraphicFramePr/>
            <p:nvPr/>
          </p:nvGraphicFramePr>
          <p:xfrm>
            <a:off x="2520" y="890"/>
            <a:ext cx="1040" cy="528"/>
          </p:xfrm>
          <a:graphic>
            <a:graphicData uri="http://schemas.openxmlformats.org/presentationml/2006/ole">
              <mc:AlternateContent xmlns:mc="http://schemas.openxmlformats.org/markup-compatibility/2006">
                <mc:Choice xmlns:v="urn:schemas-microsoft-com:vml" Requires="v">
                  <p:oleObj spid="_x0000_s3375" name="" r:id="rId29" imgW="3860800" imgH="1943100" progId="Equation.3">
                    <p:embed/>
                  </p:oleObj>
                </mc:Choice>
                <mc:Fallback>
                  <p:oleObj name="" r:id="rId29" imgW="3860800" imgH="1943100" progId="Equation.3">
                    <p:embed/>
                    <p:pic>
                      <p:nvPicPr>
                        <p:cNvPr id="0" name="图片 3374"/>
                        <p:cNvPicPr/>
                        <p:nvPr/>
                      </p:nvPicPr>
                      <p:blipFill>
                        <a:blip r:embed="rId30">
                          <a:clrChange>
                            <a:clrFrom>
                              <a:srgbClr val="000000"/>
                            </a:clrFrom>
                            <a:clrTo>
                              <a:srgbClr val="000066"/>
                            </a:clrTo>
                          </a:clrChange>
                        </a:blip>
                        <a:stretch>
                          <a:fillRect/>
                        </a:stretch>
                      </p:blipFill>
                      <p:spPr>
                        <a:xfrm>
                          <a:off x="2520" y="890"/>
                          <a:ext cx="1040" cy="528"/>
                        </a:xfrm>
                        <a:prstGeom prst="rect">
                          <a:avLst/>
                        </a:prstGeom>
                        <a:noFill/>
                        <a:ln w="38100">
                          <a:noFill/>
                          <a:miter/>
                        </a:ln>
                      </p:spPr>
                    </p:pic>
                  </p:oleObj>
                </mc:Fallback>
              </mc:AlternateContent>
            </a:graphicData>
          </a:graphic>
        </p:graphicFrame>
        <p:graphicFrame>
          <p:nvGraphicFramePr>
            <p:cNvPr id="63524" name="Object 43"/>
            <p:cNvGraphicFramePr/>
            <p:nvPr/>
          </p:nvGraphicFramePr>
          <p:xfrm>
            <a:off x="2894" y="1162"/>
            <a:ext cx="167" cy="409"/>
          </p:xfrm>
          <a:graphic>
            <a:graphicData uri="http://schemas.openxmlformats.org/presentationml/2006/ole">
              <mc:AlternateContent xmlns:mc="http://schemas.openxmlformats.org/markup-compatibility/2006">
                <mc:Choice xmlns:v="urn:schemas-microsoft-com:vml" Requires="v">
                  <p:oleObj spid="_x0000_s3372" name="" r:id="rId31" imgW="520700" imgH="1943100" progId="Equation.3">
                    <p:embed/>
                  </p:oleObj>
                </mc:Choice>
                <mc:Fallback>
                  <p:oleObj name="" r:id="rId31" imgW="520700" imgH="1943100" progId="Equation.3">
                    <p:embed/>
                    <p:pic>
                      <p:nvPicPr>
                        <p:cNvPr id="0" name="图片 3371"/>
                        <p:cNvPicPr/>
                        <p:nvPr/>
                      </p:nvPicPr>
                      <p:blipFill>
                        <a:blip r:embed="rId32">
                          <a:clrChange>
                            <a:clrFrom>
                              <a:srgbClr val="000000"/>
                            </a:clrFrom>
                            <a:clrTo>
                              <a:srgbClr val="000099"/>
                            </a:clrTo>
                          </a:clrChange>
                        </a:blip>
                        <a:stretch>
                          <a:fillRect/>
                        </a:stretch>
                      </p:blipFill>
                      <p:spPr>
                        <a:xfrm>
                          <a:off x="2894" y="1162"/>
                          <a:ext cx="167" cy="409"/>
                        </a:xfrm>
                        <a:prstGeom prst="rect">
                          <a:avLst/>
                        </a:prstGeom>
                        <a:noFill/>
                        <a:ln w="38100">
                          <a:noFill/>
                          <a:miter/>
                        </a:ln>
                      </p:spPr>
                    </p:pic>
                  </p:oleObj>
                </mc:Fallback>
              </mc:AlternateContent>
            </a:graphicData>
          </a:graphic>
        </p:graphicFrame>
      </p:grpSp>
      <p:sp>
        <p:nvSpPr>
          <p:cNvPr id="55" name="Text Box 35"/>
          <p:cNvSpPr txBox="1"/>
          <p:nvPr/>
        </p:nvSpPr>
        <p:spPr>
          <a:xfrm>
            <a:off x="1143000" y="2214563"/>
            <a:ext cx="2017713" cy="427037"/>
          </a:xfrm>
          <a:prstGeom prst="rect">
            <a:avLst/>
          </a:prstGeom>
          <a:noFill/>
          <a:ln w="12700">
            <a:noFill/>
          </a:ln>
        </p:spPr>
        <p:txBody>
          <a:bodyPr anchor="t" anchorCtr="0">
            <a:spAutoFit/>
          </a:bodyPr>
          <a:p>
            <a:pPr algn="ctr" eaLnBrk="0" hangingPunct="0"/>
            <a:r>
              <a:rPr lang="zh-CN" altLang="en-US" sz="2200" b="1" dirty="0">
                <a:latin typeface="Times New Roman" panose="02020603050405020304" pitchFamily="18" charset="0"/>
                <a:ea typeface="华文中宋" panose="02010600040101010101" pitchFamily="2" charset="-122"/>
              </a:rPr>
              <a:t>电荷体密度</a:t>
            </a:r>
            <a:endParaRPr lang="zh-CN" altLang="en-US" sz="2200" b="1" dirty="0">
              <a:latin typeface="Times New Roman" panose="02020603050405020304" pitchFamily="18" charset="0"/>
              <a:ea typeface="华文中宋" panose="02010600040101010101" pitchFamily="2" charset="-122"/>
            </a:endParaRPr>
          </a:p>
        </p:txBody>
      </p:sp>
      <p:graphicFrame>
        <p:nvGraphicFramePr>
          <p:cNvPr id="63526" name="Object 44"/>
          <p:cNvGraphicFramePr/>
          <p:nvPr/>
        </p:nvGraphicFramePr>
        <p:xfrm>
          <a:off x="1009650" y="3452813"/>
          <a:ext cx="4410075" cy="776287"/>
        </p:xfrm>
        <a:graphic>
          <a:graphicData uri="http://schemas.openxmlformats.org/presentationml/2006/ole">
            <mc:AlternateContent xmlns:mc="http://schemas.openxmlformats.org/markup-compatibility/2006">
              <mc:Choice xmlns:v="urn:schemas-microsoft-com:vml" Requires="v">
                <p:oleObj spid="_x0000_s3378" name="" r:id="rId33" imgW="1930400" imgH="330200" progId="Equation.3">
                  <p:embed/>
                </p:oleObj>
              </mc:Choice>
              <mc:Fallback>
                <p:oleObj name="" r:id="rId33" imgW="1930400" imgH="330200" progId="Equation.3">
                  <p:embed/>
                  <p:pic>
                    <p:nvPicPr>
                      <p:cNvPr id="0" name="图片 3377"/>
                      <p:cNvPicPr/>
                      <p:nvPr/>
                    </p:nvPicPr>
                    <p:blipFill>
                      <a:blip r:embed="rId34"/>
                      <a:stretch>
                        <a:fillRect/>
                      </a:stretch>
                    </p:blipFill>
                    <p:spPr>
                      <a:xfrm>
                        <a:off x="1009650" y="3452813"/>
                        <a:ext cx="4410075" cy="776287"/>
                      </a:xfrm>
                      <a:prstGeom prst="rect">
                        <a:avLst/>
                      </a:prstGeom>
                      <a:noFill/>
                      <a:ln w="38100">
                        <a:noFill/>
                        <a:miter/>
                      </a:ln>
                    </p:spPr>
                  </p:pic>
                </p:oleObj>
              </mc:Fallback>
            </mc:AlternateContent>
          </a:graphicData>
        </a:graphic>
      </p:graphicFrame>
      <p:graphicFrame>
        <p:nvGraphicFramePr>
          <p:cNvPr id="72" name="Object 54"/>
          <p:cNvGraphicFramePr/>
          <p:nvPr/>
        </p:nvGraphicFramePr>
        <p:xfrm>
          <a:off x="1296988" y="4518025"/>
          <a:ext cx="1358900" cy="635000"/>
        </p:xfrm>
        <a:graphic>
          <a:graphicData uri="http://schemas.openxmlformats.org/presentationml/2006/ole">
            <mc:AlternateContent xmlns:mc="http://schemas.openxmlformats.org/markup-compatibility/2006">
              <mc:Choice xmlns:v="urn:schemas-microsoft-com:vml" Requires="v">
                <p:oleObj spid="_x0000_s3373" name="" r:id="rId35" imgW="3454400" imgH="1473200" progId="Equation.3">
                  <p:embed/>
                </p:oleObj>
              </mc:Choice>
              <mc:Fallback>
                <p:oleObj name="" r:id="rId35" imgW="3454400" imgH="1473200" progId="Equation.3">
                  <p:embed/>
                  <p:pic>
                    <p:nvPicPr>
                      <p:cNvPr id="0" name="图片 3372"/>
                      <p:cNvPicPr/>
                      <p:nvPr/>
                    </p:nvPicPr>
                    <p:blipFill>
                      <a:blip r:embed="rId36">
                        <a:clrChange>
                          <a:clrFrom>
                            <a:srgbClr val="000000"/>
                          </a:clrFrom>
                          <a:clrTo>
                            <a:srgbClr val="000066"/>
                          </a:clrTo>
                        </a:clrChange>
                      </a:blip>
                      <a:stretch>
                        <a:fillRect/>
                      </a:stretch>
                    </p:blipFill>
                    <p:spPr>
                      <a:xfrm>
                        <a:off x="1296988" y="4518025"/>
                        <a:ext cx="1358900" cy="635000"/>
                      </a:xfrm>
                      <a:prstGeom prst="rect">
                        <a:avLst/>
                      </a:prstGeom>
                      <a:noFill/>
                      <a:ln w="38100">
                        <a:noFill/>
                        <a:miter/>
                      </a:ln>
                    </p:spPr>
                  </p:pic>
                </p:oleObj>
              </mc:Fallback>
            </mc:AlternateContent>
          </a:graphicData>
        </a:graphic>
      </p:graphicFrame>
      <p:graphicFrame>
        <p:nvGraphicFramePr>
          <p:cNvPr id="63528" name="Object 55"/>
          <p:cNvGraphicFramePr/>
          <p:nvPr/>
        </p:nvGraphicFramePr>
        <p:xfrm>
          <a:off x="4505325" y="4092575"/>
          <a:ext cx="190500" cy="419100"/>
        </p:xfrm>
        <a:graphic>
          <a:graphicData uri="http://schemas.openxmlformats.org/presentationml/2006/ole">
            <mc:AlternateContent xmlns:mc="http://schemas.openxmlformats.org/markup-compatibility/2006">
              <mc:Choice xmlns:v="urn:schemas-microsoft-com:vml" Requires="v">
                <p:oleObj spid="_x0000_s3376" name="" r:id="rId37" imgW="190500" imgH="419100" progId="Equation.3">
                  <p:embed/>
                </p:oleObj>
              </mc:Choice>
              <mc:Fallback>
                <p:oleObj name="" r:id="rId37" imgW="190500" imgH="419100" progId="Equation.3">
                  <p:embed/>
                  <p:pic>
                    <p:nvPicPr>
                      <p:cNvPr id="0" name="图片 3375"/>
                      <p:cNvPicPr/>
                      <p:nvPr/>
                    </p:nvPicPr>
                    <p:blipFill>
                      <a:blip r:embed="rId38"/>
                      <a:stretch>
                        <a:fillRect/>
                      </a:stretch>
                    </p:blipFill>
                    <p:spPr>
                      <a:xfrm>
                        <a:off x="4505325" y="4092575"/>
                        <a:ext cx="190500" cy="419100"/>
                      </a:xfrm>
                      <a:prstGeom prst="rect">
                        <a:avLst/>
                      </a:prstGeom>
                      <a:noFill/>
                      <a:ln w="38100">
                        <a:noFill/>
                        <a:miter/>
                      </a:ln>
                    </p:spPr>
                  </p:pic>
                </p:oleObj>
              </mc:Fallback>
            </mc:AlternateContent>
          </a:graphicData>
        </a:graphic>
      </p:graphicFrame>
      <p:grpSp>
        <p:nvGrpSpPr>
          <p:cNvPr id="9" name="Group 54"/>
          <p:cNvGrpSpPr/>
          <p:nvPr/>
        </p:nvGrpSpPr>
        <p:grpSpPr>
          <a:xfrm>
            <a:off x="6983413" y="1973263"/>
            <a:ext cx="987425" cy="1130300"/>
            <a:chOff x="4345" y="1071"/>
            <a:chExt cx="622" cy="712"/>
          </a:xfrm>
        </p:grpSpPr>
        <p:sp>
          <p:nvSpPr>
            <p:cNvPr id="63530" name="Oval 55"/>
            <p:cNvSpPr/>
            <p:nvPr/>
          </p:nvSpPr>
          <p:spPr>
            <a:xfrm>
              <a:off x="4345" y="1207"/>
              <a:ext cx="576" cy="576"/>
            </a:xfrm>
            <a:prstGeom prst="ellipse">
              <a:avLst/>
            </a:prstGeom>
            <a:solidFill>
              <a:srgbClr val="FFFFFF">
                <a:alpha val="0"/>
              </a:srgbClr>
            </a:solidFill>
            <a:ln w="22225" cap="flat" cmpd="sng">
              <a:solidFill>
                <a:srgbClr val="FF00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3531" name="Object 56"/>
            <p:cNvGraphicFramePr/>
            <p:nvPr/>
          </p:nvGraphicFramePr>
          <p:xfrm>
            <a:off x="4768" y="1071"/>
            <a:ext cx="199" cy="227"/>
          </p:xfrm>
          <a:graphic>
            <a:graphicData uri="http://schemas.openxmlformats.org/presentationml/2006/ole">
              <mc:AlternateContent xmlns:mc="http://schemas.openxmlformats.org/markup-compatibility/2006">
                <mc:Choice xmlns:v="urn:schemas-microsoft-com:vml" Requires="v">
                  <p:oleObj spid="_x0000_s3377" name="" r:id="rId39" imgW="850900" imgH="952500" progId="Equation.3">
                    <p:embed/>
                  </p:oleObj>
                </mc:Choice>
                <mc:Fallback>
                  <p:oleObj name="" r:id="rId39" imgW="850900" imgH="952500" progId="Equation.3">
                    <p:embed/>
                    <p:pic>
                      <p:nvPicPr>
                        <p:cNvPr id="0" name="图片 3376"/>
                        <p:cNvPicPr/>
                        <p:nvPr/>
                      </p:nvPicPr>
                      <p:blipFill>
                        <a:blip r:embed="rId40">
                          <a:clrChange>
                            <a:clrFrom>
                              <a:srgbClr val="000000"/>
                            </a:clrFrom>
                            <a:clrTo>
                              <a:srgbClr val="FF0000"/>
                            </a:clrTo>
                          </a:clrChange>
                        </a:blip>
                        <a:stretch>
                          <a:fillRect/>
                        </a:stretch>
                      </p:blipFill>
                      <p:spPr>
                        <a:xfrm>
                          <a:off x="4768" y="1071"/>
                          <a:ext cx="199" cy="227"/>
                        </a:xfrm>
                        <a:prstGeom prst="rect">
                          <a:avLst/>
                        </a:prstGeom>
                        <a:noFill/>
                        <a:ln w="38100">
                          <a:noFill/>
                          <a:miter/>
                        </a:ln>
                      </p:spPr>
                    </p:pic>
                  </p:oleObj>
                </mc:Fallback>
              </mc:AlternateContent>
            </a:graphicData>
          </a:graphic>
        </p:graphicFrame>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9858"/>
                                        </p:tgtEl>
                                        <p:attrNameLst>
                                          <p:attrName>style.visibility</p:attrName>
                                        </p:attrNameLst>
                                      </p:cBhvr>
                                      <p:to>
                                        <p:strVal val="visible"/>
                                      </p:to>
                                    </p:set>
                                    <p:animEffect transition="in" filter="dissolve">
                                      <p:cBhvr>
                                        <p:cTn id="7" dur="500"/>
                                        <p:tgtEl>
                                          <p:spTgt spid="2498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left)">
                                      <p:cBhvr>
                                        <p:cTn id="26" dur="500"/>
                                        <p:tgtEl>
                                          <p:spTgt spid="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wipe(left)">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63526"/>
                                        </p:tgtEl>
                                        <p:attrNameLst>
                                          <p:attrName>style.visibility</p:attrName>
                                        </p:attrNameLst>
                                      </p:cBhvr>
                                      <p:to>
                                        <p:strVal val="visible"/>
                                      </p:to>
                                    </p:set>
                                    <p:animEffect transition="in" filter="blinds(horizontal)">
                                      <p:cBhvr>
                                        <p:cTn id="41" dur="500"/>
                                        <p:tgtEl>
                                          <p:spTgt spid="63526"/>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heel(8)">
                                      <p:cBhvr>
                                        <p:cTn id="46" dur="5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500"/>
                                        <p:tgtEl>
                                          <p:spTgt spid="7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wipe(left)">
                                      <p:cBhvr>
                                        <p:cTn id="56" dur="500"/>
                                        <p:tgtEl>
                                          <p:spTgt spid="4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left)">
                                      <p:cBhvr>
                                        <p:cTn id="61" dur="5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8"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heel(8)">
                                      <p:cBhvr>
                                        <p:cTn id="6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p:bldP spid="22" grpId="0"/>
      <p:bldP spid="23" grpId="0"/>
      <p:bldP spid="48" grpId="0"/>
      <p:bldP spid="5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3186" name="Object 2"/>
          <p:cNvGraphicFramePr/>
          <p:nvPr/>
        </p:nvGraphicFramePr>
        <p:xfrm>
          <a:off x="1928813" y="2714625"/>
          <a:ext cx="2289175" cy="854075"/>
        </p:xfrm>
        <a:graphic>
          <a:graphicData uri="http://schemas.openxmlformats.org/presentationml/2006/ole">
            <mc:AlternateContent xmlns:mc="http://schemas.openxmlformats.org/markup-compatibility/2006">
              <mc:Choice xmlns:v="urn:schemas-microsoft-com:vml" Requires="v">
                <p:oleObj spid="_x0000_s3393" name="" r:id="rId1" imgW="6172200" imgH="2070100" progId="Equation.3">
                  <p:embed/>
                </p:oleObj>
              </mc:Choice>
              <mc:Fallback>
                <p:oleObj name="" r:id="rId1" imgW="6172200" imgH="2070100" progId="Equation.3">
                  <p:embed/>
                  <p:pic>
                    <p:nvPicPr>
                      <p:cNvPr id="0" name="图片 3392"/>
                      <p:cNvPicPr/>
                      <p:nvPr/>
                    </p:nvPicPr>
                    <p:blipFill>
                      <a:blip r:embed="rId2">
                        <a:clrChange>
                          <a:clrFrom>
                            <a:srgbClr val="000000"/>
                          </a:clrFrom>
                          <a:clrTo>
                            <a:srgbClr val="000066"/>
                          </a:clrTo>
                        </a:clrChange>
                      </a:blip>
                      <a:stretch>
                        <a:fillRect/>
                      </a:stretch>
                    </p:blipFill>
                    <p:spPr>
                      <a:xfrm>
                        <a:off x="1928813" y="2714625"/>
                        <a:ext cx="2289175" cy="854075"/>
                      </a:xfrm>
                      <a:prstGeom prst="rect">
                        <a:avLst/>
                      </a:prstGeom>
                      <a:noFill/>
                      <a:ln w="38100">
                        <a:noFill/>
                        <a:miter/>
                      </a:ln>
                    </p:spPr>
                  </p:pic>
                </p:oleObj>
              </mc:Fallback>
            </mc:AlternateContent>
          </a:graphicData>
        </a:graphic>
      </p:graphicFrame>
      <p:graphicFrame>
        <p:nvGraphicFramePr>
          <p:cNvPr id="93187" name="Object 3"/>
          <p:cNvGraphicFramePr/>
          <p:nvPr/>
        </p:nvGraphicFramePr>
        <p:xfrm>
          <a:off x="1428750" y="3786188"/>
          <a:ext cx="3171825" cy="866775"/>
        </p:xfrm>
        <a:graphic>
          <a:graphicData uri="http://schemas.openxmlformats.org/presentationml/2006/ole">
            <mc:AlternateContent xmlns:mc="http://schemas.openxmlformats.org/markup-compatibility/2006">
              <mc:Choice xmlns:v="urn:schemas-microsoft-com:vml" Requires="v">
                <p:oleObj spid="_x0000_s3395" name="" r:id="rId3" imgW="9004300" imgH="2146300" progId="Equation.3">
                  <p:embed/>
                </p:oleObj>
              </mc:Choice>
              <mc:Fallback>
                <p:oleObj name="" r:id="rId3" imgW="9004300" imgH="2146300" progId="Equation.3">
                  <p:embed/>
                  <p:pic>
                    <p:nvPicPr>
                      <p:cNvPr id="0" name="图片 3394"/>
                      <p:cNvPicPr/>
                      <p:nvPr/>
                    </p:nvPicPr>
                    <p:blipFill>
                      <a:blip r:embed="rId4">
                        <a:clrChange>
                          <a:clrFrom>
                            <a:srgbClr val="000000"/>
                          </a:clrFrom>
                          <a:clrTo>
                            <a:srgbClr val="000066"/>
                          </a:clrTo>
                        </a:clrChange>
                      </a:blip>
                      <a:stretch>
                        <a:fillRect/>
                      </a:stretch>
                    </p:blipFill>
                    <p:spPr>
                      <a:xfrm>
                        <a:off x="1428750" y="3786188"/>
                        <a:ext cx="3171825" cy="866775"/>
                      </a:xfrm>
                      <a:prstGeom prst="rect">
                        <a:avLst/>
                      </a:prstGeom>
                      <a:noFill/>
                      <a:ln w="38100">
                        <a:noFill/>
                        <a:miter/>
                      </a:ln>
                    </p:spPr>
                  </p:pic>
                </p:oleObj>
              </mc:Fallback>
            </mc:AlternateContent>
          </a:graphicData>
        </a:graphic>
      </p:graphicFrame>
      <p:graphicFrame>
        <p:nvGraphicFramePr>
          <p:cNvPr id="93188" name="Object 4"/>
          <p:cNvGraphicFramePr/>
          <p:nvPr/>
        </p:nvGraphicFramePr>
        <p:xfrm>
          <a:off x="1733550" y="5008563"/>
          <a:ext cx="1412875" cy="912812"/>
        </p:xfrm>
        <a:graphic>
          <a:graphicData uri="http://schemas.openxmlformats.org/presentationml/2006/ole">
            <mc:AlternateContent xmlns:mc="http://schemas.openxmlformats.org/markup-compatibility/2006">
              <mc:Choice xmlns:v="urn:schemas-microsoft-com:vml" Requires="v">
                <p:oleObj spid="_x0000_s3387" name="" r:id="rId5" imgW="3365500" imgH="2146300" progId="Equation.3">
                  <p:embed/>
                </p:oleObj>
              </mc:Choice>
              <mc:Fallback>
                <p:oleObj name="" r:id="rId5" imgW="3365500" imgH="2146300" progId="Equation.3">
                  <p:embed/>
                  <p:pic>
                    <p:nvPicPr>
                      <p:cNvPr id="0" name="图片 3386"/>
                      <p:cNvPicPr/>
                      <p:nvPr/>
                    </p:nvPicPr>
                    <p:blipFill>
                      <a:blip r:embed="rId6">
                        <a:clrChange>
                          <a:clrFrom>
                            <a:srgbClr val="000000"/>
                          </a:clrFrom>
                          <a:clrTo>
                            <a:srgbClr val="800000"/>
                          </a:clrTo>
                        </a:clrChange>
                      </a:blip>
                      <a:stretch>
                        <a:fillRect/>
                      </a:stretch>
                    </p:blipFill>
                    <p:spPr>
                      <a:xfrm>
                        <a:off x="1733550" y="5008563"/>
                        <a:ext cx="1412875" cy="912812"/>
                      </a:xfrm>
                      <a:prstGeom prst="rect">
                        <a:avLst/>
                      </a:prstGeom>
                      <a:noFill/>
                      <a:ln w="38100">
                        <a:noFill/>
                        <a:miter/>
                      </a:ln>
                    </p:spPr>
                  </p:pic>
                </p:oleObj>
              </mc:Fallback>
            </mc:AlternateContent>
          </a:graphicData>
        </a:graphic>
      </p:graphicFrame>
      <p:grpSp>
        <p:nvGrpSpPr>
          <p:cNvPr id="2" name="Group 32"/>
          <p:cNvGrpSpPr/>
          <p:nvPr/>
        </p:nvGrpSpPr>
        <p:grpSpPr>
          <a:xfrm>
            <a:off x="6767513" y="1335088"/>
            <a:ext cx="1965325" cy="1817687"/>
            <a:chOff x="4273" y="561"/>
            <a:chExt cx="1238" cy="1145"/>
          </a:xfrm>
        </p:grpSpPr>
        <p:sp>
          <p:nvSpPr>
            <p:cNvPr id="65541" name="Oval 33"/>
            <p:cNvSpPr/>
            <p:nvPr/>
          </p:nvSpPr>
          <p:spPr>
            <a:xfrm>
              <a:off x="4273" y="561"/>
              <a:ext cx="1238" cy="1145"/>
            </a:xfrm>
            <a:prstGeom prst="ellipse">
              <a:avLst/>
            </a:prstGeom>
            <a:gradFill rotWithShape="1">
              <a:gsLst>
                <a:gs pos="0">
                  <a:srgbClr val="FFFFFF"/>
                </a:gs>
                <a:gs pos="100000">
                  <a:srgbClr val="000066">
                    <a:alpha val="29999"/>
                  </a:srgbClr>
                </a:gs>
              </a:gsLst>
              <a:path path="shape">
                <a:fillToRect l="50000" t="50000" r="50000" b="50000"/>
              </a:path>
              <a:tileRect/>
            </a:gradFill>
            <a:ln w="19050" cap="flat" cmpd="sng">
              <a:solidFill>
                <a:srgbClr val="0033CC"/>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5542" name="Object 10"/>
            <p:cNvGraphicFramePr/>
            <p:nvPr/>
          </p:nvGraphicFramePr>
          <p:xfrm>
            <a:off x="4377" y="845"/>
            <a:ext cx="115" cy="109"/>
          </p:xfrm>
          <a:graphic>
            <a:graphicData uri="http://schemas.openxmlformats.org/presentationml/2006/ole">
              <mc:AlternateContent xmlns:mc="http://schemas.openxmlformats.org/markup-compatibility/2006">
                <mc:Choice xmlns:v="urn:schemas-microsoft-com:vml" Requires="v">
                  <p:oleObj spid="_x0000_s3388" name="" r:id="rId7" imgW="254000" imgH="241300" progId="Equation.3">
                    <p:embed/>
                  </p:oleObj>
                </mc:Choice>
                <mc:Fallback>
                  <p:oleObj name="" r:id="rId7" imgW="254000" imgH="241300" progId="Equation.3">
                    <p:embed/>
                    <p:pic>
                      <p:nvPicPr>
                        <p:cNvPr id="0" name="图片 3387"/>
                        <p:cNvPicPr/>
                        <p:nvPr/>
                      </p:nvPicPr>
                      <p:blipFill>
                        <a:blip r:embed="rId8"/>
                        <a:stretch>
                          <a:fillRect/>
                        </a:stretch>
                      </p:blipFill>
                      <p:spPr>
                        <a:xfrm>
                          <a:off x="4377" y="845"/>
                          <a:ext cx="115" cy="109"/>
                        </a:xfrm>
                        <a:prstGeom prst="rect">
                          <a:avLst/>
                        </a:prstGeom>
                        <a:noFill/>
                        <a:ln w="38100">
                          <a:noFill/>
                          <a:miter/>
                        </a:ln>
                      </p:spPr>
                    </p:pic>
                  </p:oleObj>
                </mc:Fallback>
              </mc:AlternateContent>
            </a:graphicData>
          </a:graphic>
        </p:graphicFrame>
        <p:graphicFrame>
          <p:nvGraphicFramePr>
            <p:cNvPr id="65543" name="Object 11"/>
            <p:cNvGraphicFramePr/>
            <p:nvPr/>
          </p:nvGraphicFramePr>
          <p:xfrm>
            <a:off x="4625" y="663"/>
            <a:ext cx="115" cy="109"/>
          </p:xfrm>
          <a:graphic>
            <a:graphicData uri="http://schemas.openxmlformats.org/presentationml/2006/ole">
              <mc:AlternateContent xmlns:mc="http://schemas.openxmlformats.org/markup-compatibility/2006">
                <mc:Choice xmlns:v="urn:schemas-microsoft-com:vml" Requires="v">
                  <p:oleObj spid="_x0000_s3400" name="" r:id="rId9" imgW="254000" imgH="241300" progId="Equation.3">
                    <p:embed/>
                  </p:oleObj>
                </mc:Choice>
                <mc:Fallback>
                  <p:oleObj name="" r:id="rId9" imgW="254000" imgH="241300" progId="Equation.3">
                    <p:embed/>
                    <p:pic>
                      <p:nvPicPr>
                        <p:cNvPr id="0" name="图片 3399"/>
                        <p:cNvPicPr/>
                        <p:nvPr/>
                      </p:nvPicPr>
                      <p:blipFill>
                        <a:blip r:embed="rId8"/>
                        <a:stretch>
                          <a:fillRect/>
                        </a:stretch>
                      </p:blipFill>
                      <p:spPr>
                        <a:xfrm>
                          <a:off x="4625" y="663"/>
                          <a:ext cx="115" cy="109"/>
                        </a:xfrm>
                        <a:prstGeom prst="rect">
                          <a:avLst/>
                        </a:prstGeom>
                        <a:noFill/>
                        <a:ln w="38100">
                          <a:noFill/>
                          <a:miter/>
                        </a:ln>
                      </p:spPr>
                    </p:pic>
                  </p:oleObj>
                </mc:Fallback>
              </mc:AlternateContent>
            </a:graphicData>
          </a:graphic>
        </p:graphicFrame>
        <p:graphicFrame>
          <p:nvGraphicFramePr>
            <p:cNvPr id="65544" name="Object 12"/>
            <p:cNvGraphicFramePr/>
            <p:nvPr/>
          </p:nvGraphicFramePr>
          <p:xfrm>
            <a:off x="4649" y="981"/>
            <a:ext cx="115" cy="109"/>
          </p:xfrm>
          <a:graphic>
            <a:graphicData uri="http://schemas.openxmlformats.org/presentationml/2006/ole">
              <mc:AlternateContent xmlns:mc="http://schemas.openxmlformats.org/markup-compatibility/2006">
                <mc:Choice xmlns:v="urn:schemas-microsoft-com:vml" Requires="v">
                  <p:oleObj spid="_x0000_s3392" name="" r:id="rId10" imgW="254000" imgH="241300" progId="Equation.3">
                    <p:embed/>
                  </p:oleObj>
                </mc:Choice>
                <mc:Fallback>
                  <p:oleObj name="" r:id="rId10" imgW="254000" imgH="241300" progId="Equation.3">
                    <p:embed/>
                    <p:pic>
                      <p:nvPicPr>
                        <p:cNvPr id="0" name="图片 3391"/>
                        <p:cNvPicPr/>
                        <p:nvPr/>
                      </p:nvPicPr>
                      <p:blipFill>
                        <a:blip r:embed="rId8"/>
                        <a:stretch>
                          <a:fillRect/>
                        </a:stretch>
                      </p:blipFill>
                      <p:spPr>
                        <a:xfrm>
                          <a:off x="4649" y="981"/>
                          <a:ext cx="115" cy="109"/>
                        </a:xfrm>
                        <a:prstGeom prst="rect">
                          <a:avLst/>
                        </a:prstGeom>
                        <a:noFill/>
                        <a:ln w="38100">
                          <a:noFill/>
                          <a:miter/>
                        </a:ln>
                      </p:spPr>
                    </p:pic>
                  </p:oleObj>
                </mc:Fallback>
              </mc:AlternateContent>
            </a:graphicData>
          </a:graphic>
        </p:graphicFrame>
        <p:graphicFrame>
          <p:nvGraphicFramePr>
            <p:cNvPr id="65545" name="Object 13"/>
            <p:cNvGraphicFramePr/>
            <p:nvPr/>
          </p:nvGraphicFramePr>
          <p:xfrm>
            <a:off x="4988" y="1253"/>
            <a:ext cx="115" cy="109"/>
          </p:xfrm>
          <a:graphic>
            <a:graphicData uri="http://schemas.openxmlformats.org/presentationml/2006/ole">
              <mc:AlternateContent xmlns:mc="http://schemas.openxmlformats.org/markup-compatibility/2006">
                <mc:Choice xmlns:v="urn:schemas-microsoft-com:vml" Requires="v">
                  <p:oleObj spid="_x0000_s3383" name="" r:id="rId11" imgW="254000" imgH="241300" progId="Equation.3">
                    <p:embed/>
                  </p:oleObj>
                </mc:Choice>
                <mc:Fallback>
                  <p:oleObj name="" r:id="rId11" imgW="254000" imgH="241300" progId="Equation.3">
                    <p:embed/>
                    <p:pic>
                      <p:nvPicPr>
                        <p:cNvPr id="0" name="图片 3382"/>
                        <p:cNvPicPr/>
                        <p:nvPr/>
                      </p:nvPicPr>
                      <p:blipFill>
                        <a:blip r:embed="rId8"/>
                        <a:stretch>
                          <a:fillRect/>
                        </a:stretch>
                      </p:blipFill>
                      <p:spPr>
                        <a:xfrm>
                          <a:off x="4988" y="1253"/>
                          <a:ext cx="115" cy="109"/>
                        </a:xfrm>
                        <a:prstGeom prst="rect">
                          <a:avLst/>
                        </a:prstGeom>
                        <a:noFill/>
                        <a:ln w="38100">
                          <a:noFill/>
                          <a:miter/>
                        </a:ln>
                      </p:spPr>
                    </p:pic>
                  </p:oleObj>
                </mc:Fallback>
              </mc:AlternateContent>
            </a:graphicData>
          </a:graphic>
        </p:graphicFrame>
        <p:graphicFrame>
          <p:nvGraphicFramePr>
            <p:cNvPr id="65546" name="Object 14"/>
            <p:cNvGraphicFramePr/>
            <p:nvPr/>
          </p:nvGraphicFramePr>
          <p:xfrm>
            <a:off x="5057" y="1480"/>
            <a:ext cx="115" cy="109"/>
          </p:xfrm>
          <a:graphic>
            <a:graphicData uri="http://schemas.openxmlformats.org/presentationml/2006/ole">
              <mc:AlternateContent xmlns:mc="http://schemas.openxmlformats.org/markup-compatibility/2006">
                <mc:Choice xmlns:v="urn:schemas-microsoft-com:vml" Requires="v">
                  <p:oleObj spid="_x0000_s3389" name="" r:id="rId12" imgW="254000" imgH="241300" progId="Equation.3">
                    <p:embed/>
                  </p:oleObj>
                </mc:Choice>
                <mc:Fallback>
                  <p:oleObj name="" r:id="rId12" imgW="254000" imgH="241300" progId="Equation.3">
                    <p:embed/>
                    <p:pic>
                      <p:nvPicPr>
                        <p:cNvPr id="0" name="图片 3388"/>
                        <p:cNvPicPr/>
                        <p:nvPr/>
                      </p:nvPicPr>
                      <p:blipFill>
                        <a:blip r:embed="rId8"/>
                        <a:stretch>
                          <a:fillRect/>
                        </a:stretch>
                      </p:blipFill>
                      <p:spPr>
                        <a:xfrm>
                          <a:off x="5057" y="1480"/>
                          <a:ext cx="115" cy="109"/>
                        </a:xfrm>
                        <a:prstGeom prst="rect">
                          <a:avLst/>
                        </a:prstGeom>
                        <a:noFill/>
                        <a:ln w="38100">
                          <a:noFill/>
                          <a:miter/>
                        </a:ln>
                      </p:spPr>
                    </p:pic>
                  </p:oleObj>
                </mc:Fallback>
              </mc:AlternateContent>
            </a:graphicData>
          </a:graphic>
        </p:graphicFrame>
        <p:graphicFrame>
          <p:nvGraphicFramePr>
            <p:cNvPr id="65547" name="Object 15"/>
            <p:cNvGraphicFramePr/>
            <p:nvPr/>
          </p:nvGraphicFramePr>
          <p:xfrm>
            <a:off x="5260" y="1298"/>
            <a:ext cx="115" cy="109"/>
          </p:xfrm>
          <a:graphic>
            <a:graphicData uri="http://schemas.openxmlformats.org/presentationml/2006/ole">
              <mc:AlternateContent xmlns:mc="http://schemas.openxmlformats.org/markup-compatibility/2006">
                <mc:Choice xmlns:v="urn:schemas-microsoft-com:vml" Requires="v">
                  <p:oleObj spid="_x0000_s3396" name="" r:id="rId13" imgW="254000" imgH="241300" progId="Equation.3">
                    <p:embed/>
                  </p:oleObj>
                </mc:Choice>
                <mc:Fallback>
                  <p:oleObj name="" r:id="rId13" imgW="254000" imgH="241300" progId="Equation.3">
                    <p:embed/>
                    <p:pic>
                      <p:nvPicPr>
                        <p:cNvPr id="0" name="图片 3395"/>
                        <p:cNvPicPr/>
                        <p:nvPr/>
                      </p:nvPicPr>
                      <p:blipFill>
                        <a:blip r:embed="rId8"/>
                        <a:stretch>
                          <a:fillRect/>
                        </a:stretch>
                      </p:blipFill>
                      <p:spPr>
                        <a:xfrm>
                          <a:off x="5260" y="1298"/>
                          <a:ext cx="115" cy="109"/>
                        </a:xfrm>
                        <a:prstGeom prst="rect">
                          <a:avLst/>
                        </a:prstGeom>
                        <a:noFill/>
                        <a:ln w="38100">
                          <a:noFill/>
                          <a:miter/>
                        </a:ln>
                      </p:spPr>
                    </p:pic>
                  </p:oleObj>
                </mc:Fallback>
              </mc:AlternateContent>
            </a:graphicData>
          </a:graphic>
        </p:graphicFrame>
        <p:graphicFrame>
          <p:nvGraphicFramePr>
            <p:cNvPr id="65548" name="Object 16"/>
            <p:cNvGraphicFramePr/>
            <p:nvPr/>
          </p:nvGraphicFramePr>
          <p:xfrm>
            <a:off x="5351" y="1026"/>
            <a:ext cx="115" cy="109"/>
          </p:xfrm>
          <a:graphic>
            <a:graphicData uri="http://schemas.openxmlformats.org/presentationml/2006/ole">
              <mc:AlternateContent xmlns:mc="http://schemas.openxmlformats.org/markup-compatibility/2006">
                <mc:Choice xmlns:v="urn:schemas-microsoft-com:vml" Requires="v">
                  <p:oleObj spid="_x0000_s3401" name="" r:id="rId14" imgW="254000" imgH="241300" progId="Equation.3">
                    <p:embed/>
                  </p:oleObj>
                </mc:Choice>
                <mc:Fallback>
                  <p:oleObj name="" r:id="rId14" imgW="254000" imgH="241300" progId="Equation.3">
                    <p:embed/>
                    <p:pic>
                      <p:nvPicPr>
                        <p:cNvPr id="0" name="图片 3400"/>
                        <p:cNvPicPr/>
                        <p:nvPr/>
                      </p:nvPicPr>
                      <p:blipFill>
                        <a:blip r:embed="rId8"/>
                        <a:stretch>
                          <a:fillRect/>
                        </a:stretch>
                      </p:blipFill>
                      <p:spPr>
                        <a:xfrm>
                          <a:off x="5351" y="1026"/>
                          <a:ext cx="115" cy="109"/>
                        </a:xfrm>
                        <a:prstGeom prst="rect">
                          <a:avLst/>
                        </a:prstGeom>
                        <a:noFill/>
                        <a:ln w="38100">
                          <a:noFill/>
                          <a:miter/>
                        </a:ln>
                      </p:spPr>
                    </p:pic>
                  </p:oleObj>
                </mc:Fallback>
              </mc:AlternateContent>
            </a:graphicData>
          </a:graphic>
        </p:graphicFrame>
        <p:graphicFrame>
          <p:nvGraphicFramePr>
            <p:cNvPr id="65549" name="Object 17"/>
            <p:cNvGraphicFramePr/>
            <p:nvPr/>
          </p:nvGraphicFramePr>
          <p:xfrm>
            <a:off x="5215" y="781"/>
            <a:ext cx="115" cy="109"/>
          </p:xfrm>
          <a:graphic>
            <a:graphicData uri="http://schemas.openxmlformats.org/presentationml/2006/ole">
              <mc:AlternateContent xmlns:mc="http://schemas.openxmlformats.org/markup-compatibility/2006">
                <mc:Choice xmlns:v="urn:schemas-microsoft-com:vml" Requires="v">
                  <p:oleObj spid="_x0000_s3385" name="" r:id="rId15" imgW="254000" imgH="241300" progId="Equation.3">
                    <p:embed/>
                  </p:oleObj>
                </mc:Choice>
                <mc:Fallback>
                  <p:oleObj name="" r:id="rId15" imgW="254000" imgH="241300" progId="Equation.3">
                    <p:embed/>
                    <p:pic>
                      <p:nvPicPr>
                        <p:cNvPr id="0" name="图片 3384"/>
                        <p:cNvPicPr/>
                        <p:nvPr/>
                      </p:nvPicPr>
                      <p:blipFill>
                        <a:blip r:embed="rId8"/>
                        <a:stretch>
                          <a:fillRect/>
                        </a:stretch>
                      </p:blipFill>
                      <p:spPr>
                        <a:xfrm>
                          <a:off x="5215" y="781"/>
                          <a:ext cx="115" cy="109"/>
                        </a:xfrm>
                        <a:prstGeom prst="rect">
                          <a:avLst/>
                        </a:prstGeom>
                        <a:noFill/>
                        <a:ln w="38100">
                          <a:noFill/>
                          <a:miter/>
                        </a:ln>
                      </p:spPr>
                    </p:pic>
                  </p:oleObj>
                </mc:Fallback>
              </mc:AlternateContent>
            </a:graphicData>
          </a:graphic>
        </p:graphicFrame>
        <p:graphicFrame>
          <p:nvGraphicFramePr>
            <p:cNvPr id="65550" name="Object 18"/>
            <p:cNvGraphicFramePr/>
            <p:nvPr/>
          </p:nvGraphicFramePr>
          <p:xfrm>
            <a:off x="4740" y="1525"/>
            <a:ext cx="115" cy="109"/>
          </p:xfrm>
          <a:graphic>
            <a:graphicData uri="http://schemas.openxmlformats.org/presentationml/2006/ole">
              <mc:AlternateContent xmlns:mc="http://schemas.openxmlformats.org/markup-compatibility/2006">
                <mc:Choice xmlns:v="urn:schemas-microsoft-com:vml" Requires="v">
                  <p:oleObj spid="_x0000_s3397" name="" r:id="rId16" imgW="254000" imgH="241300" progId="Equation.3">
                    <p:embed/>
                  </p:oleObj>
                </mc:Choice>
                <mc:Fallback>
                  <p:oleObj name="" r:id="rId16" imgW="254000" imgH="241300" progId="Equation.3">
                    <p:embed/>
                    <p:pic>
                      <p:nvPicPr>
                        <p:cNvPr id="0" name="图片 3396"/>
                        <p:cNvPicPr/>
                        <p:nvPr/>
                      </p:nvPicPr>
                      <p:blipFill>
                        <a:blip r:embed="rId8"/>
                        <a:stretch>
                          <a:fillRect/>
                        </a:stretch>
                      </p:blipFill>
                      <p:spPr>
                        <a:xfrm>
                          <a:off x="4740" y="1525"/>
                          <a:ext cx="115" cy="109"/>
                        </a:xfrm>
                        <a:prstGeom prst="rect">
                          <a:avLst/>
                        </a:prstGeom>
                        <a:noFill/>
                        <a:ln w="38100">
                          <a:noFill/>
                          <a:miter/>
                        </a:ln>
                      </p:spPr>
                    </p:pic>
                  </p:oleObj>
                </mc:Fallback>
              </mc:AlternateContent>
            </a:graphicData>
          </a:graphic>
        </p:graphicFrame>
        <p:graphicFrame>
          <p:nvGraphicFramePr>
            <p:cNvPr id="65551" name="Object 19"/>
            <p:cNvGraphicFramePr/>
            <p:nvPr/>
          </p:nvGraphicFramePr>
          <p:xfrm>
            <a:off x="4468" y="1389"/>
            <a:ext cx="115" cy="109"/>
          </p:xfrm>
          <a:graphic>
            <a:graphicData uri="http://schemas.openxmlformats.org/presentationml/2006/ole">
              <mc:AlternateContent xmlns:mc="http://schemas.openxmlformats.org/markup-compatibility/2006">
                <mc:Choice xmlns:v="urn:schemas-microsoft-com:vml" Requires="v">
                  <p:oleObj spid="_x0000_s3398" name="" r:id="rId17" imgW="254000" imgH="241300" progId="Equation.3">
                    <p:embed/>
                  </p:oleObj>
                </mc:Choice>
                <mc:Fallback>
                  <p:oleObj name="" r:id="rId17" imgW="254000" imgH="241300" progId="Equation.3">
                    <p:embed/>
                    <p:pic>
                      <p:nvPicPr>
                        <p:cNvPr id="0" name="图片 3397"/>
                        <p:cNvPicPr/>
                        <p:nvPr/>
                      </p:nvPicPr>
                      <p:blipFill>
                        <a:blip r:embed="rId8"/>
                        <a:stretch>
                          <a:fillRect/>
                        </a:stretch>
                      </p:blipFill>
                      <p:spPr>
                        <a:xfrm>
                          <a:off x="4468" y="1389"/>
                          <a:ext cx="115" cy="109"/>
                        </a:xfrm>
                        <a:prstGeom prst="rect">
                          <a:avLst/>
                        </a:prstGeom>
                        <a:noFill/>
                        <a:ln w="38100">
                          <a:noFill/>
                          <a:miter/>
                        </a:ln>
                      </p:spPr>
                    </p:pic>
                  </p:oleObj>
                </mc:Fallback>
              </mc:AlternateContent>
            </a:graphicData>
          </a:graphic>
        </p:graphicFrame>
        <p:graphicFrame>
          <p:nvGraphicFramePr>
            <p:cNvPr id="65552" name="Object 20"/>
            <p:cNvGraphicFramePr/>
            <p:nvPr/>
          </p:nvGraphicFramePr>
          <p:xfrm>
            <a:off x="4332" y="1162"/>
            <a:ext cx="115" cy="109"/>
          </p:xfrm>
          <a:graphic>
            <a:graphicData uri="http://schemas.openxmlformats.org/presentationml/2006/ole">
              <mc:AlternateContent xmlns:mc="http://schemas.openxmlformats.org/markup-compatibility/2006">
                <mc:Choice xmlns:v="urn:schemas-microsoft-com:vml" Requires="v">
                  <p:oleObj spid="_x0000_s3381" name="" r:id="rId18" imgW="254000" imgH="241300" progId="Equation.3">
                    <p:embed/>
                  </p:oleObj>
                </mc:Choice>
                <mc:Fallback>
                  <p:oleObj name="" r:id="rId18" imgW="254000" imgH="241300" progId="Equation.3">
                    <p:embed/>
                    <p:pic>
                      <p:nvPicPr>
                        <p:cNvPr id="0" name="图片 3380"/>
                        <p:cNvPicPr/>
                        <p:nvPr/>
                      </p:nvPicPr>
                      <p:blipFill>
                        <a:blip r:embed="rId8"/>
                        <a:stretch>
                          <a:fillRect/>
                        </a:stretch>
                      </p:blipFill>
                      <p:spPr>
                        <a:xfrm>
                          <a:off x="4332" y="1162"/>
                          <a:ext cx="115" cy="109"/>
                        </a:xfrm>
                        <a:prstGeom prst="rect">
                          <a:avLst/>
                        </a:prstGeom>
                        <a:noFill/>
                        <a:ln w="38100">
                          <a:noFill/>
                          <a:miter/>
                        </a:ln>
                      </p:spPr>
                    </p:pic>
                  </p:oleObj>
                </mc:Fallback>
              </mc:AlternateContent>
            </a:graphicData>
          </a:graphic>
        </p:graphicFrame>
        <p:graphicFrame>
          <p:nvGraphicFramePr>
            <p:cNvPr id="65553" name="Object 21"/>
            <p:cNvGraphicFramePr/>
            <p:nvPr/>
          </p:nvGraphicFramePr>
          <p:xfrm>
            <a:off x="4942" y="618"/>
            <a:ext cx="115" cy="109"/>
          </p:xfrm>
          <a:graphic>
            <a:graphicData uri="http://schemas.openxmlformats.org/presentationml/2006/ole">
              <mc:AlternateContent xmlns:mc="http://schemas.openxmlformats.org/markup-compatibility/2006">
                <mc:Choice xmlns:v="urn:schemas-microsoft-com:vml" Requires="v">
                  <p:oleObj spid="_x0000_s3394" name="" r:id="rId19" imgW="254000" imgH="241300" progId="Equation.3">
                    <p:embed/>
                  </p:oleObj>
                </mc:Choice>
                <mc:Fallback>
                  <p:oleObj name="" r:id="rId19" imgW="254000" imgH="241300" progId="Equation.3">
                    <p:embed/>
                    <p:pic>
                      <p:nvPicPr>
                        <p:cNvPr id="0" name="图片 3393"/>
                        <p:cNvPicPr/>
                        <p:nvPr/>
                      </p:nvPicPr>
                      <p:blipFill>
                        <a:blip r:embed="rId8"/>
                        <a:stretch>
                          <a:fillRect/>
                        </a:stretch>
                      </p:blipFill>
                      <p:spPr>
                        <a:xfrm>
                          <a:off x="4942" y="618"/>
                          <a:ext cx="115" cy="109"/>
                        </a:xfrm>
                        <a:prstGeom prst="rect">
                          <a:avLst/>
                        </a:prstGeom>
                        <a:noFill/>
                        <a:ln w="38100">
                          <a:noFill/>
                          <a:miter/>
                        </a:ln>
                      </p:spPr>
                    </p:pic>
                  </p:oleObj>
                </mc:Fallback>
              </mc:AlternateContent>
            </a:graphicData>
          </a:graphic>
        </p:graphicFrame>
        <p:graphicFrame>
          <p:nvGraphicFramePr>
            <p:cNvPr id="65554" name="Object 22"/>
            <p:cNvGraphicFramePr/>
            <p:nvPr/>
          </p:nvGraphicFramePr>
          <p:xfrm>
            <a:off x="5033" y="935"/>
            <a:ext cx="115" cy="109"/>
          </p:xfrm>
          <a:graphic>
            <a:graphicData uri="http://schemas.openxmlformats.org/presentationml/2006/ole">
              <mc:AlternateContent xmlns:mc="http://schemas.openxmlformats.org/markup-compatibility/2006">
                <mc:Choice xmlns:v="urn:schemas-microsoft-com:vml" Requires="v">
                  <p:oleObj spid="_x0000_s3399" name="" r:id="rId20" imgW="254000" imgH="241300" progId="Equation.3">
                    <p:embed/>
                  </p:oleObj>
                </mc:Choice>
                <mc:Fallback>
                  <p:oleObj name="" r:id="rId20" imgW="254000" imgH="241300" progId="Equation.3">
                    <p:embed/>
                    <p:pic>
                      <p:nvPicPr>
                        <p:cNvPr id="0" name="图片 3398"/>
                        <p:cNvPicPr/>
                        <p:nvPr/>
                      </p:nvPicPr>
                      <p:blipFill>
                        <a:blip r:embed="rId8"/>
                        <a:stretch>
                          <a:fillRect/>
                        </a:stretch>
                      </p:blipFill>
                      <p:spPr>
                        <a:xfrm>
                          <a:off x="5033" y="935"/>
                          <a:ext cx="115" cy="109"/>
                        </a:xfrm>
                        <a:prstGeom prst="rect">
                          <a:avLst/>
                        </a:prstGeom>
                        <a:noFill/>
                        <a:ln w="38100">
                          <a:noFill/>
                          <a:miter/>
                        </a:ln>
                      </p:spPr>
                    </p:pic>
                  </p:oleObj>
                </mc:Fallback>
              </mc:AlternateContent>
            </a:graphicData>
          </a:graphic>
        </p:graphicFrame>
        <p:sp>
          <p:nvSpPr>
            <p:cNvPr id="65555" name="Line 47"/>
            <p:cNvSpPr/>
            <p:nvPr/>
          </p:nvSpPr>
          <p:spPr>
            <a:xfrm flipH="1">
              <a:off x="4513" y="1162"/>
              <a:ext cx="363" cy="408"/>
            </a:xfrm>
            <a:prstGeom prst="line">
              <a:avLst/>
            </a:prstGeom>
            <a:ln w="9525" cap="flat" cmpd="sng">
              <a:solidFill>
                <a:schemeClr val="tx2"/>
              </a:solidFill>
              <a:prstDash val="solid"/>
              <a:round/>
              <a:headEnd type="none" w="med" len="med"/>
              <a:tailEnd type="none" w="med" len="med"/>
            </a:ln>
          </p:spPr>
        </p:sp>
        <p:graphicFrame>
          <p:nvGraphicFramePr>
            <p:cNvPr id="65556" name="Object 23"/>
            <p:cNvGraphicFramePr/>
            <p:nvPr/>
          </p:nvGraphicFramePr>
          <p:xfrm>
            <a:off x="4649" y="1387"/>
            <a:ext cx="138" cy="138"/>
          </p:xfrm>
          <a:graphic>
            <a:graphicData uri="http://schemas.openxmlformats.org/presentationml/2006/ole">
              <mc:AlternateContent xmlns:mc="http://schemas.openxmlformats.org/markup-compatibility/2006">
                <mc:Choice xmlns:v="urn:schemas-microsoft-com:vml" Requires="v">
                  <p:oleObj spid="_x0000_s3390" name="" r:id="rId21" imgW="292100" imgH="292100" progId="Equation.3">
                    <p:embed/>
                  </p:oleObj>
                </mc:Choice>
                <mc:Fallback>
                  <p:oleObj name="" r:id="rId21" imgW="292100" imgH="292100" progId="Equation.3">
                    <p:embed/>
                    <p:pic>
                      <p:nvPicPr>
                        <p:cNvPr id="0" name="图片 3389"/>
                        <p:cNvPicPr/>
                        <p:nvPr/>
                      </p:nvPicPr>
                      <p:blipFill>
                        <a:blip r:embed="rId22"/>
                        <a:stretch>
                          <a:fillRect/>
                        </a:stretch>
                      </p:blipFill>
                      <p:spPr>
                        <a:xfrm>
                          <a:off x="4649" y="1387"/>
                          <a:ext cx="138" cy="138"/>
                        </a:xfrm>
                        <a:prstGeom prst="rect">
                          <a:avLst/>
                        </a:prstGeom>
                        <a:noFill/>
                        <a:ln w="38100">
                          <a:noFill/>
                          <a:miter/>
                        </a:ln>
                      </p:spPr>
                    </p:pic>
                  </p:oleObj>
                </mc:Fallback>
              </mc:AlternateContent>
            </a:graphicData>
          </a:graphic>
        </p:graphicFrame>
        <p:graphicFrame>
          <p:nvGraphicFramePr>
            <p:cNvPr id="65557" name="Object 24"/>
            <p:cNvGraphicFramePr/>
            <p:nvPr/>
          </p:nvGraphicFramePr>
          <p:xfrm>
            <a:off x="4785" y="599"/>
            <a:ext cx="136" cy="200"/>
          </p:xfrm>
          <a:graphic>
            <a:graphicData uri="http://schemas.openxmlformats.org/presentationml/2006/ole">
              <mc:AlternateContent xmlns:mc="http://schemas.openxmlformats.org/markup-compatibility/2006">
                <mc:Choice xmlns:v="urn:schemas-microsoft-com:vml" Requires="v">
                  <p:oleObj spid="_x0000_s3386" name="" r:id="rId23" imgW="215900" imgH="316865" progId="Equation.3">
                    <p:embed/>
                  </p:oleObj>
                </mc:Choice>
                <mc:Fallback>
                  <p:oleObj name="" r:id="rId23" imgW="215900" imgH="316865" progId="Equation.3">
                    <p:embed/>
                    <p:pic>
                      <p:nvPicPr>
                        <p:cNvPr id="0" name="图片 3385"/>
                        <p:cNvPicPr/>
                        <p:nvPr/>
                      </p:nvPicPr>
                      <p:blipFill>
                        <a:blip r:embed="rId24"/>
                        <a:stretch>
                          <a:fillRect/>
                        </a:stretch>
                      </p:blipFill>
                      <p:spPr>
                        <a:xfrm>
                          <a:off x="4785" y="599"/>
                          <a:ext cx="136" cy="200"/>
                        </a:xfrm>
                        <a:prstGeom prst="rect">
                          <a:avLst/>
                        </a:prstGeom>
                        <a:noFill/>
                        <a:ln w="38100">
                          <a:noFill/>
                          <a:miter/>
                        </a:ln>
                      </p:spPr>
                    </p:pic>
                  </p:oleObj>
                </mc:Fallback>
              </mc:AlternateContent>
            </a:graphicData>
          </a:graphic>
        </p:graphicFrame>
        <p:graphicFrame>
          <p:nvGraphicFramePr>
            <p:cNvPr id="65558" name="Object 25"/>
            <p:cNvGraphicFramePr/>
            <p:nvPr/>
          </p:nvGraphicFramePr>
          <p:xfrm>
            <a:off x="4831" y="1192"/>
            <a:ext cx="136" cy="152"/>
          </p:xfrm>
          <a:graphic>
            <a:graphicData uri="http://schemas.openxmlformats.org/presentationml/2006/ole">
              <mc:AlternateContent xmlns:mc="http://schemas.openxmlformats.org/markup-compatibility/2006">
                <mc:Choice xmlns:v="urn:schemas-microsoft-com:vml" Requires="v">
                  <p:oleObj spid="_x0000_s3391" name="" r:id="rId25" imgW="215900" imgH="241300" progId="Equation.3">
                    <p:embed/>
                  </p:oleObj>
                </mc:Choice>
                <mc:Fallback>
                  <p:oleObj name="" r:id="rId25" imgW="215900" imgH="241300" progId="Equation.3">
                    <p:embed/>
                    <p:pic>
                      <p:nvPicPr>
                        <p:cNvPr id="0" name="图片 3390"/>
                        <p:cNvPicPr/>
                        <p:nvPr/>
                      </p:nvPicPr>
                      <p:blipFill>
                        <a:blip r:embed="rId26"/>
                        <a:stretch>
                          <a:fillRect/>
                        </a:stretch>
                      </p:blipFill>
                      <p:spPr>
                        <a:xfrm>
                          <a:off x="4831" y="1192"/>
                          <a:ext cx="136" cy="152"/>
                        </a:xfrm>
                        <a:prstGeom prst="rect">
                          <a:avLst/>
                        </a:prstGeom>
                        <a:noFill/>
                        <a:ln w="38100">
                          <a:noFill/>
                          <a:miter/>
                        </a:ln>
                      </p:spPr>
                    </p:pic>
                  </p:oleObj>
                </mc:Fallback>
              </mc:AlternateContent>
            </a:graphicData>
          </a:graphic>
        </p:graphicFrame>
        <p:grpSp>
          <p:nvGrpSpPr>
            <p:cNvPr id="65559" name="Group 51"/>
            <p:cNvGrpSpPr/>
            <p:nvPr/>
          </p:nvGrpSpPr>
          <p:grpSpPr>
            <a:xfrm>
              <a:off x="4604" y="704"/>
              <a:ext cx="622" cy="712"/>
              <a:chOff x="4526" y="680"/>
              <a:chExt cx="622" cy="712"/>
            </a:xfrm>
          </p:grpSpPr>
          <p:sp>
            <p:nvSpPr>
              <p:cNvPr id="65560" name="Oval 52"/>
              <p:cNvSpPr/>
              <p:nvPr/>
            </p:nvSpPr>
            <p:spPr>
              <a:xfrm>
                <a:off x="4526" y="816"/>
                <a:ext cx="576" cy="576"/>
              </a:xfrm>
              <a:prstGeom prst="ellipse">
                <a:avLst/>
              </a:prstGeom>
              <a:solidFill>
                <a:srgbClr val="FFFFFF">
                  <a:alpha val="0"/>
                </a:srgbClr>
              </a:solidFill>
              <a:ln w="22225" cap="flat" cmpd="sng">
                <a:solidFill>
                  <a:srgbClr val="FF00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aphicFrame>
            <p:nvGraphicFramePr>
              <p:cNvPr id="65561" name="Object 26"/>
              <p:cNvGraphicFramePr/>
              <p:nvPr/>
            </p:nvGraphicFramePr>
            <p:xfrm>
              <a:off x="4949" y="680"/>
              <a:ext cx="199" cy="227"/>
            </p:xfrm>
            <a:graphic>
              <a:graphicData uri="http://schemas.openxmlformats.org/presentationml/2006/ole">
                <mc:AlternateContent xmlns:mc="http://schemas.openxmlformats.org/markup-compatibility/2006">
                  <mc:Choice xmlns:v="urn:schemas-microsoft-com:vml" Requires="v">
                    <p:oleObj spid="_x0000_s3382" name="" r:id="rId27" imgW="850900" imgH="952500" progId="Equation.3">
                      <p:embed/>
                    </p:oleObj>
                  </mc:Choice>
                  <mc:Fallback>
                    <p:oleObj name="" r:id="rId27" imgW="850900" imgH="952500" progId="Equation.3">
                      <p:embed/>
                      <p:pic>
                        <p:nvPicPr>
                          <p:cNvPr id="0" name="图片 3381"/>
                          <p:cNvPicPr/>
                          <p:nvPr/>
                        </p:nvPicPr>
                        <p:blipFill>
                          <a:blip r:embed="rId28">
                            <a:clrChange>
                              <a:clrFrom>
                                <a:srgbClr val="000000"/>
                              </a:clrFrom>
                              <a:clrTo>
                                <a:srgbClr val="FF0000"/>
                              </a:clrTo>
                            </a:clrChange>
                          </a:blip>
                          <a:stretch>
                            <a:fillRect/>
                          </a:stretch>
                        </p:blipFill>
                        <p:spPr>
                          <a:xfrm>
                            <a:off x="4949" y="680"/>
                            <a:ext cx="199" cy="227"/>
                          </a:xfrm>
                          <a:prstGeom prst="rect">
                            <a:avLst/>
                          </a:prstGeom>
                          <a:noFill/>
                          <a:ln w="38100">
                            <a:noFill/>
                            <a:miter/>
                          </a:ln>
                        </p:spPr>
                      </p:pic>
                    </p:oleObj>
                  </mc:Fallback>
                </mc:AlternateContent>
              </a:graphicData>
            </a:graphic>
          </p:graphicFrame>
        </p:grpSp>
      </p:grpSp>
      <p:graphicFrame>
        <p:nvGraphicFramePr>
          <p:cNvPr id="93252" name="Object 5"/>
          <p:cNvGraphicFramePr/>
          <p:nvPr/>
        </p:nvGraphicFramePr>
        <p:xfrm>
          <a:off x="3286125" y="5072063"/>
          <a:ext cx="1512888" cy="984250"/>
        </p:xfrm>
        <a:graphic>
          <a:graphicData uri="http://schemas.openxmlformats.org/presentationml/2006/ole">
            <mc:AlternateContent xmlns:mc="http://schemas.openxmlformats.org/markup-compatibility/2006">
              <mc:Choice xmlns:v="urn:schemas-microsoft-com:vml" Requires="v">
                <p:oleObj spid="_x0000_s3384" name="" r:id="rId29" imgW="4267200" imgH="2755900" progId="Equation.3">
                  <p:embed/>
                </p:oleObj>
              </mc:Choice>
              <mc:Fallback>
                <p:oleObj name="" r:id="rId29" imgW="4267200" imgH="2755900" progId="Equation.3">
                  <p:embed/>
                  <p:pic>
                    <p:nvPicPr>
                      <p:cNvPr id="0" name="图片 3383"/>
                      <p:cNvPicPr/>
                      <p:nvPr/>
                    </p:nvPicPr>
                    <p:blipFill>
                      <a:blip r:embed="rId30">
                        <a:clrChange>
                          <a:clrFrom>
                            <a:srgbClr val="000000"/>
                          </a:clrFrom>
                          <a:clrTo>
                            <a:srgbClr val="800000"/>
                          </a:clrTo>
                        </a:clrChange>
                      </a:blip>
                      <a:stretch>
                        <a:fillRect/>
                      </a:stretch>
                    </p:blipFill>
                    <p:spPr>
                      <a:xfrm>
                        <a:off x="3286125" y="5072063"/>
                        <a:ext cx="1512888" cy="984250"/>
                      </a:xfrm>
                      <a:prstGeom prst="rect">
                        <a:avLst/>
                      </a:prstGeom>
                      <a:noFill/>
                      <a:ln w="38100">
                        <a:noFill/>
                        <a:miter/>
                      </a:ln>
                    </p:spPr>
                  </p:pic>
                </p:oleObj>
              </mc:Fallback>
            </mc:AlternateContent>
          </a:graphicData>
        </a:graphic>
      </p:graphicFrame>
      <p:sp>
        <p:nvSpPr>
          <p:cNvPr id="72" name="Text Box 31"/>
          <p:cNvSpPr txBox="1"/>
          <p:nvPr/>
        </p:nvSpPr>
        <p:spPr>
          <a:xfrm>
            <a:off x="539750" y="1214438"/>
            <a:ext cx="3744913" cy="519112"/>
          </a:xfrm>
          <a:prstGeom prst="rect">
            <a:avLst/>
          </a:prstGeom>
          <a:noFill/>
          <a:ln w="9525">
            <a:noFill/>
          </a:ln>
        </p:spPr>
        <p:txBody>
          <a:bodyPr anchor="t" anchorCtr="0">
            <a:spAutoFit/>
          </a:bodyPr>
          <a:p>
            <a:pPr algn="ctr"/>
            <a:r>
              <a:rPr lang="en-US" altLang="zh-CN" sz="2200" b="1" dirty="0">
                <a:latin typeface="Times New Roman" panose="02020603050405020304" pitchFamily="18" charset="0"/>
                <a:ea typeface="华文中宋" panose="02010600040101010101" pitchFamily="2" charset="-122"/>
              </a:rPr>
              <a:t>(2) </a:t>
            </a:r>
            <a:r>
              <a:rPr lang="zh-CN" altLang="en-US" sz="2200" b="1" dirty="0">
                <a:latin typeface="Times New Roman" panose="02020603050405020304" pitchFamily="18" charset="0"/>
                <a:ea typeface="华文中宋" panose="02010600040101010101" pitchFamily="2" charset="-122"/>
              </a:rPr>
              <a:t>球体内 </a:t>
            </a:r>
            <a:r>
              <a:rPr lang="en-US" altLang="zh-CN" sz="2800" b="1" dirty="0">
                <a:latin typeface="Times New Roman" panose="02020603050405020304" pitchFamily="18" charset="0"/>
                <a:ea typeface="华文中宋" panose="02010600040101010101" pitchFamily="2" charset="-122"/>
              </a:rPr>
              <a:t>(</a:t>
            </a:r>
            <a:r>
              <a:rPr lang="en-US" altLang="zh-CN" sz="1400" b="1" dirty="0">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r &lt;</a:t>
            </a:r>
            <a:r>
              <a:rPr lang="en-US" altLang="zh-CN" sz="2800" b="1" dirty="0">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R</a:t>
            </a:r>
            <a:r>
              <a:rPr lang="en-US" altLang="zh-CN" sz="1600" b="1" i="1"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rPr>
              <a:t>)</a:t>
            </a:r>
            <a:endParaRPr lang="en-US" altLang="zh-CN" sz="2800" b="1" dirty="0">
              <a:latin typeface="Times New Roman" panose="02020603050405020304" pitchFamily="18" charset="0"/>
              <a:ea typeface="华文中宋" panose="02010600040101010101" pitchFamily="2" charset="-122"/>
            </a:endParaRPr>
          </a:p>
        </p:txBody>
      </p:sp>
      <p:grpSp>
        <p:nvGrpSpPr>
          <p:cNvPr id="4" name="Group 44"/>
          <p:cNvGrpSpPr/>
          <p:nvPr/>
        </p:nvGrpSpPr>
        <p:grpSpPr>
          <a:xfrm>
            <a:off x="2051050" y="1935163"/>
            <a:ext cx="4606925" cy="679450"/>
            <a:chOff x="749" y="3430"/>
            <a:chExt cx="2902" cy="428"/>
          </a:xfrm>
        </p:grpSpPr>
        <p:graphicFrame>
          <p:nvGraphicFramePr>
            <p:cNvPr id="65565" name="Object 35"/>
            <p:cNvGraphicFramePr/>
            <p:nvPr/>
          </p:nvGraphicFramePr>
          <p:xfrm>
            <a:off x="749" y="3449"/>
            <a:ext cx="2902" cy="297"/>
          </p:xfrm>
          <a:graphic>
            <a:graphicData uri="http://schemas.openxmlformats.org/presentationml/2006/ole">
              <mc:AlternateContent xmlns:mc="http://schemas.openxmlformats.org/markup-compatibility/2006">
                <mc:Choice xmlns:v="urn:schemas-microsoft-com:vml" Requires="v">
                  <p:oleObj spid="_x0000_s3408" name="" r:id="rId31" imgW="11899900" imgH="1117600" progId="Equation.3">
                    <p:embed/>
                  </p:oleObj>
                </mc:Choice>
                <mc:Fallback>
                  <p:oleObj name="" r:id="rId31" imgW="11899900" imgH="1117600" progId="Equation.3">
                    <p:embed/>
                    <p:pic>
                      <p:nvPicPr>
                        <p:cNvPr id="0" name="图片 3407"/>
                        <p:cNvPicPr/>
                        <p:nvPr/>
                      </p:nvPicPr>
                      <p:blipFill>
                        <a:blip r:embed="rId32">
                          <a:clrChange>
                            <a:clrFrom>
                              <a:srgbClr val="000000"/>
                            </a:clrFrom>
                            <a:clrTo>
                              <a:srgbClr val="000066"/>
                            </a:clrTo>
                          </a:clrChange>
                        </a:blip>
                        <a:stretch>
                          <a:fillRect/>
                        </a:stretch>
                      </p:blipFill>
                      <p:spPr>
                        <a:xfrm>
                          <a:off x="749" y="3449"/>
                          <a:ext cx="2902" cy="297"/>
                        </a:xfrm>
                        <a:prstGeom prst="rect">
                          <a:avLst/>
                        </a:prstGeom>
                        <a:noFill/>
                        <a:ln w="38100">
                          <a:noFill/>
                          <a:miter/>
                        </a:ln>
                      </p:spPr>
                    </p:pic>
                  </p:oleObj>
                </mc:Fallback>
              </mc:AlternateContent>
            </a:graphicData>
          </a:graphic>
        </p:graphicFrame>
        <p:grpSp>
          <p:nvGrpSpPr>
            <p:cNvPr id="65566" name="Group 46"/>
            <p:cNvGrpSpPr/>
            <p:nvPr/>
          </p:nvGrpSpPr>
          <p:grpSpPr>
            <a:xfrm>
              <a:off x="1156" y="3430"/>
              <a:ext cx="416" cy="428"/>
              <a:chOff x="1214" y="718"/>
              <a:chExt cx="416" cy="428"/>
            </a:xfrm>
          </p:grpSpPr>
          <p:graphicFrame>
            <p:nvGraphicFramePr>
              <p:cNvPr id="65567" name="Object 36"/>
              <p:cNvGraphicFramePr/>
              <p:nvPr/>
            </p:nvGraphicFramePr>
            <p:xfrm>
              <a:off x="1214" y="718"/>
              <a:ext cx="416" cy="428"/>
            </p:xfrm>
            <a:graphic>
              <a:graphicData uri="http://schemas.openxmlformats.org/presentationml/2006/ole">
                <mc:AlternateContent xmlns:mc="http://schemas.openxmlformats.org/markup-compatibility/2006">
                  <mc:Choice xmlns:v="urn:schemas-microsoft-com:vml" Requires="v">
                    <p:oleObj spid="_x0000_s3404" name="" r:id="rId33" imgW="1524000" imgH="1282700" progId="Equation.3">
                      <p:embed/>
                    </p:oleObj>
                  </mc:Choice>
                  <mc:Fallback>
                    <p:oleObj name="" r:id="rId33" imgW="1524000" imgH="1282700" progId="Equation.3">
                      <p:embed/>
                      <p:pic>
                        <p:nvPicPr>
                          <p:cNvPr id="0" name="图片 3403"/>
                          <p:cNvPicPr/>
                          <p:nvPr/>
                        </p:nvPicPr>
                        <p:blipFill>
                          <a:blip r:embed="rId34">
                            <a:clrChange>
                              <a:clrFrom>
                                <a:srgbClr val="000000"/>
                              </a:clrFrom>
                              <a:clrTo>
                                <a:srgbClr val="000066"/>
                              </a:clrTo>
                            </a:clrChange>
                          </a:blip>
                          <a:stretch>
                            <a:fillRect/>
                          </a:stretch>
                        </p:blipFill>
                        <p:spPr>
                          <a:xfrm>
                            <a:off x="1214" y="718"/>
                            <a:ext cx="416" cy="428"/>
                          </a:xfrm>
                          <a:prstGeom prst="rect">
                            <a:avLst/>
                          </a:prstGeom>
                          <a:noFill/>
                          <a:ln w="38100">
                            <a:noFill/>
                            <a:miter/>
                          </a:ln>
                        </p:spPr>
                      </p:pic>
                    </p:oleObj>
                  </mc:Fallback>
                </mc:AlternateContent>
              </a:graphicData>
            </a:graphic>
          </p:graphicFrame>
          <p:graphicFrame>
            <p:nvGraphicFramePr>
              <p:cNvPr id="65568" name="Object 37"/>
              <p:cNvGraphicFramePr/>
              <p:nvPr/>
            </p:nvGraphicFramePr>
            <p:xfrm>
              <a:off x="1236" y="803"/>
              <a:ext cx="188" cy="188"/>
            </p:xfrm>
            <a:graphic>
              <a:graphicData uri="http://schemas.openxmlformats.org/presentationml/2006/ole">
                <mc:AlternateContent xmlns:mc="http://schemas.openxmlformats.org/markup-compatibility/2006">
                  <mc:Choice xmlns:v="urn:schemas-microsoft-com:vml" Requires="v">
                    <p:oleObj spid="_x0000_s3402" name="" r:id="rId35" imgW="342900" imgH="342900" progId="Equation.3">
                      <p:embed/>
                    </p:oleObj>
                  </mc:Choice>
                  <mc:Fallback>
                    <p:oleObj name="" r:id="rId35" imgW="342900" imgH="342900" progId="Equation.3">
                      <p:embed/>
                      <p:pic>
                        <p:nvPicPr>
                          <p:cNvPr id="0" name="图片 3401"/>
                          <p:cNvPicPr/>
                          <p:nvPr/>
                        </p:nvPicPr>
                        <p:blipFill>
                          <a:blip r:embed="rId36">
                            <a:clrChange>
                              <a:clrFrom>
                                <a:srgbClr val="000000"/>
                              </a:clrFrom>
                              <a:clrTo>
                                <a:srgbClr val="000066"/>
                              </a:clrTo>
                            </a:clrChange>
                          </a:blip>
                          <a:stretch>
                            <a:fillRect/>
                          </a:stretch>
                        </p:blipFill>
                        <p:spPr>
                          <a:xfrm>
                            <a:off x="1236" y="803"/>
                            <a:ext cx="188" cy="188"/>
                          </a:xfrm>
                          <a:prstGeom prst="rect">
                            <a:avLst/>
                          </a:prstGeom>
                          <a:noFill/>
                          <a:ln w="38100">
                            <a:noFill/>
                            <a:miter/>
                          </a:ln>
                        </p:spPr>
                      </p:pic>
                    </p:oleObj>
                  </mc:Fallback>
                </mc:AlternateContent>
              </a:graphicData>
            </a:graphic>
          </p:graphicFrame>
        </p:grpSp>
        <p:grpSp>
          <p:nvGrpSpPr>
            <p:cNvPr id="65569" name="Group 49"/>
            <p:cNvGrpSpPr/>
            <p:nvPr/>
          </p:nvGrpSpPr>
          <p:grpSpPr>
            <a:xfrm>
              <a:off x="2283" y="3430"/>
              <a:ext cx="416" cy="428"/>
              <a:chOff x="1214" y="718"/>
              <a:chExt cx="416" cy="428"/>
            </a:xfrm>
          </p:grpSpPr>
          <p:graphicFrame>
            <p:nvGraphicFramePr>
              <p:cNvPr id="65570" name="Object 38"/>
              <p:cNvGraphicFramePr/>
              <p:nvPr/>
            </p:nvGraphicFramePr>
            <p:xfrm>
              <a:off x="1214" y="718"/>
              <a:ext cx="416" cy="428"/>
            </p:xfrm>
            <a:graphic>
              <a:graphicData uri="http://schemas.openxmlformats.org/presentationml/2006/ole">
                <mc:AlternateContent xmlns:mc="http://schemas.openxmlformats.org/markup-compatibility/2006">
                  <mc:Choice xmlns:v="urn:schemas-microsoft-com:vml" Requires="v">
                    <p:oleObj spid="_x0000_s3411" name="" r:id="rId37" imgW="1524000" imgH="1282700" progId="Equation.3">
                      <p:embed/>
                    </p:oleObj>
                  </mc:Choice>
                  <mc:Fallback>
                    <p:oleObj name="" r:id="rId37" imgW="1524000" imgH="1282700" progId="Equation.3">
                      <p:embed/>
                      <p:pic>
                        <p:nvPicPr>
                          <p:cNvPr id="0" name="图片 3410"/>
                          <p:cNvPicPr/>
                          <p:nvPr/>
                        </p:nvPicPr>
                        <p:blipFill>
                          <a:blip r:embed="rId38">
                            <a:clrChange>
                              <a:clrFrom>
                                <a:srgbClr val="000000"/>
                              </a:clrFrom>
                              <a:clrTo>
                                <a:srgbClr val="000066"/>
                              </a:clrTo>
                            </a:clrChange>
                          </a:blip>
                          <a:stretch>
                            <a:fillRect/>
                          </a:stretch>
                        </p:blipFill>
                        <p:spPr>
                          <a:xfrm>
                            <a:off x="1214" y="718"/>
                            <a:ext cx="416" cy="428"/>
                          </a:xfrm>
                          <a:prstGeom prst="rect">
                            <a:avLst/>
                          </a:prstGeom>
                          <a:noFill/>
                          <a:ln w="38100">
                            <a:noFill/>
                            <a:miter/>
                          </a:ln>
                        </p:spPr>
                      </p:pic>
                    </p:oleObj>
                  </mc:Fallback>
                </mc:AlternateContent>
              </a:graphicData>
            </a:graphic>
          </p:graphicFrame>
          <p:graphicFrame>
            <p:nvGraphicFramePr>
              <p:cNvPr id="65571" name="Object 39"/>
              <p:cNvGraphicFramePr/>
              <p:nvPr/>
            </p:nvGraphicFramePr>
            <p:xfrm>
              <a:off x="1236" y="803"/>
              <a:ext cx="188" cy="188"/>
            </p:xfrm>
            <a:graphic>
              <a:graphicData uri="http://schemas.openxmlformats.org/presentationml/2006/ole">
                <mc:AlternateContent xmlns:mc="http://schemas.openxmlformats.org/markup-compatibility/2006">
                  <mc:Choice xmlns:v="urn:schemas-microsoft-com:vml" Requires="v">
                    <p:oleObj spid="_x0000_s3403" name="" r:id="rId39" imgW="342900" imgH="342900" progId="Equation.3">
                      <p:embed/>
                    </p:oleObj>
                  </mc:Choice>
                  <mc:Fallback>
                    <p:oleObj name="" r:id="rId39" imgW="342900" imgH="342900" progId="Equation.3">
                      <p:embed/>
                      <p:pic>
                        <p:nvPicPr>
                          <p:cNvPr id="0" name="图片 3402"/>
                          <p:cNvPicPr/>
                          <p:nvPr/>
                        </p:nvPicPr>
                        <p:blipFill>
                          <a:blip r:embed="rId40">
                            <a:clrChange>
                              <a:clrFrom>
                                <a:srgbClr val="000000"/>
                              </a:clrFrom>
                              <a:clrTo>
                                <a:srgbClr val="000066"/>
                              </a:clrTo>
                            </a:clrChange>
                          </a:blip>
                          <a:stretch>
                            <a:fillRect/>
                          </a:stretch>
                        </p:blipFill>
                        <p:spPr>
                          <a:xfrm>
                            <a:off x="1236" y="803"/>
                            <a:ext cx="188" cy="188"/>
                          </a:xfrm>
                          <a:prstGeom prst="rect">
                            <a:avLst/>
                          </a:prstGeom>
                          <a:noFill/>
                          <a:ln w="38100">
                            <a:noFill/>
                            <a:miter/>
                          </a:ln>
                        </p:spPr>
                      </p:pic>
                    </p:oleObj>
                  </mc:Fallback>
                </mc:AlternateContent>
              </a:graphicData>
            </a:graphic>
          </p:graphicFrame>
        </p:gr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3186"/>
                                        </p:tgtEl>
                                        <p:attrNameLst>
                                          <p:attrName>style.visibility</p:attrName>
                                        </p:attrNameLst>
                                      </p:cBhvr>
                                      <p:to>
                                        <p:strVal val="visible"/>
                                      </p:to>
                                    </p:set>
                                    <p:animEffect transition="in" filter="wipe(left)">
                                      <p:cBhvr>
                                        <p:cTn id="11" dur="500"/>
                                        <p:tgtEl>
                                          <p:spTgt spid="9318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3187"/>
                                        </p:tgtEl>
                                        <p:attrNameLst>
                                          <p:attrName>style.visibility</p:attrName>
                                        </p:attrNameLst>
                                      </p:cBhvr>
                                      <p:to>
                                        <p:strVal val="visible"/>
                                      </p:to>
                                    </p:set>
                                    <p:animEffect transition="in" filter="wipe(left)">
                                      <p:cBhvr>
                                        <p:cTn id="16" dur="500"/>
                                        <p:tgtEl>
                                          <p:spTgt spid="9318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3188"/>
                                        </p:tgtEl>
                                        <p:attrNameLst>
                                          <p:attrName>style.visibility</p:attrName>
                                        </p:attrNameLst>
                                      </p:cBhvr>
                                      <p:to>
                                        <p:strVal val="visible"/>
                                      </p:to>
                                    </p:set>
                                    <p:animEffect transition="in" filter="wipe(left)">
                                      <p:cBhvr>
                                        <p:cTn id="21" dur="500"/>
                                        <p:tgtEl>
                                          <p:spTgt spid="9318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3252"/>
                                        </p:tgtEl>
                                        <p:attrNameLst>
                                          <p:attrName>style.visibility</p:attrName>
                                        </p:attrNameLst>
                                      </p:cBhvr>
                                      <p:to>
                                        <p:strVal val="visible"/>
                                      </p:to>
                                    </p:set>
                                    <p:animEffect transition="in" filter="wipe(left)">
                                      <p:cBhvr>
                                        <p:cTn id="26" dur="500"/>
                                        <p:tgtEl>
                                          <p:spTgt spid="9325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wipe(left)">
                                      <p:cBhvr>
                                        <p:cTn id="31" dur="500"/>
                                        <p:tgtEl>
                                          <p:spTgt spid="7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2"/>
          <p:cNvSpPr/>
          <p:nvPr/>
        </p:nvSpPr>
        <p:spPr>
          <a:xfrm>
            <a:off x="1428750" y="1000125"/>
            <a:ext cx="5540375" cy="584200"/>
          </a:xfrm>
          <a:prstGeom prst="rect">
            <a:avLst/>
          </a:prstGeom>
          <a:noFill/>
          <a:ln w="9525">
            <a:noFill/>
          </a:ln>
        </p:spPr>
        <p:txBody>
          <a:bodyPr wrap="none" anchor="t" anchorCtr="0">
            <a:spAutoFit/>
          </a:bodyPr>
          <a:p>
            <a:pPr algn="ctr"/>
            <a:r>
              <a:rPr lang="zh-CN" altLang="en-US" sz="3200" b="1" dirty="0">
                <a:solidFill>
                  <a:srgbClr val="CC0000"/>
                </a:solidFill>
                <a:latin typeface="宋体" panose="02010600030101010101" pitchFamily="2" charset="-122"/>
                <a:ea typeface="宋体" panose="02010600030101010101" pitchFamily="2" charset="-122"/>
              </a:rPr>
              <a:t>均匀带电球</a:t>
            </a:r>
            <a:r>
              <a:rPr lang="zh-CN" altLang="en-US" sz="3200" b="1" dirty="0">
                <a:solidFill>
                  <a:srgbClr val="000000"/>
                </a:solidFill>
                <a:latin typeface="宋体" panose="02010600030101010101" pitchFamily="2" charset="-122"/>
                <a:ea typeface="宋体" panose="02010600030101010101" pitchFamily="2" charset="-122"/>
              </a:rPr>
              <a:t>体</a:t>
            </a:r>
            <a:r>
              <a:rPr lang="zh-CN" altLang="en-US" sz="3200" b="1" dirty="0">
                <a:solidFill>
                  <a:srgbClr val="CC0000"/>
                </a:solidFill>
                <a:latin typeface="宋体" panose="02010600030101010101" pitchFamily="2" charset="-122"/>
                <a:ea typeface="宋体" panose="02010600030101010101" pitchFamily="2" charset="-122"/>
              </a:rPr>
              <a:t>的电场强度分布</a:t>
            </a:r>
            <a:endParaRPr lang="zh-CN" altLang="en-US" sz="3200" b="1" dirty="0">
              <a:solidFill>
                <a:srgbClr val="CC0000"/>
              </a:solidFill>
              <a:latin typeface="宋体" panose="02010600030101010101" pitchFamily="2" charset="-122"/>
              <a:ea typeface="宋体" panose="02010600030101010101" pitchFamily="2" charset="-122"/>
            </a:endParaRPr>
          </a:p>
        </p:txBody>
      </p:sp>
      <p:grpSp>
        <p:nvGrpSpPr>
          <p:cNvPr id="2" name="Group 20"/>
          <p:cNvGrpSpPr/>
          <p:nvPr/>
        </p:nvGrpSpPr>
        <p:grpSpPr>
          <a:xfrm>
            <a:off x="4846638" y="2435225"/>
            <a:ext cx="3429000" cy="2590800"/>
            <a:chOff x="3041" y="1132"/>
            <a:chExt cx="2160" cy="1632"/>
          </a:xfrm>
        </p:grpSpPr>
        <p:sp>
          <p:nvSpPr>
            <p:cNvPr id="66563" name="Rectangle 4"/>
            <p:cNvSpPr/>
            <p:nvPr/>
          </p:nvSpPr>
          <p:spPr>
            <a:xfrm>
              <a:off x="3041" y="1132"/>
              <a:ext cx="2160" cy="1632"/>
            </a:xfrm>
            <a:prstGeom prst="rect">
              <a:avLst/>
            </a:prstGeom>
            <a:solidFill>
              <a:schemeClr val="bg1"/>
            </a:solidFill>
            <a:ln w="9525" cap="flat" cmpd="sng">
              <a:solidFill>
                <a:srgbClr val="006666"/>
              </a:solidFill>
              <a:prstDash val="solid"/>
              <a:miter/>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66564" name="Line 5"/>
            <p:cNvSpPr/>
            <p:nvPr/>
          </p:nvSpPr>
          <p:spPr>
            <a:xfrm>
              <a:off x="3089" y="2380"/>
              <a:ext cx="2064" cy="0"/>
            </a:xfrm>
            <a:prstGeom prst="line">
              <a:avLst/>
            </a:prstGeom>
            <a:ln w="12700" cap="flat" cmpd="sng">
              <a:solidFill>
                <a:schemeClr val="tx1"/>
              </a:solidFill>
              <a:prstDash val="solid"/>
              <a:round/>
              <a:headEnd type="none" w="med" len="med"/>
              <a:tailEnd type="triangle" w="sm" len="lg"/>
            </a:ln>
          </p:spPr>
        </p:sp>
        <p:sp>
          <p:nvSpPr>
            <p:cNvPr id="66565" name="Line 6"/>
            <p:cNvSpPr/>
            <p:nvPr/>
          </p:nvSpPr>
          <p:spPr>
            <a:xfrm flipH="1">
              <a:off x="3809" y="1564"/>
              <a:ext cx="543" cy="0"/>
            </a:xfrm>
            <a:prstGeom prst="line">
              <a:avLst/>
            </a:prstGeom>
            <a:ln w="12700" cap="flat" cmpd="sng">
              <a:solidFill>
                <a:schemeClr val="tx1"/>
              </a:solidFill>
              <a:prstDash val="sysDot"/>
              <a:round/>
              <a:headEnd type="none" w="med" len="med"/>
              <a:tailEnd type="none" w="med" len="med"/>
            </a:ln>
          </p:spPr>
        </p:sp>
        <p:sp>
          <p:nvSpPr>
            <p:cNvPr id="66566" name="Line 7"/>
            <p:cNvSpPr/>
            <p:nvPr/>
          </p:nvSpPr>
          <p:spPr>
            <a:xfrm flipV="1">
              <a:off x="3804" y="1574"/>
              <a:ext cx="527" cy="806"/>
            </a:xfrm>
            <a:prstGeom prst="line">
              <a:avLst/>
            </a:prstGeom>
            <a:ln w="38100" cap="flat" cmpd="sng">
              <a:solidFill>
                <a:srgbClr val="FF0000"/>
              </a:solidFill>
              <a:prstDash val="solid"/>
              <a:round/>
              <a:headEnd type="none" w="med" len="med"/>
              <a:tailEnd type="none" w="med" len="med"/>
            </a:ln>
          </p:spPr>
        </p:sp>
        <p:sp>
          <p:nvSpPr>
            <p:cNvPr id="66567" name="Freeform 8"/>
            <p:cNvSpPr/>
            <p:nvPr/>
          </p:nvSpPr>
          <p:spPr>
            <a:xfrm>
              <a:off x="4347" y="1564"/>
              <a:ext cx="710" cy="672"/>
            </a:xfrm>
            <a:custGeom>
              <a:avLst/>
              <a:gdLst/>
              <a:ahLst/>
              <a:cxnLst>
                <a:cxn ang="0">
                  <a:pos x="0" y="0"/>
                </a:cxn>
                <a:cxn ang="0">
                  <a:pos x="75" y="160"/>
                </a:cxn>
                <a:cxn ang="0">
                  <a:pos x="222" y="360"/>
                </a:cxn>
                <a:cxn ang="0">
                  <a:pos x="396" y="504"/>
                </a:cxn>
                <a:cxn ang="0">
                  <a:pos x="710" y="672"/>
                </a:cxn>
              </a:cxnLst>
              <a:pathLst>
                <a:path w="814" h="672">
                  <a:moveTo>
                    <a:pt x="0" y="0"/>
                  </a:moveTo>
                  <a:cubicBezTo>
                    <a:pt x="14" y="27"/>
                    <a:pt x="44" y="100"/>
                    <a:pt x="86" y="160"/>
                  </a:cubicBezTo>
                  <a:cubicBezTo>
                    <a:pt x="128" y="220"/>
                    <a:pt x="193" y="303"/>
                    <a:pt x="254" y="360"/>
                  </a:cubicBezTo>
                  <a:cubicBezTo>
                    <a:pt x="315" y="417"/>
                    <a:pt x="361" y="452"/>
                    <a:pt x="454" y="504"/>
                  </a:cubicBezTo>
                  <a:cubicBezTo>
                    <a:pt x="547" y="556"/>
                    <a:pt x="739" y="637"/>
                    <a:pt x="814" y="672"/>
                  </a:cubicBezTo>
                </a:path>
              </a:pathLst>
            </a:custGeom>
            <a:noFill/>
            <a:ln w="38100" cap="flat" cmpd="sng">
              <a:solidFill>
                <a:srgbClr val="FF0000"/>
              </a:solidFill>
              <a:prstDash val="solid"/>
              <a:round/>
              <a:headEnd type="none" w="med" len="med"/>
              <a:tailEnd type="none" w="med" len="med"/>
            </a:ln>
          </p:spPr>
          <p:txBody>
            <a:bodyPr/>
            <a:p>
              <a:endParaRPr lang="zh-CN" altLang="en-US"/>
            </a:p>
          </p:txBody>
        </p:sp>
        <p:graphicFrame>
          <p:nvGraphicFramePr>
            <p:cNvPr id="66568" name="Object 2"/>
            <p:cNvGraphicFramePr/>
            <p:nvPr/>
          </p:nvGraphicFramePr>
          <p:xfrm>
            <a:off x="3102" y="1276"/>
            <a:ext cx="651" cy="660"/>
          </p:xfrm>
          <a:graphic>
            <a:graphicData uri="http://schemas.openxmlformats.org/presentationml/2006/ole">
              <mc:AlternateContent xmlns:mc="http://schemas.openxmlformats.org/markup-compatibility/2006">
                <mc:Choice xmlns:v="urn:schemas-microsoft-com:vml" Requires="v">
                  <p:oleObj spid="_x0000_s3405" name="" r:id="rId1" imgW="571500" imgH="431800" progId="Equation.3">
                    <p:embed/>
                  </p:oleObj>
                </mc:Choice>
                <mc:Fallback>
                  <p:oleObj name="" r:id="rId1" imgW="571500" imgH="431800" progId="Equation.3">
                    <p:embed/>
                    <p:pic>
                      <p:nvPicPr>
                        <p:cNvPr id="0" name="图片 3404"/>
                        <p:cNvPicPr/>
                        <p:nvPr/>
                      </p:nvPicPr>
                      <p:blipFill>
                        <a:blip r:embed="rId2"/>
                        <a:stretch>
                          <a:fillRect/>
                        </a:stretch>
                      </p:blipFill>
                      <p:spPr>
                        <a:xfrm>
                          <a:off x="3102" y="1276"/>
                          <a:ext cx="651" cy="660"/>
                        </a:xfrm>
                        <a:prstGeom prst="rect">
                          <a:avLst/>
                        </a:prstGeom>
                        <a:noFill/>
                        <a:ln w="38100">
                          <a:noFill/>
                          <a:miter/>
                        </a:ln>
                      </p:spPr>
                    </p:pic>
                  </p:oleObj>
                </mc:Fallback>
              </mc:AlternateContent>
            </a:graphicData>
          </a:graphic>
        </p:graphicFrame>
        <p:graphicFrame>
          <p:nvGraphicFramePr>
            <p:cNvPr id="66569" name="Object 3"/>
            <p:cNvGraphicFramePr/>
            <p:nvPr/>
          </p:nvGraphicFramePr>
          <p:xfrm>
            <a:off x="4819" y="2380"/>
            <a:ext cx="323" cy="336"/>
          </p:xfrm>
          <a:graphic>
            <a:graphicData uri="http://schemas.openxmlformats.org/presentationml/2006/ole">
              <mc:AlternateContent xmlns:mc="http://schemas.openxmlformats.org/markup-compatibility/2006">
                <mc:Choice xmlns:v="urn:schemas-microsoft-com:vml" Requires="v">
                  <p:oleObj spid="_x0000_s3406" name="" r:id="rId3" imgW="114300" imgH="127000" progId="Equation.3">
                    <p:embed/>
                  </p:oleObj>
                </mc:Choice>
                <mc:Fallback>
                  <p:oleObj name="" r:id="rId3" imgW="114300" imgH="127000" progId="Equation.3">
                    <p:embed/>
                    <p:pic>
                      <p:nvPicPr>
                        <p:cNvPr id="0" name="图片 3405"/>
                        <p:cNvPicPr/>
                        <p:nvPr/>
                      </p:nvPicPr>
                      <p:blipFill>
                        <a:blip r:embed="rId4"/>
                        <a:stretch>
                          <a:fillRect/>
                        </a:stretch>
                      </p:blipFill>
                      <p:spPr>
                        <a:xfrm>
                          <a:off x="4819" y="2380"/>
                          <a:ext cx="323" cy="336"/>
                        </a:xfrm>
                        <a:prstGeom prst="rect">
                          <a:avLst/>
                        </a:prstGeom>
                        <a:noFill/>
                        <a:ln w="38100">
                          <a:noFill/>
                          <a:miter/>
                        </a:ln>
                      </p:spPr>
                    </p:pic>
                  </p:oleObj>
                </mc:Fallback>
              </mc:AlternateContent>
            </a:graphicData>
          </a:graphic>
        </p:graphicFrame>
        <p:graphicFrame>
          <p:nvGraphicFramePr>
            <p:cNvPr id="66570" name="Object 4"/>
            <p:cNvGraphicFramePr/>
            <p:nvPr/>
          </p:nvGraphicFramePr>
          <p:xfrm>
            <a:off x="4256" y="2380"/>
            <a:ext cx="273" cy="288"/>
          </p:xfrm>
          <a:graphic>
            <a:graphicData uri="http://schemas.openxmlformats.org/presentationml/2006/ole">
              <mc:AlternateContent xmlns:mc="http://schemas.openxmlformats.org/markup-compatibility/2006">
                <mc:Choice xmlns:v="urn:schemas-microsoft-com:vml" Requires="v">
                  <p:oleObj spid="_x0000_s3407" name="" r:id="rId5" imgW="215900" imgH="228600" progId="Equation.3">
                    <p:embed/>
                  </p:oleObj>
                </mc:Choice>
                <mc:Fallback>
                  <p:oleObj name="" r:id="rId5" imgW="215900" imgH="228600" progId="Equation.3">
                    <p:embed/>
                    <p:pic>
                      <p:nvPicPr>
                        <p:cNvPr id="0" name="图片 3406"/>
                        <p:cNvPicPr/>
                        <p:nvPr/>
                      </p:nvPicPr>
                      <p:blipFill>
                        <a:blip r:embed="rId6"/>
                        <a:stretch>
                          <a:fillRect/>
                        </a:stretch>
                      </p:blipFill>
                      <p:spPr>
                        <a:xfrm>
                          <a:off x="4256" y="2380"/>
                          <a:ext cx="273" cy="288"/>
                        </a:xfrm>
                        <a:prstGeom prst="rect">
                          <a:avLst/>
                        </a:prstGeom>
                        <a:noFill/>
                        <a:ln w="38100">
                          <a:noFill/>
                          <a:miter/>
                        </a:ln>
                      </p:spPr>
                    </p:pic>
                  </p:oleObj>
                </mc:Fallback>
              </mc:AlternateContent>
            </a:graphicData>
          </a:graphic>
        </p:graphicFrame>
        <p:graphicFrame>
          <p:nvGraphicFramePr>
            <p:cNvPr id="66571" name="Object 5"/>
            <p:cNvGraphicFramePr/>
            <p:nvPr/>
          </p:nvGraphicFramePr>
          <p:xfrm>
            <a:off x="3640" y="2380"/>
            <a:ext cx="250" cy="288"/>
          </p:xfrm>
          <a:graphic>
            <a:graphicData uri="http://schemas.openxmlformats.org/presentationml/2006/ole">
              <mc:AlternateContent xmlns:mc="http://schemas.openxmlformats.org/markup-compatibility/2006">
                <mc:Choice xmlns:v="urn:schemas-microsoft-com:vml" Requires="v">
                  <p:oleObj spid="_x0000_s3409" name="" r:id="rId7" imgW="165100" imgH="190500" progId="Equation.3">
                    <p:embed/>
                  </p:oleObj>
                </mc:Choice>
                <mc:Fallback>
                  <p:oleObj name="" r:id="rId7" imgW="165100" imgH="190500" progId="Equation.3">
                    <p:embed/>
                    <p:pic>
                      <p:nvPicPr>
                        <p:cNvPr id="0" name="图片 3408"/>
                        <p:cNvPicPr/>
                        <p:nvPr/>
                      </p:nvPicPr>
                      <p:blipFill>
                        <a:blip r:embed="rId8"/>
                        <a:stretch>
                          <a:fillRect/>
                        </a:stretch>
                      </p:blipFill>
                      <p:spPr>
                        <a:xfrm>
                          <a:off x="3640" y="2380"/>
                          <a:ext cx="250" cy="288"/>
                        </a:xfrm>
                        <a:prstGeom prst="rect">
                          <a:avLst/>
                        </a:prstGeom>
                        <a:noFill/>
                        <a:ln w="38100">
                          <a:noFill/>
                          <a:miter/>
                        </a:ln>
                      </p:spPr>
                    </p:pic>
                  </p:oleObj>
                </mc:Fallback>
              </mc:AlternateContent>
            </a:graphicData>
          </a:graphic>
        </p:graphicFrame>
        <p:graphicFrame>
          <p:nvGraphicFramePr>
            <p:cNvPr id="66572" name="Object 6"/>
            <p:cNvGraphicFramePr/>
            <p:nvPr/>
          </p:nvGraphicFramePr>
          <p:xfrm>
            <a:off x="3857" y="1180"/>
            <a:ext cx="272" cy="288"/>
          </p:xfrm>
          <a:graphic>
            <a:graphicData uri="http://schemas.openxmlformats.org/presentationml/2006/ole">
              <mc:AlternateContent xmlns:mc="http://schemas.openxmlformats.org/markup-compatibility/2006">
                <mc:Choice xmlns:v="urn:schemas-microsoft-com:vml" Requires="v">
                  <p:oleObj spid="_x0000_s3410" name="" r:id="rId9" imgW="215900" imgH="228600" progId="Equation.3">
                    <p:embed/>
                  </p:oleObj>
                </mc:Choice>
                <mc:Fallback>
                  <p:oleObj name="" r:id="rId9" imgW="215900" imgH="228600" progId="Equation.3">
                    <p:embed/>
                    <p:pic>
                      <p:nvPicPr>
                        <p:cNvPr id="0" name="图片 3409"/>
                        <p:cNvPicPr/>
                        <p:nvPr/>
                      </p:nvPicPr>
                      <p:blipFill>
                        <a:blip r:embed="rId10"/>
                        <a:stretch>
                          <a:fillRect/>
                        </a:stretch>
                      </p:blipFill>
                      <p:spPr>
                        <a:xfrm>
                          <a:off x="3857" y="1180"/>
                          <a:ext cx="272" cy="288"/>
                        </a:xfrm>
                        <a:prstGeom prst="rect">
                          <a:avLst/>
                        </a:prstGeom>
                        <a:noFill/>
                        <a:ln w="38100">
                          <a:noFill/>
                          <a:miter/>
                        </a:ln>
                      </p:spPr>
                    </p:pic>
                  </p:oleObj>
                </mc:Fallback>
              </mc:AlternateContent>
            </a:graphicData>
          </a:graphic>
        </p:graphicFrame>
        <p:sp>
          <p:nvSpPr>
            <p:cNvPr id="66573" name="Line 14"/>
            <p:cNvSpPr/>
            <p:nvPr/>
          </p:nvSpPr>
          <p:spPr>
            <a:xfrm flipV="1">
              <a:off x="3809" y="1228"/>
              <a:ext cx="0" cy="1152"/>
            </a:xfrm>
            <a:prstGeom prst="line">
              <a:avLst/>
            </a:prstGeom>
            <a:ln w="12700" cap="flat" cmpd="sng">
              <a:solidFill>
                <a:schemeClr val="tx1"/>
              </a:solidFill>
              <a:prstDash val="solid"/>
              <a:round/>
              <a:headEnd type="none" w="med" len="med"/>
              <a:tailEnd type="triangle" w="sm" len="lg"/>
            </a:ln>
          </p:spPr>
        </p:sp>
        <p:sp>
          <p:nvSpPr>
            <p:cNvPr id="66574" name="Line 15"/>
            <p:cNvSpPr/>
            <p:nvPr/>
          </p:nvSpPr>
          <p:spPr>
            <a:xfrm>
              <a:off x="4337" y="1564"/>
              <a:ext cx="0" cy="816"/>
            </a:xfrm>
            <a:prstGeom prst="line">
              <a:avLst/>
            </a:prstGeom>
            <a:ln w="12700" cap="flat" cmpd="sng">
              <a:solidFill>
                <a:schemeClr val="tx1"/>
              </a:solidFill>
              <a:prstDash val="sysDot"/>
              <a:round/>
              <a:headEnd type="none" w="med" len="med"/>
              <a:tailEnd type="none" w="med" len="med"/>
            </a:ln>
          </p:spPr>
        </p:sp>
      </p:grpSp>
      <p:graphicFrame>
        <p:nvGraphicFramePr>
          <p:cNvPr id="257024" name="Object 0"/>
          <p:cNvGraphicFramePr/>
          <p:nvPr/>
        </p:nvGraphicFramePr>
        <p:xfrm>
          <a:off x="1285875" y="2286000"/>
          <a:ext cx="3197225" cy="1281113"/>
        </p:xfrm>
        <a:graphic>
          <a:graphicData uri="http://schemas.openxmlformats.org/presentationml/2006/ole">
            <mc:AlternateContent xmlns:mc="http://schemas.openxmlformats.org/markup-compatibility/2006">
              <mc:Choice xmlns:v="urn:schemas-microsoft-com:vml" Requires="v">
                <p:oleObj spid="_x0000_s3415" name="" r:id="rId11" imgW="939165" imgH="431800" progId="Equation.DSMT4">
                  <p:embed/>
                </p:oleObj>
              </mc:Choice>
              <mc:Fallback>
                <p:oleObj name="" r:id="rId11" imgW="939165" imgH="431800" progId="Equation.DSMT4">
                  <p:embed/>
                  <p:pic>
                    <p:nvPicPr>
                      <p:cNvPr id="0" name="图片 3414"/>
                      <p:cNvPicPr/>
                      <p:nvPr/>
                    </p:nvPicPr>
                    <p:blipFill>
                      <a:blip r:embed="rId12"/>
                      <a:stretch>
                        <a:fillRect/>
                      </a:stretch>
                    </p:blipFill>
                    <p:spPr>
                      <a:xfrm>
                        <a:off x="1285875" y="2286000"/>
                        <a:ext cx="3197225" cy="1281113"/>
                      </a:xfrm>
                      <a:prstGeom prst="rect">
                        <a:avLst/>
                      </a:prstGeom>
                      <a:gradFill rotWithShape="0">
                        <a:gsLst>
                          <a:gs pos="0">
                            <a:schemeClr val="accent1"/>
                          </a:gs>
                          <a:gs pos="50000">
                            <a:srgbClr val="FFFFFF"/>
                          </a:gs>
                          <a:gs pos="100000">
                            <a:schemeClr val="accent1"/>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graphicFrame>
        <p:nvGraphicFramePr>
          <p:cNvPr id="257025" name="Object 1"/>
          <p:cNvGraphicFramePr/>
          <p:nvPr/>
        </p:nvGraphicFramePr>
        <p:xfrm>
          <a:off x="1325563" y="3916363"/>
          <a:ext cx="2301875" cy="1182687"/>
        </p:xfrm>
        <a:graphic>
          <a:graphicData uri="http://schemas.openxmlformats.org/presentationml/2006/ole">
            <mc:AlternateContent xmlns:mc="http://schemas.openxmlformats.org/markup-compatibility/2006">
              <mc:Choice xmlns:v="urn:schemas-microsoft-com:vml" Requires="v">
                <p:oleObj spid="_x0000_s3413" name="" r:id="rId13" imgW="837565" imgH="431800" progId="Equation.DSMT4">
                  <p:embed/>
                </p:oleObj>
              </mc:Choice>
              <mc:Fallback>
                <p:oleObj name="" r:id="rId13" imgW="837565" imgH="431800" progId="Equation.DSMT4">
                  <p:embed/>
                  <p:pic>
                    <p:nvPicPr>
                      <p:cNvPr id="0" name="图片 3412"/>
                      <p:cNvPicPr/>
                      <p:nvPr/>
                    </p:nvPicPr>
                    <p:blipFill>
                      <a:blip r:embed="rId14"/>
                      <a:stretch>
                        <a:fillRect/>
                      </a:stretch>
                    </p:blipFill>
                    <p:spPr>
                      <a:xfrm>
                        <a:off x="1325563" y="3916363"/>
                        <a:ext cx="2301875" cy="1182687"/>
                      </a:xfrm>
                      <a:prstGeom prst="rect">
                        <a:avLst/>
                      </a:prstGeom>
                      <a:gradFill rotWithShape="0">
                        <a:gsLst>
                          <a:gs pos="0">
                            <a:schemeClr val="accent1"/>
                          </a:gs>
                          <a:gs pos="50000">
                            <a:srgbClr val="FFFFFF"/>
                          </a:gs>
                          <a:gs pos="100000">
                            <a:schemeClr val="accent1"/>
                          </a:gs>
                        </a:gsLst>
                        <a:lin ang="5400000" scaled="1"/>
                        <a:tileRect/>
                      </a:gradFill>
                      <a:ln w="12700" cap="flat" cmpd="sng">
                        <a:solidFill>
                          <a:schemeClr val="tx2"/>
                        </a:solidFill>
                        <a:prstDash val="solid"/>
                        <a:miter/>
                        <a:headEnd type="none" w="med" len="med"/>
                        <a:tailEnd type="none" w="med" len="med"/>
                      </a:ln>
                    </p:spPr>
                  </p:pic>
                </p:oleObj>
              </mc:Fallback>
            </mc:AlternateContent>
          </a:graphicData>
        </a:graphic>
      </p:graphicFrame>
      <p:sp>
        <p:nvSpPr>
          <p:cNvPr id="249875" name="AutoShape 19"/>
          <p:cNvSpPr/>
          <p:nvPr/>
        </p:nvSpPr>
        <p:spPr>
          <a:xfrm>
            <a:off x="908050" y="2916238"/>
            <a:ext cx="207963" cy="1462087"/>
          </a:xfrm>
          <a:prstGeom prst="leftBrace">
            <a:avLst>
              <a:gd name="adj1" fmla="val 58294"/>
              <a:gd name="adj2" fmla="val 50000"/>
            </a:avLst>
          </a:prstGeom>
          <a:noFill/>
          <a:ln w="38100" cap="flat" cmpd="sng">
            <a:solidFill>
              <a:srgbClr val="CC0000"/>
            </a:solidFill>
            <a:prstDash val="solid"/>
            <a:round/>
            <a:headEnd type="none" w="med" len="med"/>
            <a:tailEnd type="none" w="med" len="med"/>
          </a:ln>
        </p:spPr>
        <p:txBody>
          <a:bodyPr wrap="none" anchor="ctr" anchorCtr="0"/>
          <a:p>
            <a:pPr algn="ctr"/>
            <a:endParaRPr lang="zh-CN" altLang="en-US" sz="2800" b="1" dirty="0">
              <a:solidFill>
                <a:srgbClr val="1C1C1C"/>
              </a:solidFill>
              <a:latin typeface="Times New Roman" panose="02020603050405020304" pitchFamily="18" charset="0"/>
              <a:ea typeface="宋体" panose="02010600030101010101" pitchFamily="2" charset="-122"/>
            </a:endParaRPr>
          </a:p>
        </p:txBody>
      </p:sp>
      <p:sp>
        <p:nvSpPr>
          <p:cNvPr id="22" name="Text Box 5"/>
          <p:cNvSpPr txBox="1"/>
          <p:nvPr/>
        </p:nvSpPr>
        <p:spPr>
          <a:xfrm>
            <a:off x="571500" y="1643063"/>
            <a:ext cx="1800225" cy="442912"/>
          </a:xfrm>
          <a:prstGeom prst="rect">
            <a:avLst/>
          </a:prstGeom>
          <a:noFill/>
          <a:ln w="9525">
            <a:noFill/>
          </a:ln>
        </p:spPr>
        <p:txBody>
          <a:bodyPr anchor="t" anchorCtr="0">
            <a:spAutoFit/>
          </a:bodyPr>
          <a:p>
            <a:pPr algn="ctr"/>
            <a:r>
              <a:rPr lang="en-US" altLang="zh-CN" sz="2100" b="1" dirty="0">
                <a:solidFill>
                  <a:srgbClr val="FF0000"/>
                </a:solidFill>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 </a:t>
            </a:r>
            <a:r>
              <a:rPr lang="zh-CN" altLang="en-US" sz="2300" b="1" dirty="0">
                <a:latin typeface="Times New Roman" panose="02020603050405020304" pitchFamily="18" charset="0"/>
                <a:ea typeface="华文中宋" panose="02010600040101010101" pitchFamily="2" charset="-122"/>
              </a:rPr>
              <a:t>结论：</a:t>
            </a:r>
            <a:endParaRPr lang="zh-CN" altLang="en-US" sz="2300" b="1" dirty="0">
              <a:latin typeface="Times New Roman" panose="02020603050405020304" pitchFamily="18" charset="0"/>
              <a:ea typeface="华文中宋" panose="02010600040101010101" pitchFamily="2" charset="-122"/>
            </a:endParaRPr>
          </a:p>
        </p:txBody>
      </p:sp>
      <p:sp>
        <p:nvSpPr>
          <p:cNvPr id="23" name="Text Box 10"/>
          <p:cNvSpPr txBox="1"/>
          <p:nvPr/>
        </p:nvSpPr>
        <p:spPr>
          <a:xfrm>
            <a:off x="642938" y="5429250"/>
            <a:ext cx="7867650" cy="457200"/>
          </a:xfrm>
          <a:prstGeom prst="rect">
            <a:avLst/>
          </a:prstGeom>
          <a:noFill/>
          <a:ln w="9525">
            <a:noFill/>
          </a:ln>
        </p:spPr>
        <p:txBody>
          <a:bodyPr anchor="t" anchorCtr="0">
            <a:spAutoFit/>
          </a:bodyPr>
          <a:p>
            <a:pPr algn="ctr"/>
            <a:r>
              <a:rPr lang="en-US" altLang="zh-CN" sz="2200" b="1" dirty="0">
                <a:latin typeface="Times New Roman" panose="02020603050405020304" pitchFamily="18" charset="0"/>
                <a:ea typeface="华文中宋" panose="02010600040101010101" pitchFamily="2" charset="-122"/>
              </a:rPr>
              <a:t>(1) </a:t>
            </a:r>
            <a:r>
              <a:rPr lang="zh-CN" altLang="en-US" sz="2200" b="1" dirty="0">
                <a:latin typeface="Times New Roman" panose="02020603050405020304" pitchFamily="18" charset="0"/>
                <a:ea typeface="华文中宋" panose="02010600040101010101" pitchFamily="2" charset="-122"/>
              </a:rPr>
              <a:t>球体外的场强</a:t>
            </a:r>
            <a:r>
              <a:rPr lang="zh-CN" altLang="en-US" sz="2200" b="1" dirty="0">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黑体" panose="02010609060101010101" pitchFamily="49" charset="-122"/>
              </a:rPr>
              <a:t>= </a:t>
            </a:r>
            <a:r>
              <a:rPr lang="zh-CN" altLang="en-US" sz="2200" b="1" dirty="0">
                <a:latin typeface="Times New Roman" panose="02020603050405020304" pitchFamily="18" charset="0"/>
                <a:ea typeface="华文中宋" panose="02010600040101010101" pitchFamily="2" charset="-122"/>
              </a:rPr>
              <a:t>电量集中于球心处的点电荷的场强；</a:t>
            </a:r>
            <a:endParaRPr lang="zh-CN" altLang="en-US" sz="2200" b="1" dirty="0">
              <a:latin typeface="Times New Roman" panose="02020603050405020304" pitchFamily="18" charset="0"/>
              <a:ea typeface="华文中宋" panose="02010600040101010101" pitchFamily="2" charset="-122"/>
            </a:endParaRPr>
          </a:p>
        </p:txBody>
      </p:sp>
      <p:grpSp>
        <p:nvGrpSpPr>
          <p:cNvPr id="3" name="Group 17"/>
          <p:cNvGrpSpPr/>
          <p:nvPr/>
        </p:nvGrpSpPr>
        <p:grpSpPr>
          <a:xfrm>
            <a:off x="785813" y="6000750"/>
            <a:ext cx="4032250" cy="427038"/>
            <a:chOff x="385" y="3640"/>
            <a:chExt cx="2540" cy="269"/>
          </a:xfrm>
        </p:grpSpPr>
        <p:sp>
          <p:nvSpPr>
            <p:cNvPr id="66581" name="Text Box 18"/>
            <p:cNvSpPr txBox="1"/>
            <p:nvPr/>
          </p:nvSpPr>
          <p:spPr>
            <a:xfrm>
              <a:off x="385" y="3640"/>
              <a:ext cx="2540" cy="269"/>
            </a:xfrm>
            <a:prstGeom prst="rect">
              <a:avLst/>
            </a:prstGeom>
            <a:noFill/>
            <a:ln w="9525">
              <a:noFill/>
            </a:ln>
          </p:spPr>
          <p:txBody>
            <a:bodyPr anchor="t" anchorCtr="0">
              <a:spAutoFit/>
            </a:bodyPr>
            <a:p>
              <a:r>
                <a:rPr lang="en-US" altLang="zh-CN" sz="2200" b="1" dirty="0">
                  <a:latin typeface="Times New Roman" panose="02020603050405020304" pitchFamily="18" charset="0"/>
                  <a:ea typeface="华文中宋" panose="02010600040101010101" pitchFamily="2" charset="-122"/>
                </a:rPr>
                <a:t>(2) </a:t>
              </a:r>
              <a:r>
                <a:rPr lang="zh-CN" altLang="en-US" sz="2200" b="1" dirty="0">
                  <a:latin typeface="Times New Roman" panose="02020603050405020304" pitchFamily="18" charset="0"/>
                  <a:ea typeface="华文中宋" panose="02010600040101010101" pitchFamily="2" charset="-122"/>
                </a:rPr>
                <a:t>球体内的场强</a:t>
              </a:r>
              <a:endParaRPr lang="zh-CN" altLang="en-US" sz="2200" b="1" dirty="0">
                <a:latin typeface="Times New Roman" panose="02020603050405020304" pitchFamily="18" charset="0"/>
                <a:ea typeface="华文中宋" panose="02010600040101010101" pitchFamily="2" charset="-122"/>
              </a:endParaRPr>
            </a:p>
          </p:txBody>
        </p:sp>
        <p:graphicFrame>
          <p:nvGraphicFramePr>
            <p:cNvPr id="66582" name="Object 9"/>
            <p:cNvGraphicFramePr/>
            <p:nvPr/>
          </p:nvGraphicFramePr>
          <p:xfrm>
            <a:off x="1863" y="3675"/>
            <a:ext cx="568" cy="184"/>
          </p:xfrm>
          <a:graphic>
            <a:graphicData uri="http://schemas.openxmlformats.org/presentationml/2006/ole">
              <mc:AlternateContent xmlns:mc="http://schemas.openxmlformats.org/markup-compatibility/2006">
                <mc:Choice xmlns:v="urn:schemas-microsoft-com:vml" Requires="v">
                  <p:oleObj spid="_x0000_s3412" name="" r:id="rId15" imgW="2095500" imgH="660400" progId="Equation.3">
                    <p:embed/>
                  </p:oleObj>
                </mc:Choice>
                <mc:Fallback>
                  <p:oleObj name="" r:id="rId15" imgW="2095500" imgH="660400" progId="Equation.3">
                    <p:embed/>
                    <p:pic>
                      <p:nvPicPr>
                        <p:cNvPr id="0" name="图片 3411"/>
                        <p:cNvPicPr/>
                        <p:nvPr/>
                      </p:nvPicPr>
                      <p:blipFill>
                        <a:blip r:embed="rId16">
                          <a:clrChange>
                            <a:clrFrom>
                              <a:srgbClr val="000000"/>
                            </a:clrFrom>
                            <a:clrTo>
                              <a:srgbClr val="FF0000"/>
                            </a:clrTo>
                          </a:clrChange>
                        </a:blip>
                        <a:stretch>
                          <a:fillRect/>
                        </a:stretch>
                      </p:blipFill>
                      <p:spPr>
                        <a:xfrm>
                          <a:off x="1863" y="3675"/>
                          <a:ext cx="568" cy="184"/>
                        </a:xfrm>
                        <a:prstGeom prst="rect">
                          <a:avLst/>
                        </a:prstGeom>
                        <a:noFill/>
                        <a:ln w="38100">
                          <a:noFill/>
                          <a:miter/>
                        </a:ln>
                      </p:spPr>
                    </p:pic>
                  </p:oleObj>
                </mc:Fallback>
              </mc:AlternateContent>
            </a:graphicData>
          </a:graphic>
        </p:graphicFrame>
      </p:grpSp>
      <p:grpSp>
        <p:nvGrpSpPr>
          <p:cNvPr id="4" name="Group 20"/>
          <p:cNvGrpSpPr/>
          <p:nvPr/>
        </p:nvGrpSpPr>
        <p:grpSpPr>
          <a:xfrm>
            <a:off x="4000500" y="6000750"/>
            <a:ext cx="2911475" cy="465138"/>
            <a:chOff x="2608" y="3640"/>
            <a:chExt cx="1834" cy="293"/>
          </a:xfrm>
        </p:grpSpPr>
        <p:sp>
          <p:nvSpPr>
            <p:cNvPr id="66584" name="Text Box 21"/>
            <p:cNvSpPr txBox="1"/>
            <p:nvPr/>
          </p:nvSpPr>
          <p:spPr>
            <a:xfrm>
              <a:off x="2608" y="3640"/>
              <a:ext cx="998" cy="269"/>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，球心处</a:t>
              </a:r>
              <a:endParaRPr lang="zh-CN" altLang="en-US" sz="2200" b="1" dirty="0">
                <a:latin typeface="Times New Roman" panose="02020603050405020304" pitchFamily="18" charset="0"/>
                <a:ea typeface="华文中宋" panose="02010600040101010101" pitchFamily="2" charset="-122"/>
              </a:endParaRPr>
            </a:p>
          </p:txBody>
        </p:sp>
        <p:graphicFrame>
          <p:nvGraphicFramePr>
            <p:cNvPr id="66585" name="Object 10"/>
            <p:cNvGraphicFramePr/>
            <p:nvPr/>
          </p:nvGraphicFramePr>
          <p:xfrm>
            <a:off x="3434" y="3653"/>
            <a:ext cx="696" cy="280"/>
          </p:xfrm>
          <a:graphic>
            <a:graphicData uri="http://schemas.openxmlformats.org/presentationml/2006/ole">
              <mc:AlternateContent xmlns:mc="http://schemas.openxmlformats.org/markup-compatibility/2006">
                <mc:Choice xmlns:v="urn:schemas-microsoft-com:vml" Requires="v">
                  <p:oleObj spid="_x0000_s3414" name="" r:id="rId17" imgW="2578100" imgH="1016000" progId="Equation.3">
                    <p:embed/>
                  </p:oleObj>
                </mc:Choice>
                <mc:Fallback>
                  <p:oleObj name="" r:id="rId17" imgW="2578100" imgH="1016000" progId="Equation.3">
                    <p:embed/>
                    <p:pic>
                      <p:nvPicPr>
                        <p:cNvPr id="0" name="图片 3413"/>
                        <p:cNvPicPr/>
                        <p:nvPr/>
                      </p:nvPicPr>
                      <p:blipFill>
                        <a:blip r:embed="rId18">
                          <a:clrChange>
                            <a:clrFrom>
                              <a:srgbClr val="000000"/>
                            </a:clrFrom>
                            <a:clrTo>
                              <a:srgbClr val="FF0000"/>
                            </a:clrTo>
                          </a:clrChange>
                        </a:blip>
                        <a:stretch>
                          <a:fillRect/>
                        </a:stretch>
                      </p:blipFill>
                      <p:spPr>
                        <a:xfrm>
                          <a:off x="3434" y="3653"/>
                          <a:ext cx="696" cy="280"/>
                        </a:xfrm>
                        <a:prstGeom prst="rect">
                          <a:avLst/>
                        </a:prstGeom>
                        <a:noFill/>
                        <a:ln w="38100">
                          <a:noFill/>
                          <a:miter/>
                        </a:ln>
                      </p:spPr>
                    </p:pic>
                  </p:oleObj>
                </mc:Fallback>
              </mc:AlternateContent>
            </a:graphicData>
          </a:graphic>
        </p:graphicFrame>
        <p:sp>
          <p:nvSpPr>
            <p:cNvPr id="66586" name="Text Box 23"/>
            <p:cNvSpPr txBox="1"/>
            <p:nvPr/>
          </p:nvSpPr>
          <p:spPr>
            <a:xfrm>
              <a:off x="4150" y="3660"/>
              <a:ext cx="292" cy="269"/>
            </a:xfrm>
            <a:prstGeom prst="rect">
              <a:avLst/>
            </a:prstGeom>
            <a:noFill/>
            <a:ln w="9525">
              <a:noFill/>
            </a:ln>
          </p:spPr>
          <p:txBody>
            <a:bodyPr wrap="none" anchor="t" anchorCtr="0">
              <a:spAutoFit/>
            </a:bodyPr>
            <a:p>
              <a:pPr algn="ctr"/>
              <a:r>
                <a:rPr lang="zh-CN" altLang="en-US" sz="2200" b="1" dirty="0">
                  <a:latin typeface="Times New Roman" panose="02020603050405020304" pitchFamily="18" charset="0"/>
                  <a:ea typeface="华文中宋" panose="02010600040101010101" pitchFamily="2" charset="-122"/>
                </a:rPr>
                <a:t>。</a:t>
              </a:r>
              <a:endParaRPr lang="zh-CN" altLang="en-US" sz="2200" b="1" dirty="0">
                <a:latin typeface="Times New Roman" panose="02020603050405020304" pitchFamily="18" charset="0"/>
                <a:ea typeface="华文中宋" panose="02010600040101010101" pitchFamily="2" charset="-122"/>
              </a:endParaRPr>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9858"/>
                                        </p:tgtEl>
                                        <p:attrNameLst>
                                          <p:attrName>style.visibility</p:attrName>
                                        </p:attrNameLst>
                                      </p:cBhvr>
                                      <p:to>
                                        <p:strVal val="visible"/>
                                      </p:to>
                                    </p:set>
                                    <p:animEffect transition="in" filter="dissolve">
                                      <p:cBhvr>
                                        <p:cTn id="7" dur="500"/>
                                        <p:tgtEl>
                                          <p:spTgt spid="2498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9875"/>
                                        </p:tgtEl>
                                        <p:attrNameLst>
                                          <p:attrName>style.visibility</p:attrName>
                                        </p:attrNameLst>
                                      </p:cBhvr>
                                      <p:to>
                                        <p:strVal val="visible"/>
                                      </p:to>
                                    </p:set>
                                    <p:animEffect transition="in" filter="dissolve">
                                      <p:cBhvr>
                                        <p:cTn id="12" dur="500"/>
                                        <p:tgtEl>
                                          <p:spTgt spid="2498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7024"/>
                                        </p:tgtEl>
                                        <p:attrNameLst>
                                          <p:attrName>style.visibility</p:attrName>
                                        </p:attrNameLst>
                                      </p:cBhvr>
                                      <p:to>
                                        <p:strVal val="visible"/>
                                      </p:to>
                                    </p:set>
                                    <p:animEffect transition="in" filter="dissolve">
                                      <p:cBhvr>
                                        <p:cTn id="17" dur="500"/>
                                        <p:tgtEl>
                                          <p:spTgt spid="25702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7025"/>
                                        </p:tgtEl>
                                        <p:attrNameLst>
                                          <p:attrName>style.visibility</p:attrName>
                                        </p:attrNameLst>
                                      </p:cBhvr>
                                      <p:to>
                                        <p:strVal val="visible"/>
                                      </p:to>
                                    </p:set>
                                    <p:animEffect transition="in" filter="dissolve">
                                      <p:cBhvr>
                                        <p:cTn id="22" dur="500"/>
                                        <p:tgtEl>
                                          <p:spTgt spid="25702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p:bldP spid="249875" grpId="0" animBg="1"/>
      <p:bldP spid="22" grpId="0"/>
      <p:bldP spid="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Text Box 2"/>
          <p:cNvSpPr txBox="1"/>
          <p:nvPr/>
        </p:nvSpPr>
        <p:spPr>
          <a:xfrm>
            <a:off x="250825" y="908050"/>
            <a:ext cx="6630988" cy="519113"/>
          </a:xfrm>
          <a:prstGeom prst="rect">
            <a:avLst/>
          </a:prstGeom>
          <a:noFill/>
          <a:ln w="9525">
            <a:noFill/>
          </a:ln>
        </p:spPr>
        <p:txBody>
          <a:bodyPr anchor="t" anchorCtr="0">
            <a:spAutoFit/>
          </a:bodyPr>
          <a:p>
            <a:pPr algn="ctr"/>
            <a:r>
              <a:rPr lang="zh-CN" altLang="en-US" sz="2800" b="1" dirty="0">
                <a:latin typeface="黑体" panose="02010609060101010101" pitchFamily="49" charset="-122"/>
                <a:ea typeface="黑体" panose="02010609060101010101" pitchFamily="49" charset="-122"/>
              </a:rPr>
              <a:t>求无限长均匀带电圆柱</a:t>
            </a:r>
            <a:r>
              <a:rPr lang="zh-CN" altLang="en-US" sz="2800" b="1" dirty="0">
                <a:solidFill>
                  <a:srgbClr val="0000FF"/>
                </a:solidFill>
                <a:latin typeface="黑体" panose="02010609060101010101" pitchFamily="49" charset="-122"/>
                <a:ea typeface="黑体" panose="02010609060101010101" pitchFamily="49" charset="-122"/>
              </a:rPr>
              <a:t>面</a:t>
            </a:r>
            <a:r>
              <a:rPr lang="zh-CN" altLang="en-US" sz="2800" b="1" dirty="0">
                <a:latin typeface="黑体" panose="02010609060101010101" pitchFamily="49" charset="-122"/>
                <a:ea typeface="黑体" panose="02010609060101010101" pitchFamily="49" charset="-122"/>
              </a:rPr>
              <a:t>的电场分布</a:t>
            </a:r>
            <a:endParaRPr lang="zh-CN" altLang="en-US" sz="2800" dirty="0">
              <a:latin typeface="黑体" panose="02010609060101010101" pitchFamily="49" charset="-122"/>
              <a:ea typeface="黑体" panose="02010609060101010101" pitchFamily="49" charset="-122"/>
            </a:endParaRPr>
          </a:p>
        </p:txBody>
      </p:sp>
      <p:sp>
        <p:nvSpPr>
          <p:cNvPr id="96259" name="Rectangle 3"/>
          <p:cNvSpPr/>
          <p:nvPr/>
        </p:nvSpPr>
        <p:spPr>
          <a:xfrm>
            <a:off x="468313" y="2033588"/>
            <a:ext cx="869950" cy="457200"/>
          </a:xfrm>
          <a:prstGeom prst="rect">
            <a:avLst/>
          </a:prstGeom>
          <a:noFill/>
          <a:ln w="9525">
            <a:noFill/>
          </a:ln>
        </p:spPr>
        <p:txBody>
          <a:bodyPr anchor="t" anchorCtr="0">
            <a:spAutoFit/>
          </a:bodyPr>
          <a:p>
            <a:pPr algn="ctr"/>
            <a:r>
              <a:rPr lang="zh-CN" altLang="en-US" sz="2400" b="1" dirty="0">
                <a:latin typeface="华文中宋" panose="02010600040101010101" pitchFamily="2" charset="-122"/>
                <a:ea typeface="华文中宋" panose="02010600040101010101" pitchFamily="2" charset="-122"/>
              </a:rPr>
              <a:t>解</a:t>
            </a:r>
            <a:r>
              <a:rPr lang="en-US" altLang="zh-CN" sz="2400" b="1" dirty="0">
                <a:latin typeface="华文中宋" panose="02010600040101010101" pitchFamily="2" charset="-122"/>
                <a:ea typeface="华文中宋" panose="02010600040101010101" pitchFamily="2" charset="-122"/>
              </a:rPr>
              <a:t>:  </a:t>
            </a:r>
            <a:endParaRPr lang="en-US" altLang="zh-CN" sz="2400" dirty="0">
              <a:latin typeface="华文中宋" panose="02010600040101010101" pitchFamily="2" charset="-122"/>
              <a:ea typeface="华文中宋" panose="02010600040101010101" pitchFamily="2" charset="-122"/>
            </a:endParaRPr>
          </a:p>
        </p:txBody>
      </p:sp>
      <p:grpSp>
        <p:nvGrpSpPr>
          <p:cNvPr id="2" name="Group 4"/>
          <p:cNvGrpSpPr/>
          <p:nvPr/>
        </p:nvGrpSpPr>
        <p:grpSpPr>
          <a:xfrm>
            <a:off x="6532563" y="1700213"/>
            <a:ext cx="1566862" cy="3168650"/>
            <a:chOff x="4009" y="845"/>
            <a:chExt cx="987" cy="1996"/>
          </a:xfrm>
        </p:grpSpPr>
        <p:grpSp>
          <p:nvGrpSpPr>
            <p:cNvPr id="68612" name="Group 5"/>
            <p:cNvGrpSpPr/>
            <p:nvPr/>
          </p:nvGrpSpPr>
          <p:grpSpPr>
            <a:xfrm>
              <a:off x="4009" y="845"/>
              <a:ext cx="987" cy="1996"/>
              <a:chOff x="4009" y="845"/>
              <a:chExt cx="987" cy="1996"/>
            </a:xfrm>
          </p:grpSpPr>
          <p:sp>
            <p:nvSpPr>
              <p:cNvPr id="68613" name="Line 6"/>
              <p:cNvSpPr/>
              <p:nvPr/>
            </p:nvSpPr>
            <p:spPr>
              <a:xfrm>
                <a:off x="4522" y="845"/>
                <a:ext cx="0" cy="1996"/>
              </a:xfrm>
              <a:prstGeom prst="line">
                <a:avLst/>
              </a:prstGeom>
              <a:ln w="22225" cap="flat" cmpd="sng">
                <a:solidFill>
                  <a:srgbClr val="000099"/>
                </a:solidFill>
                <a:prstDash val="lgDashDot"/>
                <a:round/>
                <a:headEnd type="none" w="med" len="med"/>
                <a:tailEnd type="none" w="med" len="med"/>
              </a:ln>
            </p:spPr>
          </p:sp>
          <p:sp>
            <p:nvSpPr>
              <p:cNvPr id="68614" name="AutoShape 7"/>
              <p:cNvSpPr/>
              <p:nvPr/>
            </p:nvSpPr>
            <p:spPr>
              <a:xfrm flipH="1">
                <a:off x="4033" y="1027"/>
                <a:ext cx="948" cy="1478"/>
              </a:xfrm>
              <a:prstGeom prst="can">
                <a:avLst>
                  <a:gd name="adj" fmla="val 38968"/>
                </a:avLst>
              </a:prstGeom>
              <a:noFill/>
              <a:ln w="28575" cap="flat" cmpd="sng">
                <a:solidFill>
                  <a:srgbClr val="000099"/>
                </a:solidFill>
                <a:prstDash val="solid"/>
                <a:round/>
                <a:headEnd type="none" w="sm" len="sm"/>
                <a:tailEnd type="none" w="sm" len="sm"/>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8615" name="Freeform 8"/>
              <p:cNvSpPr/>
              <p:nvPr/>
            </p:nvSpPr>
            <p:spPr>
              <a:xfrm rot="-5400000">
                <a:off x="4392" y="1753"/>
                <a:ext cx="203" cy="941"/>
              </a:xfrm>
              <a:custGeom>
                <a:avLst/>
                <a:gdLst/>
                <a:ahLst/>
                <a:cxnLst>
                  <a:cxn ang="0">
                    <a:pos x="0" y="0"/>
                  </a:cxn>
                  <a:cxn ang="0">
                    <a:pos x="138" y="114"/>
                  </a:cxn>
                  <a:cxn ang="0">
                    <a:pos x="202" y="518"/>
                  </a:cxn>
                  <a:cxn ang="0">
                    <a:pos x="132" y="854"/>
                  </a:cxn>
                  <a:cxn ang="0">
                    <a:pos x="17" y="941"/>
                  </a:cxn>
                </a:cxnLst>
                <a:pathLst>
                  <a:path w="141" h="560">
                    <a:moveTo>
                      <a:pt x="0" y="0"/>
                    </a:moveTo>
                    <a:cubicBezTo>
                      <a:pt x="16" y="11"/>
                      <a:pt x="73" y="17"/>
                      <a:pt x="96" y="68"/>
                    </a:cubicBezTo>
                    <a:cubicBezTo>
                      <a:pt x="119" y="119"/>
                      <a:pt x="141" y="235"/>
                      <a:pt x="140" y="308"/>
                    </a:cubicBezTo>
                    <a:cubicBezTo>
                      <a:pt x="139" y="381"/>
                      <a:pt x="113" y="466"/>
                      <a:pt x="92" y="508"/>
                    </a:cubicBezTo>
                    <a:cubicBezTo>
                      <a:pt x="71" y="550"/>
                      <a:pt x="29" y="549"/>
                      <a:pt x="12" y="560"/>
                    </a:cubicBezTo>
                  </a:path>
                </a:pathLst>
              </a:custGeom>
              <a:noFill/>
              <a:ln w="19050" cap="flat" cmpd="sng">
                <a:solidFill>
                  <a:srgbClr val="000099"/>
                </a:solidFill>
                <a:prstDash val="dash"/>
                <a:round/>
                <a:headEnd type="none" w="med" len="med"/>
                <a:tailEnd type="none" w="med" len="med"/>
              </a:ln>
            </p:spPr>
            <p:txBody>
              <a:bodyPr/>
              <a:p>
                <a:endParaRPr lang="zh-CN" altLang="en-US"/>
              </a:p>
            </p:txBody>
          </p:sp>
          <p:graphicFrame>
            <p:nvGraphicFramePr>
              <p:cNvPr id="68616" name="Object 19"/>
              <p:cNvGraphicFramePr/>
              <p:nvPr/>
            </p:nvGraphicFramePr>
            <p:xfrm>
              <a:off x="4009" y="1364"/>
              <a:ext cx="145" cy="146"/>
            </p:xfrm>
            <a:graphic>
              <a:graphicData uri="http://schemas.openxmlformats.org/presentationml/2006/ole">
                <mc:AlternateContent xmlns:mc="http://schemas.openxmlformats.org/markup-compatibility/2006">
                  <mc:Choice xmlns:v="urn:schemas-microsoft-com:vml" Requires="v">
                    <p:oleObj spid="_x0000_s3425" name="" r:id="rId1" imgW="571500" imgH="520700" progId="Equation.3">
                      <p:embed/>
                    </p:oleObj>
                  </mc:Choice>
                  <mc:Fallback>
                    <p:oleObj name="" r:id="rId1" imgW="571500" imgH="520700" progId="Equation.3">
                      <p:embed/>
                      <p:pic>
                        <p:nvPicPr>
                          <p:cNvPr id="0" name="图片 3424"/>
                          <p:cNvPicPr/>
                          <p:nvPr/>
                        </p:nvPicPr>
                        <p:blipFill>
                          <a:blip r:embed="rId2">
                            <a:clrChange>
                              <a:clrFrom>
                                <a:srgbClr val="000000"/>
                              </a:clrFrom>
                              <a:clrTo>
                                <a:srgbClr val="000099"/>
                              </a:clrTo>
                            </a:clrChange>
                          </a:blip>
                          <a:stretch>
                            <a:fillRect/>
                          </a:stretch>
                        </p:blipFill>
                        <p:spPr>
                          <a:xfrm>
                            <a:off x="4009" y="1364"/>
                            <a:ext cx="145" cy="146"/>
                          </a:xfrm>
                          <a:prstGeom prst="rect">
                            <a:avLst/>
                          </a:prstGeom>
                          <a:noFill/>
                          <a:ln w="38100">
                            <a:noFill/>
                            <a:miter/>
                          </a:ln>
                        </p:spPr>
                      </p:pic>
                    </p:oleObj>
                  </mc:Fallback>
                </mc:AlternateContent>
              </a:graphicData>
            </a:graphic>
          </p:graphicFrame>
          <p:graphicFrame>
            <p:nvGraphicFramePr>
              <p:cNvPr id="68617" name="Object 20"/>
              <p:cNvGraphicFramePr/>
              <p:nvPr/>
            </p:nvGraphicFramePr>
            <p:xfrm>
              <a:off x="4851" y="1122"/>
              <a:ext cx="145" cy="146"/>
            </p:xfrm>
            <a:graphic>
              <a:graphicData uri="http://schemas.openxmlformats.org/presentationml/2006/ole">
                <mc:AlternateContent xmlns:mc="http://schemas.openxmlformats.org/markup-compatibility/2006">
                  <mc:Choice xmlns:v="urn:schemas-microsoft-com:vml" Requires="v">
                    <p:oleObj spid="_x0000_s3420" name="" r:id="rId3" imgW="571500" imgH="520700" progId="Equation.3">
                      <p:embed/>
                    </p:oleObj>
                  </mc:Choice>
                  <mc:Fallback>
                    <p:oleObj name="" r:id="rId3" imgW="571500" imgH="520700" progId="Equation.3">
                      <p:embed/>
                      <p:pic>
                        <p:nvPicPr>
                          <p:cNvPr id="0" name="图片 3419"/>
                          <p:cNvPicPr/>
                          <p:nvPr/>
                        </p:nvPicPr>
                        <p:blipFill>
                          <a:blip r:embed="rId4">
                            <a:clrChange>
                              <a:clrFrom>
                                <a:srgbClr val="000000"/>
                              </a:clrFrom>
                              <a:clrTo>
                                <a:srgbClr val="000099"/>
                              </a:clrTo>
                            </a:clrChange>
                          </a:blip>
                          <a:stretch>
                            <a:fillRect/>
                          </a:stretch>
                        </p:blipFill>
                        <p:spPr>
                          <a:xfrm>
                            <a:off x="4851" y="1122"/>
                            <a:ext cx="145" cy="146"/>
                          </a:xfrm>
                          <a:prstGeom prst="rect">
                            <a:avLst/>
                          </a:prstGeom>
                          <a:noFill/>
                          <a:ln w="38100">
                            <a:noFill/>
                            <a:miter/>
                          </a:ln>
                        </p:spPr>
                      </p:pic>
                    </p:oleObj>
                  </mc:Fallback>
                </mc:AlternateContent>
              </a:graphicData>
            </a:graphic>
          </p:graphicFrame>
          <p:graphicFrame>
            <p:nvGraphicFramePr>
              <p:cNvPr id="68618" name="Object 21"/>
              <p:cNvGraphicFramePr/>
              <p:nvPr/>
            </p:nvGraphicFramePr>
            <p:xfrm>
              <a:off x="4009" y="1587"/>
              <a:ext cx="145" cy="145"/>
            </p:xfrm>
            <a:graphic>
              <a:graphicData uri="http://schemas.openxmlformats.org/presentationml/2006/ole">
                <mc:AlternateContent xmlns:mc="http://schemas.openxmlformats.org/markup-compatibility/2006">
                  <mc:Choice xmlns:v="urn:schemas-microsoft-com:vml" Requires="v">
                    <p:oleObj spid="_x0000_s3419" name="" r:id="rId5" imgW="571500" imgH="520700" progId="Equation.3">
                      <p:embed/>
                    </p:oleObj>
                  </mc:Choice>
                  <mc:Fallback>
                    <p:oleObj name="" r:id="rId5" imgW="571500" imgH="520700" progId="Equation.3">
                      <p:embed/>
                      <p:pic>
                        <p:nvPicPr>
                          <p:cNvPr id="0" name="图片 3418"/>
                          <p:cNvPicPr/>
                          <p:nvPr/>
                        </p:nvPicPr>
                        <p:blipFill>
                          <a:blip r:embed="rId6">
                            <a:clrChange>
                              <a:clrFrom>
                                <a:srgbClr val="000000"/>
                              </a:clrFrom>
                              <a:clrTo>
                                <a:srgbClr val="000099"/>
                              </a:clrTo>
                            </a:clrChange>
                          </a:blip>
                          <a:stretch>
                            <a:fillRect/>
                          </a:stretch>
                        </p:blipFill>
                        <p:spPr>
                          <a:xfrm>
                            <a:off x="4009" y="1587"/>
                            <a:ext cx="145" cy="145"/>
                          </a:xfrm>
                          <a:prstGeom prst="rect">
                            <a:avLst/>
                          </a:prstGeom>
                          <a:noFill/>
                          <a:ln w="38100">
                            <a:noFill/>
                            <a:miter/>
                          </a:ln>
                        </p:spPr>
                      </p:pic>
                    </p:oleObj>
                  </mc:Fallback>
                </mc:AlternateContent>
              </a:graphicData>
            </a:graphic>
          </p:graphicFrame>
          <p:graphicFrame>
            <p:nvGraphicFramePr>
              <p:cNvPr id="68619" name="Object 22"/>
              <p:cNvGraphicFramePr/>
              <p:nvPr/>
            </p:nvGraphicFramePr>
            <p:xfrm>
              <a:off x="4009" y="1143"/>
              <a:ext cx="145" cy="146"/>
            </p:xfrm>
            <a:graphic>
              <a:graphicData uri="http://schemas.openxmlformats.org/presentationml/2006/ole">
                <mc:AlternateContent xmlns:mc="http://schemas.openxmlformats.org/markup-compatibility/2006">
                  <mc:Choice xmlns:v="urn:schemas-microsoft-com:vml" Requires="v">
                    <p:oleObj spid="_x0000_s3427" name="" r:id="rId7" imgW="571500" imgH="520700" progId="Equation.3">
                      <p:embed/>
                    </p:oleObj>
                  </mc:Choice>
                  <mc:Fallback>
                    <p:oleObj name="" r:id="rId7" imgW="571500" imgH="520700" progId="Equation.3">
                      <p:embed/>
                      <p:pic>
                        <p:nvPicPr>
                          <p:cNvPr id="0" name="图片 3426"/>
                          <p:cNvPicPr/>
                          <p:nvPr/>
                        </p:nvPicPr>
                        <p:blipFill>
                          <a:blip r:embed="rId8">
                            <a:clrChange>
                              <a:clrFrom>
                                <a:srgbClr val="000000"/>
                              </a:clrFrom>
                              <a:clrTo>
                                <a:srgbClr val="000099"/>
                              </a:clrTo>
                            </a:clrChange>
                          </a:blip>
                          <a:stretch>
                            <a:fillRect/>
                          </a:stretch>
                        </p:blipFill>
                        <p:spPr>
                          <a:xfrm>
                            <a:off x="4009" y="1143"/>
                            <a:ext cx="145" cy="146"/>
                          </a:xfrm>
                          <a:prstGeom prst="rect">
                            <a:avLst/>
                          </a:prstGeom>
                          <a:noFill/>
                          <a:ln w="38100">
                            <a:noFill/>
                            <a:miter/>
                          </a:ln>
                        </p:spPr>
                      </p:pic>
                    </p:oleObj>
                  </mc:Fallback>
                </mc:AlternateContent>
              </a:graphicData>
            </a:graphic>
          </p:graphicFrame>
          <p:graphicFrame>
            <p:nvGraphicFramePr>
              <p:cNvPr id="68620" name="Object 23"/>
              <p:cNvGraphicFramePr/>
              <p:nvPr/>
            </p:nvGraphicFramePr>
            <p:xfrm>
              <a:off x="4009" y="1808"/>
              <a:ext cx="145" cy="146"/>
            </p:xfrm>
            <a:graphic>
              <a:graphicData uri="http://schemas.openxmlformats.org/presentationml/2006/ole">
                <mc:AlternateContent xmlns:mc="http://schemas.openxmlformats.org/markup-compatibility/2006">
                  <mc:Choice xmlns:v="urn:schemas-microsoft-com:vml" Requires="v">
                    <p:oleObj spid="_x0000_s3423" name="" r:id="rId9" imgW="571500" imgH="520700" progId="Equation.3">
                      <p:embed/>
                    </p:oleObj>
                  </mc:Choice>
                  <mc:Fallback>
                    <p:oleObj name="" r:id="rId9" imgW="571500" imgH="520700" progId="Equation.3">
                      <p:embed/>
                      <p:pic>
                        <p:nvPicPr>
                          <p:cNvPr id="0" name="图片 3422"/>
                          <p:cNvPicPr/>
                          <p:nvPr/>
                        </p:nvPicPr>
                        <p:blipFill>
                          <a:blip r:embed="rId10">
                            <a:clrChange>
                              <a:clrFrom>
                                <a:srgbClr val="000000"/>
                              </a:clrFrom>
                              <a:clrTo>
                                <a:srgbClr val="000099"/>
                              </a:clrTo>
                            </a:clrChange>
                          </a:blip>
                          <a:stretch>
                            <a:fillRect/>
                          </a:stretch>
                        </p:blipFill>
                        <p:spPr>
                          <a:xfrm>
                            <a:off x="4009" y="1808"/>
                            <a:ext cx="145" cy="146"/>
                          </a:xfrm>
                          <a:prstGeom prst="rect">
                            <a:avLst/>
                          </a:prstGeom>
                          <a:noFill/>
                          <a:ln w="38100">
                            <a:noFill/>
                            <a:miter/>
                          </a:ln>
                        </p:spPr>
                      </p:pic>
                    </p:oleObj>
                  </mc:Fallback>
                </mc:AlternateContent>
              </a:graphicData>
            </a:graphic>
          </p:graphicFrame>
          <p:graphicFrame>
            <p:nvGraphicFramePr>
              <p:cNvPr id="68621" name="Object 24"/>
              <p:cNvGraphicFramePr/>
              <p:nvPr/>
            </p:nvGraphicFramePr>
            <p:xfrm>
              <a:off x="4009" y="2031"/>
              <a:ext cx="145" cy="145"/>
            </p:xfrm>
            <a:graphic>
              <a:graphicData uri="http://schemas.openxmlformats.org/presentationml/2006/ole">
                <mc:AlternateContent xmlns:mc="http://schemas.openxmlformats.org/markup-compatibility/2006">
                  <mc:Choice xmlns:v="urn:schemas-microsoft-com:vml" Requires="v">
                    <p:oleObj spid="_x0000_s3418" name="" r:id="rId11" imgW="571500" imgH="520700" progId="Equation.3">
                      <p:embed/>
                    </p:oleObj>
                  </mc:Choice>
                  <mc:Fallback>
                    <p:oleObj name="" r:id="rId11" imgW="571500" imgH="520700" progId="Equation.3">
                      <p:embed/>
                      <p:pic>
                        <p:nvPicPr>
                          <p:cNvPr id="0" name="图片 3417"/>
                          <p:cNvPicPr/>
                          <p:nvPr/>
                        </p:nvPicPr>
                        <p:blipFill>
                          <a:blip r:embed="rId12">
                            <a:clrChange>
                              <a:clrFrom>
                                <a:srgbClr val="000000"/>
                              </a:clrFrom>
                              <a:clrTo>
                                <a:srgbClr val="000099"/>
                              </a:clrTo>
                            </a:clrChange>
                          </a:blip>
                          <a:stretch>
                            <a:fillRect/>
                          </a:stretch>
                        </p:blipFill>
                        <p:spPr>
                          <a:xfrm>
                            <a:off x="4009" y="2031"/>
                            <a:ext cx="145" cy="145"/>
                          </a:xfrm>
                          <a:prstGeom prst="rect">
                            <a:avLst/>
                          </a:prstGeom>
                          <a:noFill/>
                          <a:ln w="38100">
                            <a:noFill/>
                            <a:miter/>
                          </a:ln>
                        </p:spPr>
                      </p:pic>
                    </p:oleObj>
                  </mc:Fallback>
                </mc:AlternateContent>
              </a:graphicData>
            </a:graphic>
          </p:graphicFrame>
          <p:graphicFrame>
            <p:nvGraphicFramePr>
              <p:cNvPr id="68622" name="Object 25"/>
              <p:cNvGraphicFramePr/>
              <p:nvPr/>
            </p:nvGraphicFramePr>
            <p:xfrm>
              <a:off x="4851" y="1621"/>
              <a:ext cx="145" cy="146"/>
            </p:xfrm>
            <a:graphic>
              <a:graphicData uri="http://schemas.openxmlformats.org/presentationml/2006/ole">
                <mc:AlternateContent xmlns:mc="http://schemas.openxmlformats.org/markup-compatibility/2006">
                  <mc:Choice xmlns:v="urn:schemas-microsoft-com:vml" Requires="v">
                    <p:oleObj spid="_x0000_s3421" name="" r:id="rId13" imgW="571500" imgH="520700" progId="Equation.3">
                      <p:embed/>
                    </p:oleObj>
                  </mc:Choice>
                  <mc:Fallback>
                    <p:oleObj name="" r:id="rId13" imgW="571500" imgH="520700" progId="Equation.3">
                      <p:embed/>
                      <p:pic>
                        <p:nvPicPr>
                          <p:cNvPr id="0" name="图片 3420"/>
                          <p:cNvPicPr/>
                          <p:nvPr/>
                        </p:nvPicPr>
                        <p:blipFill>
                          <a:blip r:embed="rId14">
                            <a:clrChange>
                              <a:clrFrom>
                                <a:srgbClr val="000000"/>
                              </a:clrFrom>
                              <a:clrTo>
                                <a:srgbClr val="000099"/>
                              </a:clrTo>
                            </a:clrChange>
                          </a:blip>
                          <a:stretch>
                            <a:fillRect/>
                          </a:stretch>
                        </p:blipFill>
                        <p:spPr>
                          <a:xfrm>
                            <a:off x="4851" y="1621"/>
                            <a:ext cx="145" cy="146"/>
                          </a:xfrm>
                          <a:prstGeom prst="rect">
                            <a:avLst/>
                          </a:prstGeom>
                          <a:noFill/>
                          <a:ln w="38100">
                            <a:noFill/>
                            <a:miter/>
                          </a:ln>
                        </p:spPr>
                      </p:pic>
                    </p:oleObj>
                  </mc:Fallback>
                </mc:AlternateContent>
              </a:graphicData>
            </a:graphic>
          </p:graphicFrame>
          <p:graphicFrame>
            <p:nvGraphicFramePr>
              <p:cNvPr id="68623" name="Object 26"/>
              <p:cNvGraphicFramePr/>
              <p:nvPr/>
            </p:nvGraphicFramePr>
            <p:xfrm>
              <a:off x="4851" y="2065"/>
              <a:ext cx="145" cy="145"/>
            </p:xfrm>
            <a:graphic>
              <a:graphicData uri="http://schemas.openxmlformats.org/presentationml/2006/ole">
                <mc:AlternateContent xmlns:mc="http://schemas.openxmlformats.org/markup-compatibility/2006">
                  <mc:Choice xmlns:v="urn:schemas-microsoft-com:vml" Requires="v">
                    <p:oleObj spid="_x0000_s3424" name="" r:id="rId15" imgW="571500" imgH="520700" progId="Equation.3">
                      <p:embed/>
                    </p:oleObj>
                  </mc:Choice>
                  <mc:Fallback>
                    <p:oleObj name="" r:id="rId15" imgW="571500" imgH="520700" progId="Equation.3">
                      <p:embed/>
                      <p:pic>
                        <p:nvPicPr>
                          <p:cNvPr id="0" name="图片 3423"/>
                          <p:cNvPicPr/>
                          <p:nvPr/>
                        </p:nvPicPr>
                        <p:blipFill>
                          <a:blip r:embed="rId16">
                            <a:clrChange>
                              <a:clrFrom>
                                <a:srgbClr val="000000"/>
                              </a:clrFrom>
                              <a:clrTo>
                                <a:srgbClr val="000099"/>
                              </a:clrTo>
                            </a:clrChange>
                          </a:blip>
                          <a:stretch>
                            <a:fillRect/>
                          </a:stretch>
                        </p:blipFill>
                        <p:spPr>
                          <a:xfrm>
                            <a:off x="4851" y="2065"/>
                            <a:ext cx="145" cy="145"/>
                          </a:xfrm>
                          <a:prstGeom prst="rect">
                            <a:avLst/>
                          </a:prstGeom>
                          <a:noFill/>
                          <a:ln w="38100">
                            <a:noFill/>
                            <a:miter/>
                          </a:ln>
                        </p:spPr>
                      </p:pic>
                    </p:oleObj>
                  </mc:Fallback>
                </mc:AlternateContent>
              </a:graphicData>
            </a:graphic>
          </p:graphicFrame>
          <p:graphicFrame>
            <p:nvGraphicFramePr>
              <p:cNvPr id="68624" name="Object 27"/>
              <p:cNvGraphicFramePr/>
              <p:nvPr/>
            </p:nvGraphicFramePr>
            <p:xfrm>
              <a:off x="4838" y="1344"/>
              <a:ext cx="145" cy="145"/>
            </p:xfrm>
            <a:graphic>
              <a:graphicData uri="http://schemas.openxmlformats.org/presentationml/2006/ole">
                <mc:AlternateContent xmlns:mc="http://schemas.openxmlformats.org/markup-compatibility/2006">
                  <mc:Choice xmlns:v="urn:schemas-microsoft-com:vml" Requires="v">
                    <p:oleObj spid="_x0000_s3422" name="" r:id="rId17" imgW="571500" imgH="520700" progId="Equation.3">
                      <p:embed/>
                    </p:oleObj>
                  </mc:Choice>
                  <mc:Fallback>
                    <p:oleObj name="" r:id="rId17" imgW="571500" imgH="520700" progId="Equation.3">
                      <p:embed/>
                      <p:pic>
                        <p:nvPicPr>
                          <p:cNvPr id="0" name="图片 3421"/>
                          <p:cNvPicPr/>
                          <p:nvPr/>
                        </p:nvPicPr>
                        <p:blipFill>
                          <a:blip r:embed="rId18">
                            <a:clrChange>
                              <a:clrFrom>
                                <a:srgbClr val="000000"/>
                              </a:clrFrom>
                              <a:clrTo>
                                <a:srgbClr val="000099"/>
                              </a:clrTo>
                            </a:clrChange>
                          </a:blip>
                          <a:stretch>
                            <a:fillRect/>
                          </a:stretch>
                        </p:blipFill>
                        <p:spPr>
                          <a:xfrm>
                            <a:off x="4838" y="1344"/>
                            <a:ext cx="145" cy="145"/>
                          </a:xfrm>
                          <a:prstGeom prst="rect">
                            <a:avLst/>
                          </a:prstGeom>
                          <a:noFill/>
                          <a:ln w="38100">
                            <a:noFill/>
                            <a:miter/>
                          </a:ln>
                        </p:spPr>
                      </p:pic>
                    </p:oleObj>
                  </mc:Fallback>
                </mc:AlternateContent>
              </a:graphicData>
            </a:graphic>
          </p:graphicFrame>
          <p:graphicFrame>
            <p:nvGraphicFramePr>
              <p:cNvPr id="68625" name="Object 28"/>
              <p:cNvGraphicFramePr/>
              <p:nvPr/>
            </p:nvGraphicFramePr>
            <p:xfrm>
              <a:off x="4851" y="1844"/>
              <a:ext cx="145" cy="145"/>
            </p:xfrm>
            <a:graphic>
              <a:graphicData uri="http://schemas.openxmlformats.org/presentationml/2006/ole">
                <mc:AlternateContent xmlns:mc="http://schemas.openxmlformats.org/markup-compatibility/2006">
                  <mc:Choice xmlns:v="urn:schemas-microsoft-com:vml" Requires="v">
                    <p:oleObj spid="_x0000_s3426" name="" r:id="rId19" imgW="571500" imgH="520700" progId="Equation.3">
                      <p:embed/>
                    </p:oleObj>
                  </mc:Choice>
                  <mc:Fallback>
                    <p:oleObj name="" r:id="rId19" imgW="571500" imgH="520700" progId="Equation.3">
                      <p:embed/>
                      <p:pic>
                        <p:nvPicPr>
                          <p:cNvPr id="0" name="图片 3425"/>
                          <p:cNvPicPr/>
                          <p:nvPr/>
                        </p:nvPicPr>
                        <p:blipFill>
                          <a:blip r:embed="rId20">
                            <a:clrChange>
                              <a:clrFrom>
                                <a:srgbClr val="000000"/>
                              </a:clrFrom>
                              <a:clrTo>
                                <a:srgbClr val="000099"/>
                              </a:clrTo>
                            </a:clrChange>
                          </a:blip>
                          <a:stretch>
                            <a:fillRect/>
                          </a:stretch>
                        </p:blipFill>
                        <p:spPr>
                          <a:xfrm>
                            <a:off x="4851" y="1844"/>
                            <a:ext cx="145" cy="145"/>
                          </a:xfrm>
                          <a:prstGeom prst="rect">
                            <a:avLst/>
                          </a:prstGeom>
                          <a:noFill/>
                          <a:ln w="38100">
                            <a:noFill/>
                            <a:miter/>
                          </a:ln>
                        </p:spPr>
                      </p:pic>
                    </p:oleObj>
                  </mc:Fallback>
                </mc:AlternateContent>
              </a:graphicData>
            </a:graphic>
          </p:graphicFrame>
        </p:grpSp>
        <p:sp>
          <p:nvSpPr>
            <p:cNvPr id="68626" name="Line 19"/>
            <p:cNvSpPr/>
            <p:nvPr/>
          </p:nvSpPr>
          <p:spPr>
            <a:xfrm flipV="1">
              <a:off x="4542" y="2206"/>
              <a:ext cx="318" cy="136"/>
            </a:xfrm>
            <a:prstGeom prst="line">
              <a:avLst/>
            </a:prstGeom>
            <a:ln w="19050" cap="flat" cmpd="sng">
              <a:solidFill>
                <a:srgbClr val="000099"/>
              </a:solidFill>
              <a:prstDash val="solid"/>
              <a:round/>
              <a:headEnd type="none" w="med" len="med"/>
              <a:tailEnd type="none" w="med" len="med"/>
            </a:ln>
          </p:spPr>
        </p:sp>
        <p:graphicFrame>
          <p:nvGraphicFramePr>
            <p:cNvPr id="68627" name="Object 18"/>
            <p:cNvGraphicFramePr/>
            <p:nvPr/>
          </p:nvGraphicFramePr>
          <p:xfrm>
            <a:off x="4677" y="2256"/>
            <a:ext cx="178" cy="178"/>
          </p:xfrm>
          <a:graphic>
            <a:graphicData uri="http://schemas.openxmlformats.org/presentationml/2006/ole">
              <mc:AlternateContent xmlns:mc="http://schemas.openxmlformats.org/markup-compatibility/2006">
                <mc:Choice xmlns:v="urn:schemas-microsoft-com:vml" Requires="v">
                  <p:oleObj spid="_x0000_s3416" name="" r:id="rId21" imgW="660400" imgH="660400" progId="Equation.3">
                    <p:embed/>
                  </p:oleObj>
                </mc:Choice>
                <mc:Fallback>
                  <p:oleObj name="" r:id="rId21" imgW="660400" imgH="660400" progId="Equation.3">
                    <p:embed/>
                    <p:pic>
                      <p:nvPicPr>
                        <p:cNvPr id="0" name="图片 3415"/>
                        <p:cNvPicPr/>
                        <p:nvPr/>
                      </p:nvPicPr>
                      <p:blipFill>
                        <a:blip r:embed="rId22">
                          <a:clrChange>
                            <a:clrFrom>
                              <a:srgbClr val="000000"/>
                            </a:clrFrom>
                            <a:clrTo>
                              <a:srgbClr val="000099"/>
                            </a:clrTo>
                          </a:clrChange>
                        </a:blip>
                        <a:stretch>
                          <a:fillRect/>
                        </a:stretch>
                      </p:blipFill>
                      <p:spPr>
                        <a:xfrm>
                          <a:off x="4677" y="2256"/>
                          <a:ext cx="178" cy="178"/>
                        </a:xfrm>
                        <a:prstGeom prst="rect">
                          <a:avLst/>
                        </a:prstGeom>
                        <a:noFill/>
                        <a:ln w="38100">
                          <a:noFill/>
                          <a:miter/>
                        </a:ln>
                      </p:spPr>
                    </p:pic>
                  </p:oleObj>
                </mc:Fallback>
              </mc:AlternateContent>
            </a:graphicData>
          </a:graphic>
        </p:graphicFrame>
      </p:grpSp>
      <p:grpSp>
        <p:nvGrpSpPr>
          <p:cNvPr id="4" name="Group 21"/>
          <p:cNvGrpSpPr/>
          <p:nvPr/>
        </p:nvGrpSpPr>
        <p:grpSpPr>
          <a:xfrm>
            <a:off x="6035675" y="2463800"/>
            <a:ext cx="2640013" cy="1241425"/>
            <a:chOff x="3762" y="1326"/>
            <a:chExt cx="1663" cy="782"/>
          </a:xfrm>
        </p:grpSpPr>
        <p:grpSp>
          <p:nvGrpSpPr>
            <p:cNvPr id="68629" name="Group 22"/>
            <p:cNvGrpSpPr/>
            <p:nvPr/>
          </p:nvGrpSpPr>
          <p:grpSpPr>
            <a:xfrm>
              <a:off x="3928" y="1442"/>
              <a:ext cx="1315" cy="666"/>
              <a:chOff x="3288" y="1088"/>
              <a:chExt cx="447" cy="355"/>
            </a:xfrm>
          </p:grpSpPr>
          <p:sp>
            <p:nvSpPr>
              <p:cNvPr id="68630" name="AutoShape 23"/>
              <p:cNvSpPr/>
              <p:nvPr/>
            </p:nvSpPr>
            <p:spPr>
              <a:xfrm flipH="1">
                <a:off x="3289" y="1088"/>
                <a:ext cx="446" cy="355"/>
              </a:xfrm>
              <a:prstGeom prst="can">
                <a:avLst>
                  <a:gd name="adj" fmla="val 25000"/>
                </a:avLst>
              </a:prstGeom>
              <a:noFill/>
              <a:ln w="22225" cap="flat" cmpd="sng">
                <a:solidFill>
                  <a:srgbClr val="FF0000"/>
                </a:solidFill>
                <a:prstDash val="solid"/>
                <a:round/>
                <a:headEnd type="none" w="sm" len="sm"/>
                <a:tailEnd type="none" w="sm" len="sm"/>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8631" name="Freeform 24"/>
              <p:cNvSpPr/>
              <p:nvPr/>
            </p:nvSpPr>
            <p:spPr>
              <a:xfrm rot="-5400000">
                <a:off x="3476" y="1150"/>
                <a:ext cx="49" cy="443"/>
              </a:xfrm>
              <a:custGeom>
                <a:avLst/>
                <a:gdLst/>
                <a:ahLst/>
                <a:cxnLst>
                  <a:cxn ang="0">
                    <a:pos x="0" y="0"/>
                  </a:cxn>
                  <a:cxn ang="0">
                    <a:pos x="33" y="54"/>
                  </a:cxn>
                  <a:cxn ang="0">
                    <a:pos x="49" y="244"/>
                  </a:cxn>
                  <a:cxn ang="0">
                    <a:pos x="32" y="402"/>
                  </a:cxn>
                  <a:cxn ang="0">
                    <a:pos x="4" y="443"/>
                  </a:cxn>
                </a:cxnLst>
                <a:pathLst>
                  <a:path w="141" h="560">
                    <a:moveTo>
                      <a:pt x="0" y="0"/>
                    </a:moveTo>
                    <a:cubicBezTo>
                      <a:pt x="16" y="11"/>
                      <a:pt x="73" y="17"/>
                      <a:pt x="96" y="68"/>
                    </a:cubicBezTo>
                    <a:cubicBezTo>
                      <a:pt x="119" y="119"/>
                      <a:pt x="141" y="235"/>
                      <a:pt x="140" y="308"/>
                    </a:cubicBezTo>
                    <a:cubicBezTo>
                      <a:pt x="139" y="381"/>
                      <a:pt x="113" y="466"/>
                      <a:pt x="92" y="508"/>
                    </a:cubicBezTo>
                    <a:cubicBezTo>
                      <a:pt x="71" y="550"/>
                      <a:pt x="29" y="549"/>
                      <a:pt x="12" y="560"/>
                    </a:cubicBezTo>
                  </a:path>
                </a:pathLst>
              </a:custGeom>
              <a:noFill/>
              <a:ln w="22225" cap="flat" cmpd="sng">
                <a:solidFill>
                  <a:srgbClr val="FF0000"/>
                </a:solidFill>
                <a:prstDash val="dash"/>
                <a:round/>
                <a:headEnd type="none" w="med" len="med"/>
                <a:tailEnd type="none" w="med" len="med"/>
              </a:ln>
            </p:spPr>
            <p:txBody>
              <a:bodyPr/>
              <a:p>
                <a:endParaRPr lang="zh-CN" altLang="en-US"/>
              </a:p>
            </p:txBody>
          </p:sp>
        </p:grpSp>
        <p:sp>
          <p:nvSpPr>
            <p:cNvPr id="68632" name="Line 25"/>
            <p:cNvSpPr/>
            <p:nvPr/>
          </p:nvSpPr>
          <p:spPr>
            <a:xfrm>
              <a:off x="5243" y="1539"/>
              <a:ext cx="182" cy="0"/>
            </a:xfrm>
            <a:prstGeom prst="line">
              <a:avLst/>
            </a:prstGeom>
            <a:ln w="19050" cap="flat" cmpd="sng">
              <a:solidFill>
                <a:schemeClr val="tx2"/>
              </a:solidFill>
              <a:prstDash val="solid"/>
              <a:round/>
              <a:headEnd type="none" w="med" len="med"/>
              <a:tailEnd type="none" w="med" len="med"/>
            </a:ln>
          </p:spPr>
        </p:sp>
        <p:sp>
          <p:nvSpPr>
            <p:cNvPr id="68633" name="Line 26"/>
            <p:cNvSpPr/>
            <p:nvPr/>
          </p:nvSpPr>
          <p:spPr>
            <a:xfrm>
              <a:off x="5243" y="2019"/>
              <a:ext cx="182" cy="0"/>
            </a:xfrm>
            <a:prstGeom prst="line">
              <a:avLst/>
            </a:prstGeom>
            <a:ln w="19050" cap="flat" cmpd="sng">
              <a:solidFill>
                <a:schemeClr val="tx2"/>
              </a:solidFill>
              <a:prstDash val="solid"/>
              <a:round/>
              <a:headEnd type="none" w="med" len="med"/>
              <a:tailEnd type="none" w="med" len="med"/>
            </a:ln>
          </p:spPr>
        </p:sp>
        <p:sp>
          <p:nvSpPr>
            <p:cNvPr id="68634" name="Line 27"/>
            <p:cNvSpPr/>
            <p:nvPr/>
          </p:nvSpPr>
          <p:spPr>
            <a:xfrm flipV="1">
              <a:off x="5334" y="1539"/>
              <a:ext cx="0" cy="95"/>
            </a:xfrm>
            <a:prstGeom prst="line">
              <a:avLst/>
            </a:prstGeom>
            <a:ln w="19050" cap="flat" cmpd="sng">
              <a:solidFill>
                <a:schemeClr val="tx2"/>
              </a:solidFill>
              <a:prstDash val="solid"/>
              <a:round/>
              <a:headEnd type="none" w="med" len="med"/>
              <a:tailEnd type="triangle" w="sm" len="med"/>
            </a:ln>
          </p:spPr>
        </p:sp>
        <p:graphicFrame>
          <p:nvGraphicFramePr>
            <p:cNvPr id="68635" name="Object 15"/>
            <p:cNvGraphicFramePr/>
            <p:nvPr/>
          </p:nvGraphicFramePr>
          <p:xfrm>
            <a:off x="5243" y="1634"/>
            <a:ext cx="144" cy="212"/>
          </p:xfrm>
          <a:graphic>
            <a:graphicData uri="http://schemas.openxmlformats.org/presentationml/2006/ole">
              <mc:AlternateContent xmlns:mc="http://schemas.openxmlformats.org/markup-compatibility/2006">
                <mc:Choice xmlns:v="urn:schemas-microsoft-com:vml" Requires="v">
                  <p:oleObj spid="_x0000_s3417" name="" r:id="rId23" imgW="508000" imgH="711200" progId="Equation.3">
                    <p:embed/>
                  </p:oleObj>
                </mc:Choice>
                <mc:Fallback>
                  <p:oleObj name="" r:id="rId23" imgW="508000" imgH="711200" progId="Equation.3">
                    <p:embed/>
                    <p:pic>
                      <p:nvPicPr>
                        <p:cNvPr id="0" name="图片 3416"/>
                        <p:cNvPicPr/>
                        <p:nvPr/>
                      </p:nvPicPr>
                      <p:blipFill>
                        <a:blip r:embed="rId24">
                          <a:clrChange>
                            <a:clrFrom>
                              <a:srgbClr val="000000"/>
                            </a:clrFrom>
                            <a:clrTo>
                              <a:srgbClr val="FF0000"/>
                            </a:clrTo>
                          </a:clrChange>
                        </a:blip>
                        <a:stretch>
                          <a:fillRect/>
                        </a:stretch>
                      </p:blipFill>
                      <p:spPr>
                        <a:xfrm>
                          <a:off x="5243" y="1634"/>
                          <a:ext cx="144" cy="212"/>
                        </a:xfrm>
                        <a:prstGeom prst="rect">
                          <a:avLst/>
                        </a:prstGeom>
                        <a:noFill/>
                        <a:ln w="38100">
                          <a:noFill/>
                          <a:miter/>
                        </a:ln>
                      </p:spPr>
                    </p:pic>
                  </p:oleObj>
                </mc:Fallback>
              </mc:AlternateContent>
            </a:graphicData>
          </a:graphic>
        </p:graphicFrame>
        <p:sp>
          <p:nvSpPr>
            <p:cNvPr id="68636" name="Line 29"/>
            <p:cNvSpPr/>
            <p:nvPr/>
          </p:nvSpPr>
          <p:spPr>
            <a:xfrm>
              <a:off x="5334" y="1922"/>
              <a:ext cx="0" cy="97"/>
            </a:xfrm>
            <a:prstGeom prst="line">
              <a:avLst/>
            </a:prstGeom>
            <a:ln w="19050" cap="flat" cmpd="sng">
              <a:solidFill>
                <a:schemeClr val="tx2"/>
              </a:solidFill>
              <a:prstDash val="solid"/>
              <a:round/>
              <a:headEnd type="none" w="med" len="med"/>
              <a:tailEnd type="triangle" w="sm" len="med"/>
            </a:ln>
          </p:spPr>
        </p:sp>
        <p:sp>
          <p:nvSpPr>
            <p:cNvPr id="68637" name="Line 30"/>
            <p:cNvSpPr/>
            <p:nvPr/>
          </p:nvSpPr>
          <p:spPr>
            <a:xfrm>
              <a:off x="4608" y="1539"/>
              <a:ext cx="635" cy="0"/>
            </a:xfrm>
            <a:prstGeom prst="line">
              <a:avLst/>
            </a:prstGeom>
            <a:ln w="19050" cap="flat" cmpd="sng">
              <a:solidFill>
                <a:srgbClr val="FF0000"/>
              </a:solidFill>
              <a:prstDash val="solid"/>
              <a:round/>
              <a:headEnd type="none" w="med" len="med"/>
              <a:tailEnd type="none" w="med" len="med"/>
            </a:ln>
          </p:spPr>
        </p:sp>
        <p:graphicFrame>
          <p:nvGraphicFramePr>
            <p:cNvPr id="68638" name="Object 16"/>
            <p:cNvGraphicFramePr/>
            <p:nvPr/>
          </p:nvGraphicFramePr>
          <p:xfrm>
            <a:off x="4707" y="1442"/>
            <a:ext cx="128" cy="153"/>
          </p:xfrm>
          <a:graphic>
            <a:graphicData uri="http://schemas.openxmlformats.org/presentationml/2006/ole">
              <mc:AlternateContent xmlns:mc="http://schemas.openxmlformats.org/markup-compatibility/2006">
                <mc:Choice xmlns:v="urn:schemas-microsoft-com:vml" Requires="v">
                  <p:oleObj spid="_x0000_s3428" name="" r:id="rId25" imgW="444500" imgH="508000" progId="Equation.3">
                    <p:embed/>
                  </p:oleObj>
                </mc:Choice>
                <mc:Fallback>
                  <p:oleObj name="" r:id="rId25" imgW="444500" imgH="508000" progId="Equation.3">
                    <p:embed/>
                    <p:pic>
                      <p:nvPicPr>
                        <p:cNvPr id="0" name="图片 3427"/>
                        <p:cNvPicPr/>
                        <p:nvPr/>
                      </p:nvPicPr>
                      <p:blipFill>
                        <a:blip r:embed="rId26">
                          <a:clrChange>
                            <a:clrFrom>
                              <a:srgbClr val="000000"/>
                            </a:clrFrom>
                            <a:clrTo>
                              <a:srgbClr val="FF0000"/>
                            </a:clrTo>
                          </a:clrChange>
                        </a:blip>
                        <a:stretch>
                          <a:fillRect/>
                        </a:stretch>
                      </p:blipFill>
                      <p:spPr>
                        <a:xfrm>
                          <a:off x="4707" y="1442"/>
                          <a:ext cx="128" cy="153"/>
                        </a:xfrm>
                        <a:prstGeom prst="rect">
                          <a:avLst/>
                        </a:prstGeom>
                        <a:noFill/>
                        <a:ln w="38100">
                          <a:noFill/>
                          <a:miter/>
                        </a:ln>
                      </p:spPr>
                    </p:pic>
                  </p:oleObj>
                </mc:Fallback>
              </mc:AlternateContent>
            </a:graphicData>
          </a:graphic>
        </p:graphicFrame>
        <p:graphicFrame>
          <p:nvGraphicFramePr>
            <p:cNvPr id="68639" name="Object 17"/>
            <p:cNvGraphicFramePr/>
            <p:nvPr/>
          </p:nvGraphicFramePr>
          <p:xfrm>
            <a:off x="3762" y="1326"/>
            <a:ext cx="146" cy="176"/>
          </p:xfrm>
          <a:graphic>
            <a:graphicData uri="http://schemas.openxmlformats.org/presentationml/2006/ole">
              <mc:AlternateContent xmlns:mc="http://schemas.openxmlformats.org/markup-compatibility/2006">
                <mc:Choice xmlns:v="urn:schemas-microsoft-com:vml" Requires="v">
                  <p:oleObj spid="_x0000_s3441" name="" r:id="rId27" imgW="609600" imgH="711200" progId="Equation.3">
                    <p:embed/>
                  </p:oleObj>
                </mc:Choice>
                <mc:Fallback>
                  <p:oleObj name="" r:id="rId27" imgW="609600" imgH="711200" progId="Equation.3">
                    <p:embed/>
                    <p:pic>
                      <p:nvPicPr>
                        <p:cNvPr id="0" name="图片 3440"/>
                        <p:cNvPicPr/>
                        <p:nvPr/>
                      </p:nvPicPr>
                      <p:blipFill>
                        <a:blip r:embed="rId28">
                          <a:clrChange>
                            <a:clrFrom>
                              <a:srgbClr val="000000"/>
                            </a:clrFrom>
                            <a:clrTo>
                              <a:srgbClr val="FF0000"/>
                            </a:clrTo>
                          </a:clrChange>
                        </a:blip>
                        <a:stretch>
                          <a:fillRect/>
                        </a:stretch>
                      </p:blipFill>
                      <p:spPr>
                        <a:xfrm>
                          <a:off x="3762" y="1326"/>
                          <a:ext cx="146" cy="176"/>
                        </a:xfrm>
                        <a:prstGeom prst="rect">
                          <a:avLst/>
                        </a:prstGeom>
                        <a:noFill/>
                        <a:ln w="38100">
                          <a:noFill/>
                          <a:miter/>
                        </a:ln>
                      </p:spPr>
                    </p:pic>
                  </p:oleObj>
                </mc:Fallback>
              </mc:AlternateContent>
            </a:graphicData>
          </a:graphic>
        </p:graphicFrame>
      </p:grpSp>
      <p:grpSp>
        <p:nvGrpSpPr>
          <p:cNvPr id="6" name="Group 33"/>
          <p:cNvGrpSpPr/>
          <p:nvPr/>
        </p:nvGrpSpPr>
        <p:grpSpPr>
          <a:xfrm>
            <a:off x="6756400" y="2995613"/>
            <a:ext cx="922338" cy="381000"/>
            <a:chOff x="4221" y="1642"/>
            <a:chExt cx="581" cy="240"/>
          </a:xfrm>
        </p:grpSpPr>
        <p:grpSp>
          <p:nvGrpSpPr>
            <p:cNvPr id="68641" name="Group 34"/>
            <p:cNvGrpSpPr/>
            <p:nvPr/>
          </p:nvGrpSpPr>
          <p:grpSpPr>
            <a:xfrm>
              <a:off x="4393" y="1662"/>
              <a:ext cx="409" cy="220"/>
              <a:chOff x="3288" y="1088"/>
              <a:chExt cx="447" cy="355"/>
            </a:xfrm>
          </p:grpSpPr>
          <p:sp>
            <p:nvSpPr>
              <p:cNvPr id="68642" name="AutoShape 35"/>
              <p:cNvSpPr/>
              <p:nvPr/>
            </p:nvSpPr>
            <p:spPr>
              <a:xfrm flipH="1">
                <a:off x="3289" y="1088"/>
                <a:ext cx="446" cy="355"/>
              </a:xfrm>
              <a:prstGeom prst="can">
                <a:avLst>
                  <a:gd name="adj" fmla="val 25000"/>
                </a:avLst>
              </a:prstGeom>
              <a:noFill/>
              <a:ln w="22225" cap="flat" cmpd="sng">
                <a:solidFill>
                  <a:srgbClr val="800000"/>
                </a:solidFill>
                <a:prstDash val="solid"/>
                <a:round/>
                <a:headEnd type="none" w="sm" len="sm"/>
                <a:tailEnd type="none" w="sm" len="sm"/>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8643" name="Freeform 36"/>
              <p:cNvSpPr/>
              <p:nvPr/>
            </p:nvSpPr>
            <p:spPr>
              <a:xfrm rot="-5400000">
                <a:off x="3476" y="1150"/>
                <a:ext cx="49" cy="443"/>
              </a:xfrm>
              <a:custGeom>
                <a:avLst/>
                <a:gdLst/>
                <a:ahLst/>
                <a:cxnLst>
                  <a:cxn ang="0">
                    <a:pos x="0" y="0"/>
                  </a:cxn>
                  <a:cxn ang="0">
                    <a:pos x="33" y="54"/>
                  </a:cxn>
                  <a:cxn ang="0">
                    <a:pos x="49" y="244"/>
                  </a:cxn>
                  <a:cxn ang="0">
                    <a:pos x="32" y="402"/>
                  </a:cxn>
                  <a:cxn ang="0">
                    <a:pos x="4" y="443"/>
                  </a:cxn>
                </a:cxnLst>
                <a:pathLst>
                  <a:path w="141" h="560">
                    <a:moveTo>
                      <a:pt x="0" y="0"/>
                    </a:moveTo>
                    <a:cubicBezTo>
                      <a:pt x="16" y="11"/>
                      <a:pt x="73" y="17"/>
                      <a:pt x="96" y="68"/>
                    </a:cubicBezTo>
                    <a:cubicBezTo>
                      <a:pt x="119" y="119"/>
                      <a:pt x="141" y="235"/>
                      <a:pt x="140" y="308"/>
                    </a:cubicBezTo>
                    <a:cubicBezTo>
                      <a:pt x="139" y="381"/>
                      <a:pt x="113" y="466"/>
                      <a:pt x="92" y="508"/>
                    </a:cubicBezTo>
                    <a:cubicBezTo>
                      <a:pt x="71" y="550"/>
                      <a:pt x="29" y="549"/>
                      <a:pt x="12" y="560"/>
                    </a:cubicBezTo>
                  </a:path>
                </a:pathLst>
              </a:custGeom>
              <a:noFill/>
              <a:ln w="19050" cap="flat" cmpd="sng">
                <a:solidFill>
                  <a:srgbClr val="660033"/>
                </a:solidFill>
                <a:prstDash val="dash"/>
                <a:round/>
                <a:headEnd type="none" w="med" len="med"/>
                <a:tailEnd type="none" w="med" len="med"/>
              </a:ln>
            </p:spPr>
            <p:txBody>
              <a:bodyPr/>
              <a:p>
                <a:endParaRPr lang="zh-CN" altLang="en-US"/>
              </a:p>
            </p:txBody>
          </p:sp>
        </p:grpSp>
        <p:graphicFrame>
          <p:nvGraphicFramePr>
            <p:cNvPr id="68644" name="Object 14"/>
            <p:cNvGraphicFramePr/>
            <p:nvPr/>
          </p:nvGraphicFramePr>
          <p:xfrm>
            <a:off x="4221" y="1642"/>
            <a:ext cx="146" cy="165"/>
          </p:xfrm>
          <a:graphic>
            <a:graphicData uri="http://schemas.openxmlformats.org/presentationml/2006/ole">
              <mc:AlternateContent xmlns:mc="http://schemas.openxmlformats.org/markup-compatibility/2006">
                <mc:Choice xmlns:v="urn:schemas-microsoft-com:vml" Requires="v">
                  <p:oleObj spid="_x0000_s3440" name="" r:id="rId29" imgW="609600" imgH="711200" progId="Equation.3">
                    <p:embed/>
                  </p:oleObj>
                </mc:Choice>
                <mc:Fallback>
                  <p:oleObj name="" r:id="rId29" imgW="609600" imgH="711200" progId="Equation.3">
                    <p:embed/>
                    <p:pic>
                      <p:nvPicPr>
                        <p:cNvPr id="0" name="图片 3439"/>
                        <p:cNvPicPr/>
                        <p:nvPr/>
                      </p:nvPicPr>
                      <p:blipFill>
                        <a:blip r:embed="rId30">
                          <a:clrChange>
                            <a:clrFrom>
                              <a:srgbClr val="000000"/>
                            </a:clrFrom>
                            <a:clrTo>
                              <a:srgbClr val="800000"/>
                            </a:clrTo>
                          </a:clrChange>
                        </a:blip>
                        <a:stretch>
                          <a:fillRect/>
                        </a:stretch>
                      </p:blipFill>
                      <p:spPr>
                        <a:xfrm>
                          <a:off x="4221" y="1642"/>
                          <a:ext cx="146" cy="165"/>
                        </a:xfrm>
                        <a:prstGeom prst="rect">
                          <a:avLst/>
                        </a:prstGeom>
                        <a:noFill/>
                        <a:ln w="38100">
                          <a:noFill/>
                          <a:miter/>
                        </a:ln>
                      </p:spPr>
                    </p:pic>
                  </p:oleObj>
                </mc:Fallback>
              </mc:AlternateContent>
            </a:graphicData>
          </a:graphic>
        </p:graphicFrame>
      </p:grpSp>
      <p:grpSp>
        <p:nvGrpSpPr>
          <p:cNvPr id="8" name="Group 38"/>
          <p:cNvGrpSpPr/>
          <p:nvPr/>
        </p:nvGrpSpPr>
        <p:grpSpPr>
          <a:xfrm>
            <a:off x="755650" y="1463675"/>
            <a:ext cx="4537075" cy="457200"/>
            <a:chOff x="657" y="560"/>
            <a:chExt cx="2858" cy="288"/>
          </a:xfrm>
        </p:grpSpPr>
        <p:sp>
          <p:nvSpPr>
            <p:cNvPr id="68646" name="Text Box 39"/>
            <p:cNvSpPr txBox="1"/>
            <p:nvPr/>
          </p:nvSpPr>
          <p:spPr>
            <a:xfrm>
              <a:off x="657" y="560"/>
              <a:ext cx="2858" cy="288"/>
            </a:xfrm>
            <a:prstGeom prst="rect">
              <a:avLst/>
            </a:prstGeom>
            <a:noFill/>
            <a:ln w="9525">
              <a:noFill/>
            </a:ln>
          </p:spPr>
          <p:txBody>
            <a:bodyPr anchor="t" anchorCtr="0">
              <a:spAutoFit/>
            </a:bodyPr>
            <a:p>
              <a:pPr algn="ctr"/>
              <a:r>
                <a:rPr lang="zh-CN" altLang="en-US" sz="2400" b="1" dirty="0">
                  <a:latin typeface="Times New Roman" panose="02020603050405020304" pitchFamily="18" charset="0"/>
                  <a:ea typeface="华文中宋" panose="02010600040101010101" pitchFamily="2" charset="-122"/>
                </a:rPr>
                <a:t>单位长度圆柱面的带电量为</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68647" name="Object 13"/>
            <p:cNvGraphicFramePr/>
            <p:nvPr/>
          </p:nvGraphicFramePr>
          <p:xfrm>
            <a:off x="3061" y="619"/>
            <a:ext cx="168" cy="200"/>
          </p:xfrm>
          <a:graphic>
            <a:graphicData uri="http://schemas.openxmlformats.org/presentationml/2006/ole">
              <mc:AlternateContent xmlns:mc="http://schemas.openxmlformats.org/markup-compatibility/2006">
                <mc:Choice xmlns:v="urn:schemas-microsoft-com:vml" Requires="v">
                  <p:oleObj spid="_x0000_s3439" name="" r:id="rId31" imgW="596900" imgH="711200" progId="Equation.3">
                    <p:embed/>
                  </p:oleObj>
                </mc:Choice>
                <mc:Fallback>
                  <p:oleObj name="" r:id="rId31" imgW="596900" imgH="711200" progId="Equation.3">
                    <p:embed/>
                    <p:pic>
                      <p:nvPicPr>
                        <p:cNvPr id="0" name="图片 3438"/>
                        <p:cNvPicPr/>
                        <p:nvPr/>
                      </p:nvPicPr>
                      <p:blipFill>
                        <a:blip r:embed="rId32">
                          <a:clrChange>
                            <a:clrFrom>
                              <a:srgbClr val="000000"/>
                            </a:clrFrom>
                            <a:clrTo>
                              <a:srgbClr val="FF0000"/>
                            </a:clrTo>
                          </a:clrChange>
                        </a:blip>
                        <a:stretch>
                          <a:fillRect/>
                        </a:stretch>
                      </p:blipFill>
                      <p:spPr>
                        <a:xfrm>
                          <a:off x="3061" y="619"/>
                          <a:ext cx="168" cy="200"/>
                        </a:xfrm>
                        <a:prstGeom prst="rect">
                          <a:avLst/>
                        </a:prstGeom>
                        <a:noFill/>
                        <a:ln w="38100">
                          <a:noFill/>
                          <a:miter/>
                        </a:ln>
                      </p:spPr>
                    </p:pic>
                  </p:oleObj>
                </mc:Fallback>
              </mc:AlternateContent>
            </a:graphicData>
          </a:graphic>
        </p:graphicFrame>
      </p:grpSp>
      <p:graphicFrame>
        <p:nvGraphicFramePr>
          <p:cNvPr id="96297" name="Object 2"/>
          <p:cNvGraphicFramePr/>
          <p:nvPr/>
        </p:nvGraphicFramePr>
        <p:xfrm>
          <a:off x="1763713" y="4219575"/>
          <a:ext cx="1539875" cy="444500"/>
        </p:xfrm>
        <a:graphic>
          <a:graphicData uri="http://schemas.openxmlformats.org/presentationml/2006/ole">
            <mc:AlternateContent xmlns:mc="http://schemas.openxmlformats.org/markup-compatibility/2006">
              <mc:Choice xmlns:v="urn:schemas-microsoft-com:vml" Requires="v">
                <p:oleObj spid="_x0000_s3429" name="" r:id="rId33" imgW="4191000" imgH="1016000" progId="Equation.3">
                  <p:embed/>
                </p:oleObj>
              </mc:Choice>
              <mc:Fallback>
                <p:oleObj name="" r:id="rId33" imgW="4191000" imgH="1016000" progId="Equation.3">
                  <p:embed/>
                  <p:pic>
                    <p:nvPicPr>
                      <p:cNvPr id="0" name="图片 3428"/>
                      <p:cNvPicPr/>
                      <p:nvPr/>
                    </p:nvPicPr>
                    <p:blipFill>
                      <a:blip r:embed="rId34">
                        <a:clrChange>
                          <a:clrFrom>
                            <a:srgbClr val="000000"/>
                          </a:clrFrom>
                          <a:clrTo>
                            <a:srgbClr val="000066"/>
                          </a:clrTo>
                        </a:clrChange>
                      </a:blip>
                      <a:stretch>
                        <a:fillRect/>
                      </a:stretch>
                    </p:blipFill>
                    <p:spPr>
                      <a:xfrm>
                        <a:off x="1763713" y="4219575"/>
                        <a:ext cx="1539875" cy="444500"/>
                      </a:xfrm>
                      <a:prstGeom prst="rect">
                        <a:avLst/>
                      </a:prstGeom>
                      <a:noFill/>
                      <a:ln w="38100">
                        <a:noFill/>
                        <a:miter/>
                      </a:ln>
                    </p:spPr>
                  </p:pic>
                </p:oleObj>
              </mc:Fallback>
            </mc:AlternateContent>
          </a:graphicData>
        </a:graphic>
      </p:graphicFrame>
      <p:graphicFrame>
        <p:nvGraphicFramePr>
          <p:cNvPr id="96298" name="Object 3"/>
          <p:cNvGraphicFramePr/>
          <p:nvPr/>
        </p:nvGraphicFramePr>
        <p:xfrm>
          <a:off x="3849688" y="4003675"/>
          <a:ext cx="1946275" cy="917575"/>
        </p:xfrm>
        <a:graphic>
          <a:graphicData uri="http://schemas.openxmlformats.org/presentationml/2006/ole">
            <mc:AlternateContent xmlns:mc="http://schemas.openxmlformats.org/markup-compatibility/2006">
              <mc:Choice xmlns:v="urn:schemas-microsoft-com:vml" Requires="v">
                <p:oleObj spid="_x0000_s3431" name="" r:id="rId35" imgW="5702300" imgH="2679700" progId="Equation.3">
                  <p:embed/>
                </p:oleObj>
              </mc:Choice>
              <mc:Fallback>
                <p:oleObj name="" r:id="rId35" imgW="5702300" imgH="2679700" progId="Equation.3">
                  <p:embed/>
                  <p:pic>
                    <p:nvPicPr>
                      <p:cNvPr id="0" name="图片 3430"/>
                      <p:cNvPicPr/>
                      <p:nvPr/>
                    </p:nvPicPr>
                    <p:blipFill>
                      <a:blip r:embed="rId36">
                        <a:clrChange>
                          <a:clrFrom>
                            <a:srgbClr val="000000"/>
                          </a:clrFrom>
                          <a:clrTo>
                            <a:srgbClr val="800000"/>
                          </a:clrTo>
                        </a:clrChange>
                      </a:blip>
                      <a:stretch>
                        <a:fillRect/>
                      </a:stretch>
                    </p:blipFill>
                    <p:spPr>
                      <a:xfrm>
                        <a:off x="3849688" y="4003675"/>
                        <a:ext cx="1946275" cy="917575"/>
                      </a:xfrm>
                      <a:prstGeom prst="rect">
                        <a:avLst/>
                      </a:prstGeom>
                      <a:noFill/>
                      <a:ln w="38100">
                        <a:noFill/>
                        <a:miter/>
                      </a:ln>
                    </p:spPr>
                  </p:pic>
                </p:oleObj>
              </mc:Fallback>
            </mc:AlternateContent>
          </a:graphicData>
        </a:graphic>
      </p:graphicFrame>
      <p:graphicFrame>
        <p:nvGraphicFramePr>
          <p:cNvPr id="96299" name="Object 4"/>
          <p:cNvGraphicFramePr/>
          <p:nvPr/>
        </p:nvGraphicFramePr>
        <p:xfrm>
          <a:off x="1676400" y="5375275"/>
          <a:ext cx="1266825" cy="444500"/>
        </p:xfrm>
        <a:graphic>
          <a:graphicData uri="http://schemas.openxmlformats.org/presentationml/2006/ole">
            <mc:AlternateContent xmlns:mc="http://schemas.openxmlformats.org/markup-compatibility/2006">
              <mc:Choice xmlns:v="urn:schemas-microsoft-com:vml" Requires="v">
                <p:oleObj spid="_x0000_s3430" name="" r:id="rId37" imgW="3454400" imgH="1016000" progId="Equation.3">
                  <p:embed/>
                </p:oleObj>
              </mc:Choice>
              <mc:Fallback>
                <p:oleObj name="" r:id="rId37" imgW="3454400" imgH="1016000" progId="Equation.3">
                  <p:embed/>
                  <p:pic>
                    <p:nvPicPr>
                      <p:cNvPr id="0" name="图片 3429"/>
                      <p:cNvPicPr/>
                      <p:nvPr/>
                    </p:nvPicPr>
                    <p:blipFill>
                      <a:blip r:embed="rId38">
                        <a:clrChange>
                          <a:clrFrom>
                            <a:srgbClr val="000000"/>
                          </a:clrFrom>
                          <a:clrTo>
                            <a:srgbClr val="000066"/>
                          </a:clrTo>
                        </a:clrChange>
                      </a:blip>
                      <a:stretch>
                        <a:fillRect/>
                      </a:stretch>
                    </p:blipFill>
                    <p:spPr>
                      <a:xfrm>
                        <a:off x="1676400" y="5375275"/>
                        <a:ext cx="1266825" cy="444500"/>
                      </a:xfrm>
                      <a:prstGeom prst="rect">
                        <a:avLst/>
                      </a:prstGeom>
                      <a:noFill/>
                      <a:ln w="38100">
                        <a:noFill/>
                        <a:miter/>
                      </a:ln>
                    </p:spPr>
                  </p:pic>
                </p:oleObj>
              </mc:Fallback>
            </mc:AlternateContent>
          </a:graphicData>
        </a:graphic>
      </p:graphicFrame>
      <p:graphicFrame>
        <p:nvGraphicFramePr>
          <p:cNvPr id="96300" name="Object 5"/>
          <p:cNvGraphicFramePr/>
          <p:nvPr/>
        </p:nvGraphicFramePr>
        <p:xfrm>
          <a:off x="4114800" y="5299075"/>
          <a:ext cx="965200" cy="457200"/>
        </p:xfrm>
        <a:graphic>
          <a:graphicData uri="http://schemas.openxmlformats.org/presentationml/2006/ole">
            <mc:AlternateContent xmlns:mc="http://schemas.openxmlformats.org/markup-compatibility/2006">
              <mc:Choice xmlns:v="urn:schemas-microsoft-com:vml" Requires="v">
                <p:oleObj spid="_x0000_s3438" name="" r:id="rId39" imgW="2235200" imgH="1054100" progId="Equation.3">
                  <p:embed/>
                </p:oleObj>
              </mc:Choice>
              <mc:Fallback>
                <p:oleObj name="" r:id="rId39" imgW="2235200" imgH="1054100" progId="Equation.3">
                  <p:embed/>
                  <p:pic>
                    <p:nvPicPr>
                      <p:cNvPr id="0" name="图片 3437"/>
                      <p:cNvPicPr/>
                      <p:nvPr/>
                    </p:nvPicPr>
                    <p:blipFill>
                      <a:blip r:embed="rId40">
                        <a:clrChange>
                          <a:clrFrom>
                            <a:srgbClr val="000000"/>
                          </a:clrFrom>
                          <a:clrTo>
                            <a:srgbClr val="800000"/>
                          </a:clrTo>
                        </a:clrChange>
                      </a:blip>
                      <a:stretch>
                        <a:fillRect/>
                      </a:stretch>
                    </p:blipFill>
                    <p:spPr>
                      <a:xfrm>
                        <a:off x="4114800" y="5299075"/>
                        <a:ext cx="965200" cy="457200"/>
                      </a:xfrm>
                      <a:prstGeom prst="rect">
                        <a:avLst/>
                      </a:prstGeom>
                      <a:noFill/>
                      <a:ln w="38100">
                        <a:noFill/>
                        <a:miter/>
                      </a:ln>
                    </p:spPr>
                  </p:pic>
                </p:oleObj>
              </mc:Fallback>
            </mc:AlternateContent>
          </a:graphicData>
        </a:graphic>
      </p:graphicFrame>
      <p:grpSp>
        <p:nvGrpSpPr>
          <p:cNvPr id="9" name="Group 45"/>
          <p:cNvGrpSpPr/>
          <p:nvPr/>
        </p:nvGrpSpPr>
        <p:grpSpPr>
          <a:xfrm>
            <a:off x="395288" y="3573463"/>
            <a:ext cx="3671887" cy="427037"/>
            <a:chOff x="431" y="2207"/>
            <a:chExt cx="1718" cy="269"/>
          </a:xfrm>
        </p:grpSpPr>
        <p:graphicFrame>
          <p:nvGraphicFramePr>
            <p:cNvPr id="68653" name="Object 12"/>
            <p:cNvGraphicFramePr/>
            <p:nvPr/>
          </p:nvGraphicFramePr>
          <p:xfrm>
            <a:off x="1565" y="2262"/>
            <a:ext cx="584" cy="184"/>
          </p:xfrm>
          <a:graphic>
            <a:graphicData uri="http://schemas.openxmlformats.org/presentationml/2006/ole">
              <mc:AlternateContent xmlns:mc="http://schemas.openxmlformats.org/markup-compatibility/2006">
                <mc:Choice xmlns:v="urn:schemas-microsoft-com:vml" Requires="v">
                  <p:oleObj spid="_x0000_s3436" name="" r:id="rId41" imgW="2146300" imgH="660400" progId="Equation.3">
                    <p:embed/>
                  </p:oleObj>
                </mc:Choice>
                <mc:Fallback>
                  <p:oleObj name="" r:id="rId41" imgW="2146300" imgH="660400" progId="Equation.3">
                    <p:embed/>
                    <p:pic>
                      <p:nvPicPr>
                        <p:cNvPr id="0" name="图片 3435"/>
                        <p:cNvPicPr/>
                        <p:nvPr/>
                      </p:nvPicPr>
                      <p:blipFill>
                        <a:blip r:embed="rId42">
                          <a:clrChange>
                            <a:clrFrom>
                              <a:srgbClr val="000000"/>
                            </a:clrFrom>
                            <a:clrTo>
                              <a:srgbClr val="FF0000"/>
                            </a:clrTo>
                          </a:clrChange>
                        </a:blip>
                        <a:stretch>
                          <a:fillRect/>
                        </a:stretch>
                      </p:blipFill>
                      <p:spPr>
                        <a:xfrm>
                          <a:off x="1565" y="2262"/>
                          <a:ext cx="584" cy="184"/>
                        </a:xfrm>
                        <a:prstGeom prst="rect">
                          <a:avLst/>
                        </a:prstGeom>
                        <a:noFill/>
                        <a:ln w="38100">
                          <a:noFill/>
                          <a:miter/>
                        </a:ln>
                      </p:spPr>
                    </p:pic>
                  </p:oleObj>
                </mc:Fallback>
              </mc:AlternateContent>
            </a:graphicData>
          </a:graphic>
        </p:graphicFrame>
        <p:sp>
          <p:nvSpPr>
            <p:cNvPr id="68654" name="Text Box 47"/>
            <p:cNvSpPr txBox="1"/>
            <p:nvPr/>
          </p:nvSpPr>
          <p:spPr>
            <a:xfrm>
              <a:off x="431" y="2207"/>
              <a:ext cx="1542" cy="269"/>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1</a:t>
              </a:r>
              <a:r>
                <a:rPr lang="zh-CN" altLang="en-US" sz="2200" b="1" dirty="0">
                  <a:latin typeface="Times New Roman" panose="02020603050405020304" pitchFamily="18" charset="0"/>
                  <a:ea typeface="华文中宋" panose="02010600040101010101" pitchFamily="2" charset="-122"/>
                </a:rPr>
                <a:t>）柱面外</a:t>
              </a:r>
              <a:endParaRPr lang="zh-CN" altLang="en-US" sz="2200" b="1" dirty="0">
                <a:latin typeface="Times New Roman" panose="02020603050405020304" pitchFamily="18" charset="0"/>
                <a:ea typeface="华文中宋" panose="02010600040101010101" pitchFamily="2" charset="-122"/>
              </a:endParaRPr>
            </a:p>
          </p:txBody>
        </p:sp>
      </p:grpSp>
      <p:grpSp>
        <p:nvGrpSpPr>
          <p:cNvPr id="10" name="Group 48"/>
          <p:cNvGrpSpPr/>
          <p:nvPr/>
        </p:nvGrpSpPr>
        <p:grpSpPr>
          <a:xfrm>
            <a:off x="304800" y="4765675"/>
            <a:ext cx="3959225" cy="427038"/>
            <a:chOff x="431" y="3095"/>
            <a:chExt cx="1633" cy="269"/>
          </a:xfrm>
        </p:grpSpPr>
        <p:sp>
          <p:nvSpPr>
            <p:cNvPr id="68656" name="Text Box 49"/>
            <p:cNvSpPr txBox="1"/>
            <p:nvPr/>
          </p:nvSpPr>
          <p:spPr>
            <a:xfrm>
              <a:off x="431" y="3095"/>
              <a:ext cx="1633" cy="269"/>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2</a:t>
              </a:r>
              <a:r>
                <a:rPr lang="zh-CN" altLang="en-US" sz="2200" b="1" dirty="0">
                  <a:latin typeface="Times New Roman" panose="02020603050405020304" pitchFamily="18" charset="0"/>
                  <a:ea typeface="华文中宋" panose="02010600040101010101" pitchFamily="2" charset="-122"/>
                </a:rPr>
                <a:t>）柱面内</a:t>
              </a:r>
              <a:endParaRPr lang="zh-CN" altLang="en-US" sz="2200" b="1" dirty="0">
                <a:latin typeface="Times New Roman" panose="02020603050405020304" pitchFamily="18" charset="0"/>
                <a:ea typeface="华文中宋" panose="02010600040101010101" pitchFamily="2" charset="-122"/>
              </a:endParaRPr>
            </a:p>
          </p:txBody>
        </p:sp>
        <p:graphicFrame>
          <p:nvGraphicFramePr>
            <p:cNvPr id="68657" name="Object 11"/>
            <p:cNvGraphicFramePr/>
            <p:nvPr/>
          </p:nvGraphicFramePr>
          <p:xfrm>
            <a:off x="1633" y="3160"/>
            <a:ext cx="409" cy="184"/>
          </p:xfrm>
          <a:graphic>
            <a:graphicData uri="http://schemas.openxmlformats.org/presentationml/2006/ole">
              <mc:AlternateContent xmlns:mc="http://schemas.openxmlformats.org/markup-compatibility/2006">
                <mc:Choice xmlns:v="urn:schemas-microsoft-com:vml" Requires="v">
                  <p:oleObj spid="_x0000_s3437" name="" r:id="rId43" imgW="1943100" imgH="660400" progId="Equation.3">
                    <p:embed/>
                  </p:oleObj>
                </mc:Choice>
                <mc:Fallback>
                  <p:oleObj name="" r:id="rId43" imgW="1943100" imgH="660400" progId="Equation.3">
                    <p:embed/>
                    <p:pic>
                      <p:nvPicPr>
                        <p:cNvPr id="0" name="图片 3436"/>
                        <p:cNvPicPr/>
                        <p:nvPr/>
                      </p:nvPicPr>
                      <p:blipFill>
                        <a:blip r:embed="rId44">
                          <a:clrChange>
                            <a:clrFrom>
                              <a:srgbClr val="000000"/>
                            </a:clrFrom>
                            <a:clrTo>
                              <a:srgbClr val="FF0000"/>
                            </a:clrTo>
                          </a:clrChange>
                        </a:blip>
                        <a:stretch>
                          <a:fillRect/>
                        </a:stretch>
                      </p:blipFill>
                      <p:spPr>
                        <a:xfrm>
                          <a:off x="1633" y="3160"/>
                          <a:ext cx="409" cy="184"/>
                        </a:xfrm>
                        <a:prstGeom prst="rect">
                          <a:avLst/>
                        </a:prstGeom>
                        <a:noFill/>
                        <a:ln w="38100">
                          <a:noFill/>
                          <a:miter/>
                        </a:ln>
                      </p:spPr>
                    </p:pic>
                  </p:oleObj>
                </mc:Fallback>
              </mc:AlternateContent>
            </a:graphicData>
          </a:graphic>
        </p:graphicFrame>
      </p:grpSp>
      <p:graphicFrame>
        <p:nvGraphicFramePr>
          <p:cNvPr id="96307" name="Object 6"/>
          <p:cNvGraphicFramePr/>
          <p:nvPr/>
        </p:nvGraphicFramePr>
        <p:xfrm>
          <a:off x="2062163" y="2995613"/>
          <a:ext cx="1601787" cy="382587"/>
        </p:xfrm>
        <a:graphic>
          <a:graphicData uri="http://schemas.openxmlformats.org/presentationml/2006/ole">
            <mc:AlternateContent xmlns:mc="http://schemas.openxmlformats.org/markup-compatibility/2006">
              <mc:Choice xmlns:v="urn:schemas-microsoft-com:vml" Requires="v">
                <p:oleObj spid="_x0000_s3432" name="" r:id="rId45" imgW="4178300" imgH="850900" progId="Equation.3">
                  <p:embed/>
                </p:oleObj>
              </mc:Choice>
              <mc:Fallback>
                <p:oleObj name="" r:id="rId45" imgW="4178300" imgH="850900" progId="Equation.3">
                  <p:embed/>
                  <p:pic>
                    <p:nvPicPr>
                      <p:cNvPr id="0" name="图片 3431"/>
                      <p:cNvPicPr/>
                      <p:nvPr/>
                    </p:nvPicPr>
                    <p:blipFill>
                      <a:blip r:embed="rId46">
                        <a:clrChange>
                          <a:clrFrom>
                            <a:srgbClr val="000000"/>
                          </a:clrFrom>
                          <a:clrTo>
                            <a:srgbClr val="000066"/>
                          </a:clrTo>
                        </a:clrChange>
                      </a:blip>
                      <a:stretch>
                        <a:fillRect/>
                      </a:stretch>
                    </p:blipFill>
                    <p:spPr>
                      <a:xfrm>
                        <a:off x="2062163" y="2995613"/>
                        <a:ext cx="1601787" cy="382587"/>
                      </a:xfrm>
                      <a:prstGeom prst="rect">
                        <a:avLst/>
                      </a:prstGeom>
                      <a:noFill/>
                      <a:ln w="38100">
                        <a:noFill/>
                        <a:miter/>
                      </a:ln>
                    </p:spPr>
                  </p:pic>
                </p:oleObj>
              </mc:Fallback>
            </mc:AlternateContent>
          </a:graphicData>
        </a:graphic>
      </p:graphicFrame>
      <p:grpSp>
        <p:nvGrpSpPr>
          <p:cNvPr id="11" name="Group 52"/>
          <p:cNvGrpSpPr/>
          <p:nvPr/>
        </p:nvGrpSpPr>
        <p:grpSpPr>
          <a:xfrm>
            <a:off x="1593850" y="2132013"/>
            <a:ext cx="2860675" cy="784225"/>
            <a:chOff x="1004" y="1071"/>
            <a:chExt cx="1802" cy="494"/>
          </a:xfrm>
        </p:grpSpPr>
        <p:graphicFrame>
          <p:nvGraphicFramePr>
            <p:cNvPr id="68660" name="Object 7"/>
            <p:cNvGraphicFramePr/>
            <p:nvPr/>
          </p:nvGraphicFramePr>
          <p:xfrm>
            <a:off x="2208" y="1117"/>
            <a:ext cx="320" cy="448"/>
          </p:xfrm>
          <a:graphic>
            <a:graphicData uri="http://schemas.openxmlformats.org/presentationml/2006/ole">
              <mc:AlternateContent xmlns:mc="http://schemas.openxmlformats.org/markup-compatibility/2006">
                <mc:Choice xmlns:v="urn:schemas-microsoft-com:vml" Requires="v">
                  <p:oleObj spid="_x0000_s3442" name="" r:id="rId47" imgW="1130300" imgH="1663700" progId="Equation.3">
                    <p:embed/>
                  </p:oleObj>
                </mc:Choice>
                <mc:Fallback>
                  <p:oleObj name="" r:id="rId47" imgW="1130300" imgH="1663700" progId="Equation.3">
                    <p:embed/>
                    <p:pic>
                      <p:nvPicPr>
                        <p:cNvPr id="0" name="图片 3441"/>
                        <p:cNvPicPr/>
                        <p:nvPr/>
                      </p:nvPicPr>
                      <p:blipFill>
                        <a:blip r:embed="rId48">
                          <a:clrChange>
                            <a:clrFrom>
                              <a:srgbClr val="000000"/>
                            </a:clrFrom>
                            <a:clrTo>
                              <a:srgbClr val="FF0000"/>
                            </a:clrTo>
                          </a:clrChange>
                        </a:blip>
                        <a:stretch>
                          <a:fillRect/>
                        </a:stretch>
                      </p:blipFill>
                      <p:spPr>
                        <a:xfrm>
                          <a:off x="2208" y="1117"/>
                          <a:ext cx="320" cy="448"/>
                        </a:xfrm>
                        <a:prstGeom prst="rect">
                          <a:avLst/>
                        </a:prstGeom>
                        <a:noFill/>
                        <a:ln w="38100">
                          <a:noFill/>
                          <a:miter/>
                        </a:ln>
                      </p:spPr>
                    </p:pic>
                  </p:oleObj>
                </mc:Fallback>
              </mc:AlternateContent>
            </a:graphicData>
          </a:graphic>
        </p:graphicFrame>
        <p:graphicFrame>
          <p:nvGraphicFramePr>
            <p:cNvPr id="68661" name="Object 8"/>
            <p:cNvGraphicFramePr/>
            <p:nvPr/>
          </p:nvGraphicFramePr>
          <p:xfrm>
            <a:off x="1004" y="1125"/>
            <a:ext cx="1802" cy="287"/>
          </p:xfrm>
          <a:graphic>
            <a:graphicData uri="http://schemas.openxmlformats.org/presentationml/2006/ole">
              <mc:AlternateContent xmlns:mc="http://schemas.openxmlformats.org/markup-compatibility/2006">
                <mc:Choice xmlns:v="urn:schemas-microsoft-com:vml" Requires="v">
                  <p:oleObj spid="_x0000_s3433" name="" r:id="rId49" imgW="8051800" imgH="1066800" progId="Equation.3">
                    <p:embed/>
                  </p:oleObj>
                </mc:Choice>
                <mc:Fallback>
                  <p:oleObj name="" r:id="rId49" imgW="8051800" imgH="1066800" progId="Equation.3">
                    <p:embed/>
                    <p:pic>
                      <p:nvPicPr>
                        <p:cNvPr id="0" name="图片 3432"/>
                        <p:cNvPicPr/>
                        <p:nvPr/>
                      </p:nvPicPr>
                      <p:blipFill>
                        <a:blip r:embed="rId50">
                          <a:clrChange>
                            <a:clrFrom>
                              <a:srgbClr val="000000"/>
                            </a:clrFrom>
                            <a:clrTo>
                              <a:srgbClr val="000066"/>
                            </a:clrTo>
                          </a:clrChange>
                        </a:blip>
                        <a:stretch>
                          <a:fillRect/>
                        </a:stretch>
                      </p:blipFill>
                      <p:spPr>
                        <a:xfrm>
                          <a:off x="1004" y="1125"/>
                          <a:ext cx="1802" cy="287"/>
                        </a:xfrm>
                        <a:prstGeom prst="rect">
                          <a:avLst/>
                        </a:prstGeom>
                        <a:noFill/>
                        <a:ln w="38100">
                          <a:noFill/>
                          <a:miter/>
                        </a:ln>
                      </p:spPr>
                    </p:pic>
                  </p:oleObj>
                </mc:Fallback>
              </mc:AlternateContent>
            </a:graphicData>
          </a:graphic>
        </p:graphicFrame>
        <p:grpSp>
          <p:nvGrpSpPr>
            <p:cNvPr id="68662" name="Group 55"/>
            <p:cNvGrpSpPr/>
            <p:nvPr/>
          </p:nvGrpSpPr>
          <p:grpSpPr>
            <a:xfrm>
              <a:off x="1429" y="1071"/>
              <a:ext cx="369" cy="398"/>
              <a:chOff x="1429" y="1082"/>
              <a:chExt cx="369" cy="398"/>
            </a:xfrm>
          </p:grpSpPr>
          <p:graphicFrame>
            <p:nvGraphicFramePr>
              <p:cNvPr id="68663" name="Object 9"/>
              <p:cNvGraphicFramePr/>
              <p:nvPr/>
            </p:nvGraphicFramePr>
            <p:xfrm>
              <a:off x="1429" y="1082"/>
              <a:ext cx="369" cy="398"/>
            </p:xfrm>
            <a:graphic>
              <a:graphicData uri="http://schemas.openxmlformats.org/presentationml/2006/ole">
                <mc:AlternateContent xmlns:mc="http://schemas.openxmlformats.org/markup-compatibility/2006">
                  <mc:Choice xmlns:v="urn:schemas-microsoft-com:vml" Requires="v">
                    <p:oleObj spid="_x0000_s3434" name="" r:id="rId51" imgW="1320800" imgH="1206500" progId="Equation.3">
                      <p:embed/>
                    </p:oleObj>
                  </mc:Choice>
                  <mc:Fallback>
                    <p:oleObj name="" r:id="rId51" imgW="1320800" imgH="1206500" progId="Equation.3">
                      <p:embed/>
                      <p:pic>
                        <p:nvPicPr>
                          <p:cNvPr id="0" name="图片 3433"/>
                          <p:cNvPicPr/>
                          <p:nvPr/>
                        </p:nvPicPr>
                        <p:blipFill>
                          <a:blip r:embed="rId52">
                            <a:clrChange>
                              <a:clrFrom>
                                <a:srgbClr val="000000"/>
                              </a:clrFrom>
                              <a:clrTo>
                                <a:srgbClr val="000099"/>
                              </a:clrTo>
                            </a:clrChange>
                          </a:blip>
                          <a:stretch>
                            <a:fillRect/>
                          </a:stretch>
                        </p:blipFill>
                        <p:spPr>
                          <a:xfrm>
                            <a:off x="1429" y="1082"/>
                            <a:ext cx="369" cy="398"/>
                          </a:xfrm>
                          <a:prstGeom prst="rect">
                            <a:avLst/>
                          </a:prstGeom>
                          <a:noFill/>
                          <a:ln w="38100">
                            <a:noFill/>
                            <a:miter/>
                          </a:ln>
                        </p:spPr>
                      </p:pic>
                    </p:oleObj>
                  </mc:Fallback>
                </mc:AlternateContent>
              </a:graphicData>
            </a:graphic>
          </p:graphicFrame>
          <p:graphicFrame>
            <p:nvGraphicFramePr>
              <p:cNvPr id="68664" name="Object 10"/>
              <p:cNvGraphicFramePr/>
              <p:nvPr/>
            </p:nvGraphicFramePr>
            <p:xfrm>
              <a:off x="1463" y="1174"/>
              <a:ext cx="192" cy="188"/>
            </p:xfrm>
            <a:graphic>
              <a:graphicData uri="http://schemas.openxmlformats.org/presentationml/2006/ole">
                <mc:AlternateContent xmlns:mc="http://schemas.openxmlformats.org/markup-compatibility/2006">
                  <mc:Choice xmlns:v="urn:schemas-microsoft-com:vml" Requires="v">
                    <p:oleObj spid="_x0000_s3435" name="" r:id="rId53" imgW="342900" imgH="342900" progId="Equation.3">
                      <p:embed/>
                    </p:oleObj>
                  </mc:Choice>
                  <mc:Fallback>
                    <p:oleObj name="" r:id="rId53" imgW="342900" imgH="342900" progId="Equation.3">
                      <p:embed/>
                      <p:pic>
                        <p:nvPicPr>
                          <p:cNvPr id="0" name="图片 3434"/>
                          <p:cNvPicPr/>
                          <p:nvPr/>
                        </p:nvPicPr>
                        <p:blipFill>
                          <a:blip r:embed="rId54">
                            <a:clrChange>
                              <a:clrFrom>
                                <a:srgbClr val="000000"/>
                              </a:clrFrom>
                              <a:clrTo>
                                <a:srgbClr val="000066"/>
                              </a:clrTo>
                            </a:clrChange>
                          </a:blip>
                          <a:stretch>
                            <a:fillRect/>
                          </a:stretch>
                        </p:blipFill>
                        <p:spPr>
                          <a:xfrm>
                            <a:off x="1463" y="1174"/>
                            <a:ext cx="192" cy="188"/>
                          </a:xfrm>
                          <a:prstGeom prst="rect">
                            <a:avLst/>
                          </a:prstGeom>
                          <a:noFill/>
                          <a:ln w="38100">
                            <a:noFill/>
                            <a:miter/>
                          </a:ln>
                        </p:spPr>
                      </p:pic>
                    </p:oleObj>
                  </mc:Fallback>
                </mc:AlternateContent>
              </a:graphicData>
            </a:graphic>
          </p:graphicFrame>
        </p:grpSp>
      </p:grpSp>
      <p:grpSp>
        <p:nvGrpSpPr>
          <p:cNvPr id="68665" name="Group 21"/>
          <p:cNvGrpSpPr/>
          <p:nvPr/>
        </p:nvGrpSpPr>
        <p:grpSpPr>
          <a:xfrm>
            <a:off x="928688" y="0"/>
            <a:ext cx="1643062" cy="838200"/>
            <a:chOff x="195" y="480"/>
            <a:chExt cx="912" cy="528"/>
          </a:xfrm>
        </p:grpSpPr>
        <p:sp>
          <p:nvSpPr>
            <p:cNvPr id="68666" name="AutoShape 22"/>
            <p:cNvSpPr/>
            <p:nvPr/>
          </p:nvSpPr>
          <p:spPr>
            <a:xfrm>
              <a:off x="240" y="480"/>
              <a:ext cx="816" cy="528"/>
            </a:xfrm>
            <a:prstGeom prst="horizontalScroll">
              <a:avLst>
                <a:gd name="adj" fmla="val 12500"/>
              </a:avLst>
            </a:prstGeom>
            <a:solidFill>
              <a:schemeClr val="accent1"/>
            </a:solidFill>
            <a:ln w="9525" cap="flat" cmpd="sng">
              <a:solidFill>
                <a:schemeClr val="tx1"/>
              </a:solidFill>
              <a:prstDash val="solid"/>
              <a:round/>
              <a:headEnd type="none" w="med" len="med"/>
              <a:tailEnd type="none" w="med" len="med"/>
            </a:ln>
            <a:effectLst>
              <a:outerShdw dist="107763" dir="13499999" algn="ctr" rotWithShape="0">
                <a:srgbClr val="009900"/>
              </a:outerShdw>
            </a:effectLst>
          </p:spPr>
          <p:txBody>
            <a:bodyPr wrap="none" anchor="ctr" anchorCtr="0"/>
            <a:p>
              <a:pPr algn="ctr"/>
              <a:endParaRPr lang="zh-CN" altLang="en-US" dirty="0">
                <a:latin typeface="Arial" panose="020B0604020202020204" pitchFamily="34" charset="0"/>
                <a:ea typeface="宋体" panose="02010600030101010101" pitchFamily="2" charset="-122"/>
              </a:endParaRPr>
            </a:p>
          </p:txBody>
        </p:sp>
        <p:sp>
          <p:nvSpPr>
            <p:cNvPr id="68667" name="Text Box 23"/>
            <p:cNvSpPr txBox="1"/>
            <p:nvPr/>
          </p:nvSpPr>
          <p:spPr>
            <a:xfrm>
              <a:off x="195" y="615"/>
              <a:ext cx="912" cy="291"/>
            </a:xfrm>
            <a:prstGeom prst="rect">
              <a:avLst/>
            </a:prstGeom>
            <a:noFill/>
            <a:ln w="9525">
              <a:noFill/>
            </a:ln>
          </p:spPr>
          <p:txBody>
            <a:bodyPr anchor="t" anchorCtr="0">
              <a:spAutoFit/>
            </a:bodyPr>
            <a:p>
              <a:pPr algn="ctr"/>
              <a:r>
                <a:rPr lang="zh-CN" altLang="en-US" sz="2400" b="1" dirty="0">
                  <a:solidFill>
                    <a:srgbClr val="CC0000"/>
                  </a:solidFill>
                  <a:latin typeface="Arial" panose="020B0604020202020204" pitchFamily="34" charset="0"/>
                  <a:ea typeface="宋体" panose="02010600030101010101" pitchFamily="2" charset="-122"/>
                </a:rPr>
                <a:t>补充例题</a:t>
              </a:r>
              <a:endParaRPr lang="zh-CN" altLang="en-US" sz="2400" b="1" dirty="0">
                <a:solidFill>
                  <a:srgbClr val="CC0000"/>
                </a:solidFill>
                <a:latin typeface="Arial" panose="020B0604020202020204" pitchFamily="34" charset="0"/>
                <a:ea typeface="宋体" panose="02010600030101010101" pitchFamily="2" charset="-122"/>
              </a:endParaRPr>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59"/>
                                        </p:tgtEl>
                                        <p:attrNameLst>
                                          <p:attrName>style.visibility</p:attrName>
                                        </p:attrNameLst>
                                      </p:cBhvr>
                                      <p:to>
                                        <p:strVal val="visible"/>
                                      </p:to>
                                    </p:set>
                                    <p:animEffect transition="in" filter="wipe(left)">
                                      <p:cBhvr>
                                        <p:cTn id="17" dur="500"/>
                                        <p:tgtEl>
                                          <p:spTgt spid="962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6307"/>
                                        </p:tgtEl>
                                        <p:attrNameLst>
                                          <p:attrName>style.visibility</p:attrName>
                                        </p:attrNameLst>
                                      </p:cBhvr>
                                      <p:to>
                                        <p:strVal val="visible"/>
                                      </p:to>
                                    </p:set>
                                    <p:animEffect transition="in" filter="wipe(left)">
                                      <p:cBhvr>
                                        <p:cTn id="32" dur="500"/>
                                        <p:tgtEl>
                                          <p:spTgt spid="9630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6297"/>
                                        </p:tgtEl>
                                        <p:attrNameLst>
                                          <p:attrName>style.visibility</p:attrName>
                                        </p:attrNameLst>
                                      </p:cBhvr>
                                      <p:to>
                                        <p:strVal val="visible"/>
                                      </p:to>
                                    </p:set>
                                    <p:animEffect transition="in" filter="wipe(left)">
                                      <p:cBhvr>
                                        <p:cTn id="42" dur="500"/>
                                        <p:tgtEl>
                                          <p:spTgt spid="962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6298"/>
                                        </p:tgtEl>
                                        <p:attrNameLst>
                                          <p:attrName>style.visibility</p:attrName>
                                        </p:attrNameLst>
                                      </p:cBhvr>
                                      <p:to>
                                        <p:strVal val="visible"/>
                                      </p:to>
                                    </p:set>
                                    <p:animEffect transition="in" filter="wipe(left)">
                                      <p:cBhvr>
                                        <p:cTn id="47" dur="500"/>
                                        <p:tgtEl>
                                          <p:spTgt spid="9629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up)">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6299"/>
                                        </p:tgtEl>
                                        <p:attrNameLst>
                                          <p:attrName>style.visibility</p:attrName>
                                        </p:attrNameLst>
                                      </p:cBhvr>
                                      <p:to>
                                        <p:strVal val="visible"/>
                                      </p:to>
                                    </p:set>
                                    <p:animEffect transition="in" filter="wipe(left)">
                                      <p:cBhvr>
                                        <p:cTn id="62" dur="500"/>
                                        <p:tgtEl>
                                          <p:spTgt spid="9629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6300"/>
                                        </p:tgtEl>
                                        <p:attrNameLst>
                                          <p:attrName>style.visibility</p:attrName>
                                        </p:attrNameLst>
                                      </p:cBhvr>
                                      <p:to>
                                        <p:strVal val="visible"/>
                                      </p:to>
                                    </p:set>
                                    <p:animEffect transition="in" filter="wipe(left)">
                                      <p:cBhvr>
                                        <p:cTn id="67" dur="500"/>
                                        <p:tgtEl>
                                          <p:spTgt spid="96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6011863" y="1773238"/>
            <a:ext cx="2808287" cy="1584325"/>
            <a:chOff x="3560" y="845"/>
            <a:chExt cx="1769" cy="998"/>
          </a:xfrm>
        </p:grpSpPr>
        <p:sp>
          <p:nvSpPr>
            <p:cNvPr id="69634" name="Line 3"/>
            <p:cNvSpPr/>
            <p:nvPr/>
          </p:nvSpPr>
          <p:spPr>
            <a:xfrm>
              <a:off x="3678" y="1695"/>
              <a:ext cx="1533" cy="0"/>
            </a:xfrm>
            <a:prstGeom prst="line">
              <a:avLst/>
            </a:prstGeom>
            <a:ln w="22225" cap="flat" cmpd="sng">
              <a:solidFill>
                <a:schemeClr val="tx2"/>
              </a:solidFill>
              <a:prstDash val="solid"/>
              <a:round/>
              <a:headEnd type="none" w="med" len="med"/>
              <a:tailEnd type="triangle" w="sm" len="lg"/>
            </a:ln>
          </p:spPr>
        </p:sp>
        <p:sp>
          <p:nvSpPr>
            <p:cNvPr id="69635" name="Line 4"/>
            <p:cNvSpPr/>
            <p:nvPr/>
          </p:nvSpPr>
          <p:spPr>
            <a:xfrm flipV="1">
              <a:off x="3678" y="919"/>
              <a:ext cx="0" cy="776"/>
            </a:xfrm>
            <a:prstGeom prst="line">
              <a:avLst/>
            </a:prstGeom>
            <a:ln w="22225" cap="flat" cmpd="sng">
              <a:solidFill>
                <a:schemeClr val="tx2"/>
              </a:solidFill>
              <a:prstDash val="solid"/>
              <a:round/>
              <a:headEnd type="none" w="med" len="med"/>
              <a:tailEnd type="triangle" w="sm" len="lg"/>
            </a:ln>
          </p:spPr>
        </p:sp>
        <p:graphicFrame>
          <p:nvGraphicFramePr>
            <p:cNvPr id="69636" name="Object 10"/>
            <p:cNvGraphicFramePr/>
            <p:nvPr/>
          </p:nvGraphicFramePr>
          <p:xfrm>
            <a:off x="3560" y="1695"/>
            <a:ext cx="141" cy="148"/>
          </p:xfrm>
          <a:graphic>
            <a:graphicData uri="http://schemas.openxmlformats.org/presentationml/2006/ole">
              <mc:AlternateContent xmlns:mc="http://schemas.openxmlformats.org/markup-compatibility/2006">
                <mc:Choice xmlns:v="urn:schemas-microsoft-com:vml" Requires="v">
                  <p:oleObj spid="_x0000_s3449" name="" r:id="rId1" imgW="215900" imgH="241300" progId="Equation.3">
                    <p:embed/>
                  </p:oleObj>
                </mc:Choice>
                <mc:Fallback>
                  <p:oleObj name="" r:id="rId1" imgW="215900" imgH="241300" progId="Equation.3">
                    <p:embed/>
                    <p:pic>
                      <p:nvPicPr>
                        <p:cNvPr id="0" name="图片 3448"/>
                        <p:cNvPicPr/>
                        <p:nvPr/>
                      </p:nvPicPr>
                      <p:blipFill>
                        <a:blip r:embed="rId2"/>
                        <a:stretch>
                          <a:fillRect/>
                        </a:stretch>
                      </p:blipFill>
                      <p:spPr>
                        <a:xfrm>
                          <a:off x="3560" y="1695"/>
                          <a:ext cx="141" cy="148"/>
                        </a:xfrm>
                        <a:prstGeom prst="rect">
                          <a:avLst/>
                        </a:prstGeom>
                        <a:noFill/>
                        <a:ln w="38100">
                          <a:noFill/>
                          <a:miter/>
                        </a:ln>
                      </p:spPr>
                    </p:pic>
                  </p:oleObj>
                </mc:Fallback>
              </mc:AlternateContent>
            </a:graphicData>
          </a:graphic>
        </p:graphicFrame>
        <p:graphicFrame>
          <p:nvGraphicFramePr>
            <p:cNvPr id="69637" name="Object 11"/>
            <p:cNvGraphicFramePr/>
            <p:nvPr/>
          </p:nvGraphicFramePr>
          <p:xfrm>
            <a:off x="5218" y="1695"/>
            <a:ext cx="111" cy="117"/>
          </p:xfrm>
          <a:graphic>
            <a:graphicData uri="http://schemas.openxmlformats.org/presentationml/2006/ole">
              <mc:AlternateContent xmlns:mc="http://schemas.openxmlformats.org/markup-compatibility/2006">
                <mc:Choice xmlns:v="urn:schemas-microsoft-com:vml" Requires="v">
                  <p:oleObj spid="_x0000_s3448" name="" r:id="rId3" imgW="203200" imgH="228600" progId="Equation.3">
                    <p:embed/>
                  </p:oleObj>
                </mc:Choice>
                <mc:Fallback>
                  <p:oleObj name="" r:id="rId3" imgW="203200" imgH="228600" progId="Equation.3">
                    <p:embed/>
                    <p:pic>
                      <p:nvPicPr>
                        <p:cNvPr id="0" name="图片 3447"/>
                        <p:cNvPicPr/>
                        <p:nvPr/>
                      </p:nvPicPr>
                      <p:blipFill>
                        <a:blip r:embed="rId4"/>
                        <a:stretch>
                          <a:fillRect/>
                        </a:stretch>
                      </p:blipFill>
                      <p:spPr>
                        <a:xfrm>
                          <a:off x="5218" y="1695"/>
                          <a:ext cx="111" cy="117"/>
                        </a:xfrm>
                        <a:prstGeom prst="rect">
                          <a:avLst/>
                        </a:prstGeom>
                        <a:noFill/>
                        <a:ln w="38100">
                          <a:noFill/>
                          <a:miter/>
                        </a:ln>
                      </p:spPr>
                    </p:pic>
                  </p:oleObj>
                </mc:Fallback>
              </mc:AlternateContent>
            </a:graphicData>
          </a:graphic>
        </p:graphicFrame>
        <p:graphicFrame>
          <p:nvGraphicFramePr>
            <p:cNvPr id="69638" name="Object 12"/>
            <p:cNvGraphicFramePr/>
            <p:nvPr/>
          </p:nvGraphicFramePr>
          <p:xfrm>
            <a:off x="3740" y="845"/>
            <a:ext cx="174" cy="150"/>
          </p:xfrm>
          <a:graphic>
            <a:graphicData uri="http://schemas.openxmlformats.org/presentationml/2006/ole">
              <mc:AlternateContent xmlns:mc="http://schemas.openxmlformats.org/markup-compatibility/2006">
                <mc:Choice xmlns:v="urn:schemas-microsoft-com:vml" Requires="v">
                  <p:oleObj spid="_x0000_s3445" name="" r:id="rId5" imgW="317500" imgH="292100" progId="Equation.3">
                    <p:embed/>
                  </p:oleObj>
                </mc:Choice>
                <mc:Fallback>
                  <p:oleObj name="" r:id="rId5" imgW="317500" imgH="292100" progId="Equation.3">
                    <p:embed/>
                    <p:pic>
                      <p:nvPicPr>
                        <p:cNvPr id="0" name="图片 3444"/>
                        <p:cNvPicPr/>
                        <p:nvPr/>
                      </p:nvPicPr>
                      <p:blipFill>
                        <a:blip r:embed="rId6"/>
                        <a:stretch>
                          <a:fillRect/>
                        </a:stretch>
                      </p:blipFill>
                      <p:spPr>
                        <a:xfrm>
                          <a:off x="3740" y="845"/>
                          <a:ext cx="174" cy="150"/>
                        </a:xfrm>
                        <a:prstGeom prst="rect">
                          <a:avLst/>
                        </a:prstGeom>
                        <a:noFill/>
                        <a:ln w="38100">
                          <a:noFill/>
                          <a:miter/>
                        </a:ln>
                      </p:spPr>
                    </p:pic>
                  </p:oleObj>
                </mc:Fallback>
              </mc:AlternateContent>
            </a:graphicData>
          </a:graphic>
        </p:graphicFrame>
      </p:grpSp>
      <p:grpSp>
        <p:nvGrpSpPr>
          <p:cNvPr id="3" name="Group 8"/>
          <p:cNvGrpSpPr/>
          <p:nvPr/>
        </p:nvGrpSpPr>
        <p:grpSpPr>
          <a:xfrm>
            <a:off x="6227763" y="2276475"/>
            <a:ext cx="733425" cy="792163"/>
            <a:chOff x="3696" y="1162"/>
            <a:chExt cx="462" cy="499"/>
          </a:xfrm>
        </p:grpSpPr>
        <p:sp>
          <p:nvSpPr>
            <p:cNvPr id="69640" name="Line 9"/>
            <p:cNvSpPr/>
            <p:nvPr/>
          </p:nvSpPr>
          <p:spPr>
            <a:xfrm>
              <a:off x="4158" y="1208"/>
              <a:ext cx="0" cy="453"/>
            </a:xfrm>
            <a:prstGeom prst="line">
              <a:avLst/>
            </a:prstGeom>
            <a:ln w="19050" cap="flat" cmpd="sng">
              <a:solidFill>
                <a:schemeClr val="tx1"/>
              </a:solidFill>
              <a:prstDash val="dash"/>
              <a:round/>
              <a:headEnd type="none" w="med" len="med"/>
              <a:tailEnd type="none" w="med" len="med"/>
            </a:ln>
          </p:spPr>
        </p:sp>
        <p:sp>
          <p:nvSpPr>
            <p:cNvPr id="69641" name="Line 10"/>
            <p:cNvSpPr/>
            <p:nvPr/>
          </p:nvSpPr>
          <p:spPr>
            <a:xfrm flipH="1">
              <a:off x="3696" y="1162"/>
              <a:ext cx="454" cy="0"/>
            </a:xfrm>
            <a:prstGeom prst="line">
              <a:avLst/>
            </a:prstGeom>
            <a:ln w="19050" cap="flat" cmpd="sng">
              <a:solidFill>
                <a:schemeClr val="tx1"/>
              </a:solidFill>
              <a:prstDash val="dash"/>
              <a:round/>
              <a:headEnd type="none" w="med" len="med"/>
              <a:tailEnd type="none" w="med" len="med"/>
            </a:ln>
          </p:spPr>
        </p:sp>
      </p:grpSp>
      <p:grpSp>
        <p:nvGrpSpPr>
          <p:cNvPr id="4" name="Group 11"/>
          <p:cNvGrpSpPr/>
          <p:nvPr/>
        </p:nvGrpSpPr>
        <p:grpSpPr>
          <a:xfrm>
            <a:off x="6973888" y="2132013"/>
            <a:ext cx="1295400" cy="936625"/>
            <a:chOff x="4166" y="1071"/>
            <a:chExt cx="816" cy="590"/>
          </a:xfrm>
        </p:grpSpPr>
        <p:graphicFrame>
          <p:nvGraphicFramePr>
            <p:cNvPr id="69643" name="Object 9"/>
            <p:cNvGraphicFramePr/>
            <p:nvPr/>
          </p:nvGraphicFramePr>
          <p:xfrm>
            <a:off x="4438" y="1071"/>
            <a:ext cx="344" cy="456"/>
          </p:xfrm>
          <a:graphic>
            <a:graphicData uri="http://schemas.openxmlformats.org/presentationml/2006/ole">
              <mc:AlternateContent xmlns:mc="http://schemas.openxmlformats.org/markup-compatibility/2006">
                <mc:Choice xmlns:v="urn:schemas-microsoft-com:vml" Requires="v">
                  <p:oleObj spid="_x0000_s3444" name="" r:id="rId7" imgW="1282700" imgH="1930400" progId="Equation.3">
                    <p:embed/>
                  </p:oleObj>
                </mc:Choice>
                <mc:Fallback>
                  <p:oleObj name="" r:id="rId7" imgW="1282700" imgH="1930400" progId="Equation.3">
                    <p:embed/>
                    <p:pic>
                      <p:nvPicPr>
                        <p:cNvPr id="0" name="图片 3443"/>
                        <p:cNvPicPr/>
                        <p:nvPr/>
                      </p:nvPicPr>
                      <p:blipFill>
                        <a:blip r:embed="rId8">
                          <a:clrChange>
                            <a:clrFrom>
                              <a:srgbClr val="000000"/>
                            </a:clrFrom>
                            <a:clrTo>
                              <a:srgbClr val="FF0000"/>
                            </a:clrTo>
                          </a:clrChange>
                        </a:blip>
                        <a:stretch>
                          <a:fillRect/>
                        </a:stretch>
                      </p:blipFill>
                      <p:spPr>
                        <a:xfrm>
                          <a:off x="4438" y="1071"/>
                          <a:ext cx="344" cy="456"/>
                        </a:xfrm>
                        <a:prstGeom prst="rect">
                          <a:avLst/>
                        </a:prstGeom>
                        <a:noFill/>
                        <a:ln w="38100">
                          <a:noFill/>
                          <a:miter/>
                        </a:ln>
                      </p:spPr>
                    </p:pic>
                  </p:oleObj>
                </mc:Fallback>
              </mc:AlternateContent>
            </a:graphicData>
          </a:graphic>
        </p:graphicFrame>
        <p:sp>
          <p:nvSpPr>
            <p:cNvPr id="69644" name="Freeform 13"/>
            <p:cNvSpPr/>
            <p:nvPr/>
          </p:nvSpPr>
          <p:spPr>
            <a:xfrm>
              <a:off x="4166" y="1162"/>
              <a:ext cx="816" cy="499"/>
            </a:xfrm>
            <a:custGeom>
              <a:avLst/>
              <a:gdLst/>
              <a:ahLst/>
              <a:cxnLst>
                <a:cxn ang="0">
                  <a:pos x="0" y="0"/>
                </a:cxn>
                <a:cxn ang="0">
                  <a:pos x="317" y="332"/>
                </a:cxn>
                <a:cxn ang="0">
                  <a:pos x="816" y="499"/>
                </a:cxn>
              </a:cxnLst>
              <a:pathLst>
                <a:path w="816" h="545">
                  <a:moveTo>
                    <a:pt x="0" y="0"/>
                  </a:moveTo>
                  <a:cubicBezTo>
                    <a:pt x="90" y="136"/>
                    <a:pt x="181" y="272"/>
                    <a:pt x="317" y="363"/>
                  </a:cubicBezTo>
                  <a:cubicBezTo>
                    <a:pt x="453" y="454"/>
                    <a:pt x="733" y="515"/>
                    <a:pt x="816" y="545"/>
                  </a:cubicBezTo>
                </a:path>
              </a:pathLst>
            </a:custGeom>
            <a:noFill/>
            <a:ln w="38100" cap="flat" cmpd="sng">
              <a:solidFill>
                <a:srgbClr val="FF0000"/>
              </a:solidFill>
              <a:prstDash val="solid"/>
              <a:round/>
              <a:headEnd type="none" w="med" len="med"/>
              <a:tailEnd type="none" w="med" len="med"/>
            </a:ln>
          </p:spPr>
          <p:txBody>
            <a:bodyPr/>
            <a:p>
              <a:endParaRPr lang="zh-CN" altLang="en-US"/>
            </a:p>
          </p:txBody>
        </p:sp>
      </p:grpSp>
      <p:sp>
        <p:nvSpPr>
          <p:cNvPr id="97294" name="Line 14"/>
          <p:cNvSpPr/>
          <p:nvPr/>
        </p:nvSpPr>
        <p:spPr>
          <a:xfrm flipV="1">
            <a:off x="6227763" y="3127375"/>
            <a:ext cx="720725" cy="0"/>
          </a:xfrm>
          <a:prstGeom prst="line">
            <a:avLst/>
          </a:prstGeom>
          <a:ln w="38100" cap="flat" cmpd="sng">
            <a:solidFill>
              <a:srgbClr val="FF0000"/>
            </a:solidFill>
            <a:prstDash val="solid"/>
            <a:round/>
            <a:headEnd type="none" w="med" len="med"/>
            <a:tailEnd type="none" w="med" len="med"/>
          </a:ln>
        </p:spPr>
      </p:sp>
      <p:sp>
        <p:nvSpPr>
          <p:cNvPr id="69646" name="Text Box 15"/>
          <p:cNvSpPr txBox="1"/>
          <p:nvPr/>
        </p:nvSpPr>
        <p:spPr>
          <a:xfrm>
            <a:off x="395288" y="1052513"/>
            <a:ext cx="1584325" cy="442912"/>
          </a:xfrm>
          <a:prstGeom prst="rect">
            <a:avLst/>
          </a:prstGeom>
          <a:noFill/>
          <a:ln w="9525">
            <a:noFill/>
          </a:ln>
        </p:spPr>
        <p:txBody>
          <a:bodyPr anchor="t" anchorCtr="0">
            <a:spAutoFit/>
          </a:bodyPr>
          <a:p>
            <a:pPr algn="ctr"/>
            <a:r>
              <a:rPr lang="en-US" altLang="zh-CN" sz="2100" b="1" dirty="0">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 </a:t>
            </a:r>
            <a:r>
              <a:rPr lang="zh-CN" altLang="en-US" sz="2300" b="1" dirty="0">
                <a:latin typeface="Times New Roman" panose="02020603050405020304" pitchFamily="18" charset="0"/>
                <a:ea typeface="华文中宋" panose="02010600040101010101" pitchFamily="2" charset="-122"/>
              </a:rPr>
              <a:t>结论：</a:t>
            </a:r>
            <a:endParaRPr lang="zh-CN" altLang="en-US" sz="2300" b="1" dirty="0">
              <a:latin typeface="Times New Roman" panose="02020603050405020304" pitchFamily="18" charset="0"/>
              <a:ea typeface="华文中宋" panose="02010600040101010101" pitchFamily="2" charset="-122"/>
            </a:endParaRPr>
          </a:p>
        </p:txBody>
      </p:sp>
      <p:sp>
        <p:nvSpPr>
          <p:cNvPr id="97296" name="Text Box 16"/>
          <p:cNvSpPr txBox="1"/>
          <p:nvPr/>
        </p:nvSpPr>
        <p:spPr>
          <a:xfrm>
            <a:off x="1619250" y="1052513"/>
            <a:ext cx="4829175" cy="442912"/>
          </a:xfrm>
          <a:prstGeom prst="rect">
            <a:avLst/>
          </a:prstGeom>
          <a:noFill/>
          <a:ln w="9525">
            <a:noFill/>
          </a:ln>
        </p:spPr>
        <p:txBody>
          <a:bodyPr anchor="t" anchorCtr="0">
            <a:spAutoFit/>
          </a:bodyPr>
          <a:p>
            <a:pPr algn="ctr"/>
            <a:r>
              <a:rPr lang="zh-CN" altLang="en-US" sz="2300" b="1" dirty="0">
                <a:latin typeface="华文中宋" panose="02010600040101010101" pitchFamily="2" charset="-122"/>
                <a:ea typeface="华文中宋" panose="02010600040101010101" pitchFamily="2" charset="-122"/>
              </a:rPr>
              <a:t>无限长均匀带电圆柱面的场强</a:t>
            </a:r>
            <a:endParaRPr lang="zh-CN" altLang="en-US" sz="2300" b="1" dirty="0">
              <a:latin typeface="Times New Roman" panose="02020603050405020304" pitchFamily="18" charset="0"/>
              <a:ea typeface="华文中宋" panose="02010600040101010101" pitchFamily="2" charset="-122"/>
            </a:endParaRPr>
          </a:p>
        </p:txBody>
      </p:sp>
      <p:grpSp>
        <p:nvGrpSpPr>
          <p:cNvPr id="5" name="Group 17"/>
          <p:cNvGrpSpPr/>
          <p:nvPr/>
        </p:nvGrpSpPr>
        <p:grpSpPr>
          <a:xfrm>
            <a:off x="1044575" y="2082800"/>
            <a:ext cx="1077913" cy="1008063"/>
            <a:chOff x="613" y="1026"/>
            <a:chExt cx="679" cy="635"/>
          </a:xfrm>
        </p:grpSpPr>
        <p:graphicFrame>
          <p:nvGraphicFramePr>
            <p:cNvPr id="69649" name="Object 8"/>
            <p:cNvGraphicFramePr/>
            <p:nvPr/>
          </p:nvGraphicFramePr>
          <p:xfrm>
            <a:off x="613" y="1208"/>
            <a:ext cx="453" cy="217"/>
          </p:xfrm>
          <a:graphic>
            <a:graphicData uri="http://schemas.openxmlformats.org/presentationml/2006/ole">
              <mc:AlternateContent xmlns:mc="http://schemas.openxmlformats.org/markup-compatibility/2006">
                <mc:Choice xmlns:v="urn:schemas-microsoft-com:vml" Requires="v">
                  <p:oleObj spid="_x0000_s3443" name="" r:id="rId9" imgW="1409700" imgH="660400" progId="Equation.3">
                    <p:embed/>
                  </p:oleObj>
                </mc:Choice>
                <mc:Fallback>
                  <p:oleObj name="" r:id="rId9" imgW="1409700" imgH="660400" progId="Equation.3">
                    <p:embed/>
                    <p:pic>
                      <p:nvPicPr>
                        <p:cNvPr id="0" name="图片 3442"/>
                        <p:cNvPicPr/>
                        <p:nvPr/>
                      </p:nvPicPr>
                      <p:blipFill>
                        <a:blip r:embed="rId10">
                          <a:clrChange>
                            <a:clrFrom>
                              <a:srgbClr val="000000"/>
                            </a:clrFrom>
                            <a:clrTo>
                              <a:srgbClr val="800000"/>
                            </a:clrTo>
                          </a:clrChange>
                        </a:blip>
                        <a:stretch>
                          <a:fillRect/>
                        </a:stretch>
                      </p:blipFill>
                      <p:spPr>
                        <a:xfrm>
                          <a:off x="613" y="1208"/>
                          <a:ext cx="453" cy="217"/>
                        </a:xfrm>
                        <a:prstGeom prst="rect">
                          <a:avLst/>
                        </a:prstGeom>
                        <a:noFill/>
                        <a:ln w="38100">
                          <a:noFill/>
                          <a:miter/>
                        </a:ln>
                      </p:spPr>
                    </p:pic>
                  </p:oleObj>
                </mc:Fallback>
              </mc:AlternateContent>
            </a:graphicData>
          </a:graphic>
        </p:graphicFrame>
        <p:sp>
          <p:nvSpPr>
            <p:cNvPr id="69650" name="AutoShape 19"/>
            <p:cNvSpPr/>
            <p:nvPr/>
          </p:nvSpPr>
          <p:spPr>
            <a:xfrm>
              <a:off x="1156" y="1026"/>
              <a:ext cx="136" cy="635"/>
            </a:xfrm>
            <a:prstGeom prst="leftBrace">
              <a:avLst>
                <a:gd name="adj1" fmla="val 38714"/>
                <a:gd name="adj2" fmla="val 50000"/>
              </a:avLst>
            </a:prstGeom>
            <a:noFill/>
            <a:ln w="28575" cap="flat" cmpd="sng">
              <a:solidFill>
                <a:srgbClr val="800000"/>
              </a:solidFill>
              <a:prstDash val="solid"/>
              <a:round/>
              <a:headEnd type="none" w="med" len="med"/>
              <a:tailEnd type="none" w="med" len="med"/>
            </a:ln>
          </p:spPr>
          <p:txBody>
            <a:bodyPr wrap="none" anchor="ctr" anchorCtr="0"/>
            <a:p>
              <a:pPr algn="ctr"/>
              <a:endParaRPr lang="zh-CN" altLang="en-US" dirty="0">
                <a:latin typeface="Arial" panose="020B0604020202020204" pitchFamily="34" charset="0"/>
                <a:ea typeface="宋体" panose="02010600030101010101" pitchFamily="2" charset="-122"/>
              </a:endParaRPr>
            </a:p>
          </p:txBody>
        </p:sp>
      </p:grpSp>
      <p:graphicFrame>
        <p:nvGraphicFramePr>
          <p:cNvPr id="97300" name="Object 2"/>
          <p:cNvGraphicFramePr/>
          <p:nvPr/>
        </p:nvGraphicFramePr>
        <p:xfrm>
          <a:off x="2271713" y="1701800"/>
          <a:ext cx="2587625" cy="919163"/>
        </p:xfrm>
        <a:graphic>
          <a:graphicData uri="http://schemas.openxmlformats.org/presentationml/2006/ole">
            <mc:AlternateContent xmlns:mc="http://schemas.openxmlformats.org/markup-compatibility/2006">
              <mc:Choice xmlns:v="urn:schemas-microsoft-com:vml" Requires="v">
                <p:oleObj spid="_x0000_s3446" name="" r:id="rId11" imgW="7645400" imgH="2298700" progId="Equation.3">
                  <p:embed/>
                </p:oleObj>
              </mc:Choice>
              <mc:Fallback>
                <p:oleObj name="" r:id="rId11" imgW="7645400" imgH="2298700" progId="Equation.3">
                  <p:embed/>
                  <p:pic>
                    <p:nvPicPr>
                      <p:cNvPr id="0" name="图片 3445"/>
                      <p:cNvPicPr/>
                      <p:nvPr/>
                    </p:nvPicPr>
                    <p:blipFill>
                      <a:blip r:embed="rId12">
                        <a:clrChange>
                          <a:clrFrom>
                            <a:srgbClr val="000000"/>
                          </a:clrFrom>
                          <a:clrTo>
                            <a:srgbClr val="800000"/>
                          </a:clrTo>
                        </a:clrChange>
                      </a:blip>
                      <a:stretch>
                        <a:fillRect/>
                      </a:stretch>
                    </p:blipFill>
                    <p:spPr>
                      <a:xfrm>
                        <a:off x="2271713" y="1701800"/>
                        <a:ext cx="2587625" cy="919163"/>
                      </a:xfrm>
                      <a:prstGeom prst="rect">
                        <a:avLst/>
                      </a:prstGeom>
                      <a:noFill/>
                      <a:ln w="38100">
                        <a:noFill/>
                        <a:miter/>
                      </a:ln>
                    </p:spPr>
                  </p:pic>
                </p:oleObj>
              </mc:Fallback>
            </mc:AlternateContent>
          </a:graphicData>
        </a:graphic>
      </p:graphicFrame>
      <p:graphicFrame>
        <p:nvGraphicFramePr>
          <p:cNvPr id="97301" name="Object 3"/>
          <p:cNvGraphicFramePr/>
          <p:nvPr/>
        </p:nvGraphicFramePr>
        <p:xfrm>
          <a:off x="2574925" y="2838450"/>
          <a:ext cx="2379663" cy="396875"/>
        </p:xfrm>
        <a:graphic>
          <a:graphicData uri="http://schemas.openxmlformats.org/presentationml/2006/ole">
            <mc:AlternateContent xmlns:mc="http://schemas.openxmlformats.org/markup-compatibility/2006">
              <mc:Choice xmlns:v="urn:schemas-microsoft-com:vml" Requires="v">
                <p:oleObj spid="_x0000_s3447" name="" r:id="rId13" imgW="5740400" imgH="927100" progId="Equation.3">
                  <p:embed/>
                </p:oleObj>
              </mc:Choice>
              <mc:Fallback>
                <p:oleObj name="" r:id="rId13" imgW="5740400" imgH="927100" progId="Equation.3">
                  <p:embed/>
                  <p:pic>
                    <p:nvPicPr>
                      <p:cNvPr id="0" name="图片 3446"/>
                      <p:cNvPicPr/>
                      <p:nvPr/>
                    </p:nvPicPr>
                    <p:blipFill>
                      <a:blip r:embed="rId14">
                        <a:clrChange>
                          <a:clrFrom>
                            <a:srgbClr val="000000"/>
                          </a:clrFrom>
                          <a:clrTo>
                            <a:srgbClr val="800000"/>
                          </a:clrTo>
                        </a:clrChange>
                      </a:blip>
                      <a:stretch>
                        <a:fillRect/>
                      </a:stretch>
                    </p:blipFill>
                    <p:spPr>
                      <a:xfrm>
                        <a:off x="2574925" y="2838450"/>
                        <a:ext cx="2379663" cy="396875"/>
                      </a:xfrm>
                      <a:prstGeom prst="rect">
                        <a:avLst/>
                      </a:prstGeom>
                      <a:noFill/>
                      <a:ln w="38100">
                        <a:noFill/>
                        <a:miter/>
                      </a:ln>
                    </p:spPr>
                  </p:pic>
                </p:oleObj>
              </mc:Fallback>
            </mc:AlternateContent>
          </a:graphicData>
        </a:graphic>
      </p:graphicFrame>
      <p:sp>
        <p:nvSpPr>
          <p:cNvPr id="97302" name="Text Box 22"/>
          <p:cNvSpPr txBox="1"/>
          <p:nvPr/>
        </p:nvSpPr>
        <p:spPr>
          <a:xfrm>
            <a:off x="396875" y="3429000"/>
            <a:ext cx="4462463" cy="527050"/>
          </a:xfrm>
          <a:prstGeom prst="rect">
            <a:avLst/>
          </a:prstGeom>
          <a:noFill/>
          <a:ln w="9525">
            <a:noFill/>
          </a:ln>
        </p:spPr>
        <p:txBody>
          <a:bodyPr anchor="t" anchorCtr="0">
            <a:spAutoFit/>
          </a:bodyPr>
          <a:p>
            <a:pPr algn="ctr">
              <a:lnSpc>
                <a:spcPct val="130000"/>
              </a:lnSpc>
            </a:pPr>
            <a:r>
              <a:rPr lang="zh-CN" altLang="en-US" sz="2200" b="1" dirty="0">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1</a:t>
            </a:r>
            <a:r>
              <a:rPr lang="zh-CN" altLang="en-US" sz="2200" b="1" dirty="0">
                <a:latin typeface="Times New Roman" panose="02020603050405020304" pitchFamily="18" charset="0"/>
                <a:ea typeface="华文中宋" panose="02010600040101010101" pitchFamily="2" charset="-122"/>
              </a:rPr>
              <a:t>）圆柱面外的场强</a:t>
            </a:r>
            <a:endParaRPr lang="zh-CN" altLang="en-US" sz="2200" b="1" dirty="0">
              <a:latin typeface="Times New Roman" panose="02020603050405020304" pitchFamily="18" charset="0"/>
              <a:ea typeface="华文中宋" panose="02010600040101010101" pitchFamily="2" charset="-122"/>
            </a:endParaRPr>
          </a:p>
        </p:txBody>
      </p:sp>
      <p:sp>
        <p:nvSpPr>
          <p:cNvPr id="97303" name="Text Box 23"/>
          <p:cNvSpPr txBox="1"/>
          <p:nvPr/>
        </p:nvSpPr>
        <p:spPr>
          <a:xfrm>
            <a:off x="395288" y="4581525"/>
            <a:ext cx="5400675" cy="519113"/>
          </a:xfrm>
          <a:prstGeom prst="rect">
            <a:avLst/>
          </a:prstGeom>
          <a:noFill/>
          <a:ln w="9525">
            <a:noFill/>
          </a:ln>
        </p:spPr>
        <p:txBody>
          <a:bodyPr anchor="t" anchorCtr="0">
            <a:spAutoFit/>
          </a:bodyPr>
          <a:p>
            <a:pPr algn="ctr"/>
            <a:r>
              <a:rPr lang="zh-CN" altLang="en-US" sz="2200" b="1" dirty="0">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2</a:t>
            </a:r>
            <a:r>
              <a:rPr lang="zh-CN" altLang="en-US" sz="2200" b="1" dirty="0">
                <a:latin typeface="Times New Roman" panose="02020603050405020304" pitchFamily="18" charset="0"/>
                <a:ea typeface="华文中宋" panose="02010600040101010101" pitchFamily="2" charset="-122"/>
              </a:rPr>
              <a:t>）圆柱面内的场强处处</a:t>
            </a:r>
            <a:r>
              <a:rPr lang="zh-CN" altLang="en-US" sz="2400" b="1"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rPr>
              <a:t>=</a:t>
            </a:r>
            <a:r>
              <a:rPr lang="en-US" altLang="zh-CN" sz="2200" b="1" dirty="0">
                <a:latin typeface="Times New Roman" panose="02020603050405020304" pitchFamily="18" charset="0"/>
                <a:ea typeface="华文中宋" panose="02010600040101010101" pitchFamily="2" charset="-122"/>
              </a:rPr>
              <a:t> </a:t>
            </a:r>
            <a:r>
              <a:rPr lang="en-US" altLang="zh-CN" sz="2600" b="1" dirty="0">
                <a:latin typeface="Times New Roman" panose="02020603050405020304" pitchFamily="18" charset="0"/>
                <a:ea typeface="华文中宋" panose="02010600040101010101" pitchFamily="2" charset="-122"/>
              </a:rPr>
              <a:t>0</a:t>
            </a:r>
            <a:r>
              <a:rPr lang="en-US" altLang="zh-CN" sz="2200" b="1" dirty="0">
                <a:latin typeface="Times New Roman" panose="02020603050405020304" pitchFamily="18" charset="0"/>
                <a:ea typeface="华文中宋" panose="02010600040101010101" pitchFamily="2" charset="-122"/>
              </a:rPr>
              <a:t> </a:t>
            </a:r>
            <a:r>
              <a:rPr lang="zh-CN" altLang="en-US" sz="2200" b="1" dirty="0">
                <a:latin typeface="Times New Roman" panose="02020603050405020304" pitchFamily="18" charset="0"/>
                <a:ea typeface="华文中宋" panose="02010600040101010101" pitchFamily="2" charset="-122"/>
              </a:rPr>
              <a:t>。</a:t>
            </a:r>
            <a:endParaRPr lang="zh-CN" altLang="en-US" sz="2200" b="1" dirty="0">
              <a:latin typeface="Times New Roman" panose="02020603050405020304" pitchFamily="18" charset="0"/>
              <a:ea typeface="华文中宋" panose="02010600040101010101" pitchFamily="2" charset="-122"/>
            </a:endParaRPr>
          </a:p>
        </p:txBody>
      </p:sp>
      <p:grpSp>
        <p:nvGrpSpPr>
          <p:cNvPr id="6" name="Group 24"/>
          <p:cNvGrpSpPr/>
          <p:nvPr/>
        </p:nvGrpSpPr>
        <p:grpSpPr>
          <a:xfrm>
            <a:off x="6804025" y="3087688"/>
            <a:ext cx="288925" cy="433387"/>
            <a:chOff x="4059" y="1661"/>
            <a:chExt cx="182" cy="273"/>
          </a:xfrm>
        </p:grpSpPr>
        <p:graphicFrame>
          <p:nvGraphicFramePr>
            <p:cNvPr id="69656" name="Object 6"/>
            <p:cNvGraphicFramePr/>
            <p:nvPr/>
          </p:nvGraphicFramePr>
          <p:xfrm>
            <a:off x="4059" y="1752"/>
            <a:ext cx="182" cy="182"/>
          </p:xfrm>
          <a:graphic>
            <a:graphicData uri="http://schemas.openxmlformats.org/presentationml/2006/ole">
              <mc:AlternateContent xmlns:mc="http://schemas.openxmlformats.org/markup-compatibility/2006">
                <mc:Choice xmlns:v="urn:schemas-microsoft-com:vml" Requires="v">
                  <p:oleObj spid="_x0000_s3452" name="" r:id="rId15" imgW="660400" imgH="660400" progId="Equation.3">
                    <p:embed/>
                  </p:oleObj>
                </mc:Choice>
                <mc:Fallback>
                  <p:oleObj name="" r:id="rId15" imgW="660400" imgH="660400" progId="Equation.3">
                    <p:embed/>
                    <p:pic>
                      <p:nvPicPr>
                        <p:cNvPr id="0" name="图片 3451"/>
                        <p:cNvPicPr/>
                        <p:nvPr/>
                      </p:nvPicPr>
                      <p:blipFill>
                        <a:blip r:embed="rId16">
                          <a:clrChange>
                            <a:clrFrom>
                              <a:srgbClr val="000000"/>
                            </a:clrFrom>
                            <a:clrTo>
                              <a:srgbClr val="FF0000"/>
                            </a:clrTo>
                          </a:clrChange>
                        </a:blip>
                        <a:stretch>
                          <a:fillRect/>
                        </a:stretch>
                      </p:blipFill>
                      <p:spPr>
                        <a:xfrm>
                          <a:off x="4059" y="1752"/>
                          <a:ext cx="182" cy="182"/>
                        </a:xfrm>
                        <a:prstGeom prst="rect">
                          <a:avLst/>
                        </a:prstGeom>
                        <a:noFill/>
                        <a:ln w="38100">
                          <a:noFill/>
                          <a:miter/>
                        </a:ln>
                      </p:spPr>
                    </p:pic>
                  </p:oleObj>
                </mc:Fallback>
              </mc:AlternateContent>
            </a:graphicData>
          </a:graphic>
        </p:graphicFrame>
        <p:graphicFrame>
          <p:nvGraphicFramePr>
            <p:cNvPr id="69657" name="Object 7"/>
            <p:cNvGraphicFramePr/>
            <p:nvPr/>
          </p:nvGraphicFramePr>
          <p:xfrm>
            <a:off x="4131" y="1661"/>
            <a:ext cx="64" cy="72"/>
          </p:xfrm>
          <a:graphic>
            <a:graphicData uri="http://schemas.openxmlformats.org/presentationml/2006/ole">
              <mc:AlternateContent xmlns:mc="http://schemas.openxmlformats.org/markup-compatibility/2006">
                <mc:Choice xmlns:v="urn:schemas-microsoft-com:vml" Requires="v">
                  <p:oleObj spid="_x0000_s3450" name="" r:id="rId17" imgW="203200" imgH="241300" progId="Equation.3">
                    <p:embed/>
                  </p:oleObj>
                </mc:Choice>
                <mc:Fallback>
                  <p:oleObj name="" r:id="rId17" imgW="203200" imgH="241300" progId="Equation.3">
                    <p:embed/>
                    <p:pic>
                      <p:nvPicPr>
                        <p:cNvPr id="0" name="图片 3449"/>
                        <p:cNvPicPr/>
                        <p:nvPr/>
                      </p:nvPicPr>
                      <p:blipFill>
                        <a:blip r:embed="rId18">
                          <a:clrChange>
                            <a:clrFrom>
                              <a:srgbClr val="000000"/>
                            </a:clrFrom>
                            <a:clrTo>
                              <a:srgbClr val="FF0000"/>
                            </a:clrTo>
                          </a:clrChange>
                        </a:blip>
                        <a:stretch>
                          <a:fillRect/>
                        </a:stretch>
                      </p:blipFill>
                      <p:spPr>
                        <a:xfrm>
                          <a:off x="4131" y="1661"/>
                          <a:ext cx="64" cy="72"/>
                        </a:xfrm>
                        <a:prstGeom prst="rect">
                          <a:avLst/>
                        </a:prstGeom>
                        <a:noFill/>
                        <a:ln w="38100">
                          <a:noFill/>
                          <a:miter/>
                        </a:ln>
                      </p:spPr>
                    </p:pic>
                  </p:oleObj>
                </mc:Fallback>
              </mc:AlternateContent>
            </a:graphicData>
          </a:graphic>
        </p:graphicFrame>
      </p:grpSp>
      <p:sp>
        <p:nvSpPr>
          <p:cNvPr id="97307" name="Rectangle 27"/>
          <p:cNvSpPr/>
          <p:nvPr/>
        </p:nvSpPr>
        <p:spPr>
          <a:xfrm>
            <a:off x="1114425" y="3932238"/>
            <a:ext cx="7561263" cy="519112"/>
          </a:xfrm>
          <a:prstGeom prst="rect">
            <a:avLst/>
          </a:prstGeom>
          <a:noFill/>
          <a:ln w="9525">
            <a:noFill/>
          </a:ln>
        </p:spPr>
        <p:txBody>
          <a:bodyPr anchor="t" anchorCtr="0">
            <a:spAutoFit/>
          </a:bodyPr>
          <a:p>
            <a:pPr algn="ctr"/>
            <a:r>
              <a:rPr lang="en-US" altLang="zh-CN" sz="2800" b="1" dirty="0">
                <a:latin typeface="Times New Roman" panose="02020603050405020304" pitchFamily="18" charset="0"/>
                <a:ea typeface="华文中宋" panose="02010600040101010101" pitchFamily="2" charset="-122"/>
              </a:rPr>
              <a:t>= </a:t>
            </a:r>
            <a:r>
              <a:rPr lang="zh-CN" altLang="en-US" sz="2300" b="1" dirty="0">
                <a:latin typeface="Times New Roman" panose="02020603050405020304" pitchFamily="18" charset="0"/>
                <a:ea typeface="华文中宋" panose="02010600040101010101" pitchFamily="2" charset="-122"/>
              </a:rPr>
              <a:t>把电量集中于轴线上的无限长均匀带电直线的场强；</a:t>
            </a:r>
            <a:endParaRPr lang="zh-CN" altLang="en-US" sz="2300" b="1" dirty="0">
              <a:latin typeface="Times New Roman" panose="02020603050405020304" pitchFamily="18" charset="0"/>
              <a:ea typeface="华文中宋" panose="02010600040101010101" pitchFamily="2" charset="-122"/>
            </a:endParaRPr>
          </a:p>
        </p:txBody>
      </p:sp>
      <p:sp>
        <p:nvSpPr>
          <p:cNvPr id="97308" name="Text Box 28"/>
          <p:cNvSpPr txBox="1"/>
          <p:nvPr/>
        </p:nvSpPr>
        <p:spPr>
          <a:xfrm>
            <a:off x="6443663" y="4724400"/>
            <a:ext cx="2238375" cy="396875"/>
          </a:xfrm>
          <a:prstGeom prst="rect">
            <a:avLst/>
          </a:prstGeom>
          <a:noFill/>
          <a:ln w="12700">
            <a:noFill/>
          </a:ln>
        </p:spPr>
        <p:txBody>
          <a:bodyPr anchor="t" anchorCtr="0">
            <a:spAutoFit/>
          </a:bodyPr>
          <a:p>
            <a:pPr algn="ctr" eaLnBrk="0" hangingPunct="0">
              <a:spcBef>
                <a:spcPct val="50000"/>
              </a:spcBef>
            </a:pPr>
            <a:r>
              <a:rPr lang="en-US" altLang="zh-CN" sz="2000" b="1" i="1" dirty="0">
                <a:latin typeface="宋体" panose="02010600030101010101" pitchFamily="2" charset="-122"/>
                <a:ea typeface="宋体" panose="02010600030101010101" pitchFamily="2" charset="-122"/>
              </a:rPr>
              <a:t>E</a:t>
            </a:r>
            <a:r>
              <a:rPr lang="en-US" altLang="zh-CN" sz="2000" b="1" dirty="0">
                <a:latin typeface="宋体" panose="02010600030101010101" pitchFamily="2" charset="-122"/>
                <a:ea typeface="宋体" panose="02010600030101010101" pitchFamily="2" charset="-122"/>
                <a:sym typeface="Symbol" panose="05050102010706020507" pitchFamily="18" charset="2"/>
              </a:rPr>
              <a:t></a:t>
            </a:r>
            <a:r>
              <a:rPr lang="en-US" altLang="zh-CN" sz="2000" b="1" i="1" dirty="0">
                <a:latin typeface="宋体" panose="02010600030101010101" pitchFamily="2" charset="-122"/>
                <a:ea typeface="宋体" panose="02010600030101010101" pitchFamily="2" charset="-122"/>
                <a:sym typeface="Symbol" panose="05050102010706020507" pitchFamily="18" charset="2"/>
              </a:rPr>
              <a:t>r </a:t>
            </a:r>
            <a:r>
              <a:rPr lang="zh-CN" altLang="en-US" sz="2000" b="1" dirty="0">
                <a:latin typeface="宋体" panose="02010600030101010101" pitchFamily="2" charset="-122"/>
                <a:ea typeface="宋体" panose="02010600030101010101" pitchFamily="2" charset="-122"/>
                <a:sym typeface="Symbol" panose="05050102010706020507" pitchFamily="18" charset="2"/>
              </a:rPr>
              <a:t>关系曲线</a:t>
            </a:r>
            <a:endParaRPr lang="zh-CN" altLang="en-US" sz="2000" b="1" dirty="0">
              <a:latin typeface="宋体" panose="02010600030101010101" pitchFamily="2" charset="-122"/>
              <a:ea typeface="宋体" panose="02010600030101010101" pitchFamily="2" charset="-122"/>
            </a:endParaRPr>
          </a:p>
        </p:txBody>
      </p:sp>
      <p:grpSp>
        <p:nvGrpSpPr>
          <p:cNvPr id="7" name="Group 29"/>
          <p:cNvGrpSpPr/>
          <p:nvPr/>
        </p:nvGrpSpPr>
        <p:grpSpPr>
          <a:xfrm>
            <a:off x="4594225" y="4956175"/>
            <a:ext cx="1871663" cy="742950"/>
            <a:chOff x="42" y="2804"/>
            <a:chExt cx="1721" cy="632"/>
          </a:xfrm>
        </p:grpSpPr>
        <p:sp>
          <p:nvSpPr>
            <p:cNvPr id="69661" name="Line 30"/>
            <p:cNvSpPr/>
            <p:nvPr/>
          </p:nvSpPr>
          <p:spPr>
            <a:xfrm>
              <a:off x="707" y="3120"/>
              <a:ext cx="1056" cy="0"/>
            </a:xfrm>
            <a:prstGeom prst="line">
              <a:avLst/>
            </a:prstGeom>
            <a:ln w="12700" cap="flat" cmpd="sng">
              <a:solidFill>
                <a:schemeClr val="tx1"/>
              </a:solidFill>
              <a:prstDash val="dash"/>
              <a:round/>
              <a:headEnd type="none" w="sm" len="sm"/>
              <a:tailEnd type="none" w="sm" len="sm"/>
            </a:ln>
          </p:spPr>
        </p:sp>
        <p:graphicFrame>
          <p:nvGraphicFramePr>
            <p:cNvPr id="69662" name="Object 5"/>
            <p:cNvGraphicFramePr/>
            <p:nvPr/>
          </p:nvGraphicFramePr>
          <p:xfrm>
            <a:off x="42" y="2804"/>
            <a:ext cx="601" cy="632"/>
          </p:xfrm>
          <a:graphic>
            <a:graphicData uri="http://schemas.openxmlformats.org/presentationml/2006/ole">
              <mc:AlternateContent xmlns:mc="http://schemas.openxmlformats.org/markup-compatibility/2006">
                <mc:Choice xmlns:v="urn:schemas-microsoft-com:vml" Requires="v">
                  <p:oleObj spid="_x0000_s3453" name="" r:id="rId19" imgW="1054100" imgH="977900" progId="Equation.3">
                    <p:embed/>
                  </p:oleObj>
                </mc:Choice>
                <mc:Fallback>
                  <p:oleObj name="" r:id="rId19" imgW="1054100" imgH="977900" progId="Equation.3">
                    <p:embed/>
                    <p:pic>
                      <p:nvPicPr>
                        <p:cNvPr id="0" name="图片 3452"/>
                        <p:cNvPicPr/>
                        <p:nvPr/>
                      </p:nvPicPr>
                      <p:blipFill>
                        <a:blip r:embed="rId20">
                          <a:clrChange>
                            <a:clrFrom>
                              <a:srgbClr val="000000"/>
                            </a:clrFrom>
                            <a:clrTo>
                              <a:srgbClr val="000000"/>
                            </a:clrTo>
                          </a:clrChange>
                        </a:blip>
                        <a:stretch>
                          <a:fillRect/>
                        </a:stretch>
                      </p:blipFill>
                      <p:spPr>
                        <a:xfrm>
                          <a:off x="42" y="2804"/>
                          <a:ext cx="601" cy="632"/>
                        </a:xfrm>
                        <a:prstGeom prst="rect">
                          <a:avLst/>
                        </a:prstGeom>
                        <a:noFill/>
                        <a:ln w="38100">
                          <a:noFill/>
                          <a:miter/>
                        </a:ln>
                      </p:spPr>
                    </p:pic>
                  </p:oleObj>
                </mc:Fallback>
              </mc:AlternateContent>
            </a:graphicData>
          </a:graphic>
        </p:graphicFrame>
      </p:grpSp>
      <p:grpSp>
        <p:nvGrpSpPr>
          <p:cNvPr id="8" name="Group 32"/>
          <p:cNvGrpSpPr/>
          <p:nvPr/>
        </p:nvGrpSpPr>
        <p:grpSpPr>
          <a:xfrm>
            <a:off x="5284788" y="4581525"/>
            <a:ext cx="3435350" cy="2108200"/>
            <a:chOff x="463" y="2304"/>
            <a:chExt cx="3596" cy="1794"/>
          </a:xfrm>
        </p:grpSpPr>
        <p:sp>
          <p:nvSpPr>
            <p:cNvPr id="69664" name="Rectangle 33"/>
            <p:cNvSpPr/>
            <p:nvPr/>
          </p:nvSpPr>
          <p:spPr>
            <a:xfrm>
              <a:off x="1615" y="3647"/>
              <a:ext cx="378" cy="442"/>
            </a:xfrm>
            <a:prstGeom prst="rect">
              <a:avLst/>
            </a:prstGeom>
            <a:noFill/>
            <a:ln w="31750">
              <a:noFill/>
            </a:ln>
          </p:spPr>
          <p:txBody>
            <a:bodyPr wrap="none" lIns="92075" tIns="46038" rIns="92075" bIns="46038" anchor="t" anchorCtr="0">
              <a:spAutoFit/>
            </a:bodyPr>
            <a:p>
              <a:pPr algn="ctr" eaLnBrk="0" hangingPunct="0"/>
              <a:r>
                <a:rPr lang="en-US" altLang="zh-CN" sz="2800" i="1" dirty="0">
                  <a:latin typeface="宋体" panose="02010600030101010101" pitchFamily="2" charset="-122"/>
                  <a:ea typeface="宋体" panose="02010600030101010101" pitchFamily="2" charset="-122"/>
                </a:rPr>
                <a:t>R</a:t>
              </a:r>
              <a:endParaRPr lang="en-US" altLang="zh-CN" sz="2800" i="1" dirty="0">
                <a:latin typeface="宋体" panose="02010600030101010101" pitchFamily="2" charset="-122"/>
                <a:ea typeface="宋体" panose="02010600030101010101" pitchFamily="2" charset="-122"/>
              </a:endParaRPr>
            </a:p>
          </p:txBody>
        </p:sp>
        <p:grpSp>
          <p:nvGrpSpPr>
            <p:cNvPr id="69665" name="Group 34"/>
            <p:cNvGrpSpPr/>
            <p:nvPr/>
          </p:nvGrpSpPr>
          <p:grpSpPr>
            <a:xfrm>
              <a:off x="2540" y="2592"/>
              <a:ext cx="816" cy="432"/>
              <a:chOff x="2496" y="2928"/>
              <a:chExt cx="816" cy="432"/>
            </a:xfrm>
          </p:grpSpPr>
          <p:sp>
            <p:nvSpPr>
              <p:cNvPr id="69666" name="AutoShape 35"/>
              <p:cNvSpPr/>
              <p:nvPr/>
            </p:nvSpPr>
            <p:spPr>
              <a:xfrm>
                <a:off x="2496" y="2976"/>
                <a:ext cx="816" cy="384"/>
              </a:xfrm>
              <a:prstGeom prst="wedgeRoundRectCallout">
                <a:avLst>
                  <a:gd name="adj1" fmla="val -119486"/>
                  <a:gd name="adj2" fmla="val 66926"/>
                  <a:gd name="adj3" fmla="val 16667"/>
                </a:avLst>
              </a:prstGeom>
              <a:solidFill>
                <a:schemeClr val="accent1"/>
              </a:solidFill>
              <a:ln w="12700">
                <a:noFill/>
              </a:ln>
            </p:spPr>
            <p:txBody>
              <a:bodyPr anchor="t" anchorCtr="0"/>
              <a:p>
                <a:pPr algn="ctr" eaLnBrk="0" hangingPunct="0"/>
                <a:endParaRPr lang="zh-CN" altLang="zh-CN" sz="2800" b="1" dirty="0">
                  <a:latin typeface="宋体" panose="02010600030101010101" pitchFamily="2" charset="-122"/>
                  <a:ea typeface="宋体" panose="02010600030101010101" pitchFamily="2" charset="-122"/>
                </a:endParaRPr>
              </a:p>
            </p:txBody>
          </p:sp>
          <p:graphicFrame>
            <p:nvGraphicFramePr>
              <p:cNvPr id="69667" name="Object 4"/>
              <p:cNvGraphicFramePr/>
              <p:nvPr/>
            </p:nvGraphicFramePr>
            <p:xfrm>
              <a:off x="2544" y="2928"/>
              <a:ext cx="768" cy="432"/>
            </p:xfrm>
            <a:graphic>
              <a:graphicData uri="http://schemas.openxmlformats.org/presentationml/2006/ole">
                <mc:AlternateContent xmlns:mc="http://schemas.openxmlformats.org/markup-compatibility/2006">
                  <mc:Choice xmlns:v="urn:schemas-microsoft-com:vml" Requires="v">
                    <p:oleObj spid="_x0000_s3451" name="" r:id="rId21" imgW="800100" imgH="406400" progId="Equation.3">
                      <p:embed/>
                    </p:oleObj>
                  </mc:Choice>
                  <mc:Fallback>
                    <p:oleObj name="" r:id="rId21" imgW="800100" imgH="406400" progId="Equation.3">
                      <p:embed/>
                      <p:pic>
                        <p:nvPicPr>
                          <p:cNvPr id="0" name="图片 3450"/>
                          <p:cNvPicPr/>
                          <p:nvPr/>
                        </p:nvPicPr>
                        <p:blipFill>
                          <a:blip r:embed="rId22">
                            <a:clrChange>
                              <a:clrFrom>
                                <a:srgbClr val="000000"/>
                              </a:clrFrom>
                              <a:clrTo>
                                <a:srgbClr val="000000"/>
                              </a:clrTo>
                            </a:clrChange>
                          </a:blip>
                          <a:stretch>
                            <a:fillRect/>
                          </a:stretch>
                        </p:blipFill>
                        <p:spPr>
                          <a:xfrm>
                            <a:off x="2544" y="2928"/>
                            <a:ext cx="768" cy="432"/>
                          </a:xfrm>
                          <a:prstGeom prst="rect">
                            <a:avLst/>
                          </a:prstGeom>
                          <a:noFill/>
                          <a:ln w="38100">
                            <a:noFill/>
                            <a:miter/>
                          </a:ln>
                        </p:spPr>
                      </p:pic>
                    </p:oleObj>
                  </mc:Fallback>
                </mc:AlternateContent>
              </a:graphicData>
            </a:graphic>
          </p:graphicFrame>
        </p:grpSp>
        <p:grpSp>
          <p:nvGrpSpPr>
            <p:cNvPr id="69668" name="Group 37"/>
            <p:cNvGrpSpPr/>
            <p:nvPr/>
          </p:nvGrpSpPr>
          <p:grpSpPr>
            <a:xfrm>
              <a:off x="463" y="2304"/>
              <a:ext cx="3596" cy="1794"/>
              <a:chOff x="463" y="2304"/>
              <a:chExt cx="3596" cy="1794"/>
            </a:xfrm>
          </p:grpSpPr>
          <p:grpSp>
            <p:nvGrpSpPr>
              <p:cNvPr id="69669" name="Group 38"/>
              <p:cNvGrpSpPr/>
              <p:nvPr/>
            </p:nvGrpSpPr>
            <p:grpSpPr>
              <a:xfrm>
                <a:off x="703" y="2304"/>
                <a:ext cx="377" cy="1392"/>
                <a:chOff x="864" y="2640"/>
                <a:chExt cx="377" cy="1392"/>
              </a:xfrm>
            </p:grpSpPr>
            <p:sp>
              <p:nvSpPr>
                <p:cNvPr id="69670" name="Line 39"/>
                <p:cNvSpPr/>
                <p:nvPr/>
              </p:nvSpPr>
              <p:spPr>
                <a:xfrm>
                  <a:off x="864" y="2832"/>
                  <a:ext cx="0" cy="1200"/>
                </a:xfrm>
                <a:prstGeom prst="line">
                  <a:avLst/>
                </a:prstGeom>
                <a:ln w="31750" cap="flat" cmpd="sng">
                  <a:solidFill>
                    <a:schemeClr val="tx1"/>
                  </a:solidFill>
                  <a:prstDash val="solid"/>
                  <a:round/>
                  <a:headEnd type="stealth" w="med" len="lg"/>
                  <a:tailEnd type="none" w="sm" len="sm"/>
                </a:ln>
              </p:spPr>
            </p:sp>
            <p:sp>
              <p:nvSpPr>
                <p:cNvPr id="69671" name="Rectangle 40"/>
                <p:cNvSpPr/>
                <p:nvPr/>
              </p:nvSpPr>
              <p:spPr>
                <a:xfrm>
                  <a:off x="912" y="2640"/>
                  <a:ext cx="329" cy="441"/>
                </a:xfrm>
                <a:prstGeom prst="rect">
                  <a:avLst/>
                </a:prstGeom>
                <a:noFill/>
                <a:ln w="9525">
                  <a:noFill/>
                </a:ln>
              </p:spPr>
              <p:txBody>
                <a:bodyPr lIns="92075" tIns="46038" rIns="92075" bIns="46038" anchor="t" anchorCtr="0">
                  <a:spAutoFit/>
                </a:bodyPr>
                <a:p>
                  <a:pPr algn="ctr" eaLnBrk="0" hangingPunct="0"/>
                  <a:r>
                    <a:rPr lang="en-US" altLang="zh-CN" sz="2800" i="1" dirty="0">
                      <a:latin typeface="宋体" panose="02010600030101010101" pitchFamily="2" charset="-122"/>
                      <a:ea typeface="宋体" panose="02010600030101010101" pitchFamily="2" charset="-122"/>
                    </a:rPr>
                    <a:t>E</a:t>
                  </a:r>
                  <a:endParaRPr lang="en-US" altLang="zh-CN" sz="2800" i="1" dirty="0">
                    <a:latin typeface="宋体" panose="02010600030101010101" pitchFamily="2" charset="-122"/>
                    <a:ea typeface="宋体" panose="02010600030101010101" pitchFamily="2" charset="-122"/>
                  </a:endParaRPr>
                </a:p>
              </p:txBody>
            </p:sp>
          </p:grpSp>
          <p:grpSp>
            <p:nvGrpSpPr>
              <p:cNvPr id="69672" name="Group 41"/>
              <p:cNvGrpSpPr/>
              <p:nvPr/>
            </p:nvGrpSpPr>
            <p:grpSpPr>
              <a:xfrm>
                <a:off x="463" y="3504"/>
                <a:ext cx="3596" cy="594"/>
                <a:chOff x="624" y="3840"/>
                <a:chExt cx="3596" cy="594"/>
              </a:xfrm>
            </p:grpSpPr>
            <p:sp>
              <p:nvSpPr>
                <p:cNvPr id="69673" name="Line 42"/>
                <p:cNvSpPr/>
                <p:nvPr/>
              </p:nvSpPr>
              <p:spPr>
                <a:xfrm>
                  <a:off x="864" y="4032"/>
                  <a:ext cx="2928" cy="0"/>
                </a:xfrm>
                <a:prstGeom prst="line">
                  <a:avLst/>
                </a:prstGeom>
                <a:ln w="28575" cap="flat" cmpd="sng">
                  <a:solidFill>
                    <a:schemeClr val="tx1"/>
                  </a:solidFill>
                  <a:prstDash val="solid"/>
                  <a:round/>
                  <a:headEnd type="none" w="sm" len="sm"/>
                  <a:tailEnd type="stealth" w="med" len="lg"/>
                </a:ln>
              </p:spPr>
            </p:sp>
            <p:sp>
              <p:nvSpPr>
                <p:cNvPr id="69674" name="Rectangle 43"/>
                <p:cNvSpPr/>
                <p:nvPr/>
              </p:nvSpPr>
              <p:spPr>
                <a:xfrm>
                  <a:off x="3841" y="3840"/>
                  <a:ext cx="379" cy="441"/>
                </a:xfrm>
                <a:prstGeom prst="rect">
                  <a:avLst/>
                </a:prstGeom>
                <a:noFill/>
                <a:ln w="28575">
                  <a:noFill/>
                </a:ln>
              </p:spPr>
              <p:txBody>
                <a:bodyPr wrap="none" lIns="92075" tIns="46038" rIns="92075" bIns="46038" anchor="t" anchorCtr="0">
                  <a:spAutoFit/>
                </a:bodyPr>
                <a:p>
                  <a:pPr algn="ctr" eaLnBrk="0" hangingPunct="0"/>
                  <a:r>
                    <a:rPr lang="en-US" altLang="zh-CN" sz="2800" i="1" dirty="0">
                      <a:latin typeface="宋体" panose="02010600030101010101" pitchFamily="2" charset="-122"/>
                      <a:ea typeface="宋体" panose="02010600030101010101" pitchFamily="2" charset="-122"/>
                    </a:rPr>
                    <a:t>r</a:t>
                  </a:r>
                  <a:endParaRPr lang="en-US" altLang="zh-CN" sz="2800" i="1" dirty="0">
                    <a:latin typeface="宋体" panose="02010600030101010101" pitchFamily="2" charset="-122"/>
                    <a:ea typeface="宋体" panose="02010600030101010101" pitchFamily="2" charset="-122"/>
                  </a:endParaRPr>
                </a:p>
              </p:txBody>
            </p:sp>
            <p:sp>
              <p:nvSpPr>
                <p:cNvPr id="69675" name="Rectangle 44"/>
                <p:cNvSpPr/>
                <p:nvPr/>
              </p:nvSpPr>
              <p:spPr>
                <a:xfrm>
                  <a:off x="624" y="3992"/>
                  <a:ext cx="333" cy="442"/>
                </a:xfrm>
                <a:prstGeom prst="rect">
                  <a:avLst/>
                </a:prstGeom>
                <a:noFill/>
                <a:ln w="28575">
                  <a:noFill/>
                </a:ln>
              </p:spPr>
              <p:txBody>
                <a:bodyPr lIns="92075" tIns="46038" rIns="92075" bIns="46038" anchor="t" anchorCtr="0">
                  <a:spAutoFit/>
                </a:bodyPr>
                <a:p>
                  <a:pPr algn="ctr" eaLnBrk="0" hangingPunct="0"/>
                  <a:r>
                    <a:rPr lang="en-US" altLang="zh-CN" sz="2800" dirty="0">
                      <a:latin typeface="宋体" panose="02010600030101010101" pitchFamily="2" charset="-122"/>
                      <a:ea typeface="宋体" panose="02010600030101010101" pitchFamily="2" charset="-122"/>
                    </a:rPr>
                    <a:t>0</a:t>
                  </a:r>
                  <a:endParaRPr lang="en-US" altLang="zh-CN" sz="2800" dirty="0">
                    <a:latin typeface="宋体" panose="02010600030101010101" pitchFamily="2" charset="-122"/>
                    <a:ea typeface="宋体" panose="02010600030101010101" pitchFamily="2" charset="-122"/>
                  </a:endParaRPr>
                </a:p>
              </p:txBody>
            </p:sp>
          </p:grpSp>
          <p:grpSp>
            <p:nvGrpSpPr>
              <p:cNvPr id="69676" name="Group 45"/>
              <p:cNvGrpSpPr/>
              <p:nvPr/>
            </p:nvGrpSpPr>
            <p:grpSpPr>
              <a:xfrm>
                <a:off x="703" y="2341"/>
                <a:ext cx="2358" cy="1344"/>
                <a:chOff x="703" y="2341"/>
                <a:chExt cx="2358" cy="1344"/>
              </a:xfrm>
            </p:grpSpPr>
            <p:sp>
              <p:nvSpPr>
                <p:cNvPr id="69677" name="Arc 46"/>
                <p:cNvSpPr/>
                <p:nvPr/>
              </p:nvSpPr>
              <p:spPr>
                <a:xfrm>
                  <a:off x="1759" y="2341"/>
                  <a:ext cx="1302" cy="1200"/>
                </a:xfrm>
                <a:custGeom>
                  <a:avLst/>
                  <a:gdLst/>
                  <a:ahLst/>
                  <a:cxnLst>
                    <a:cxn ang="0">
                      <a:pos x="1302" y="1200"/>
                    </a:cxn>
                    <a:cxn ang="0">
                      <a:pos x="0" y="425"/>
                    </a:cxn>
                    <a:cxn ang="0">
                      <a:pos x="1302" y="1200"/>
                    </a:cxn>
                    <a:cxn ang="0">
                      <a:pos x="0" y="425"/>
                    </a:cxn>
                    <a:cxn ang="0">
                      <a:pos x="1302" y="0"/>
                    </a:cxn>
                    <a:cxn ang="0">
                      <a:pos x="1302" y="1200"/>
                    </a:cxn>
                  </a:cxnLst>
                  <a:pathLst>
                    <a:path w="20200" h="21600" fill="none">
                      <a:moveTo>
                        <a:pt x="20200" y="21600"/>
                      </a:moveTo>
                      <a:cubicBezTo>
                        <a:pt x="11221" y="21600"/>
                        <a:pt x="3179" y="16045"/>
                        <a:pt x="-1" y="7649"/>
                      </a:cubicBezTo>
                    </a:path>
                    <a:path w="20200" h="21600" stroke="0">
                      <a:moveTo>
                        <a:pt x="20200" y="21600"/>
                      </a:moveTo>
                      <a:cubicBezTo>
                        <a:pt x="11221" y="21600"/>
                        <a:pt x="3179" y="16045"/>
                        <a:pt x="-1" y="7649"/>
                      </a:cubicBezTo>
                      <a:lnTo>
                        <a:pt x="20200" y="0"/>
                      </a:lnTo>
                      <a:lnTo>
                        <a:pt x="20200" y="21600"/>
                      </a:lnTo>
                      <a:close/>
                    </a:path>
                  </a:pathLst>
                </a:custGeom>
                <a:noFill/>
                <a:ln w="31750" cap="rnd" cmpd="sng">
                  <a:solidFill>
                    <a:srgbClr val="CC3300"/>
                  </a:solidFill>
                  <a:prstDash val="solid"/>
                  <a:round/>
                  <a:headEnd type="none" w="sm" len="sm"/>
                  <a:tailEnd type="none" w="sm" len="sm"/>
                </a:ln>
              </p:spPr>
              <p:txBody>
                <a:bodyPr/>
                <a:p>
                  <a:endParaRPr lang="zh-CN" altLang="en-US"/>
                </a:p>
              </p:txBody>
            </p:sp>
            <p:grpSp>
              <p:nvGrpSpPr>
                <p:cNvPr id="69678" name="Group 47"/>
                <p:cNvGrpSpPr/>
                <p:nvPr/>
              </p:nvGrpSpPr>
              <p:grpSpPr>
                <a:xfrm>
                  <a:off x="703" y="2773"/>
                  <a:ext cx="1056" cy="912"/>
                  <a:chOff x="703" y="2773"/>
                  <a:chExt cx="1056" cy="912"/>
                </a:xfrm>
              </p:grpSpPr>
              <p:sp>
                <p:nvSpPr>
                  <p:cNvPr id="69679" name="Line 48"/>
                  <p:cNvSpPr/>
                  <p:nvPr/>
                </p:nvSpPr>
                <p:spPr>
                  <a:xfrm>
                    <a:off x="1759" y="2773"/>
                    <a:ext cx="0" cy="912"/>
                  </a:xfrm>
                  <a:prstGeom prst="line">
                    <a:avLst/>
                  </a:prstGeom>
                  <a:ln w="31750" cap="flat" cmpd="sng">
                    <a:solidFill>
                      <a:srgbClr val="CC3300"/>
                    </a:solidFill>
                    <a:prstDash val="dash"/>
                    <a:round/>
                    <a:headEnd type="none" w="sm" len="sm"/>
                    <a:tailEnd type="none" w="sm" len="sm"/>
                  </a:ln>
                </p:spPr>
              </p:sp>
              <p:sp>
                <p:nvSpPr>
                  <p:cNvPr id="69680" name="Line 49"/>
                  <p:cNvSpPr/>
                  <p:nvPr/>
                </p:nvSpPr>
                <p:spPr>
                  <a:xfrm flipV="1">
                    <a:off x="703" y="2795"/>
                    <a:ext cx="1043" cy="890"/>
                  </a:xfrm>
                  <a:prstGeom prst="line">
                    <a:avLst/>
                  </a:prstGeom>
                  <a:ln w="31750" cap="flat" cmpd="sng">
                    <a:solidFill>
                      <a:srgbClr val="CC3300"/>
                    </a:solidFill>
                    <a:prstDash val="solid"/>
                    <a:round/>
                    <a:headEnd type="none" w="sm" len="sm"/>
                    <a:tailEnd type="none" w="sm" len="sm"/>
                  </a:ln>
                </p:spPr>
              </p:sp>
            </p:grpSp>
          </p:grpSp>
        </p:grpSp>
      </p:grpSp>
      <p:sp>
        <p:nvSpPr>
          <p:cNvPr id="97330" name="Rectangle 50"/>
          <p:cNvSpPr/>
          <p:nvPr/>
        </p:nvSpPr>
        <p:spPr>
          <a:xfrm>
            <a:off x="539750" y="5818188"/>
            <a:ext cx="4038600" cy="457200"/>
          </a:xfrm>
          <a:prstGeom prst="rect">
            <a:avLst/>
          </a:prstGeom>
          <a:noFill/>
          <a:ln w="9525">
            <a:noFill/>
          </a:ln>
        </p:spPr>
        <p:txBody>
          <a:bodyPr wrap="none" anchor="t" anchorCtr="0">
            <a:spAutoFit/>
          </a:bodyPr>
          <a:p>
            <a:pPr algn="ctr"/>
            <a:r>
              <a:rPr lang="zh-CN" altLang="en-US" sz="2400" b="1" dirty="0">
                <a:solidFill>
                  <a:schemeClr val="hlink"/>
                </a:solidFill>
                <a:latin typeface="Arial" panose="020B0604020202020204" pitchFamily="34" charset="0"/>
                <a:ea typeface="黑体" panose="02010609060101010101" pitchFamily="49" charset="-122"/>
              </a:rPr>
              <a:t>思考题：</a:t>
            </a:r>
            <a:r>
              <a:rPr lang="zh-CN" altLang="en-US" sz="2400" b="1" dirty="0">
                <a:latin typeface="Arial" panose="020B0604020202020204" pitchFamily="34" charset="0"/>
                <a:ea typeface="黑体" panose="02010609060101010101" pitchFamily="49" charset="-122"/>
              </a:rPr>
              <a:t>圆柱</a:t>
            </a:r>
            <a:r>
              <a:rPr lang="zh-CN" altLang="en-US" sz="2400" b="1" dirty="0">
                <a:solidFill>
                  <a:srgbClr val="0000FF"/>
                </a:solidFill>
                <a:latin typeface="Arial" panose="020B0604020202020204" pitchFamily="34" charset="0"/>
                <a:ea typeface="黑体" panose="02010609060101010101" pitchFamily="49" charset="-122"/>
              </a:rPr>
              <a:t>体</a:t>
            </a:r>
            <a:r>
              <a:rPr lang="zh-CN" altLang="en-US" sz="2400" b="1" dirty="0">
                <a:latin typeface="Arial" panose="020B0604020202020204" pitchFamily="34" charset="0"/>
                <a:ea typeface="黑体" panose="02010609060101010101" pitchFamily="49" charset="-122"/>
              </a:rPr>
              <a:t>内的场强</a:t>
            </a:r>
            <a:r>
              <a:rPr lang="en-US" altLang="zh-CN" sz="2400" b="1" dirty="0">
                <a:latin typeface="Arial" panose="020B0604020202020204" pitchFamily="34" charset="0"/>
                <a:ea typeface="黑体" panose="02010609060101010101" pitchFamily="49" charset="-122"/>
              </a:rPr>
              <a:t>=</a:t>
            </a:r>
            <a:r>
              <a:rPr lang="zh-CN" altLang="en-US" sz="2400" b="1" dirty="0">
                <a:latin typeface="Arial" panose="020B0604020202020204" pitchFamily="34" charset="0"/>
                <a:ea typeface="黑体" panose="02010609060101010101" pitchFamily="49" charset="-122"/>
              </a:rPr>
              <a:t>？</a:t>
            </a:r>
            <a:endParaRPr lang="zh-CN" altLang="en-US" sz="2400" b="1" dirty="0">
              <a:latin typeface="Arial" panose="020B0604020202020204" pitchFamily="34" charset="0"/>
              <a:ea typeface="黑体" panose="02010609060101010101" pitchFamily="49"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96"/>
                                        </p:tgtEl>
                                        <p:attrNameLst>
                                          <p:attrName>style.visibility</p:attrName>
                                        </p:attrNameLst>
                                      </p:cBhvr>
                                      <p:to>
                                        <p:strVal val="visible"/>
                                      </p:to>
                                    </p:set>
                                    <p:animEffect transition="in" filter="wipe(left)">
                                      <p:cBhvr>
                                        <p:cTn id="7" dur="500"/>
                                        <p:tgtEl>
                                          <p:spTgt spid="972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7300"/>
                                        </p:tgtEl>
                                        <p:attrNameLst>
                                          <p:attrName>style.visibility</p:attrName>
                                        </p:attrNameLst>
                                      </p:cBhvr>
                                      <p:to>
                                        <p:strVal val="visible"/>
                                      </p:to>
                                    </p:set>
                                    <p:animEffect transition="in" filter="wipe(left)">
                                      <p:cBhvr>
                                        <p:cTn id="17" dur="500"/>
                                        <p:tgtEl>
                                          <p:spTgt spid="973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7301"/>
                                        </p:tgtEl>
                                        <p:attrNameLst>
                                          <p:attrName>style.visibility</p:attrName>
                                        </p:attrNameLst>
                                      </p:cBhvr>
                                      <p:to>
                                        <p:strVal val="visible"/>
                                      </p:to>
                                    </p:set>
                                    <p:animEffect transition="in" filter="wipe(left)">
                                      <p:cBhvr>
                                        <p:cTn id="22" dur="500"/>
                                        <p:tgtEl>
                                          <p:spTgt spid="973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7294"/>
                                        </p:tgtEl>
                                        <p:attrNameLst>
                                          <p:attrName>style.visibility</p:attrName>
                                        </p:attrNameLst>
                                      </p:cBhvr>
                                      <p:to>
                                        <p:strVal val="visible"/>
                                      </p:to>
                                    </p:set>
                                    <p:animEffect transition="in" filter="wipe(left)">
                                      <p:cBhvr>
                                        <p:cTn id="37" dur="500"/>
                                        <p:tgtEl>
                                          <p:spTgt spid="9729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7302"/>
                                        </p:tgtEl>
                                        <p:attrNameLst>
                                          <p:attrName>style.visibility</p:attrName>
                                        </p:attrNameLst>
                                      </p:cBhvr>
                                      <p:to>
                                        <p:strVal val="visible"/>
                                      </p:to>
                                    </p:set>
                                    <p:animEffect transition="in" filter="wipe(left)">
                                      <p:cBhvr>
                                        <p:cTn id="52" dur="500"/>
                                        <p:tgtEl>
                                          <p:spTgt spid="9730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7307"/>
                                        </p:tgtEl>
                                        <p:attrNameLst>
                                          <p:attrName>style.visibility</p:attrName>
                                        </p:attrNameLst>
                                      </p:cBhvr>
                                      <p:to>
                                        <p:strVal val="visible"/>
                                      </p:to>
                                    </p:set>
                                    <p:animEffect transition="in" filter="wipe(left)">
                                      <p:cBhvr>
                                        <p:cTn id="57" dur="500"/>
                                        <p:tgtEl>
                                          <p:spTgt spid="9730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7303"/>
                                        </p:tgtEl>
                                        <p:attrNameLst>
                                          <p:attrName>style.visibility</p:attrName>
                                        </p:attrNameLst>
                                      </p:cBhvr>
                                      <p:to>
                                        <p:strVal val="visible"/>
                                      </p:to>
                                    </p:set>
                                    <p:animEffect transition="in" filter="wipe(left)">
                                      <p:cBhvr>
                                        <p:cTn id="62" dur="500"/>
                                        <p:tgtEl>
                                          <p:spTgt spid="9730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97330"/>
                                        </p:tgtEl>
                                        <p:attrNameLst>
                                          <p:attrName>style.visibility</p:attrName>
                                        </p:attrNameLst>
                                      </p:cBhvr>
                                      <p:to>
                                        <p:strVal val="visible"/>
                                      </p:to>
                                    </p:set>
                                    <p:animEffect transition="in" filter="blinds(horizontal)">
                                      <p:cBhvr>
                                        <p:cTn id="67" dur="500"/>
                                        <p:tgtEl>
                                          <p:spTgt spid="97330"/>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97308"/>
                                        </p:tgtEl>
                                        <p:attrNameLst>
                                          <p:attrName>style.visibility</p:attrName>
                                        </p:attrNameLst>
                                      </p:cBhvr>
                                      <p:to>
                                        <p:strVal val="visible"/>
                                      </p:to>
                                    </p:set>
                                    <p:animEffect transition="in" filter="box(in)">
                                      <p:cBhvr>
                                        <p:cTn id="72" dur="500"/>
                                        <p:tgtEl>
                                          <p:spTgt spid="97308"/>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nodeType="click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randombar(horizontal)">
                                      <p:cBhvr>
                                        <p:cTn id="77" dur="500"/>
                                        <p:tgtEl>
                                          <p:spTgt spid="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wipe(right)">
                                      <p:cBhvr>
                                        <p:cTn id="8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6" grpId="0"/>
      <p:bldP spid="97302" grpId="0"/>
      <p:bldP spid="97303" grpId="0"/>
      <p:bldP spid="97307" grpId="0"/>
      <p:bldP spid="97308" grpId="0"/>
      <p:bldP spid="9733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矩形 133121"/>
          <p:cNvSpPr/>
          <p:nvPr/>
        </p:nvSpPr>
        <p:spPr>
          <a:xfrm>
            <a:off x="6324600" y="1617663"/>
            <a:ext cx="1662113" cy="936625"/>
          </a:xfrm>
          <a:prstGeom prst="rect">
            <a:avLst/>
          </a:prstGeom>
          <a:noFill/>
          <a:ln w="9525" cap="flat" cmpd="sng">
            <a:solidFill>
              <a:srgbClr val="FF7C80"/>
            </a:solidFill>
            <a:prstDash val="dash"/>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pSp>
        <p:nvGrpSpPr>
          <p:cNvPr id="133123" name="组合 133122"/>
          <p:cNvGrpSpPr/>
          <p:nvPr/>
        </p:nvGrpSpPr>
        <p:grpSpPr>
          <a:xfrm>
            <a:off x="5394325" y="1614488"/>
            <a:ext cx="2520950" cy="998537"/>
            <a:chOff x="3398" y="1140"/>
            <a:chExt cx="1588" cy="629"/>
          </a:xfrm>
        </p:grpSpPr>
        <p:grpSp>
          <p:nvGrpSpPr>
            <p:cNvPr id="70659" name="组合 133123"/>
            <p:cNvGrpSpPr/>
            <p:nvPr/>
          </p:nvGrpSpPr>
          <p:grpSpPr>
            <a:xfrm>
              <a:off x="3398" y="1142"/>
              <a:ext cx="1588" cy="627"/>
              <a:chOff x="3470" y="1181"/>
              <a:chExt cx="1588" cy="627"/>
            </a:xfrm>
          </p:grpSpPr>
          <p:sp>
            <p:nvSpPr>
              <p:cNvPr id="70660" name="矩形 133124"/>
              <p:cNvSpPr/>
              <p:nvPr/>
            </p:nvSpPr>
            <p:spPr>
              <a:xfrm>
                <a:off x="4015" y="1181"/>
                <a:ext cx="1043" cy="590"/>
              </a:xfrm>
              <a:prstGeom prst="rect">
                <a:avLst/>
              </a:prstGeom>
              <a:gradFill rotWithShape="1">
                <a:gsLst>
                  <a:gs pos="0">
                    <a:srgbClr val="005E47">
                      <a:alpha val="39998"/>
                    </a:srgbClr>
                  </a:gs>
                  <a:gs pos="50000">
                    <a:srgbClr val="00CC99">
                      <a:alpha val="39998"/>
                    </a:srgbClr>
                  </a:gs>
                  <a:gs pos="100000">
                    <a:srgbClr val="005E47">
                      <a:alpha val="39998"/>
                    </a:srgbClr>
                  </a:gs>
                </a:gsLst>
                <a:lin ang="5400000" scaled="1"/>
                <a:tileRect/>
              </a:gradFill>
              <a:ln w="2857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70661" name="矩形 133125"/>
              <p:cNvSpPr/>
              <p:nvPr/>
            </p:nvSpPr>
            <p:spPr>
              <a:xfrm>
                <a:off x="3651" y="1181"/>
                <a:ext cx="409" cy="590"/>
              </a:xfrm>
              <a:prstGeom prst="rect">
                <a:avLst/>
              </a:prstGeom>
              <a:noFill/>
              <a:ln w="9525" cap="flat" cmpd="sng">
                <a:solidFill>
                  <a:srgbClr val="FF7C80"/>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662" name="直接连接符 133126"/>
              <p:cNvSpPr/>
              <p:nvPr/>
            </p:nvSpPr>
            <p:spPr>
              <a:xfrm flipH="1">
                <a:off x="4070" y="1207"/>
                <a:ext cx="672" cy="601"/>
              </a:xfrm>
              <a:prstGeom prst="line">
                <a:avLst/>
              </a:prstGeom>
              <a:ln w="19050" cap="flat" cmpd="sng">
                <a:solidFill>
                  <a:srgbClr val="B2B2B2"/>
                </a:solidFill>
                <a:prstDash val="solid"/>
                <a:round/>
                <a:headEnd type="none" w="med" len="med"/>
                <a:tailEnd type="none" w="med" len="med"/>
              </a:ln>
            </p:spPr>
          </p:sp>
          <p:sp>
            <p:nvSpPr>
              <p:cNvPr id="70663" name="椭圆 133127"/>
              <p:cNvSpPr/>
              <p:nvPr/>
            </p:nvSpPr>
            <p:spPr>
              <a:xfrm>
                <a:off x="3470" y="1181"/>
                <a:ext cx="317" cy="590"/>
              </a:xfrm>
              <a:prstGeom prst="ellipse">
                <a:avLst/>
              </a:prstGeom>
              <a:gradFill rotWithShape="1">
                <a:gsLst>
                  <a:gs pos="0">
                    <a:srgbClr val="00CC99">
                      <a:alpha val="89998"/>
                    </a:srgbClr>
                  </a:gs>
                  <a:gs pos="100000">
                    <a:srgbClr val="005E47">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664" name="矩形 133128"/>
              <p:cNvSpPr/>
              <p:nvPr/>
            </p:nvSpPr>
            <p:spPr>
              <a:xfrm>
                <a:off x="3651" y="1181"/>
                <a:ext cx="409"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tileRect/>
              </a:gradFill>
              <a:ln w="28575">
                <a:noFill/>
              </a:ln>
            </p:spPr>
            <p:txBody>
              <a:bodyPr anchor="t" anchorCtr="0"/>
              <a:p>
                <a:endParaRPr lang="zh-CN" altLang="en-US">
                  <a:latin typeface="Arial" panose="020B0604020202020204" pitchFamily="34" charset="0"/>
                  <a:ea typeface="宋体" panose="02010600030101010101" pitchFamily="2" charset="-122"/>
                </a:endParaRPr>
              </a:p>
            </p:txBody>
          </p:sp>
        </p:grpSp>
        <p:sp>
          <p:nvSpPr>
            <p:cNvPr id="70665" name="直接连接符 133129"/>
            <p:cNvSpPr/>
            <p:nvPr/>
          </p:nvSpPr>
          <p:spPr>
            <a:xfrm>
              <a:off x="3564" y="1140"/>
              <a:ext cx="384" cy="0"/>
            </a:xfrm>
            <a:prstGeom prst="line">
              <a:avLst/>
            </a:prstGeom>
            <a:ln w="9525" cap="flat" cmpd="sng">
              <a:solidFill>
                <a:srgbClr val="FF6600"/>
              </a:solidFill>
              <a:prstDash val="solid"/>
              <a:round/>
              <a:headEnd type="none" w="med" len="med"/>
              <a:tailEnd type="none" w="med" len="med"/>
            </a:ln>
          </p:spPr>
        </p:sp>
      </p:grpSp>
      <p:sp>
        <p:nvSpPr>
          <p:cNvPr id="133131" name="文本框 133130"/>
          <p:cNvSpPr txBox="1"/>
          <p:nvPr/>
        </p:nvSpPr>
        <p:spPr>
          <a:xfrm>
            <a:off x="231775" y="341313"/>
            <a:ext cx="488950" cy="457200"/>
          </a:xfrm>
          <a:prstGeom prst="rect">
            <a:avLst/>
          </a:prstGeom>
          <a:noFill/>
          <a:ln w="9525">
            <a:noFill/>
          </a:ln>
        </p:spPr>
        <p:txBody>
          <a:bodyPr wrap="none" anchor="t" anchorCtr="0">
            <a:spAutoFit/>
          </a:bodyPr>
          <a:p>
            <a:pPr>
              <a:buClr>
                <a:schemeClr val="bg1"/>
              </a:buClr>
            </a:pPr>
            <a:r>
              <a:rPr lang="zh-CN" altLang="en-US" sz="2400" b="1" dirty="0">
                <a:solidFill>
                  <a:srgbClr val="CC0000"/>
                </a:solidFill>
                <a:latin typeface="Times New Roman" panose="02020603050405020304" pitchFamily="18" charset="0"/>
                <a:ea typeface="宋体" panose="02010600030101010101" pitchFamily="2" charset="-122"/>
              </a:rPr>
              <a:t>例</a:t>
            </a:r>
            <a:endParaRPr lang="zh-CN" altLang="en-US" sz="2400" b="1" dirty="0">
              <a:solidFill>
                <a:srgbClr val="CC0000"/>
              </a:solidFill>
              <a:latin typeface="Times New Roman" panose="02020603050405020304" pitchFamily="18" charset="0"/>
              <a:ea typeface="宋体" panose="02010600030101010101" pitchFamily="2" charset="-122"/>
            </a:endParaRPr>
          </a:p>
        </p:txBody>
      </p:sp>
      <p:sp>
        <p:nvSpPr>
          <p:cNvPr id="133132" name="文本框 133131"/>
          <p:cNvSpPr txBox="1"/>
          <p:nvPr/>
        </p:nvSpPr>
        <p:spPr>
          <a:xfrm>
            <a:off x="757238" y="381000"/>
            <a:ext cx="5654675" cy="457200"/>
          </a:xfrm>
          <a:prstGeom prst="rect">
            <a:avLst/>
          </a:prstGeom>
          <a:noFill/>
          <a:ln w="9525">
            <a:noFill/>
          </a:ln>
        </p:spPr>
        <p:txBody>
          <a:bodyPr anchor="t" anchorCtr="0">
            <a:spAutoFit/>
          </a:bodyPr>
          <a:p>
            <a:pPr>
              <a:buClr>
                <a:schemeClr val="bg1"/>
              </a:buClr>
            </a:pPr>
            <a:r>
              <a:rPr lang="zh-CN" altLang="en-US" sz="2400" b="1" dirty="0">
                <a:latin typeface="宋体" panose="02010600030101010101" pitchFamily="2" charset="-122"/>
                <a:ea typeface="宋体" panose="02010600030101010101" pitchFamily="2" charset="-122"/>
              </a:rPr>
              <a:t>已知</a:t>
            </a:r>
            <a:r>
              <a:rPr lang="zh-CN" altLang="en-US" sz="2400" b="1" dirty="0">
                <a:latin typeface="宋体" panose="02010600030101010101" pitchFamily="2" charset="-122"/>
                <a:ea typeface="宋体" panose="02010600030101010101" pitchFamily="2" charset="-122"/>
                <a:sym typeface="Symbol" panose="05050102010706020507" pitchFamily="18" charset="2"/>
              </a:rPr>
              <a:t>无限大板</a:t>
            </a:r>
            <a:r>
              <a:rPr lang="zh-CN" altLang="en-US" sz="2400" b="1" dirty="0">
                <a:latin typeface="宋体" panose="02010600030101010101" pitchFamily="2" charset="-122"/>
                <a:ea typeface="宋体" panose="02010600030101010101" pitchFamily="2" charset="-122"/>
              </a:rPr>
              <a:t>电荷体密度为</a:t>
            </a:r>
            <a:r>
              <a:rPr lang="zh-CN" altLang="en-US" sz="2400" b="1" i="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latin typeface="宋体" panose="02010600030101010101" pitchFamily="2" charset="-122"/>
                <a:ea typeface="宋体" panose="02010600030101010101" pitchFamily="2" charset="-122"/>
                <a:sym typeface="Symbol" panose="05050102010706020507" pitchFamily="18" charset="2"/>
              </a:rPr>
              <a:t>，厚度为</a:t>
            </a:r>
            <a:r>
              <a:rPr lang="en-US" altLang="zh-CN" sz="2400" b="1" i="1">
                <a:latin typeface="Times New Roman" panose="02020603050405020304" pitchFamily="18" charset="0"/>
                <a:ea typeface="宋体" panose="02010600030101010101" pitchFamily="2" charset="-122"/>
                <a:sym typeface="Symbol" panose="05050102010706020507" pitchFamily="18" charset="2"/>
              </a:rPr>
              <a:t>d</a:t>
            </a:r>
            <a:endParaRPr lang="en-US" altLang="zh-CN" sz="2400" b="1">
              <a:latin typeface="Times New Roman" panose="02020603050405020304" pitchFamily="18" charset="0"/>
              <a:ea typeface="宋体" panose="02010600030101010101" pitchFamily="2" charset="-122"/>
              <a:sym typeface="Symbol" panose="05050102010706020507" pitchFamily="18" charset="2"/>
            </a:endParaRPr>
          </a:p>
        </p:txBody>
      </p:sp>
      <p:sp>
        <p:nvSpPr>
          <p:cNvPr id="133133" name="文本框 133132"/>
          <p:cNvSpPr txBox="1"/>
          <p:nvPr/>
        </p:nvSpPr>
        <p:spPr>
          <a:xfrm>
            <a:off x="773113" y="2127250"/>
            <a:ext cx="1098550" cy="457200"/>
          </a:xfrm>
          <a:prstGeom prst="rect">
            <a:avLst/>
          </a:prstGeom>
          <a:noFill/>
          <a:ln w="9525">
            <a:noFill/>
          </a:ln>
        </p:spPr>
        <p:txBody>
          <a:bodyPr wrap="none" anchor="t" anchorCtr="0">
            <a:spAutoFit/>
          </a:bodyPr>
          <a:p>
            <a:pPr>
              <a:buClr>
                <a:schemeClr val="bg1"/>
              </a:buClr>
            </a:pPr>
            <a:r>
              <a:rPr lang="zh-CN" altLang="en-US" sz="2400" b="1" dirty="0">
                <a:latin typeface="Times New Roman" panose="02020603050405020304" pitchFamily="18" charset="0"/>
                <a:ea typeface="宋体" panose="02010600030101010101" pitchFamily="2" charset="-122"/>
              </a:rPr>
              <a:t>板外：</a:t>
            </a:r>
            <a:endParaRPr lang="zh-CN" altLang="en-US" sz="2400" b="1">
              <a:latin typeface="Times New Roman" panose="02020603050405020304" pitchFamily="18" charset="0"/>
              <a:ea typeface="宋体" panose="02010600030101010101" pitchFamily="2" charset="-122"/>
            </a:endParaRPr>
          </a:p>
        </p:txBody>
      </p:sp>
      <p:sp>
        <p:nvSpPr>
          <p:cNvPr id="133136" name="文本框 133135"/>
          <p:cNvSpPr txBox="1"/>
          <p:nvPr/>
        </p:nvSpPr>
        <p:spPr>
          <a:xfrm>
            <a:off x="763588" y="3810000"/>
            <a:ext cx="1098550" cy="457200"/>
          </a:xfrm>
          <a:prstGeom prst="rect">
            <a:avLst/>
          </a:prstGeom>
          <a:noFill/>
          <a:ln w="9525">
            <a:noFill/>
          </a:ln>
        </p:spPr>
        <p:txBody>
          <a:bodyPr wrap="none" anchor="t" anchorCtr="0">
            <a:spAutoFit/>
          </a:bodyPr>
          <a:p>
            <a:pPr>
              <a:buClr>
                <a:schemeClr val="bg1"/>
              </a:buClr>
            </a:pPr>
            <a:r>
              <a:rPr lang="zh-CN" altLang="en-US" sz="2400" b="1" dirty="0">
                <a:latin typeface="Times New Roman" panose="02020603050405020304" pitchFamily="18" charset="0"/>
                <a:ea typeface="宋体" panose="02010600030101010101" pitchFamily="2" charset="-122"/>
              </a:rPr>
              <a:t>板内：</a:t>
            </a:r>
            <a:endParaRPr lang="zh-CN" altLang="en-US" sz="2400" b="1" dirty="0">
              <a:latin typeface="Times New Roman" panose="02020603050405020304" pitchFamily="18" charset="0"/>
              <a:ea typeface="宋体" panose="02010600030101010101" pitchFamily="2" charset="-122"/>
            </a:endParaRPr>
          </a:p>
        </p:txBody>
      </p:sp>
      <p:sp>
        <p:nvSpPr>
          <p:cNvPr id="133139" name="文本框 133138"/>
          <p:cNvSpPr txBox="1"/>
          <p:nvPr/>
        </p:nvSpPr>
        <p:spPr>
          <a:xfrm>
            <a:off x="228600" y="1371600"/>
            <a:ext cx="488950" cy="457200"/>
          </a:xfrm>
          <a:prstGeom prst="rect">
            <a:avLst/>
          </a:prstGeom>
          <a:noFill/>
          <a:ln w="9525">
            <a:noFill/>
          </a:ln>
        </p:spPr>
        <p:txBody>
          <a:bodyPr wrap="none" anchor="t" anchorCtr="0">
            <a:spAutoFit/>
          </a:bodyPr>
          <a:p>
            <a:pPr>
              <a:buClr>
                <a:schemeClr val="bg1"/>
              </a:buClr>
            </a:pPr>
            <a:r>
              <a:rPr lang="zh-CN" altLang="en-US" sz="2400" b="1">
                <a:solidFill>
                  <a:srgbClr val="CC0000"/>
                </a:solidFill>
                <a:latin typeface="Times New Roman" panose="02020603050405020304" pitchFamily="18" charset="0"/>
                <a:ea typeface="宋体" panose="02010600030101010101" pitchFamily="2" charset="-122"/>
              </a:rPr>
              <a:t>解</a:t>
            </a:r>
            <a:endParaRPr lang="zh-CN" altLang="en-US" sz="2400" b="1">
              <a:solidFill>
                <a:srgbClr val="CC0000"/>
              </a:solidFill>
              <a:latin typeface="Times New Roman" panose="02020603050405020304" pitchFamily="18" charset="0"/>
              <a:ea typeface="宋体" panose="02010600030101010101" pitchFamily="2" charset="-122"/>
            </a:endParaRPr>
          </a:p>
        </p:txBody>
      </p:sp>
      <p:sp>
        <p:nvSpPr>
          <p:cNvPr id="133140" name="文本框 133139"/>
          <p:cNvSpPr txBox="1"/>
          <p:nvPr/>
        </p:nvSpPr>
        <p:spPr>
          <a:xfrm>
            <a:off x="779463" y="1371600"/>
            <a:ext cx="3841750" cy="457200"/>
          </a:xfrm>
          <a:prstGeom prst="rect">
            <a:avLst/>
          </a:prstGeom>
          <a:noFill/>
          <a:ln w="9525">
            <a:noFill/>
          </a:ln>
        </p:spPr>
        <p:txBody>
          <a:bodyPr wrap="none" anchor="t" anchorCtr="0">
            <a:spAutoFit/>
          </a:bodyPr>
          <a:p>
            <a:pPr>
              <a:buClr>
                <a:schemeClr val="bg1"/>
              </a:buClr>
            </a:pPr>
            <a:r>
              <a:rPr lang="zh-CN" altLang="en-US" sz="2400" b="1" dirty="0">
                <a:latin typeface="Times New Roman" panose="02020603050405020304" pitchFamily="18" charset="0"/>
                <a:ea typeface="宋体" panose="02010600030101010101" pitchFamily="2" charset="-122"/>
              </a:rPr>
              <a:t>选取如图的圆柱面为高斯面</a:t>
            </a:r>
            <a:endParaRPr lang="zh-CN" altLang="en-US" sz="2400" b="1">
              <a:latin typeface="Times New Roman" panose="02020603050405020304" pitchFamily="18" charset="0"/>
              <a:ea typeface="宋体" panose="02010600030101010101" pitchFamily="2" charset="-122"/>
            </a:endParaRPr>
          </a:p>
        </p:txBody>
      </p:sp>
      <p:sp>
        <p:nvSpPr>
          <p:cNvPr id="133141" name="矩形 133140"/>
          <p:cNvSpPr/>
          <p:nvPr/>
        </p:nvSpPr>
        <p:spPr>
          <a:xfrm>
            <a:off x="228600" y="831850"/>
            <a:ext cx="492125" cy="457200"/>
          </a:xfrm>
          <a:prstGeom prst="rect">
            <a:avLst/>
          </a:prstGeom>
          <a:noFill/>
          <a:ln w="9525">
            <a:noFill/>
          </a:ln>
        </p:spPr>
        <p:txBody>
          <a:bodyPr wrap="none" anchor="t" anchorCtr="0">
            <a:spAutoFit/>
          </a:bodyPr>
          <a:p>
            <a:pPr algn="ctr">
              <a:buClr>
                <a:schemeClr val="bg1"/>
              </a:buClr>
            </a:pPr>
            <a:r>
              <a:rPr lang="zh-CN" altLang="en-US" sz="2400" b="1" dirty="0">
                <a:solidFill>
                  <a:srgbClr val="CC0000"/>
                </a:solidFill>
                <a:latin typeface="Times New Roman" panose="02020603050405020304" pitchFamily="18" charset="0"/>
                <a:ea typeface="宋体" panose="02010600030101010101" pitchFamily="2" charset="-122"/>
              </a:rPr>
              <a:t>求</a:t>
            </a:r>
            <a:endParaRPr lang="zh-CN" altLang="en-US" sz="2400" b="1" dirty="0">
              <a:solidFill>
                <a:srgbClr val="CC0000"/>
              </a:solidFill>
              <a:latin typeface="Times New Roman" panose="02020603050405020304" pitchFamily="18" charset="0"/>
              <a:ea typeface="宋体" panose="02010600030101010101" pitchFamily="2" charset="-122"/>
            </a:endParaRPr>
          </a:p>
        </p:txBody>
      </p:sp>
      <p:sp>
        <p:nvSpPr>
          <p:cNvPr id="133142" name="矩形 133141"/>
          <p:cNvSpPr/>
          <p:nvPr/>
        </p:nvSpPr>
        <p:spPr>
          <a:xfrm>
            <a:off x="744538" y="838200"/>
            <a:ext cx="2362200" cy="457200"/>
          </a:xfrm>
          <a:prstGeom prst="rect">
            <a:avLst/>
          </a:prstGeom>
          <a:noFill/>
          <a:ln w="9525">
            <a:noFill/>
          </a:ln>
        </p:spPr>
        <p:txBody>
          <a:bodyPr anchor="t" anchorCtr="0">
            <a:spAutoFit/>
          </a:bodyPr>
          <a:p>
            <a:pPr>
              <a:spcBef>
                <a:spcPct val="50000"/>
              </a:spcBef>
              <a:buClr>
                <a:schemeClr val="bg1"/>
              </a:buClr>
            </a:pPr>
            <a:r>
              <a:rPr lang="zh-CN" altLang="en-US" sz="2400" b="1" dirty="0">
                <a:latin typeface="Times New Roman" panose="02020603050405020304" pitchFamily="18" charset="0"/>
                <a:ea typeface="宋体" panose="02010600030101010101" pitchFamily="2" charset="-122"/>
                <a:sym typeface="Symbol" panose="05050102010706020507" pitchFamily="18" charset="2"/>
              </a:rPr>
              <a:t>电场场强分布</a:t>
            </a:r>
            <a:endParaRPr lang="zh-CN" altLang="en-US" sz="2400" b="1" dirty="0">
              <a:latin typeface="Times New Roman" panose="02020603050405020304" pitchFamily="18" charset="0"/>
              <a:ea typeface="宋体" panose="02010600030101010101" pitchFamily="2" charset="-122"/>
              <a:sym typeface="Symbol" panose="05050102010706020507" pitchFamily="18" charset="2"/>
            </a:endParaRPr>
          </a:p>
        </p:txBody>
      </p:sp>
      <p:grpSp>
        <p:nvGrpSpPr>
          <p:cNvPr id="133143" name="组合 133142"/>
          <p:cNvGrpSpPr/>
          <p:nvPr/>
        </p:nvGrpSpPr>
        <p:grpSpPr>
          <a:xfrm>
            <a:off x="6300788" y="609600"/>
            <a:ext cx="1943100" cy="2778125"/>
            <a:chOff x="3943" y="507"/>
            <a:chExt cx="1224" cy="1750"/>
          </a:xfrm>
        </p:grpSpPr>
        <p:sp>
          <p:nvSpPr>
            <p:cNvPr id="70675" name="平行四边形 133143"/>
            <p:cNvSpPr/>
            <p:nvPr/>
          </p:nvSpPr>
          <p:spPr>
            <a:xfrm>
              <a:off x="4033" y="507"/>
              <a:ext cx="1134" cy="318"/>
            </a:xfrm>
            <a:prstGeom prst="parallelogram">
              <a:avLst>
                <a:gd name="adj" fmla="val 138611"/>
              </a:avLst>
            </a:prstGeom>
            <a:gradFill rotWithShape="1">
              <a:gsLst>
                <a:gs pos="0">
                  <a:srgbClr val="3399FF">
                    <a:alpha val="50000"/>
                  </a:srgbClr>
                </a:gs>
                <a:gs pos="100000">
                  <a:srgbClr val="184776">
                    <a:alpha val="50000"/>
                  </a:srgbClr>
                </a:gs>
              </a:gsLst>
              <a:lin ang="27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70676" name="任意多边形 133144"/>
            <p:cNvSpPr/>
            <p:nvPr/>
          </p:nvSpPr>
          <p:spPr>
            <a:xfrm>
              <a:off x="3960" y="739"/>
              <a:ext cx="728" cy="117"/>
            </a:xfrm>
            <a:custGeom>
              <a:avLst/>
              <a:gdLst/>
              <a:ahLst/>
              <a:cxnLst/>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184776">
                    <a:alpha val="39998"/>
                  </a:srgbClr>
                </a:gs>
                <a:gs pos="100000">
                  <a:srgbClr val="3399FF">
                    <a:alpha val="37999"/>
                  </a:srgbClr>
                </a:gs>
              </a:gsLst>
              <a:lin ang="2700000" scaled="1"/>
              <a:tileRect/>
            </a:gradFill>
            <a:ln w="38100" cap="flat" cmpd="sng">
              <a:solidFill>
                <a:schemeClr val="bg1"/>
              </a:solidFill>
              <a:prstDash val="solid"/>
              <a:round/>
              <a:headEnd type="none" w="med" len="med"/>
              <a:tailEnd type="none" w="med" len="med"/>
            </a:ln>
          </p:spPr>
          <p:txBody>
            <a:bodyPr/>
            <a:p>
              <a:endParaRPr lang="zh-CN" altLang="en-US"/>
            </a:p>
          </p:txBody>
        </p:sp>
        <p:sp>
          <p:nvSpPr>
            <p:cNvPr id="70677" name="直接连接符 133145"/>
            <p:cNvSpPr/>
            <p:nvPr/>
          </p:nvSpPr>
          <p:spPr>
            <a:xfrm flipH="1">
              <a:off x="3950" y="825"/>
              <a:ext cx="240" cy="214"/>
            </a:xfrm>
            <a:prstGeom prst="line">
              <a:avLst/>
            </a:prstGeom>
            <a:ln w="19050" cap="flat" cmpd="sng">
              <a:solidFill>
                <a:srgbClr val="B2B2B2"/>
              </a:solidFill>
              <a:prstDash val="solid"/>
              <a:round/>
              <a:headEnd type="none" w="med" len="med"/>
              <a:tailEnd type="none" w="med" len="med"/>
            </a:ln>
          </p:spPr>
        </p:sp>
        <p:sp>
          <p:nvSpPr>
            <p:cNvPr id="70678" name="直接连接符 133146"/>
            <p:cNvSpPr/>
            <p:nvPr/>
          </p:nvSpPr>
          <p:spPr>
            <a:xfrm flipH="1">
              <a:off x="3961" y="821"/>
              <a:ext cx="624" cy="558"/>
            </a:xfrm>
            <a:prstGeom prst="line">
              <a:avLst/>
            </a:prstGeom>
            <a:ln w="19050" cap="flat" cmpd="sng">
              <a:solidFill>
                <a:srgbClr val="B2B2B2"/>
              </a:solidFill>
              <a:prstDash val="solid"/>
              <a:round/>
              <a:headEnd type="none" w="med" len="med"/>
              <a:tailEnd type="none" w="med" len="med"/>
            </a:ln>
          </p:spPr>
        </p:sp>
        <p:sp>
          <p:nvSpPr>
            <p:cNvPr id="70679" name="直接连接符 133147"/>
            <p:cNvSpPr/>
            <p:nvPr/>
          </p:nvSpPr>
          <p:spPr>
            <a:xfrm flipH="1">
              <a:off x="4179" y="1640"/>
              <a:ext cx="528" cy="473"/>
            </a:xfrm>
            <a:prstGeom prst="line">
              <a:avLst/>
            </a:prstGeom>
            <a:ln w="9525" cap="flat" cmpd="sng">
              <a:solidFill>
                <a:srgbClr val="B2B2B2"/>
              </a:solidFill>
              <a:prstDash val="solid"/>
              <a:round/>
              <a:headEnd type="none" w="med" len="med"/>
              <a:tailEnd type="none" w="med" len="med"/>
            </a:ln>
          </p:spPr>
        </p:sp>
        <p:sp>
          <p:nvSpPr>
            <p:cNvPr id="70680" name="任意多边形 133148"/>
            <p:cNvSpPr/>
            <p:nvPr/>
          </p:nvSpPr>
          <p:spPr>
            <a:xfrm>
              <a:off x="4682" y="507"/>
              <a:ext cx="485" cy="323"/>
            </a:xfrm>
            <a:custGeom>
              <a:avLst/>
              <a:gdLst/>
              <a:ahLst/>
              <a:cxnLst/>
              <a:pathLst>
                <a:path w="282" h="217">
                  <a:moveTo>
                    <a:pt x="0" y="217"/>
                  </a:moveTo>
                  <a:cubicBezTo>
                    <a:pt x="11" y="210"/>
                    <a:pt x="21" y="202"/>
                    <a:pt x="32" y="196"/>
                  </a:cubicBezTo>
                  <a:cubicBezTo>
                    <a:pt x="42" y="191"/>
                    <a:pt x="56" y="192"/>
                    <a:pt x="65" y="185"/>
                  </a:cubicBezTo>
                  <a:cubicBezTo>
                    <a:pt x="75" y="177"/>
                    <a:pt x="78" y="161"/>
                    <a:pt x="87" y="152"/>
                  </a:cubicBezTo>
                  <a:cubicBezTo>
                    <a:pt x="96" y="143"/>
                    <a:pt x="108" y="137"/>
                    <a:pt x="119" y="130"/>
                  </a:cubicBezTo>
                  <a:cubicBezTo>
                    <a:pt x="147" y="89"/>
                    <a:pt x="191" y="48"/>
                    <a:pt x="239" y="33"/>
                  </a:cubicBezTo>
                  <a:cubicBezTo>
                    <a:pt x="275" y="8"/>
                    <a:pt x="262" y="20"/>
                    <a:pt x="282" y="0"/>
                  </a:cubicBez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70681" name="任意多边形 133149"/>
            <p:cNvSpPr/>
            <p:nvPr/>
          </p:nvSpPr>
          <p:spPr>
            <a:xfrm>
              <a:off x="3943" y="518"/>
              <a:ext cx="544" cy="318"/>
            </a:xfrm>
            <a:custGeom>
              <a:avLst/>
              <a:gdLst/>
              <a:ahLst/>
              <a:cxnLst/>
              <a:pathLst>
                <a:path w="435" h="283">
                  <a:moveTo>
                    <a:pt x="0" y="283"/>
                  </a:moveTo>
                  <a:cubicBezTo>
                    <a:pt x="52" y="263"/>
                    <a:pt x="81" y="260"/>
                    <a:pt x="120" y="228"/>
                  </a:cubicBezTo>
                  <a:cubicBezTo>
                    <a:pt x="225" y="142"/>
                    <a:pt x="91" y="247"/>
                    <a:pt x="174" y="163"/>
                  </a:cubicBezTo>
                  <a:cubicBezTo>
                    <a:pt x="218" y="118"/>
                    <a:pt x="310" y="64"/>
                    <a:pt x="370" y="44"/>
                  </a:cubicBezTo>
                  <a:cubicBezTo>
                    <a:pt x="392" y="29"/>
                    <a:pt x="435" y="0"/>
                    <a:pt x="435" y="0"/>
                  </a:cubicBez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70682" name="任意多边形 133150"/>
            <p:cNvSpPr/>
            <p:nvPr/>
          </p:nvSpPr>
          <p:spPr>
            <a:xfrm>
              <a:off x="4682" y="1822"/>
              <a:ext cx="485" cy="340"/>
            </a:xfrm>
            <a:custGeom>
              <a:avLst/>
              <a:gdLst/>
              <a:ahLst/>
              <a:cxnLst/>
              <a:pathLst>
                <a:path w="289" h="279">
                  <a:moveTo>
                    <a:pt x="0" y="279"/>
                  </a:moveTo>
                  <a:cubicBezTo>
                    <a:pt x="35" y="256"/>
                    <a:pt x="63" y="227"/>
                    <a:pt x="98" y="203"/>
                  </a:cubicBezTo>
                  <a:cubicBezTo>
                    <a:pt x="110" y="163"/>
                    <a:pt x="161" y="99"/>
                    <a:pt x="195" y="73"/>
                  </a:cubicBezTo>
                  <a:cubicBezTo>
                    <a:pt x="289" y="0"/>
                    <a:pt x="239" y="53"/>
                    <a:pt x="271" y="18"/>
                  </a:cubicBez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70683" name="矩形 133151"/>
            <p:cNvSpPr/>
            <p:nvPr/>
          </p:nvSpPr>
          <p:spPr>
            <a:xfrm>
              <a:off x="4911" y="564"/>
              <a:ext cx="222" cy="288"/>
            </a:xfrm>
            <a:prstGeom prst="rect">
              <a:avLst/>
            </a:prstGeom>
            <a:noFill/>
            <a:ln w="9525">
              <a:noFill/>
            </a:ln>
          </p:spPr>
          <p:txBody>
            <a:bodyPr wrap="none" anchor="t" anchorCtr="0">
              <a:spAutoFit/>
            </a:bodyPr>
            <a:p>
              <a:pPr>
                <a:buClr>
                  <a:schemeClr val="bg1"/>
                </a:buClr>
              </a:pPr>
              <a:r>
                <a:rPr lang="zh-CN" altLang="en-US" sz="2400" b="1" i="1" dirty="0">
                  <a:solidFill>
                    <a:srgbClr val="66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400" b="1" i="1" dirty="0">
                <a:solidFill>
                  <a:srgbClr val="66FFFF"/>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0684" name="任意多边形 133152"/>
            <p:cNvSpPr/>
            <p:nvPr/>
          </p:nvSpPr>
          <p:spPr>
            <a:xfrm rot="10800000">
              <a:off x="3946" y="2140"/>
              <a:ext cx="728" cy="117"/>
            </a:xfrm>
            <a:custGeom>
              <a:avLst/>
              <a:gdLst/>
              <a:ahLst/>
              <a:cxnLst/>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3399FF">
                    <a:alpha val="37999"/>
                  </a:srgbClr>
                </a:gs>
                <a:gs pos="50000">
                  <a:srgbClr val="184776">
                    <a:alpha val="39998"/>
                  </a:srgbClr>
                </a:gs>
                <a:gs pos="100000">
                  <a:srgbClr val="3399FF">
                    <a:alpha val="37999"/>
                  </a:srgbClr>
                </a:gs>
              </a:gsLst>
              <a:lin ang="2700000" scaled="1"/>
              <a:tileRect/>
            </a:gradFill>
            <a:ln w="38100" cap="flat" cmpd="sng">
              <a:solidFill>
                <a:schemeClr val="bg1"/>
              </a:solidFill>
              <a:prstDash val="solid"/>
              <a:round/>
              <a:headEnd type="none" w="med" len="med"/>
              <a:tailEnd type="none" w="med" len="med"/>
            </a:ln>
          </p:spPr>
          <p:txBody>
            <a:bodyPr/>
            <a:p>
              <a:endParaRPr lang="zh-CN" altLang="en-US"/>
            </a:p>
          </p:txBody>
        </p:sp>
        <p:sp>
          <p:nvSpPr>
            <p:cNvPr id="70685" name="矩形 133153"/>
            <p:cNvSpPr/>
            <p:nvPr/>
          </p:nvSpPr>
          <p:spPr>
            <a:xfrm>
              <a:off x="3971" y="841"/>
              <a:ext cx="680" cy="1315"/>
            </a:xfrm>
            <a:prstGeom prst="rect">
              <a:avLst/>
            </a:prstGeom>
            <a:gradFill rotWithShape="1">
              <a:gsLst>
                <a:gs pos="0">
                  <a:srgbClr val="3399FF">
                    <a:alpha val="39000"/>
                  </a:srgbClr>
                </a:gs>
                <a:gs pos="100000">
                  <a:srgbClr val="184776">
                    <a:alpha val="39998"/>
                  </a:srgbClr>
                </a:gs>
              </a:gsLst>
              <a:lin ang="27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70686" name="直接连接符 133154"/>
            <p:cNvSpPr/>
            <p:nvPr/>
          </p:nvSpPr>
          <p:spPr>
            <a:xfrm>
              <a:off x="3950" y="1984"/>
              <a:ext cx="720" cy="0"/>
            </a:xfrm>
            <a:prstGeom prst="line">
              <a:avLst/>
            </a:prstGeom>
            <a:ln w="19050" cap="flat" cmpd="sng">
              <a:solidFill>
                <a:schemeClr val="tx1"/>
              </a:solidFill>
              <a:prstDash val="solid"/>
              <a:round/>
              <a:headEnd type="triangle" w="med" len="med"/>
              <a:tailEnd type="triangle" w="med" len="med"/>
            </a:ln>
          </p:spPr>
        </p:sp>
        <p:sp>
          <p:nvSpPr>
            <p:cNvPr id="70687" name="文本框 133155"/>
            <p:cNvSpPr txBox="1"/>
            <p:nvPr/>
          </p:nvSpPr>
          <p:spPr>
            <a:xfrm>
              <a:off x="4311" y="1723"/>
              <a:ext cx="212" cy="288"/>
            </a:xfrm>
            <a:prstGeom prst="rect">
              <a:avLst/>
            </a:prstGeom>
            <a:noFill/>
            <a:ln w="9525">
              <a:noFill/>
            </a:ln>
          </p:spPr>
          <p:txBody>
            <a:bodyPr wrap="none" anchor="t" anchorCtr="0">
              <a:spAutoFit/>
            </a:bodyPr>
            <a:p>
              <a:pPr>
                <a:buClr>
                  <a:schemeClr val="bg1"/>
                </a:buClr>
              </a:pPr>
              <a:r>
                <a:rPr lang="en-US" altLang="zh-CN" sz="2400" b="1" i="1">
                  <a:solidFill>
                    <a:schemeClr val="tx2"/>
                  </a:solidFill>
                  <a:latin typeface="Times New Roman" panose="02020603050405020304" pitchFamily="18" charset="0"/>
                  <a:ea typeface="宋体" panose="02010600030101010101" pitchFamily="2" charset="-122"/>
                </a:rPr>
                <a:t>d</a:t>
              </a:r>
              <a:endParaRPr lang="en-US" altLang="zh-CN" sz="2400" b="1" i="1">
                <a:solidFill>
                  <a:schemeClr val="tx2"/>
                </a:solidFill>
                <a:latin typeface="Times New Roman" panose="02020603050405020304" pitchFamily="18" charset="0"/>
                <a:ea typeface="宋体" panose="02010600030101010101" pitchFamily="2" charset="-122"/>
              </a:endParaRPr>
            </a:p>
          </p:txBody>
        </p:sp>
        <p:sp>
          <p:nvSpPr>
            <p:cNvPr id="70688" name="平行四边形 133156"/>
            <p:cNvSpPr/>
            <p:nvPr/>
          </p:nvSpPr>
          <p:spPr>
            <a:xfrm rot="-5400000" flipH="1">
              <a:off x="4075" y="1093"/>
              <a:ext cx="1678" cy="499"/>
            </a:xfrm>
            <a:prstGeom prst="parallelogram">
              <a:avLst>
                <a:gd name="adj" fmla="val 74336"/>
              </a:avLst>
            </a:prstGeom>
            <a:gradFill rotWithShape="1">
              <a:gsLst>
                <a:gs pos="0">
                  <a:srgbClr val="3399FF">
                    <a:alpha val="37000"/>
                  </a:srgbClr>
                </a:gs>
                <a:gs pos="100000">
                  <a:srgbClr val="184776">
                    <a:alpha val="37000"/>
                  </a:srgbClr>
                </a:gs>
              </a:gsLst>
              <a:path path="shape">
                <a:fillToRect l="50000" t="50000" r="50000" b="50000"/>
              </a:path>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70689" name="直接连接符 133157"/>
            <p:cNvSpPr/>
            <p:nvPr/>
          </p:nvSpPr>
          <p:spPr>
            <a:xfrm>
              <a:off x="3961" y="853"/>
              <a:ext cx="0" cy="1332"/>
            </a:xfrm>
            <a:prstGeom prst="line">
              <a:avLst/>
            </a:prstGeom>
            <a:ln w="38100" cap="flat" cmpd="sng">
              <a:solidFill>
                <a:schemeClr val="bg1"/>
              </a:solidFill>
              <a:prstDash val="solid"/>
              <a:round/>
              <a:headEnd type="none" w="med" len="med"/>
              <a:tailEnd type="none" w="med" len="med"/>
            </a:ln>
          </p:spPr>
        </p:sp>
        <p:sp>
          <p:nvSpPr>
            <p:cNvPr id="70690" name="直接连接符 133158"/>
            <p:cNvSpPr/>
            <p:nvPr/>
          </p:nvSpPr>
          <p:spPr>
            <a:xfrm>
              <a:off x="4681" y="811"/>
              <a:ext cx="0" cy="1330"/>
            </a:xfrm>
            <a:prstGeom prst="line">
              <a:avLst/>
            </a:prstGeom>
            <a:ln w="38100" cap="flat" cmpd="sng">
              <a:solidFill>
                <a:schemeClr val="bg1"/>
              </a:solidFill>
              <a:prstDash val="solid"/>
              <a:round/>
              <a:headEnd type="none" w="med" len="med"/>
              <a:tailEnd type="none" w="med" len="med"/>
            </a:ln>
          </p:spPr>
        </p:sp>
        <p:sp>
          <p:nvSpPr>
            <p:cNvPr id="70691" name="直接连接符 133159"/>
            <p:cNvSpPr/>
            <p:nvPr/>
          </p:nvSpPr>
          <p:spPr>
            <a:xfrm>
              <a:off x="4303" y="825"/>
              <a:ext cx="0" cy="1357"/>
            </a:xfrm>
            <a:prstGeom prst="line">
              <a:avLst/>
            </a:prstGeom>
            <a:ln w="38100" cap="flat" cmpd="sng">
              <a:solidFill>
                <a:schemeClr val="tx1"/>
              </a:solidFill>
              <a:prstDash val="dash"/>
              <a:round/>
              <a:headEnd type="none" w="med" len="med"/>
              <a:tailEnd type="none" w="med" len="med"/>
            </a:ln>
          </p:spPr>
        </p:sp>
        <p:sp>
          <p:nvSpPr>
            <p:cNvPr id="70692" name="直接连接符 133160"/>
            <p:cNvSpPr/>
            <p:nvPr/>
          </p:nvSpPr>
          <p:spPr>
            <a:xfrm flipH="1">
              <a:off x="4303" y="507"/>
              <a:ext cx="454" cy="318"/>
            </a:xfrm>
            <a:prstGeom prst="line">
              <a:avLst/>
            </a:prstGeom>
            <a:ln w="38100" cap="flat" cmpd="sng">
              <a:solidFill>
                <a:schemeClr val="tx1"/>
              </a:solidFill>
              <a:prstDash val="dash"/>
              <a:round/>
              <a:headEnd type="none" w="med" len="med"/>
              <a:tailEnd type="none" w="med" len="med"/>
            </a:ln>
          </p:spPr>
        </p:sp>
      </p:grpSp>
      <p:sp>
        <p:nvSpPr>
          <p:cNvPr id="133162" name="文本框 133161"/>
          <p:cNvSpPr txBox="1"/>
          <p:nvPr/>
        </p:nvSpPr>
        <p:spPr>
          <a:xfrm>
            <a:off x="5087938" y="1849438"/>
            <a:ext cx="354012" cy="457200"/>
          </a:xfrm>
          <a:prstGeom prst="rect">
            <a:avLst/>
          </a:prstGeom>
          <a:noFill/>
          <a:ln w="9525">
            <a:noFill/>
          </a:ln>
        </p:spPr>
        <p:txBody>
          <a:bodyPr wrap="none" anchor="t" anchorCtr="0">
            <a:spAutoFit/>
          </a:bodyPr>
          <a:p>
            <a:pPr algn="ctr">
              <a:buClr>
                <a:schemeClr val="bg1"/>
              </a:buClr>
            </a:pPr>
            <a:r>
              <a:rPr lang="en-US" altLang="zh-CN" sz="2400" b="1" i="1">
                <a:solidFill>
                  <a:schemeClr val="tx2"/>
                </a:solidFill>
                <a:latin typeface="Times New Roman" panose="02020603050405020304" pitchFamily="18" charset="0"/>
                <a:ea typeface="宋体" panose="02010600030101010101" pitchFamily="2" charset="-122"/>
              </a:rPr>
              <a:t>S</a:t>
            </a:r>
            <a:endParaRPr lang="en-US" altLang="zh-CN" sz="2400" b="1" i="1">
              <a:solidFill>
                <a:schemeClr val="tx2"/>
              </a:solidFill>
              <a:latin typeface="Times New Roman" panose="02020603050405020304" pitchFamily="18" charset="0"/>
              <a:ea typeface="宋体" panose="02010600030101010101" pitchFamily="2" charset="-122"/>
            </a:endParaRPr>
          </a:p>
        </p:txBody>
      </p:sp>
      <p:sp>
        <p:nvSpPr>
          <p:cNvPr id="133163" name="直接连接符 133162"/>
          <p:cNvSpPr/>
          <p:nvPr/>
        </p:nvSpPr>
        <p:spPr>
          <a:xfrm>
            <a:off x="7858125" y="1330325"/>
            <a:ext cx="863600" cy="0"/>
          </a:xfrm>
          <a:prstGeom prst="line">
            <a:avLst/>
          </a:prstGeom>
          <a:ln w="38100" cap="flat" cmpd="sng">
            <a:solidFill>
              <a:srgbClr val="FF3300"/>
            </a:solidFill>
            <a:prstDash val="solid"/>
            <a:round/>
            <a:headEnd type="none" w="med" len="med"/>
            <a:tailEnd type="triangle" w="med" len="lg"/>
          </a:ln>
        </p:spPr>
      </p:sp>
      <p:sp>
        <p:nvSpPr>
          <p:cNvPr id="133164" name="直接连接符 133163"/>
          <p:cNvSpPr/>
          <p:nvPr/>
        </p:nvSpPr>
        <p:spPr>
          <a:xfrm>
            <a:off x="5267325" y="1330325"/>
            <a:ext cx="863600" cy="0"/>
          </a:xfrm>
          <a:prstGeom prst="line">
            <a:avLst/>
          </a:prstGeom>
          <a:ln w="38100" cap="flat" cmpd="sng">
            <a:solidFill>
              <a:srgbClr val="FF3300"/>
            </a:solidFill>
            <a:prstDash val="solid"/>
            <a:round/>
            <a:headEnd type="triangle" w="med" len="lg"/>
            <a:tailEnd type="none" w="med" len="med"/>
          </a:ln>
        </p:spPr>
      </p:sp>
      <p:grpSp>
        <p:nvGrpSpPr>
          <p:cNvPr id="133165" name="组合 133164"/>
          <p:cNvGrpSpPr/>
          <p:nvPr/>
        </p:nvGrpSpPr>
        <p:grpSpPr>
          <a:xfrm>
            <a:off x="4159250" y="4667250"/>
            <a:ext cx="863600" cy="936625"/>
            <a:chOff x="4060" y="2795"/>
            <a:chExt cx="544" cy="590"/>
          </a:xfrm>
        </p:grpSpPr>
        <p:sp>
          <p:nvSpPr>
            <p:cNvPr id="70697" name="矩形 133165"/>
            <p:cNvSpPr/>
            <p:nvPr/>
          </p:nvSpPr>
          <p:spPr>
            <a:xfrm>
              <a:off x="4106" y="2795"/>
              <a:ext cx="452" cy="590"/>
            </a:xfrm>
            <a:prstGeom prst="rect">
              <a:avLst/>
            </a:prstGeom>
            <a:noFill/>
            <a:ln w="19050" cap="flat" cmpd="sng">
              <a:solidFill>
                <a:srgbClr val="FF7C80"/>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698" name="椭圆 133166"/>
            <p:cNvSpPr/>
            <p:nvPr/>
          </p:nvSpPr>
          <p:spPr>
            <a:xfrm>
              <a:off x="4060" y="2795"/>
              <a:ext cx="90" cy="590"/>
            </a:xfrm>
            <a:prstGeom prst="ellipse">
              <a:avLst/>
            </a:prstGeom>
            <a:gradFill rotWithShape="1">
              <a:gsLst>
                <a:gs pos="0">
                  <a:schemeClr val="accent1">
                    <a:alpha val="89998"/>
                  </a:schemeClr>
                </a:gs>
                <a:gs pos="100000">
                  <a:srgbClr val="576869">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699" name="矩形 133167"/>
            <p:cNvSpPr/>
            <p:nvPr/>
          </p:nvSpPr>
          <p:spPr>
            <a:xfrm>
              <a:off x="4126" y="2795"/>
              <a:ext cx="432"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sp>
          <p:nvSpPr>
            <p:cNvPr id="70700" name="椭圆 133168"/>
            <p:cNvSpPr/>
            <p:nvPr/>
          </p:nvSpPr>
          <p:spPr>
            <a:xfrm>
              <a:off x="4514" y="2795"/>
              <a:ext cx="90" cy="590"/>
            </a:xfrm>
            <a:prstGeom prst="ellipse">
              <a:avLst/>
            </a:prstGeom>
            <a:gradFill rotWithShape="1">
              <a:gsLst>
                <a:gs pos="0">
                  <a:schemeClr val="accent1">
                    <a:alpha val="89998"/>
                  </a:schemeClr>
                </a:gs>
                <a:gs pos="100000">
                  <a:srgbClr val="576869">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pSp>
      <p:sp>
        <p:nvSpPr>
          <p:cNvPr id="133170" name="文本框 133169"/>
          <p:cNvSpPr txBox="1"/>
          <p:nvPr/>
        </p:nvSpPr>
        <p:spPr>
          <a:xfrm>
            <a:off x="3657600" y="4857750"/>
            <a:ext cx="354013" cy="457200"/>
          </a:xfrm>
          <a:prstGeom prst="rect">
            <a:avLst/>
          </a:prstGeom>
          <a:noFill/>
          <a:ln w="9525">
            <a:noFill/>
          </a:ln>
        </p:spPr>
        <p:txBody>
          <a:bodyPr wrap="none" anchor="t" anchorCtr="0">
            <a:spAutoFit/>
          </a:bodyPr>
          <a:p>
            <a:pPr>
              <a:buClr>
                <a:schemeClr val="bg1"/>
              </a:buClr>
            </a:pPr>
            <a:r>
              <a:rPr lang="en-US" altLang="zh-CN" sz="2400" b="1" i="1">
                <a:solidFill>
                  <a:schemeClr val="tx2"/>
                </a:solidFill>
                <a:latin typeface="Times New Roman" panose="02020603050405020304" pitchFamily="18" charset="0"/>
                <a:ea typeface="宋体" panose="02010600030101010101" pitchFamily="2" charset="-122"/>
              </a:rPr>
              <a:t>S</a:t>
            </a:r>
            <a:endParaRPr lang="en-US" altLang="zh-CN" sz="2400" b="1" i="1">
              <a:solidFill>
                <a:schemeClr val="tx2"/>
              </a:solidFill>
              <a:latin typeface="Times New Roman" panose="02020603050405020304" pitchFamily="18" charset="0"/>
              <a:ea typeface="宋体" panose="02010600030101010101" pitchFamily="2" charset="-122"/>
            </a:endParaRPr>
          </a:p>
        </p:txBody>
      </p:sp>
      <p:grpSp>
        <p:nvGrpSpPr>
          <p:cNvPr id="133171" name="组合 133170"/>
          <p:cNvGrpSpPr/>
          <p:nvPr/>
        </p:nvGrpSpPr>
        <p:grpSpPr>
          <a:xfrm>
            <a:off x="4014788" y="5661025"/>
            <a:ext cx="1143000" cy="457200"/>
            <a:chOff x="4012" y="3512"/>
            <a:chExt cx="720" cy="288"/>
          </a:xfrm>
        </p:grpSpPr>
        <p:sp>
          <p:nvSpPr>
            <p:cNvPr id="70703" name="直接连接符 133171"/>
            <p:cNvSpPr/>
            <p:nvPr/>
          </p:nvSpPr>
          <p:spPr>
            <a:xfrm>
              <a:off x="4012" y="3773"/>
              <a:ext cx="720" cy="0"/>
            </a:xfrm>
            <a:prstGeom prst="line">
              <a:avLst/>
            </a:prstGeom>
            <a:ln w="38100" cap="flat" cmpd="sng">
              <a:solidFill>
                <a:schemeClr val="tx1"/>
              </a:solidFill>
              <a:prstDash val="solid"/>
              <a:round/>
              <a:headEnd type="triangle" w="med" len="lg"/>
              <a:tailEnd type="triangle" w="med" len="lg"/>
            </a:ln>
          </p:spPr>
        </p:sp>
        <p:sp>
          <p:nvSpPr>
            <p:cNvPr id="70704" name="文本框 133172"/>
            <p:cNvSpPr txBox="1"/>
            <p:nvPr/>
          </p:nvSpPr>
          <p:spPr>
            <a:xfrm>
              <a:off x="4394" y="3512"/>
              <a:ext cx="212" cy="288"/>
            </a:xfrm>
            <a:prstGeom prst="rect">
              <a:avLst/>
            </a:prstGeom>
            <a:noFill/>
            <a:ln w="9525">
              <a:noFill/>
            </a:ln>
          </p:spPr>
          <p:txBody>
            <a:bodyPr wrap="none" anchor="t" anchorCtr="0">
              <a:spAutoFit/>
            </a:bodyPr>
            <a:p>
              <a:pPr>
                <a:buClr>
                  <a:schemeClr val="bg1"/>
                </a:buClr>
              </a:pPr>
              <a:r>
                <a:rPr lang="en-US" altLang="zh-CN" sz="2400" b="1" i="1">
                  <a:solidFill>
                    <a:schemeClr val="tx2"/>
                  </a:solidFill>
                  <a:latin typeface="Times New Roman" panose="02020603050405020304" pitchFamily="18" charset="0"/>
                  <a:ea typeface="宋体" panose="02010600030101010101" pitchFamily="2" charset="-122"/>
                </a:rPr>
                <a:t>d</a:t>
              </a:r>
              <a:endParaRPr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133174" name="组合 133173"/>
          <p:cNvGrpSpPr/>
          <p:nvPr/>
        </p:nvGrpSpPr>
        <p:grpSpPr>
          <a:xfrm>
            <a:off x="4019550" y="3990975"/>
            <a:ext cx="1174750" cy="2409825"/>
            <a:chOff x="4007" y="2528"/>
            <a:chExt cx="740" cy="1518"/>
          </a:xfrm>
        </p:grpSpPr>
        <p:grpSp>
          <p:nvGrpSpPr>
            <p:cNvPr id="70706" name="组合 133174"/>
            <p:cNvGrpSpPr/>
            <p:nvPr/>
          </p:nvGrpSpPr>
          <p:grpSpPr>
            <a:xfrm>
              <a:off x="4007" y="2610"/>
              <a:ext cx="724" cy="1292"/>
              <a:chOff x="4007" y="2610"/>
              <a:chExt cx="724" cy="1292"/>
            </a:xfrm>
          </p:grpSpPr>
          <p:sp>
            <p:nvSpPr>
              <p:cNvPr id="70707" name="直接连接符 133175"/>
              <p:cNvSpPr/>
              <p:nvPr/>
            </p:nvSpPr>
            <p:spPr>
              <a:xfrm flipH="1">
                <a:off x="4059" y="2976"/>
                <a:ext cx="672" cy="601"/>
              </a:xfrm>
              <a:prstGeom prst="line">
                <a:avLst/>
              </a:prstGeom>
              <a:ln w="19050" cap="flat" cmpd="sng">
                <a:solidFill>
                  <a:srgbClr val="B2B2B2"/>
                </a:solidFill>
                <a:prstDash val="solid"/>
                <a:round/>
                <a:headEnd type="none" w="med" len="med"/>
                <a:tailEnd type="none" w="med" len="med"/>
              </a:ln>
            </p:spPr>
          </p:sp>
          <p:sp>
            <p:nvSpPr>
              <p:cNvPr id="70708" name="直接连接符 133176"/>
              <p:cNvSpPr/>
              <p:nvPr/>
            </p:nvSpPr>
            <p:spPr>
              <a:xfrm flipH="1">
                <a:off x="4007" y="2614"/>
                <a:ext cx="240" cy="214"/>
              </a:xfrm>
              <a:prstGeom prst="line">
                <a:avLst/>
              </a:prstGeom>
              <a:ln w="19050" cap="flat" cmpd="sng">
                <a:solidFill>
                  <a:srgbClr val="B2B2B2"/>
                </a:solidFill>
                <a:prstDash val="solid"/>
                <a:round/>
                <a:headEnd type="none" w="med" len="med"/>
                <a:tailEnd type="none" w="med" len="med"/>
              </a:ln>
            </p:spPr>
          </p:sp>
          <p:sp>
            <p:nvSpPr>
              <p:cNvPr id="70709" name="直接连接符 133177"/>
              <p:cNvSpPr/>
              <p:nvPr/>
            </p:nvSpPr>
            <p:spPr>
              <a:xfrm flipH="1">
                <a:off x="4018" y="2610"/>
                <a:ext cx="624" cy="558"/>
              </a:xfrm>
              <a:prstGeom prst="line">
                <a:avLst/>
              </a:prstGeom>
              <a:ln w="19050" cap="flat" cmpd="sng">
                <a:solidFill>
                  <a:srgbClr val="B2B2B2"/>
                </a:solidFill>
                <a:prstDash val="solid"/>
                <a:round/>
                <a:headEnd type="none" w="med" len="med"/>
                <a:tailEnd type="none" w="med" len="med"/>
              </a:ln>
            </p:spPr>
          </p:sp>
          <p:sp>
            <p:nvSpPr>
              <p:cNvPr id="70710" name="直接连接符 133178"/>
              <p:cNvSpPr/>
              <p:nvPr/>
            </p:nvSpPr>
            <p:spPr>
              <a:xfrm flipH="1">
                <a:off x="4199" y="3429"/>
                <a:ext cx="528" cy="473"/>
              </a:xfrm>
              <a:prstGeom prst="line">
                <a:avLst/>
              </a:prstGeom>
              <a:ln w="9525" cap="flat" cmpd="sng">
                <a:solidFill>
                  <a:srgbClr val="B2B2B2"/>
                </a:solidFill>
                <a:prstDash val="solid"/>
                <a:round/>
                <a:headEnd type="none" w="med" len="med"/>
                <a:tailEnd type="none" w="med" len="med"/>
              </a:ln>
            </p:spPr>
          </p:sp>
        </p:grpSp>
        <p:grpSp>
          <p:nvGrpSpPr>
            <p:cNvPr id="70711" name="组合 133179"/>
            <p:cNvGrpSpPr/>
            <p:nvPr/>
          </p:nvGrpSpPr>
          <p:grpSpPr>
            <a:xfrm>
              <a:off x="4012" y="2528"/>
              <a:ext cx="735" cy="1518"/>
              <a:chOff x="4012" y="2528"/>
              <a:chExt cx="735" cy="1518"/>
            </a:xfrm>
          </p:grpSpPr>
          <p:grpSp>
            <p:nvGrpSpPr>
              <p:cNvPr id="70712" name="组合 133180"/>
              <p:cNvGrpSpPr/>
              <p:nvPr/>
            </p:nvGrpSpPr>
            <p:grpSpPr>
              <a:xfrm>
                <a:off x="4012" y="2528"/>
                <a:ext cx="735" cy="1518"/>
                <a:chOff x="4012" y="2528"/>
                <a:chExt cx="735" cy="1518"/>
              </a:xfrm>
            </p:grpSpPr>
            <p:sp>
              <p:nvSpPr>
                <p:cNvPr id="70713" name="任意多边形 133181"/>
                <p:cNvSpPr/>
                <p:nvPr/>
              </p:nvSpPr>
              <p:spPr>
                <a:xfrm>
                  <a:off x="4019" y="2528"/>
                  <a:ext cx="728" cy="117"/>
                </a:xfrm>
                <a:custGeom>
                  <a:avLst/>
                  <a:gdLst/>
                  <a:ahLst/>
                  <a:cxnLst/>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184776">
                        <a:alpha val="21999"/>
                      </a:srgbClr>
                    </a:gs>
                    <a:gs pos="100000">
                      <a:srgbClr val="3399FF">
                        <a:alpha val="21999"/>
                      </a:srgbClr>
                    </a:gs>
                  </a:gsLst>
                  <a:lin ang="2700000" scaled="1"/>
                  <a:tileRect/>
                </a:gradFill>
                <a:ln w="38100" cap="flat" cmpd="sng">
                  <a:solidFill>
                    <a:schemeClr val="bg1"/>
                  </a:solidFill>
                  <a:prstDash val="solid"/>
                  <a:round/>
                  <a:headEnd type="none" w="med" len="med"/>
                  <a:tailEnd type="none" w="med" len="med"/>
                </a:ln>
              </p:spPr>
              <p:txBody>
                <a:bodyPr/>
                <a:p>
                  <a:endParaRPr lang="zh-CN" altLang="en-US"/>
                </a:p>
              </p:txBody>
            </p:sp>
            <p:sp>
              <p:nvSpPr>
                <p:cNvPr id="70714" name="任意多边形 133182"/>
                <p:cNvSpPr/>
                <p:nvPr/>
              </p:nvSpPr>
              <p:spPr>
                <a:xfrm rot="10800000">
                  <a:off x="4012" y="3929"/>
                  <a:ext cx="728" cy="117"/>
                </a:xfrm>
                <a:custGeom>
                  <a:avLst/>
                  <a:gdLst/>
                  <a:ahLst/>
                  <a:cxnLst/>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3399FF">
                        <a:alpha val="21999"/>
                      </a:srgbClr>
                    </a:gs>
                    <a:gs pos="50000">
                      <a:srgbClr val="184776">
                        <a:alpha val="21999"/>
                      </a:srgbClr>
                    </a:gs>
                    <a:gs pos="100000">
                      <a:srgbClr val="3399FF">
                        <a:alpha val="21999"/>
                      </a:srgbClr>
                    </a:gs>
                  </a:gsLst>
                  <a:lin ang="2700000" scaled="1"/>
                  <a:tileRect/>
                </a:gradFill>
                <a:ln w="38100" cap="flat" cmpd="sng">
                  <a:solidFill>
                    <a:schemeClr val="bg1"/>
                  </a:solidFill>
                  <a:prstDash val="solid"/>
                  <a:round/>
                  <a:headEnd type="none" w="med" len="med"/>
                  <a:tailEnd type="none" w="med" len="med"/>
                </a:ln>
              </p:spPr>
              <p:txBody>
                <a:bodyPr/>
                <a:p>
                  <a:endParaRPr lang="zh-CN" altLang="en-US"/>
                </a:p>
              </p:txBody>
            </p:sp>
            <p:sp>
              <p:nvSpPr>
                <p:cNvPr id="70715" name="矩形 133183"/>
                <p:cNvSpPr/>
                <p:nvPr/>
              </p:nvSpPr>
              <p:spPr>
                <a:xfrm>
                  <a:off x="4028" y="2630"/>
                  <a:ext cx="680" cy="1315"/>
                </a:xfrm>
                <a:prstGeom prst="rect">
                  <a:avLst/>
                </a:prstGeom>
                <a:gradFill rotWithShape="1">
                  <a:gsLst>
                    <a:gs pos="0">
                      <a:srgbClr val="3399FF">
                        <a:alpha val="21999"/>
                      </a:srgbClr>
                    </a:gs>
                    <a:gs pos="100000">
                      <a:srgbClr val="184776">
                        <a:alpha val="23000"/>
                      </a:srgbClr>
                    </a:gs>
                  </a:gsLst>
                  <a:lin ang="27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grpSp>
          <p:sp>
            <p:nvSpPr>
              <p:cNvPr id="70716" name="直接连接符 133184"/>
              <p:cNvSpPr/>
              <p:nvPr/>
            </p:nvSpPr>
            <p:spPr>
              <a:xfrm>
                <a:off x="4018" y="2642"/>
                <a:ext cx="0" cy="1332"/>
              </a:xfrm>
              <a:prstGeom prst="line">
                <a:avLst/>
              </a:prstGeom>
              <a:ln w="38100" cap="flat" cmpd="sng">
                <a:solidFill>
                  <a:schemeClr val="bg1"/>
                </a:solidFill>
                <a:prstDash val="solid"/>
                <a:round/>
                <a:headEnd type="none" w="med" len="med"/>
                <a:tailEnd type="none" w="med" len="med"/>
              </a:ln>
            </p:spPr>
          </p:sp>
          <p:sp>
            <p:nvSpPr>
              <p:cNvPr id="70717" name="直接连接符 133185"/>
              <p:cNvSpPr/>
              <p:nvPr/>
            </p:nvSpPr>
            <p:spPr>
              <a:xfrm>
                <a:off x="4738" y="2600"/>
                <a:ext cx="0" cy="1330"/>
              </a:xfrm>
              <a:prstGeom prst="line">
                <a:avLst/>
              </a:prstGeom>
              <a:ln w="38100" cap="flat" cmpd="sng">
                <a:solidFill>
                  <a:schemeClr val="bg1"/>
                </a:solidFill>
                <a:prstDash val="solid"/>
                <a:round/>
                <a:headEnd type="none" w="med" len="med"/>
                <a:tailEnd type="none" w="med" len="med"/>
              </a:ln>
            </p:spPr>
          </p:sp>
        </p:grpSp>
      </p:grpSp>
      <p:sp>
        <p:nvSpPr>
          <p:cNvPr id="133187" name="直接连接符 133186"/>
          <p:cNvSpPr/>
          <p:nvPr/>
        </p:nvSpPr>
        <p:spPr>
          <a:xfrm>
            <a:off x="4583113" y="4132263"/>
            <a:ext cx="0" cy="2154237"/>
          </a:xfrm>
          <a:prstGeom prst="line">
            <a:avLst/>
          </a:prstGeom>
          <a:ln w="38100" cap="flat" cmpd="sng">
            <a:solidFill>
              <a:schemeClr val="tx1"/>
            </a:solidFill>
            <a:prstDash val="dash"/>
            <a:round/>
            <a:headEnd type="none" w="med" len="med"/>
            <a:tailEnd type="none" w="med" len="med"/>
          </a:ln>
        </p:spPr>
      </p:sp>
      <p:grpSp>
        <p:nvGrpSpPr>
          <p:cNvPr id="133188" name="组合 133187"/>
          <p:cNvGrpSpPr/>
          <p:nvPr/>
        </p:nvGrpSpPr>
        <p:grpSpPr>
          <a:xfrm>
            <a:off x="4565650" y="4003675"/>
            <a:ext cx="404813" cy="630238"/>
            <a:chOff x="4383" y="2472"/>
            <a:chExt cx="255" cy="397"/>
          </a:xfrm>
        </p:grpSpPr>
        <p:sp>
          <p:nvSpPr>
            <p:cNvPr id="70720" name="文本框 133188"/>
            <p:cNvSpPr txBox="1"/>
            <p:nvPr/>
          </p:nvSpPr>
          <p:spPr>
            <a:xfrm>
              <a:off x="4426" y="2472"/>
              <a:ext cx="212" cy="288"/>
            </a:xfrm>
            <a:prstGeom prst="rect">
              <a:avLst/>
            </a:prstGeom>
            <a:noFill/>
            <a:ln w="9525">
              <a:noFill/>
            </a:ln>
          </p:spPr>
          <p:txBody>
            <a:bodyPr wrap="none" anchor="t" anchorCtr="0">
              <a:spAutoFit/>
            </a:bodyPr>
            <a:p>
              <a:pPr algn="ctr">
                <a:buClr>
                  <a:schemeClr val="bg1"/>
                </a:buClr>
              </a:pPr>
              <a:r>
                <a:rPr lang="en-US" altLang="zh-CN" sz="2400" b="1" i="1">
                  <a:solidFill>
                    <a:schemeClr val="tx2"/>
                  </a:solidFill>
                  <a:latin typeface="Times New Roman" panose="02020603050405020304" pitchFamily="18" charset="0"/>
                  <a:ea typeface="宋体" panose="02010600030101010101" pitchFamily="2" charset="-122"/>
                </a:rPr>
                <a:t>x</a:t>
              </a:r>
              <a:endParaRPr lang="en-US" altLang="zh-CN" sz="2400" b="1" i="1">
                <a:solidFill>
                  <a:schemeClr val="tx2"/>
                </a:solidFill>
                <a:latin typeface="Times New Roman" panose="02020603050405020304" pitchFamily="18" charset="0"/>
                <a:ea typeface="宋体" panose="02010600030101010101" pitchFamily="2" charset="-122"/>
              </a:endParaRPr>
            </a:p>
          </p:txBody>
        </p:sp>
        <p:sp>
          <p:nvSpPr>
            <p:cNvPr id="70721" name="直接连接符 133189"/>
            <p:cNvSpPr/>
            <p:nvPr/>
          </p:nvSpPr>
          <p:spPr>
            <a:xfrm flipV="1">
              <a:off x="4638" y="2614"/>
              <a:ext cx="0" cy="255"/>
            </a:xfrm>
            <a:prstGeom prst="line">
              <a:avLst/>
            </a:prstGeom>
            <a:ln w="9525" cap="flat" cmpd="sng">
              <a:solidFill>
                <a:srgbClr val="CC0099"/>
              </a:solidFill>
              <a:prstDash val="solid"/>
              <a:round/>
              <a:headEnd type="none" w="med" len="med"/>
              <a:tailEnd type="none" w="med" len="med"/>
            </a:ln>
          </p:spPr>
        </p:sp>
        <p:sp>
          <p:nvSpPr>
            <p:cNvPr id="70722" name="直接连接符 133190"/>
            <p:cNvSpPr/>
            <p:nvPr/>
          </p:nvSpPr>
          <p:spPr>
            <a:xfrm>
              <a:off x="4383" y="2755"/>
              <a:ext cx="255" cy="0"/>
            </a:xfrm>
            <a:prstGeom prst="line">
              <a:avLst/>
            </a:prstGeom>
            <a:ln w="9525" cap="flat" cmpd="sng">
              <a:solidFill>
                <a:srgbClr val="CC0099"/>
              </a:solidFill>
              <a:prstDash val="solid"/>
              <a:round/>
              <a:headEnd type="triangle" w="med" len="med"/>
              <a:tailEnd type="triangle" w="med" len="med"/>
            </a:ln>
          </p:spPr>
        </p:sp>
      </p:grpSp>
      <p:grpSp>
        <p:nvGrpSpPr>
          <p:cNvPr id="133192" name="组合 133191"/>
          <p:cNvGrpSpPr/>
          <p:nvPr/>
        </p:nvGrpSpPr>
        <p:grpSpPr>
          <a:xfrm>
            <a:off x="7554913" y="1617663"/>
            <a:ext cx="933450" cy="936625"/>
            <a:chOff x="4831" y="1181"/>
            <a:chExt cx="588" cy="590"/>
          </a:xfrm>
        </p:grpSpPr>
        <p:sp>
          <p:nvSpPr>
            <p:cNvPr id="70724" name="矩形 133192"/>
            <p:cNvSpPr/>
            <p:nvPr/>
          </p:nvSpPr>
          <p:spPr>
            <a:xfrm>
              <a:off x="4987" y="1181"/>
              <a:ext cx="432" cy="590"/>
            </a:xfrm>
            <a:prstGeom prst="rect">
              <a:avLst/>
            </a:prstGeom>
            <a:noFill/>
            <a:ln w="19050" cap="flat" cmpd="sng">
              <a:solidFill>
                <a:srgbClr val="FF7C80"/>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725" name="椭圆 133193"/>
            <p:cNvSpPr/>
            <p:nvPr/>
          </p:nvSpPr>
          <p:spPr>
            <a:xfrm>
              <a:off x="4831" y="1181"/>
              <a:ext cx="317" cy="590"/>
            </a:xfrm>
            <a:prstGeom prst="ellipse">
              <a:avLst/>
            </a:prstGeom>
            <a:gradFill rotWithShape="1">
              <a:gsLst>
                <a:gs pos="0">
                  <a:srgbClr val="00CC99">
                    <a:alpha val="89998"/>
                  </a:srgbClr>
                </a:gs>
                <a:gs pos="100000">
                  <a:srgbClr val="005E47">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726" name="矩形 133194"/>
            <p:cNvSpPr/>
            <p:nvPr/>
          </p:nvSpPr>
          <p:spPr>
            <a:xfrm>
              <a:off x="4987" y="1181"/>
              <a:ext cx="432"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tileRect/>
            </a:gradFill>
            <a:ln w="9525">
              <a:noFill/>
            </a:ln>
          </p:spPr>
          <p:txBody>
            <a:bodyPr anchor="t" anchorCtr="0"/>
            <a:p>
              <a:endParaRPr lang="zh-CN" altLang="en-US">
                <a:latin typeface="Arial" panose="020B0604020202020204" pitchFamily="34" charset="0"/>
                <a:ea typeface="宋体" panose="02010600030101010101" pitchFamily="2" charset="-122"/>
              </a:endParaRPr>
            </a:p>
          </p:txBody>
        </p:sp>
      </p:grpSp>
      <p:sp>
        <p:nvSpPr>
          <p:cNvPr id="133196" name="椭圆 133195"/>
          <p:cNvSpPr/>
          <p:nvPr/>
        </p:nvSpPr>
        <p:spPr>
          <a:xfrm>
            <a:off x="8272463" y="1617663"/>
            <a:ext cx="503237" cy="936625"/>
          </a:xfrm>
          <a:prstGeom prst="ellipse">
            <a:avLst/>
          </a:prstGeom>
          <a:gradFill rotWithShape="1">
            <a:gsLst>
              <a:gs pos="0">
                <a:schemeClr val="accent1">
                  <a:alpha val="89998"/>
                </a:schemeClr>
              </a:gs>
              <a:gs pos="100000">
                <a:srgbClr val="576869">
                  <a:alpha val="89998"/>
                </a:srgbClr>
              </a:gs>
            </a:gsLst>
            <a:path path="shape">
              <a:fillToRect l="50000" t="50000" r="50000" b="50000"/>
            </a:path>
            <a:tileRect/>
          </a:gradFill>
          <a:ln w="19050" cap="flat" cmpd="sng">
            <a:solidFill>
              <a:srgbClr val="FF7C80"/>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pSp>
        <p:nvGrpSpPr>
          <p:cNvPr id="133197" name="组合 133196"/>
          <p:cNvGrpSpPr/>
          <p:nvPr/>
        </p:nvGrpSpPr>
        <p:grpSpPr>
          <a:xfrm>
            <a:off x="5775325" y="4252913"/>
            <a:ext cx="2868613" cy="1995487"/>
            <a:chOff x="2902" y="2666"/>
            <a:chExt cx="2001" cy="1392"/>
          </a:xfrm>
        </p:grpSpPr>
        <p:sp>
          <p:nvSpPr>
            <p:cNvPr id="70729" name="直接连接符 133197"/>
            <p:cNvSpPr/>
            <p:nvPr/>
          </p:nvSpPr>
          <p:spPr>
            <a:xfrm>
              <a:off x="2902" y="3410"/>
              <a:ext cx="1728" cy="0"/>
            </a:xfrm>
            <a:prstGeom prst="line">
              <a:avLst/>
            </a:prstGeom>
            <a:ln w="28575" cap="flat" cmpd="sng">
              <a:solidFill>
                <a:schemeClr val="tx1"/>
              </a:solidFill>
              <a:prstDash val="solid"/>
              <a:round/>
              <a:headEnd type="none" w="med" len="med"/>
              <a:tailEnd type="triangle" w="med" len="lg"/>
            </a:ln>
          </p:spPr>
        </p:sp>
        <p:sp>
          <p:nvSpPr>
            <p:cNvPr id="70730" name="直接连接符 133198"/>
            <p:cNvSpPr/>
            <p:nvPr/>
          </p:nvSpPr>
          <p:spPr>
            <a:xfrm flipV="1">
              <a:off x="3766" y="2762"/>
              <a:ext cx="0" cy="1296"/>
            </a:xfrm>
            <a:prstGeom prst="line">
              <a:avLst/>
            </a:prstGeom>
            <a:ln w="28575" cap="flat" cmpd="sng">
              <a:solidFill>
                <a:schemeClr val="tx1"/>
              </a:solidFill>
              <a:prstDash val="solid"/>
              <a:round/>
              <a:headEnd type="none" w="med" len="med"/>
              <a:tailEnd type="triangle" w="med" len="lg"/>
            </a:ln>
          </p:spPr>
        </p:sp>
        <p:sp>
          <p:nvSpPr>
            <p:cNvPr id="70731" name="文本框 133199"/>
            <p:cNvSpPr txBox="1"/>
            <p:nvPr/>
          </p:nvSpPr>
          <p:spPr>
            <a:xfrm>
              <a:off x="4668" y="3268"/>
              <a:ext cx="235" cy="319"/>
            </a:xfrm>
            <a:prstGeom prst="rect">
              <a:avLst/>
            </a:prstGeom>
            <a:noFill/>
            <a:ln w="9525">
              <a:noFill/>
            </a:ln>
          </p:spPr>
          <p:txBody>
            <a:bodyPr wrap="none" anchor="t" anchorCtr="0">
              <a:spAutoFit/>
            </a:bodyPr>
            <a:p>
              <a:pPr>
                <a:buClr>
                  <a:schemeClr val="bg1"/>
                </a:buClr>
              </a:pPr>
              <a:r>
                <a:rPr lang="en-US" altLang="zh-CN" sz="2400" b="1" i="1">
                  <a:latin typeface="Times New Roman" panose="02020603050405020304" pitchFamily="18" charset="0"/>
                  <a:ea typeface="宋体" panose="02010600030101010101" pitchFamily="2" charset="-122"/>
                </a:rPr>
                <a:t>x</a:t>
              </a:r>
              <a:endParaRPr lang="en-US" altLang="zh-CN" sz="2400" b="1" i="1">
                <a:latin typeface="Times New Roman" panose="02020603050405020304" pitchFamily="18" charset="0"/>
                <a:ea typeface="宋体" panose="02010600030101010101" pitchFamily="2" charset="-122"/>
              </a:endParaRPr>
            </a:p>
          </p:txBody>
        </p:sp>
        <p:sp>
          <p:nvSpPr>
            <p:cNvPr id="70732" name="文本框 133200"/>
            <p:cNvSpPr txBox="1"/>
            <p:nvPr/>
          </p:nvSpPr>
          <p:spPr>
            <a:xfrm>
              <a:off x="3766" y="3412"/>
              <a:ext cx="282" cy="319"/>
            </a:xfrm>
            <a:prstGeom prst="rect">
              <a:avLst/>
            </a:prstGeom>
            <a:noFill/>
            <a:ln w="9525">
              <a:noFill/>
            </a:ln>
          </p:spPr>
          <p:txBody>
            <a:bodyPr wrap="none" anchor="t" anchorCtr="0">
              <a:spAutoFit/>
            </a:bodyPr>
            <a:p>
              <a:pPr>
                <a:buClr>
                  <a:schemeClr val="bg1"/>
                </a:buClr>
              </a:pPr>
              <a:r>
                <a:rPr lang="en-US" altLang="zh-CN" sz="2400" b="1" i="1">
                  <a:latin typeface="Times New Roman" panose="02020603050405020304" pitchFamily="18" charset="0"/>
                  <a:ea typeface="宋体" panose="02010600030101010101" pitchFamily="2" charset="-122"/>
                </a:rPr>
                <a:t>O</a:t>
              </a:r>
              <a:endParaRPr lang="en-US" altLang="zh-CN" sz="2400" b="1" i="1">
                <a:latin typeface="Times New Roman" panose="02020603050405020304" pitchFamily="18" charset="0"/>
                <a:ea typeface="宋体" panose="02010600030101010101" pitchFamily="2" charset="-122"/>
              </a:endParaRPr>
            </a:p>
          </p:txBody>
        </p:sp>
        <p:sp>
          <p:nvSpPr>
            <p:cNvPr id="70733" name="文本框 133201"/>
            <p:cNvSpPr txBox="1"/>
            <p:nvPr/>
          </p:nvSpPr>
          <p:spPr>
            <a:xfrm>
              <a:off x="3334" y="2666"/>
              <a:ext cx="341" cy="319"/>
            </a:xfrm>
            <a:prstGeom prst="rect">
              <a:avLst/>
            </a:prstGeom>
            <a:noFill/>
            <a:ln w="9525">
              <a:noFill/>
            </a:ln>
          </p:spPr>
          <p:txBody>
            <a:bodyPr wrap="none" anchor="t" anchorCtr="0">
              <a:spAutoFit/>
            </a:bodyPr>
            <a:p>
              <a:pPr>
                <a:buClr>
                  <a:schemeClr val="bg1"/>
                </a:buClr>
              </a:pPr>
              <a:r>
                <a:rPr lang="en-US" altLang="zh-CN" sz="2400" b="1" i="1">
                  <a:latin typeface="Times New Roman" panose="02020603050405020304" pitchFamily="18" charset="0"/>
                  <a:ea typeface="宋体" panose="02010600030101010101" pitchFamily="2" charset="-122"/>
                </a:rPr>
                <a:t>E</a:t>
              </a:r>
              <a:r>
                <a:rPr lang="en-US" altLang="zh-CN" sz="2400" b="1" i="1" baseline="-25000">
                  <a:latin typeface="Times New Roman" panose="02020603050405020304" pitchFamily="18" charset="0"/>
                  <a:ea typeface="宋体" panose="02010600030101010101" pitchFamily="2" charset="-122"/>
                </a:rPr>
                <a:t>x</a:t>
              </a:r>
              <a:endParaRPr lang="en-US" altLang="zh-CN" sz="2400" b="1" i="1">
                <a:latin typeface="Times New Roman" panose="02020603050405020304" pitchFamily="18" charset="0"/>
                <a:ea typeface="宋体" panose="02010600030101010101" pitchFamily="2" charset="-122"/>
              </a:endParaRPr>
            </a:p>
          </p:txBody>
        </p:sp>
      </p:grpSp>
      <p:grpSp>
        <p:nvGrpSpPr>
          <p:cNvPr id="133203" name="组合 133202"/>
          <p:cNvGrpSpPr/>
          <p:nvPr/>
        </p:nvGrpSpPr>
        <p:grpSpPr>
          <a:xfrm>
            <a:off x="5734050" y="4867275"/>
            <a:ext cx="2647950" cy="923925"/>
            <a:chOff x="3612" y="3066"/>
            <a:chExt cx="1668" cy="582"/>
          </a:xfrm>
        </p:grpSpPr>
        <p:sp>
          <p:nvSpPr>
            <p:cNvPr id="70735" name="直接连接符 133203"/>
            <p:cNvSpPr/>
            <p:nvPr/>
          </p:nvSpPr>
          <p:spPr>
            <a:xfrm>
              <a:off x="3612" y="3648"/>
              <a:ext cx="480" cy="0"/>
            </a:xfrm>
            <a:prstGeom prst="line">
              <a:avLst/>
            </a:prstGeom>
            <a:ln w="38100" cap="flat" cmpd="sng">
              <a:solidFill>
                <a:srgbClr val="CC0099"/>
              </a:solidFill>
              <a:prstDash val="solid"/>
              <a:round/>
              <a:headEnd type="none" w="med" len="med"/>
              <a:tailEnd type="none" w="med" len="med"/>
            </a:ln>
          </p:spPr>
        </p:sp>
        <p:sp>
          <p:nvSpPr>
            <p:cNvPr id="70736" name="直接连接符 133204"/>
            <p:cNvSpPr/>
            <p:nvPr/>
          </p:nvSpPr>
          <p:spPr>
            <a:xfrm>
              <a:off x="4752" y="3070"/>
              <a:ext cx="528" cy="0"/>
            </a:xfrm>
            <a:prstGeom prst="line">
              <a:avLst/>
            </a:prstGeom>
            <a:ln w="38100" cap="flat" cmpd="sng">
              <a:solidFill>
                <a:srgbClr val="CC0099"/>
              </a:solidFill>
              <a:prstDash val="solid"/>
              <a:round/>
              <a:headEnd type="none" w="med" len="med"/>
              <a:tailEnd type="none" w="med" len="med"/>
            </a:ln>
          </p:spPr>
        </p:sp>
        <p:sp>
          <p:nvSpPr>
            <p:cNvPr id="70737" name="直接连接符 133205"/>
            <p:cNvSpPr/>
            <p:nvPr/>
          </p:nvSpPr>
          <p:spPr>
            <a:xfrm flipV="1">
              <a:off x="4080" y="3066"/>
              <a:ext cx="672" cy="582"/>
            </a:xfrm>
            <a:prstGeom prst="line">
              <a:avLst/>
            </a:prstGeom>
            <a:ln w="28575" cap="flat" cmpd="sng">
              <a:solidFill>
                <a:srgbClr val="CC0099"/>
              </a:solidFill>
              <a:prstDash val="solid"/>
              <a:round/>
              <a:headEnd type="none" w="med" len="med"/>
              <a:tailEnd type="none" w="med" len="med"/>
            </a:ln>
          </p:spPr>
        </p:sp>
      </p:grpSp>
      <p:graphicFrame>
        <p:nvGraphicFramePr>
          <p:cNvPr id="70738" name="对象 1">
            <a:hlinkClick r:id="" action="ppaction://ole?verb="/>
          </p:cNvPr>
          <p:cNvGraphicFramePr>
            <a:graphicFrameLocks noChangeAspect="1"/>
          </p:cNvGraphicFramePr>
          <p:nvPr/>
        </p:nvGraphicFramePr>
        <p:xfrm>
          <a:off x="1971675" y="1798638"/>
          <a:ext cx="1685925" cy="971550"/>
        </p:xfrm>
        <a:graphic>
          <a:graphicData uri="http://schemas.openxmlformats.org/presentationml/2006/ole">
            <mc:AlternateContent xmlns:mc="http://schemas.openxmlformats.org/markup-compatibility/2006">
              <mc:Choice xmlns:v="urn:schemas-microsoft-com:vml" Requires="v">
                <p:oleObj spid="_x0000_s3457" name="" r:id="rId1" imgW="749300" imgH="431800" progId="Equation.KSEE3">
                  <p:embed/>
                </p:oleObj>
              </mc:Choice>
              <mc:Fallback>
                <p:oleObj name="" r:id="rId1" imgW="749300" imgH="431800" progId="Equation.KSEE3">
                  <p:embed/>
                  <p:pic>
                    <p:nvPicPr>
                      <p:cNvPr id="0" name="图片 3456"/>
                      <p:cNvPicPr/>
                      <p:nvPr/>
                    </p:nvPicPr>
                    <p:blipFill>
                      <a:blip r:embed="rId2"/>
                      <a:stretch>
                        <a:fillRect/>
                      </a:stretch>
                    </p:blipFill>
                    <p:spPr>
                      <a:xfrm>
                        <a:off x="1971675" y="1798638"/>
                        <a:ext cx="1685925" cy="971550"/>
                      </a:xfrm>
                      <a:prstGeom prst="rect">
                        <a:avLst/>
                      </a:prstGeom>
                      <a:noFill/>
                      <a:ln w="38100">
                        <a:noFill/>
                        <a:miter/>
                      </a:ln>
                    </p:spPr>
                  </p:pic>
                </p:oleObj>
              </mc:Fallback>
            </mc:AlternateContent>
          </a:graphicData>
        </a:graphic>
      </p:graphicFrame>
      <p:graphicFrame>
        <p:nvGraphicFramePr>
          <p:cNvPr id="70739" name="对象 2">
            <a:hlinkClick r:id="" action="ppaction://ole?verb="/>
          </p:cNvPr>
          <p:cNvGraphicFramePr>
            <a:graphicFrameLocks noChangeAspect="1"/>
          </p:cNvGraphicFramePr>
          <p:nvPr/>
        </p:nvGraphicFramePr>
        <p:xfrm>
          <a:off x="2028825" y="2770188"/>
          <a:ext cx="1514475" cy="1030287"/>
        </p:xfrm>
        <a:graphic>
          <a:graphicData uri="http://schemas.openxmlformats.org/presentationml/2006/ole">
            <mc:AlternateContent xmlns:mc="http://schemas.openxmlformats.org/markup-compatibility/2006">
              <mc:Choice xmlns:v="urn:schemas-microsoft-com:vml" Requires="v">
                <p:oleObj spid="_x0000_s3454" name="" r:id="rId3" imgW="634365" imgH="431800" progId="Equation.KSEE3">
                  <p:embed/>
                </p:oleObj>
              </mc:Choice>
              <mc:Fallback>
                <p:oleObj name="" r:id="rId3" imgW="634365" imgH="431800" progId="Equation.KSEE3">
                  <p:embed/>
                  <p:pic>
                    <p:nvPicPr>
                      <p:cNvPr id="0" name="图片 3453"/>
                      <p:cNvPicPr/>
                      <p:nvPr/>
                    </p:nvPicPr>
                    <p:blipFill>
                      <a:blip r:embed="rId4"/>
                      <a:stretch>
                        <a:fillRect/>
                      </a:stretch>
                    </p:blipFill>
                    <p:spPr>
                      <a:xfrm>
                        <a:off x="2028825" y="2770188"/>
                        <a:ext cx="1514475" cy="1030287"/>
                      </a:xfrm>
                      <a:prstGeom prst="rect">
                        <a:avLst/>
                      </a:prstGeom>
                      <a:noFill/>
                      <a:ln w="38100">
                        <a:noFill/>
                        <a:miter/>
                      </a:ln>
                    </p:spPr>
                  </p:pic>
                </p:oleObj>
              </mc:Fallback>
            </mc:AlternateContent>
          </a:graphicData>
        </a:graphic>
      </p:graphicFrame>
      <p:graphicFrame>
        <p:nvGraphicFramePr>
          <p:cNvPr id="70740" name="对象 6">
            <a:hlinkClick r:id="" action="ppaction://ole?verb="/>
          </p:cNvPr>
          <p:cNvGraphicFramePr>
            <a:graphicFrameLocks noChangeAspect="1"/>
          </p:cNvGraphicFramePr>
          <p:nvPr/>
        </p:nvGraphicFramePr>
        <p:xfrm>
          <a:off x="1587500" y="4168775"/>
          <a:ext cx="1955800" cy="923925"/>
        </p:xfrm>
        <a:graphic>
          <a:graphicData uri="http://schemas.openxmlformats.org/presentationml/2006/ole">
            <mc:AlternateContent xmlns:mc="http://schemas.openxmlformats.org/markup-compatibility/2006">
              <mc:Choice xmlns:v="urn:schemas-microsoft-com:vml" Requires="v">
                <p:oleObj spid="_x0000_s3455" name="" r:id="rId5" imgW="914400" imgH="431800" progId="Equation.KSEE3">
                  <p:embed/>
                </p:oleObj>
              </mc:Choice>
              <mc:Fallback>
                <p:oleObj name="" r:id="rId5" imgW="914400" imgH="431800" progId="Equation.KSEE3">
                  <p:embed/>
                  <p:pic>
                    <p:nvPicPr>
                      <p:cNvPr id="0" name="图片 3454"/>
                      <p:cNvPicPr/>
                      <p:nvPr/>
                    </p:nvPicPr>
                    <p:blipFill>
                      <a:blip r:embed="rId6"/>
                      <a:stretch>
                        <a:fillRect/>
                      </a:stretch>
                    </p:blipFill>
                    <p:spPr>
                      <a:xfrm>
                        <a:off x="1587500" y="4168775"/>
                        <a:ext cx="1955800" cy="923925"/>
                      </a:xfrm>
                      <a:prstGeom prst="rect">
                        <a:avLst/>
                      </a:prstGeom>
                      <a:noFill/>
                      <a:ln w="38100">
                        <a:noFill/>
                        <a:miter/>
                      </a:ln>
                    </p:spPr>
                  </p:pic>
                </p:oleObj>
              </mc:Fallback>
            </mc:AlternateContent>
          </a:graphicData>
        </a:graphic>
      </p:graphicFrame>
      <p:graphicFrame>
        <p:nvGraphicFramePr>
          <p:cNvPr id="70741" name="对象 7">
            <a:hlinkClick r:id="" action="ppaction://ole?verb="/>
          </p:cNvPr>
          <p:cNvGraphicFramePr>
            <a:graphicFrameLocks noChangeAspect="1"/>
          </p:cNvGraphicFramePr>
          <p:nvPr/>
        </p:nvGraphicFramePr>
        <p:xfrm>
          <a:off x="1565275" y="5092700"/>
          <a:ext cx="1620838" cy="1225550"/>
        </p:xfrm>
        <a:graphic>
          <a:graphicData uri="http://schemas.openxmlformats.org/presentationml/2006/ole">
            <mc:AlternateContent xmlns:mc="http://schemas.openxmlformats.org/markup-compatibility/2006">
              <mc:Choice xmlns:v="urn:schemas-microsoft-com:vml" Requires="v">
                <p:oleObj spid="_x0000_s3456" name="" r:id="rId7" imgW="571500" imgH="431800" progId="Equation.KSEE3">
                  <p:embed/>
                </p:oleObj>
              </mc:Choice>
              <mc:Fallback>
                <p:oleObj name="" r:id="rId7" imgW="571500" imgH="431800" progId="Equation.KSEE3">
                  <p:embed/>
                  <p:pic>
                    <p:nvPicPr>
                      <p:cNvPr id="0" name="图片 3455"/>
                      <p:cNvPicPr/>
                      <p:nvPr/>
                    </p:nvPicPr>
                    <p:blipFill>
                      <a:blip r:embed="rId8"/>
                      <a:stretch>
                        <a:fillRect/>
                      </a:stretch>
                    </p:blipFill>
                    <p:spPr>
                      <a:xfrm>
                        <a:off x="1565275" y="5092700"/>
                        <a:ext cx="1620838" cy="1225550"/>
                      </a:xfrm>
                      <a:prstGeom prst="rect">
                        <a:avLst/>
                      </a:prstGeom>
                      <a:noFill/>
                      <a:ln w="38100">
                        <a:noFill/>
                        <a:miter/>
                      </a:ln>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31"/>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133132"/>
                                        </p:tgtEl>
                                        <p:attrNameLst>
                                          <p:attrName>style.visibility</p:attrName>
                                        </p:attrNameLst>
                                      </p:cBhvr>
                                      <p:to>
                                        <p:strVal val="visible"/>
                                      </p:to>
                                    </p:set>
                                    <p:animEffect transition="in" filter="wipe(left)">
                                      <p:cBhvr>
                                        <p:cTn id="10" dur="500"/>
                                        <p:tgtEl>
                                          <p:spTgt spid="13313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133143"/>
                                        </p:tgtEl>
                                        <p:attrNameLst>
                                          <p:attrName>style.visibility</p:attrName>
                                        </p:attrNameLst>
                                      </p:cBhvr>
                                      <p:to>
                                        <p:strVal val="visible"/>
                                      </p:to>
                                    </p:set>
                                    <p:animEffect transition="in" filter="box(out)">
                                      <p:cBhvr>
                                        <p:cTn id="15" dur="500"/>
                                        <p:tgtEl>
                                          <p:spTgt spid="13314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33141"/>
                                        </p:tgtEl>
                                        <p:attrNameLst>
                                          <p:attrName>style.visibility</p:attrName>
                                        </p:attrNameLst>
                                      </p:cBhvr>
                                      <p:to>
                                        <p:strVal val="visible"/>
                                      </p:to>
                                    </p:se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33142"/>
                                        </p:tgtEl>
                                        <p:attrNameLst>
                                          <p:attrName>style.visibility</p:attrName>
                                        </p:attrNameLst>
                                      </p:cBhvr>
                                      <p:to>
                                        <p:strVal val="visible"/>
                                      </p:to>
                                    </p:set>
                                    <p:animEffect transition="in" filter="wipe(left)">
                                      <p:cBhvr>
                                        <p:cTn id="23" dur="500"/>
                                        <p:tgtEl>
                                          <p:spTgt spid="13314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3313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33164"/>
                                        </p:tgtEl>
                                        <p:attrNameLst>
                                          <p:attrName>style.visibility</p:attrName>
                                        </p:attrNameLst>
                                      </p:cBhvr>
                                      <p:to>
                                        <p:strVal val="visible"/>
                                      </p:to>
                                    </p:set>
                                    <p:animEffect transition="in" filter="wipe(right)">
                                      <p:cBhvr>
                                        <p:cTn id="32" dur="500"/>
                                        <p:tgtEl>
                                          <p:spTgt spid="133164"/>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33163"/>
                                        </p:tgtEl>
                                        <p:attrNameLst>
                                          <p:attrName>style.visibility</p:attrName>
                                        </p:attrNameLst>
                                      </p:cBhvr>
                                      <p:to>
                                        <p:strVal val="visible"/>
                                      </p:to>
                                    </p:set>
                                    <p:animEffect transition="in" filter="wipe(left)">
                                      <p:cBhvr>
                                        <p:cTn id="36" dur="500"/>
                                        <p:tgtEl>
                                          <p:spTgt spid="13316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3140"/>
                                        </p:tgtEl>
                                        <p:attrNameLst>
                                          <p:attrName>style.visibility</p:attrName>
                                        </p:attrNameLst>
                                      </p:cBhvr>
                                      <p:to>
                                        <p:strVal val="visible"/>
                                      </p:to>
                                    </p:set>
                                    <p:animEffect transition="in" filter="wipe(left)">
                                      <p:cBhvr>
                                        <p:cTn id="41" dur="500"/>
                                        <p:tgtEl>
                                          <p:spTgt spid="133140"/>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33196"/>
                                        </p:tgtEl>
                                        <p:attrNameLst>
                                          <p:attrName>style.visibility</p:attrName>
                                        </p:attrNameLst>
                                      </p:cBhvr>
                                      <p:to>
                                        <p:strVal val="visible"/>
                                      </p:to>
                                    </p:set>
                                    <p:animEffect transition="in" filter="dissolve">
                                      <p:cBhvr>
                                        <p:cTn id="46" dur="500"/>
                                        <p:tgtEl>
                                          <p:spTgt spid="133196"/>
                                        </p:tgtEl>
                                      </p:cBhvr>
                                    </p:animEffect>
                                  </p:childTnLst>
                                </p:cTn>
                              </p:par>
                            </p:childTnLst>
                          </p:cTn>
                        </p:par>
                        <p:par>
                          <p:cTn id="47" fill="hold">
                            <p:stCondLst>
                              <p:cond delay="500"/>
                            </p:stCondLst>
                            <p:childTnLst>
                              <p:par>
                                <p:cTn id="48" presetID="22" presetClass="entr" presetSubtype="2" fill="hold" nodeType="afterEffect">
                                  <p:stCondLst>
                                    <p:cond delay="0"/>
                                  </p:stCondLst>
                                  <p:childTnLst>
                                    <p:set>
                                      <p:cBhvr>
                                        <p:cTn id="49" dur="1" fill="hold">
                                          <p:stCondLst>
                                            <p:cond delay="0"/>
                                          </p:stCondLst>
                                        </p:cTn>
                                        <p:tgtEl>
                                          <p:spTgt spid="133192"/>
                                        </p:tgtEl>
                                        <p:attrNameLst>
                                          <p:attrName>style.visibility</p:attrName>
                                        </p:attrNameLst>
                                      </p:cBhvr>
                                      <p:to>
                                        <p:strVal val="visible"/>
                                      </p:to>
                                    </p:set>
                                    <p:animEffect transition="in" filter="wipe(right)">
                                      <p:cBhvr>
                                        <p:cTn id="50" dur="500"/>
                                        <p:tgtEl>
                                          <p:spTgt spid="133192"/>
                                        </p:tgtEl>
                                      </p:cBhvr>
                                    </p:animEffect>
                                  </p:childTnLst>
                                </p:cTn>
                              </p:par>
                            </p:childTnLst>
                          </p:cTn>
                        </p:par>
                        <p:par>
                          <p:cTn id="51" fill="hold">
                            <p:stCondLst>
                              <p:cond delay="1000"/>
                            </p:stCondLst>
                            <p:childTnLst>
                              <p:par>
                                <p:cTn id="52" presetID="22" presetClass="entr" presetSubtype="2" fill="hold" nodeType="afterEffect">
                                  <p:stCondLst>
                                    <p:cond delay="0"/>
                                  </p:stCondLst>
                                  <p:childTnLst>
                                    <p:set>
                                      <p:cBhvr>
                                        <p:cTn id="53" dur="1" fill="hold">
                                          <p:stCondLst>
                                            <p:cond delay="0"/>
                                          </p:stCondLst>
                                        </p:cTn>
                                        <p:tgtEl>
                                          <p:spTgt spid="133122"/>
                                        </p:tgtEl>
                                        <p:attrNameLst>
                                          <p:attrName>style.visibility</p:attrName>
                                        </p:attrNameLst>
                                      </p:cBhvr>
                                      <p:to>
                                        <p:strVal val="visible"/>
                                      </p:to>
                                    </p:set>
                                    <p:animEffect transition="in" filter="wipe(right)">
                                      <p:cBhvr>
                                        <p:cTn id="54" dur="500"/>
                                        <p:tgtEl>
                                          <p:spTgt spid="133122"/>
                                        </p:tgtEl>
                                      </p:cBhvr>
                                    </p:animEffect>
                                  </p:childTnLst>
                                </p:cTn>
                              </p:par>
                            </p:childTnLst>
                          </p:cTn>
                        </p:par>
                        <p:par>
                          <p:cTn id="55" fill="hold">
                            <p:stCondLst>
                              <p:cond delay="1500"/>
                            </p:stCondLst>
                            <p:childTnLst>
                              <p:par>
                                <p:cTn id="56" presetID="22" presetClass="entr" presetSubtype="2" fill="hold" nodeType="afterEffect">
                                  <p:stCondLst>
                                    <p:cond delay="0"/>
                                  </p:stCondLst>
                                  <p:childTnLst>
                                    <p:set>
                                      <p:cBhvr>
                                        <p:cTn id="57" dur="1" fill="hold">
                                          <p:stCondLst>
                                            <p:cond delay="0"/>
                                          </p:stCondLst>
                                        </p:cTn>
                                        <p:tgtEl>
                                          <p:spTgt spid="133123"/>
                                        </p:tgtEl>
                                        <p:attrNameLst>
                                          <p:attrName>style.visibility</p:attrName>
                                        </p:attrNameLst>
                                      </p:cBhvr>
                                      <p:to>
                                        <p:strVal val="visible"/>
                                      </p:to>
                                    </p:set>
                                    <p:animEffect transition="in" filter="wipe(right)">
                                      <p:cBhvr>
                                        <p:cTn id="58" dur="500"/>
                                        <p:tgtEl>
                                          <p:spTgt spid="133123"/>
                                        </p:tgtEl>
                                      </p:cBhvr>
                                    </p:animEffect>
                                  </p:childTnLst>
                                </p:cTn>
                              </p:par>
                            </p:childTnLst>
                          </p:cTn>
                        </p:par>
                        <p:par>
                          <p:cTn id="59" fill="hold">
                            <p:stCondLst>
                              <p:cond delay="2000"/>
                            </p:stCondLst>
                            <p:childTnLst>
                              <p:par>
                                <p:cTn id="60" presetID="9" presetClass="entr" presetSubtype="0" fill="hold" grpId="0" nodeType="afterEffect">
                                  <p:stCondLst>
                                    <p:cond delay="0"/>
                                  </p:stCondLst>
                                  <p:childTnLst>
                                    <p:set>
                                      <p:cBhvr>
                                        <p:cTn id="61" dur="1" fill="hold">
                                          <p:stCondLst>
                                            <p:cond delay="0"/>
                                          </p:stCondLst>
                                        </p:cTn>
                                        <p:tgtEl>
                                          <p:spTgt spid="133162"/>
                                        </p:tgtEl>
                                        <p:attrNameLst>
                                          <p:attrName>style.visibility</p:attrName>
                                        </p:attrNameLst>
                                      </p:cBhvr>
                                      <p:to>
                                        <p:strVal val="visible"/>
                                      </p:to>
                                    </p:set>
                                    <p:animEffect transition="in" filter="dissolve">
                                      <p:cBhvr>
                                        <p:cTn id="62" dur="500"/>
                                        <p:tgtEl>
                                          <p:spTgt spid="13316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3133"/>
                                        </p:tgtEl>
                                        <p:attrNameLst>
                                          <p:attrName>style.visibility</p:attrName>
                                        </p:attrNameLst>
                                      </p:cBhvr>
                                      <p:to>
                                        <p:strVal val="visible"/>
                                      </p:to>
                                    </p:set>
                                    <p:animEffect transition="in" filter="wipe(left)">
                                      <p:cBhvr>
                                        <p:cTn id="67" dur="500"/>
                                        <p:tgtEl>
                                          <p:spTgt spid="1331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3136"/>
                                        </p:tgtEl>
                                        <p:attrNameLst>
                                          <p:attrName>style.visibility</p:attrName>
                                        </p:attrNameLst>
                                      </p:cBhvr>
                                      <p:to>
                                        <p:strVal val="visible"/>
                                      </p:to>
                                    </p:set>
                                    <p:animEffect transition="in" filter="wipe(left)">
                                      <p:cBhvr>
                                        <p:cTn id="72" dur="500"/>
                                        <p:tgtEl>
                                          <p:spTgt spid="133136"/>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133174"/>
                                        </p:tgtEl>
                                        <p:attrNameLst>
                                          <p:attrName>style.visibility</p:attrName>
                                        </p:attrNameLst>
                                      </p:cBhvr>
                                      <p:to>
                                        <p:strVal val="visible"/>
                                      </p:to>
                                    </p:set>
                                    <p:animEffect transition="in" filter="dissolve">
                                      <p:cBhvr>
                                        <p:cTn id="77" dur="500"/>
                                        <p:tgtEl>
                                          <p:spTgt spid="133174"/>
                                        </p:tgtEl>
                                      </p:cBhvr>
                                    </p:animEffect>
                                  </p:childTnLst>
                                </p:cTn>
                              </p:par>
                            </p:childTnLst>
                          </p:cTn>
                        </p:par>
                        <p:par>
                          <p:cTn id="78" fill="hold">
                            <p:stCondLst>
                              <p:cond delay="500"/>
                            </p:stCondLst>
                            <p:childTnLst>
                              <p:par>
                                <p:cTn id="79" presetID="9" presetClass="entr" presetSubtype="0" fill="hold" nodeType="afterEffect">
                                  <p:stCondLst>
                                    <p:cond delay="0"/>
                                  </p:stCondLst>
                                  <p:childTnLst>
                                    <p:set>
                                      <p:cBhvr>
                                        <p:cTn id="80" dur="1" fill="hold">
                                          <p:stCondLst>
                                            <p:cond delay="0"/>
                                          </p:stCondLst>
                                        </p:cTn>
                                        <p:tgtEl>
                                          <p:spTgt spid="133187"/>
                                        </p:tgtEl>
                                        <p:attrNameLst>
                                          <p:attrName>style.visibility</p:attrName>
                                        </p:attrNameLst>
                                      </p:cBhvr>
                                      <p:to>
                                        <p:strVal val="visible"/>
                                      </p:to>
                                    </p:set>
                                    <p:animEffect transition="in" filter="dissolve">
                                      <p:cBhvr>
                                        <p:cTn id="81" dur="500"/>
                                        <p:tgtEl>
                                          <p:spTgt spid="133187"/>
                                        </p:tgtEl>
                                      </p:cBhvr>
                                    </p:animEffect>
                                  </p:childTnLst>
                                </p:cTn>
                              </p:par>
                            </p:childTnLst>
                          </p:cTn>
                        </p:par>
                        <p:par>
                          <p:cTn id="82" fill="hold">
                            <p:stCondLst>
                              <p:cond delay="1000"/>
                            </p:stCondLst>
                            <p:childTnLst>
                              <p:par>
                                <p:cTn id="83" presetID="9" presetClass="entr" presetSubtype="0" fill="hold" nodeType="afterEffect">
                                  <p:stCondLst>
                                    <p:cond delay="0"/>
                                  </p:stCondLst>
                                  <p:childTnLst>
                                    <p:set>
                                      <p:cBhvr>
                                        <p:cTn id="84" dur="1" fill="hold">
                                          <p:stCondLst>
                                            <p:cond delay="0"/>
                                          </p:stCondLst>
                                        </p:cTn>
                                        <p:tgtEl>
                                          <p:spTgt spid="133171"/>
                                        </p:tgtEl>
                                        <p:attrNameLst>
                                          <p:attrName>style.visibility</p:attrName>
                                        </p:attrNameLst>
                                      </p:cBhvr>
                                      <p:to>
                                        <p:strVal val="visible"/>
                                      </p:to>
                                    </p:set>
                                    <p:animEffect transition="in" filter="dissolve">
                                      <p:cBhvr>
                                        <p:cTn id="85" dur="500"/>
                                        <p:tgtEl>
                                          <p:spTgt spid="133171"/>
                                        </p:tgtEl>
                                      </p:cBhvr>
                                    </p:animEffect>
                                  </p:childTnLst>
                                </p:cTn>
                              </p:par>
                            </p:childTnLst>
                          </p:cTn>
                        </p:par>
                      </p:childTnLst>
                    </p:cTn>
                  </p:par>
                  <p:par>
                    <p:cTn id="86" fill="hold">
                      <p:stCondLst>
                        <p:cond delay="indefinite"/>
                      </p:stCondLst>
                      <p:childTnLst>
                        <p:par>
                          <p:cTn id="87" fill="hold">
                            <p:stCondLst>
                              <p:cond delay="0"/>
                            </p:stCondLst>
                            <p:childTnLst>
                              <p:par>
                                <p:cTn id="88" presetID="17" presetClass="entr" presetSubtype="10" fill="hold" nodeType="clickEffect">
                                  <p:stCondLst>
                                    <p:cond delay="0"/>
                                  </p:stCondLst>
                                  <p:childTnLst>
                                    <p:set>
                                      <p:cBhvr>
                                        <p:cTn id="89" dur="1" fill="hold">
                                          <p:stCondLst>
                                            <p:cond delay="0"/>
                                          </p:stCondLst>
                                        </p:cTn>
                                        <p:tgtEl>
                                          <p:spTgt spid="133165"/>
                                        </p:tgtEl>
                                        <p:attrNameLst>
                                          <p:attrName>style.visibility</p:attrName>
                                        </p:attrNameLst>
                                      </p:cBhvr>
                                      <p:to>
                                        <p:strVal val="visible"/>
                                      </p:to>
                                    </p:set>
                                    <p:anim calcmode="lin" valueType="num">
                                      <p:cBhvr>
                                        <p:cTn id="90" dur="500" fill="hold"/>
                                        <p:tgtEl>
                                          <p:spTgt spid="133165"/>
                                        </p:tgtEl>
                                        <p:attrNameLst>
                                          <p:attrName>ppt_w</p:attrName>
                                        </p:attrNameLst>
                                      </p:cBhvr>
                                      <p:tavLst>
                                        <p:tav tm="0">
                                          <p:val>
                                            <p:fltVal val="0.000000"/>
                                          </p:val>
                                        </p:tav>
                                        <p:tav tm="100000">
                                          <p:val>
                                            <p:strVal val="#ppt_w"/>
                                          </p:val>
                                        </p:tav>
                                      </p:tavLst>
                                    </p:anim>
                                    <p:anim calcmode="lin" valueType="num">
                                      <p:cBhvr>
                                        <p:cTn id="91" dur="500" fill="hold"/>
                                        <p:tgtEl>
                                          <p:spTgt spid="133165"/>
                                        </p:tgtEl>
                                        <p:attrNameLst>
                                          <p:attrName>ppt_h</p:attrName>
                                        </p:attrNameLst>
                                      </p:cBhvr>
                                      <p:tavLst>
                                        <p:tav tm="0">
                                          <p:val>
                                            <p:strVal val="#ppt_h"/>
                                          </p:val>
                                        </p:tav>
                                        <p:tav tm="100000">
                                          <p:val>
                                            <p:strVal val="#ppt_h"/>
                                          </p:val>
                                        </p:tav>
                                      </p:tavLst>
                                    </p:anim>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499"/>
                                          </p:stCondLst>
                                        </p:cTn>
                                        <p:tgtEl>
                                          <p:spTgt spid="133170"/>
                                        </p:tgtEl>
                                        <p:attrNameLst>
                                          <p:attrName>style.visibility</p:attrName>
                                        </p:attrNameLst>
                                      </p:cBhvr>
                                      <p:to>
                                        <p:strVal val="visible"/>
                                      </p:to>
                                    </p:set>
                                  </p:childTnLst>
                                </p:cTn>
                              </p:par>
                            </p:childTnLst>
                          </p:cTn>
                        </p:par>
                        <p:par>
                          <p:cTn id="95" fill="hold">
                            <p:stCondLst>
                              <p:cond delay="1000"/>
                            </p:stCondLst>
                            <p:childTnLst>
                              <p:par>
                                <p:cTn id="96" presetID="9" presetClass="entr" presetSubtype="0" fill="hold" nodeType="afterEffect">
                                  <p:stCondLst>
                                    <p:cond delay="0"/>
                                  </p:stCondLst>
                                  <p:childTnLst>
                                    <p:set>
                                      <p:cBhvr>
                                        <p:cTn id="97" dur="1" fill="hold">
                                          <p:stCondLst>
                                            <p:cond delay="0"/>
                                          </p:stCondLst>
                                        </p:cTn>
                                        <p:tgtEl>
                                          <p:spTgt spid="133188"/>
                                        </p:tgtEl>
                                        <p:attrNameLst>
                                          <p:attrName>style.visibility</p:attrName>
                                        </p:attrNameLst>
                                      </p:cBhvr>
                                      <p:to>
                                        <p:strVal val="visible"/>
                                      </p:to>
                                    </p:set>
                                    <p:animEffect transition="in" filter="dissolve">
                                      <p:cBhvr>
                                        <p:cTn id="98" dur="500"/>
                                        <p:tgtEl>
                                          <p:spTgt spid="133188"/>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133197"/>
                                        </p:tgtEl>
                                        <p:attrNameLst>
                                          <p:attrName>style.visibility</p:attrName>
                                        </p:attrNameLst>
                                      </p:cBhvr>
                                      <p:to>
                                        <p:strVal val="visible"/>
                                      </p:to>
                                    </p:set>
                                    <p:animEffect transition="in" filter="blinds(horizontal)">
                                      <p:cBhvr>
                                        <p:cTn id="103" dur="500"/>
                                        <p:tgtEl>
                                          <p:spTgt spid="13319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33203"/>
                                        </p:tgtEl>
                                        <p:attrNameLst>
                                          <p:attrName>style.visibility</p:attrName>
                                        </p:attrNameLst>
                                      </p:cBhvr>
                                      <p:to>
                                        <p:strVal val="visible"/>
                                      </p:to>
                                    </p:set>
                                    <p:animEffect transition="in" filter="wipe(left)">
                                      <p:cBhvr>
                                        <p:cTn id="108" dur="500"/>
                                        <p:tgtEl>
                                          <p:spTgt spid="133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1" grpId="0"/>
      <p:bldP spid="133132" grpId="0"/>
      <p:bldP spid="133133" grpId="0"/>
      <p:bldP spid="133136" grpId="0"/>
      <p:bldP spid="133139" grpId="0"/>
      <p:bldP spid="133140" grpId="0"/>
      <p:bldP spid="133141" grpId="0"/>
      <p:bldP spid="133142" grpId="0"/>
      <p:bldP spid="133162" grpId="0"/>
      <p:bldP spid="13317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4"/>
          <p:cNvSpPr/>
          <p:nvPr>
            <p:ph type="ctrTitle"/>
          </p:nvPr>
        </p:nvSpPr>
        <p:spPr>
          <a:xfrm>
            <a:off x="381000" y="914400"/>
            <a:ext cx="8458200" cy="1470025"/>
          </a:xfrm>
          <a:noFill/>
          <a:ln>
            <a:noFill/>
          </a:ln>
        </p:spPr>
        <p:txBody>
          <a:bodyPr anchor="t" anchorCtr="0"/>
          <a:p>
            <a:pPr algn="l" defTabSz="762000">
              <a:spcBef>
                <a:spcPct val="50000"/>
              </a:spcBef>
              <a:buClrTx/>
              <a:buSzTx/>
              <a:buFontTx/>
            </a:pPr>
            <a:r>
              <a:rPr lang="zh-CN" altLang="en-US" b="1" dirty="0">
                <a:solidFill>
                  <a:srgbClr val="FF0000"/>
                </a:solidFill>
                <a:latin typeface="Times New Roman" panose="02020603050405020304" pitchFamily="18" charset="0"/>
              </a:rPr>
              <a:t>如何理解带电球面内的场强为</a:t>
            </a:r>
            <a:r>
              <a:rPr lang="en-US" altLang="zh-CN" b="1" dirty="0">
                <a:solidFill>
                  <a:srgbClr val="FF0000"/>
                </a:solidFill>
                <a:latin typeface="Times New Roman" panose="02020603050405020304" pitchFamily="18" charset="0"/>
              </a:rPr>
              <a:t>0  ?</a:t>
            </a:r>
            <a:r>
              <a:rPr lang="en-US" altLang="zh-CN" dirty="0">
                <a:solidFill>
                  <a:srgbClr val="FF0000"/>
                </a:solidFill>
                <a:latin typeface="Times New Roman" panose="02020603050405020304" pitchFamily="18" charset="0"/>
              </a:rPr>
              <a:t>   </a:t>
            </a:r>
            <a:endParaRPr lang="en-US" altLang="zh-CN" dirty="0">
              <a:solidFill>
                <a:srgbClr val="FF0000"/>
              </a:solidFill>
              <a:latin typeface="Times New Roman" panose="02020603050405020304" pitchFamily="18" charset="0"/>
            </a:endParaRPr>
          </a:p>
        </p:txBody>
      </p:sp>
      <p:sp>
        <p:nvSpPr>
          <p:cNvPr id="71682" name="Oval 7"/>
          <p:cNvSpPr/>
          <p:nvPr/>
        </p:nvSpPr>
        <p:spPr>
          <a:xfrm>
            <a:off x="2438400" y="2895600"/>
            <a:ext cx="2033588" cy="2022475"/>
          </a:xfrm>
          <a:prstGeom prst="ellipse">
            <a:avLst/>
          </a:prstGeom>
          <a:gradFill rotWithShape="0">
            <a:gsLst>
              <a:gs pos="0">
                <a:schemeClr val="bg1"/>
              </a:gs>
              <a:gs pos="100000">
                <a:schemeClr val="accent2"/>
              </a:gs>
            </a:gsLst>
            <a:path path="shape">
              <a:fillToRect l="50000" t="50000" r="50000" b="50000"/>
            </a:path>
            <a:tileRect/>
          </a:gradFill>
          <a:ln w="38100" cap="flat" cmpd="dbl">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71683" name="Object 2"/>
          <p:cNvGraphicFramePr>
            <a:graphicFrameLocks noChangeAspect="1"/>
          </p:cNvGraphicFramePr>
          <p:nvPr/>
        </p:nvGraphicFramePr>
        <p:xfrm>
          <a:off x="2895600" y="3505200"/>
          <a:ext cx="1181100" cy="630238"/>
        </p:xfrm>
        <a:graphic>
          <a:graphicData uri="http://schemas.openxmlformats.org/presentationml/2006/ole">
            <mc:AlternateContent xmlns:mc="http://schemas.openxmlformats.org/markup-compatibility/2006">
              <mc:Choice xmlns:v="urn:schemas-microsoft-com:vml" Requires="v">
                <p:oleObj spid="_x0000_s3462" name="" r:id="rId1" imgW="381000" imgH="203200" progId="Equation.DSMT4">
                  <p:embed/>
                </p:oleObj>
              </mc:Choice>
              <mc:Fallback>
                <p:oleObj name="" r:id="rId1" imgW="381000" imgH="203200" progId="Equation.DSMT4">
                  <p:embed/>
                  <p:pic>
                    <p:nvPicPr>
                      <p:cNvPr id="0" name="图片 3461"/>
                      <p:cNvPicPr/>
                      <p:nvPr/>
                    </p:nvPicPr>
                    <p:blipFill>
                      <a:blip r:embed="rId2"/>
                      <a:stretch>
                        <a:fillRect/>
                      </a:stretch>
                    </p:blipFill>
                    <p:spPr>
                      <a:xfrm>
                        <a:off x="2895600" y="3505200"/>
                        <a:ext cx="1181100" cy="630238"/>
                      </a:xfrm>
                      <a:prstGeom prst="rect">
                        <a:avLst/>
                      </a:prstGeom>
                      <a:noFill/>
                      <a:ln w="38100">
                        <a:noFill/>
                        <a:miter/>
                      </a:ln>
                    </p:spPr>
                  </p:pic>
                </p:oleObj>
              </mc:Fallback>
            </mc:AlternateContent>
          </a:graphicData>
        </a:graphic>
      </p:graphicFrame>
      <p:graphicFrame>
        <p:nvGraphicFramePr>
          <p:cNvPr id="71684" name="Object 3"/>
          <p:cNvGraphicFramePr>
            <a:graphicFrameLocks noChangeAspect="1"/>
          </p:cNvGraphicFramePr>
          <p:nvPr/>
        </p:nvGraphicFramePr>
        <p:xfrm>
          <a:off x="5105400" y="3276600"/>
          <a:ext cx="2598738" cy="1339850"/>
        </p:xfrm>
        <a:graphic>
          <a:graphicData uri="http://schemas.openxmlformats.org/presentationml/2006/ole">
            <mc:AlternateContent xmlns:mc="http://schemas.openxmlformats.org/markup-compatibility/2006">
              <mc:Choice xmlns:v="urn:schemas-microsoft-com:vml" Requires="v">
                <p:oleObj spid="_x0000_s3459" name="" r:id="rId3" imgW="837565" imgH="431800" progId="Equation.DSMT4">
                  <p:embed/>
                </p:oleObj>
              </mc:Choice>
              <mc:Fallback>
                <p:oleObj name="" r:id="rId3" imgW="837565" imgH="431800" progId="Equation.DSMT4">
                  <p:embed/>
                  <p:pic>
                    <p:nvPicPr>
                      <p:cNvPr id="0" name="图片 3458"/>
                      <p:cNvPicPr/>
                      <p:nvPr/>
                    </p:nvPicPr>
                    <p:blipFill>
                      <a:blip r:embed="rId4"/>
                      <a:stretch>
                        <a:fillRect/>
                      </a:stretch>
                    </p:blipFill>
                    <p:spPr>
                      <a:xfrm>
                        <a:off x="5105400" y="3276600"/>
                        <a:ext cx="2598738" cy="1339850"/>
                      </a:xfrm>
                      <a:prstGeom prst="rect">
                        <a:avLst/>
                      </a:prstGeom>
                      <a:noFill/>
                      <a:ln w="38100">
                        <a:noFill/>
                        <a:miter/>
                      </a:ln>
                    </p:spPr>
                  </p:pic>
                </p:oleObj>
              </mc:Fallback>
            </mc:AlternateContent>
          </a:graphicData>
        </a:graphic>
      </p:graphicFrame>
    </p:spTree>
  </p:cSld>
  <p:clrMapOvr>
    <a:masterClrMapping/>
  </p:clrMapOvr>
  <p:transition spd="med">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9"/>
          <p:cNvGrpSpPr/>
          <p:nvPr/>
        </p:nvGrpSpPr>
        <p:grpSpPr>
          <a:xfrm>
            <a:off x="5486400" y="762000"/>
            <a:ext cx="2874963" cy="909638"/>
            <a:chOff x="3456" y="480"/>
            <a:chExt cx="1811" cy="573"/>
          </a:xfrm>
        </p:grpSpPr>
        <p:grpSp>
          <p:nvGrpSpPr>
            <p:cNvPr id="72706" name="Group 37"/>
            <p:cNvGrpSpPr/>
            <p:nvPr/>
          </p:nvGrpSpPr>
          <p:grpSpPr>
            <a:xfrm>
              <a:off x="3792" y="480"/>
              <a:ext cx="1133" cy="573"/>
              <a:chOff x="3792" y="480"/>
              <a:chExt cx="1133" cy="573"/>
            </a:xfrm>
          </p:grpSpPr>
          <p:sp>
            <p:nvSpPr>
              <p:cNvPr id="72707" name="Freeform 35" descr="深色下对角线"/>
              <p:cNvSpPr/>
              <p:nvPr/>
            </p:nvSpPr>
            <p:spPr>
              <a:xfrm>
                <a:off x="4785" y="480"/>
                <a:ext cx="140" cy="573"/>
              </a:xfrm>
              <a:custGeom>
                <a:avLst/>
                <a:gdLst/>
                <a:ahLst/>
                <a:cxnLst>
                  <a:cxn ang="0">
                    <a:pos x="49" y="0"/>
                  </a:cxn>
                  <a:cxn ang="0">
                    <a:pos x="5" y="183"/>
                  </a:cxn>
                  <a:cxn ang="0">
                    <a:pos x="17" y="414"/>
                  </a:cxn>
                  <a:cxn ang="0">
                    <a:pos x="77" y="573"/>
                  </a:cxn>
                  <a:cxn ang="0">
                    <a:pos x="131" y="453"/>
                  </a:cxn>
                  <a:cxn ang="0">
                    <a:pos x="140" y="306"/>
                  </a:cxn>
                  <a:cxn ang="0">
                    <a:pos x="131" y="183"/>
                  </a:cxn>
                  <a:cxn ang="0">
                    <a:pos x="89" y="81"/>
                  </a:cxn>
                  <a:cxn ang="0">
                    <a:pos x="49" y="0"/>
                  </a:cxn>
                </a:cxnLst>
                <a:pathLst>
                  <a:path w="140" h="573">
                    <a:moveTo>
                      <a:pt x="49" y="0"/>
                    </a:moveTo>
                    <a:cubicBezTo>
                      <a:pt x="35" y="17"/>
                      <a:pt x="10" y="114"/>
                      <a:pt x="5" y="183"/>
                    </a:cubicBezTo>
                    <a:cubicBezTo>
                      <a:pt x="0" y="252"/>
                      <a:pt x="5" y="349"/>
                      <a:pt x="17" y="414"/>
                    </a:cubicBezTo>
                    <a:cubicBezTo>
                      <a:pt x="29" y="479"/>
                      <a:pt x="58" y="567"/>
                      <a:pt x="77" y="573"/>
                    </a:cubicBezTo>
                    <a:lnTo>
                      <a:pt x="131" y="453"/>
                    </a:lnTo>
                    <a:lnTo>
                      <a:pt x="140" y="306"/>
                    </a:lnTo>
                    <a:lnTo>
                      <a:pt x="131" y="183"/>
                    </a:lnTo>
                    <a:lnTo>
                      <a:pt x="89" y="81"/>
                    </a:lnTo>
                    <a:lnTo>
                      <a:pt x="49" y="0"/>
                    </a:lnTo>
                    <a:close/>
                  </a:path>
                </a:pathLst>
              </a:custGeom>
              <a:pattFill prst="dkDnDiag">
                <a:fgClr>
                  <a:schemeClr val="accent1"/>
                </a:fgClr>
                <a:bgClr>
                  <a:schemeClr val="bg1"/>
                </a:bgClr>
              </a:pattFill>
              <a:ln w="9525" cap="flat" cmpd="sng">
                <a:solidFill>
                  <a:schemeClr val="tx1"/>
                </a:solidFill>
                <a:prstDash val="solid"/>
                <a:round/>
                <a:headEnd type="none" w="med" len="med"/>
                <a:tailEnd type="none" w="med" len="med"/>
              </a:ln>
            </p:spPr>
            <p:txBody>
              <a:bodyPr/>
              <a:p>
                <a:endParaRPr lang="zh-CN" altLang="en-US"/>
              </a:p>
            </p:txBody>
          </p:sp>
          <p:sp>
            <p:nvSpPr>
              <p:cNvPr id="72708" name="Freeform 33" descr="深色下对角线"/>
              <p:cNvSpPr/>
              <p:nvPr/>
            </p:nvSpPr>
            <p:spPr>
              <a:xfrm>
                <a:off x="3792" y="621"/>
                <a:ext cx="90" cy="409"/>
              </a:xfrm>
              <a:custGeom>
                <a:avLst/>
                <a:gdLst/>
                <a:ahLst/>
                <a:cxnLst>
                  <a:cxn ang="0">
                    <a:pos x="22" y="0"/>
                  </a:cxn>
                  <a:cxn ang="0">
                    <a:pos x="80" y="121"/>
                  </a:cxn>
                  <a:cxn ang="0">
                    <a:pos x="82" y="269"/>
                  </a:cxn>
                  <a:cxn ang="0">
                    <a:pos x="39" y="409"/>
                  </a:cxn>
                  <a:cxn ang="0">
                    <a:pos x="10" y="306"/>
                  </a:cxn>
                  <a:cxn ang="0">
                    <a:pos x="0" y="198"/>
                  </a:cxn>
                  <a:cxn ang="0">
                    <a:pos x="7" y="80"/>
                  </a:cxn>
                  <a:cxn ang="0">
                    <a:pos x="22" y="0"/>
                  </a:cxn>
                </a:cxnLst>
                <a:pathLst>
                  <a:path w="105" h="409">
                    <a:moveTo>
                      <a:pt x="26" y="0"/>
                    </a:moveTo>
                    <a:cubicBezTo>
                      <a:pt x="40" y="7"/>
                      <a:pt x="81" y="76"/>
                      <a:pt x="93" y="121"/>
                    </a:cubicBezTo>
                    <a:cubicBezTo>
                      <a:pt x="105" y="166"/>
                      <a:pt x="104" y="221"/>
                      <a:pt x="96" y="269"/>
                    </a:cubicBezTo>
                    <a:cubicBezTo>
                      <a:pt x="88" y="317"/>
                      <a:pt x="59" y="403"/>
                      <a:pt x="45" y="409"/>
                    </a:cubicBezTo>
                    <a:lnTo>
                      <a:pt x="12" y="306"/>
                    </a:lnTo>
                    <a:lnTo>
                      <a:pt x="0" y="198"/>
                    </a:lnTo>
                    <a:lnTo>
                      <a:pt x="8" y="80"/>
                    </a:lnTo>
                    <a:lnTo>
                      <a:pt x="26" y="0"/>
                    </a:lnTo>
                    <a:close/>
                  </a:path>
                </a:pathLst>
              </a:custGeom>
              <a:pattFill prst="dkDnDiag">
                <a:fgClr>
                  <a:schemeClr val="accent1"/>
                </a:fgClr>
                <a:bgClr>
                  <a:schemeClr val="bg1"/>
                </a:bgClr>
              </a:pattFill>
              <a:ln w="9525" cap="flat" cmpd="sng">
                <a:solidFill>
                  <a:schemeClr val="tx1"/>
                </a:solidFill>
                <a:prstDash val="solid"/>
                <a:round/>
                <a:headEnd type="none" w="med" len="med"/>
                <a:tailEnd type="none" w="med" len="med"/>
              </a:ln>
            </p:spPr>
            <p:txBody>
              <a:bodyPr/>
              <a:p>
                <a:endParaRPr lang="zh-CN" altLang="en-US"/>
              </a:p>
            </p:txBody>
          </p:sp>
        </p:grpSp>
        <p:graphicFrame>
          <p:nvGraphicFramePr>
            <p:cNvPr id="72709" name="Object 11"/>
            <p:cNvGraphicFramePr>
              <a:graphicFrameLocks noChangeAspect="1"/>
            </p:cNvGraphicFramePr>
            <p:nvPr/>
          </p:nvGraphicFramePr>
          <p:xfrm>
            <a:off x="3456" y="600"/>
            <a:ext cx="373" cy="371"/>
          </p:xfrm>
          <a:graphic>
            <a:graphicData uri="http://schemas.openxmlformats.org/presentationml/2006/ole">
              <mc:AlternateContent xmlns:mc="http://schemas.openxmlformats.org/markup-compatibility/2006">
                <mc:Choice xmlns:v="urn:schemas-microsoft-com:vml" Requires="v">
                  <p:oleObj spid="_x0000_s3461" name="" r:id="rId1" imgW="177800" imgH="177800" progId="Equation.DSMT4">
                    <p:embed/>
                  </p:oleObj>
                </mc:Choice>
                <mc:Fallback>
                  <p:oleObj name="" r:id="rId1" imgW="177800" imgH="177800" progId="Equation.DSMT4">
                    <p:embed/>
                    <p:pic>
                      <p:nvPicPr>
                        <p:cNvPr id="0" name="图片 3460"/>
                        <p:cNvPicPr/>
                        <p:nvPr/>
                      </p:nvPicPr>
                      <p:blipFill>
                        <a:blip r:embed="rId2"/>
                        <a:stretch>
                          <a:fillRect/>
                        </a:stretch>
                      </p:blipFill>
                      <p:spPr>
                        <a:xfrm>
                          <a:off x="3456" y="600"/>
                          <a:ext cx="373" cy="371"/>
                        </a:xfrm>
                        <a:prstGeom prst="rect">
                          <a:avLst/>
                        </a:prstGeom>
                        <a:noFill/>
                        <a:ln w="38100">
                          <a:noFill/>
                          <a:miter/>
                        </a:ln>
                      </p:spPr>
                    </p:pic>
                  </p:oleObj>
                </mc:Fallback>
              </mc:AlternateContent>
            </a:graphicData>
          </a:graphic>
        </p:graphicFrame>
        <p:graphicFrame>
          <p:nvGraphicFramePr>
            <p:cNvPr id="72710" name="Object 12"/>
            <p:cNvGraphicFramePr>
              <a:graphicFrameLocks noChangeAspect="1"/>
            </p:cNvGraphicFramePr>
            <p:nvPr/>
          </p:nvGraphicFramePr>
          <p:xfrm>
            <a:off x="4896" y="600"/>
            <a:ext cx="371" cy="370"/>
          </p:xfrm>
          <a:graphic>
            <a:graphicData uri="http://schemas.openxmlformats.org/presentationml/2006/ole">
              <mc:AlternateContent xmlns:mc="http://schemas.openxmlformats.org/markup-compatibility/2006">
                <mc:Choice xmlns:v="urn:schemas-microsoft-com:vml" Requires="v">
                  <p:oleObj spid="_x0000_s3463" name="" r:id="rId3" imgW="177800" imgH="177800" progId="Equation.DSMT4">
                    <p:embed/>
                  </p:oleObj>
                </mc:Choice>
                <mc:Fallback>
                  <p:oleObj name="" r:id="rId3" imgW="177800" imgH="177800" progId="Equation.DSMT4">
                    <p:embed/>
                    <p:pic>
                      <p:nvPicPr>
                        <p:cNvPr id="0" name="图片 3462"/>
                        <p:cNvPicPr/>
                        <p:nvPr/>
                      </p:nvPicPr>
                      <p:blipFill>
                        <a:blip r:embed="rId4"/>
                        <a:stretch>
                          <a:fillRect/>
                        </a:stretch>
                      </p:blipFill>
                      <p:spPr>
                        <a:xfrm>
                          <a:off x="4896" y="600"/>
                          <a:ext cx="371" cy="370"/>
                        </a:xfrm>
                        <a:prstGeom prst="rect">
                          <a:avLst/>
                        </a:prstGeom>
                        <a:noFill/>
                        <a:ln w="38100">
                          <a:noFill/>
                          <a:miter/>
                        </a:ln>
                      </p:spPr>
                    </p:pic>
                  </p:oleObj>
                </mc:Fallback>
              </mc:AlternateContent>
            </a:graphicData>
          </a:graphic>
        </p:graphicFrame>
      </p:grpSp>
      <p:sp>
        <p:nvSpPr>
          <p:cNvPr id="72711" name="Oval 3"/>
          <p:cNvSpPr/>
          <p:nvPr/>
        </p:nvSpPr>
        <p:spPr>
          <a:xfrm>
            <a:off x="6019800" y="381000"/>
            <a:ext cx="1800225" cy="1800225"/>
          </a:xfrm>
          <a:prstGeom prst="ellipse">
            <a:avLst/>
          </a:prstGeom>
          <a:noFill/>
          <a:ln w="38100"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68" name="Line 4"/>
          <p:cNvSpPr/>
          <p:nvPr/>
        </p:nvSpPr>
        <p:spPr>
          <a:xfrm>
            <a:off x="6705600" y="1281113"/>
            <a:ext cx="381000" cy="0"/>
          </a:xfrm>
          <a:prstGeom prst="line">
            <a:avLst/>
          </a:prstGeom>
          <a:ln w="38100" cap="flat" cmpd="sng">
            <a:solidFill>
              <a:srgbClr val="FF0000"/>
            </a:solidFill>
            <a:prstDash val="solid"/>
            <a:round/>
            <a:headEnd type="none" w="sm" len="sm"/>
            <a:tailEnd type="triangle" w="med" len="med"/>
          </a:ln>
        </p:spPr>
      </p:sp>
      <p:sp>
        <p:nvSpPr>
          <p:cNvPr id="11269" name="Line 5"/>
          <p:cNvSpPr/>
          <p:nvPr/>
        </p:nvSpPr>
        <p:spPr>
          <a:xfrm flipH="1">
            <a:off x="6324600" y="1281113"/>
            <a:ext cx="381000" cy="0"/>
          </a:xfrm>
          <a:prstGeom prst="line">
            <a:avLst/>
          </a:prstGeom>
          <a:ln w="38100" cap="flat" cmpd="sng">
            <a:solidFill>
              <a:schemeClr val="accent2"/>
            </a:solidFill>
            <a:prstDash val="solid"/>
            <a:round/>
            <a:headEnd type="none" w="med" len="med"/>
            <a:tailEnd type="triangle" w="med" len="med"/>
          </a:ln>
        </p:spPr>
      </p:sp>
      <p:sp>
        <p:nvSpPr>
          <p:cNvPr id="11270" name="Rectangle 6"/>
          <p:cNvSpPr/>
          <p:nvPr/>
        </p:nvSpPr>
        <p:spPr>
          <a:xfrm>
            <a:off x="381000" y="990600"/>
            <a:ext cx="5638800" cy="1160463"/>
          </a:xfrm>
          <a:prstGeom prst="rect">
            <a:avLst/>
          </a:prstGeom>
          <a:noFill/>
          <a:ln w="9525">
            <a:noFill/>
          </a:ln>
        </p:spPr>
        <p:txBody>
          <a:bodyPr lIns="92075" tIns="46038" rIns="92075" bIns="46038" anchor="t" anchorCtr="0">
            <a:spAutoFit/>
          </a:bodyPr>
          <a:p>
            <a:pPr defTabSz="762000" eaLnBrk="0" hangingPunct="0">
              <a:spcBef>
                <a:spcPct val="50000"/>
              </a:spcBef>
            </a:pPr>
            <a:r>
              <a:rPr lang="zh-CN" altLang="en-US" sz="2800" b="1" dirty="0">
                <a:latin typeface="Arial" panose="020B0604020202020204" pitchFamily="34" charset="0"/>
                <a:ea typeface="宋体" panose="02010600030101010101" pitchFamily="2" charset="-122"/>
              </a:rPr>
              <a:t>过</a:t>
            </a:r>
            <a:r>
              <a:rPr lang="en-US" altLang="zh-CN" sz="2800" b="1" i="1" dirty="0">
                <a:latin typeface="Arial" panose="020B0604020202020204" pitchFamily="34" charset="0"/>
                <a:ea typeface="宋体" panose="02010600030101010101" pitchFamily="2" charset="-122"/>
              </a:rPr>
              <a:t>P</a:t>
            </a:r>
            <a:r>
              <a:rPr lang="zh-CN" altLang="en-US" sz="2800" b="1" dirty="0">
                <a:latin typeface="Arial" panose="020B0604020202020204" pitchFamily="34" charset="0"/>
                <a:ea typeface="宋体" panose="02010600030101010101" pitchFamily="2" charset="-122"/>
              </a:rPr>
              <a:t>点作圆锥</a:t>
            </a:r>
            <a:endParaRPr lang="zh-CN" altLang="en-US" sz="2800" b="1" dirty="0">
              <a:latin typeface="Arial" panose="020B0604020202020204" pitchFamily="34" charset="0"/>
              <a:ea typeface="宋体" panose="02010600030101010101" pitchFamily="2" charset="-122"/>
            </a:endParaRPr>
          </a:p>
          <a:p>
            <a:pPr defTabSz="762000" eaLnBrk="0" hangingPunct="0">
              <a:spcBef>
                <a:spcPct val="50000"/>
              </a:spcBef>
            </a:pPr>
            <a:r>
              <a:rPr lang="zh-CN" altLang="en-US" sz="2800" b="1" dirty="0">
                <a:latin typeface="Arial" panose="020B0604020202020204" pitchFamily="34" charset="0"/>
                <a:ea typeface="宋体" panose="02010600030101010101" pitchFamily="2" charset="-122"/>
              </a:rPr>
              <a:t>则在球面上截出两电荷元</a:t>
            </a:r>
            <a:endParaRPr lang="zh-CN" altLang="en-US" sz="2800" b="1" dirty="0">
              <a:latin typeface="Arial" panose="020B0604020202020204" pitchFamily="34" charset="0"/>
              <a:ea typeface="宋体" panose="02010600030101010101" pitchFamily="2" charset="-122"/>
            </a:endParaRPr>
          </a:p>
        </p:txBody>
      </p:sp>
      <p:graphicFrame>
        <p:nvGraphicFramePr>
          <p:cNvPr id="11271" name="Object 2"/>
          <p:cNvGraphicFramePr/>
          <p:nvPr/>
        </p:nvGraphicFramePr>
        <p:xfrm>
          <a:off x="584200" y="2422525"/>
          <a:ext cx="3975100" cy="571500"/>
        </p:xfrm>
        <a:graphic>
          <a:graphicData uri="http://schemas.openxmlformats.org/presentationml/2006/ole">
            <mc:AlternateContent xmlns:mc="http://schemas.openxmlformats.org/markup-compatibility/2006">
              <mc:Choice xmlns:v="urn:schemas-microsoft-com:vml" Requires="v">
                <p:oleObj spid="_x0000_s3464" name="" r:id="rId5" imgW="1524000" imgH="228600" progId="Equation.DSMT4">
                  <p:embed/>
                </p:oleObj>
              </mc:Choice>
              <mc:Fallback>
                <p:oleObj name="" r:id="rId5" imgW="1524000" imgH="228600" progId="Equation.DSMT4">
                  <p:embed/>
                  <p:pic>
                    <p:nvPicPr>
                      <p:cNvPr id="0" name="图片 3463"/>
                      <p:cNvPicPr/>
                      <p:nvPr/>
                    </p:nvPicPr>
                    <p:blipFill>
                      <a:blip r:embed="rId6"/>
                      <a:stretch>
                        <a:fillRect/>
                      </a:stretch>
                    </p:blipFill>
                    <p:spPr>
                      <a:xfrm>
                        <a:off x="584200" y="2422525"/>
                        <a:ext cx="3975100" cy="571500"/>
                      </a:xfrm>
                      <a:prstGeom prst="rect">
                        <a:avLst/>
                      </a:prstGeom>
                      <a:noFill/>
                      <a:ln w="38100">
                        <a:noFill/>
                        <a:miter/>
                      </a:ln>
                    </p:spPr>
                  </p:pic>
                </p:oleObj>
              </mc:Fallback>
            </mc:AlternateContent>
          </a:graphicData>
        </a:graphic>
      </p:graphicFrame>
      <p:graphicFrame>
        <p:nvGraphicFramePr>
          <p:cNvPr id="11272" name="Object 3"/>
          <p:cNvGraphicFramePr/>
          <p:nvPr/>
        </p:nvGraphicFramePr>
        <p:xfrm>
          <a:off x="3344863" y="3125788"/>
          <a:ext cx="2314575" cy="1096962"/>
        </p:xfrm>
        <a:graphic>
          <a:graphicData uri="http://schemas.openxmlformats.org/presentationml/2006/ole">
            <mc:AlternateContent xmlns:mc="http://schemas.openxmlformats.org/markup-compatibility/2006">
              <mc:Choice xmlns:v="urn:schemas-microsoft-com:vml" Requires="v">
                <p:oleObj spid="_x0000_s3460" name="" r:id="rId7" imgW="939165" imgH="444500" progId="Equation.DSMT4">
                  <p:embed/>
                </p:oleObj>
              </mc:Choice>
              <mc:Fallback>
                <p:oleObj name="" r:id="rId7" imgW="939165" imgH="444500" progId="Equation.DSMT4">
                  <p:embed/>
                  <p:pic>
                    <p:nvPicPr>
                      <p:cNvPr id="0" name="图片 3459"/>
                      <p:cNvPicPr/>
                      <p:nvPr/>
                    </p:nvPicPr>
                    <p:blipFill>
                      <a:blip r:embed="rId8"/>
                      <a:stretch>
                        <a:fillRect/>
                      </a:stretch>
                    </p:blipFill>
                    <p:spPr>
                      <a:xfrm>
                        <a:off x="3344863" y="3125788"/>
                        <a:ext cx="2314575" cy="1096962"/>
                      </a:xfrm>
                      <a:prstGeom prst="rect">
                        <a:avLst/>
                      </a:prstGeom>
                      <a:noFill/>
                      <a:ln w="38100">
                        <a:noFill/>
                        <a:miter/>
                      </a:ln>
                    </p:spPr>
                  </p:pic>
                </p:oleObj>
              </mc:Fallback>
            </mc:AlternateContent>
          </a:graphicData>
        </a:graphic>
      </p:graphicFrame>
      <p:graphicFrame>
        <p:nvGraphicFramePr>
          <p:cNvPr id="11273" name="Object 4"/>
          <p:cNvGraphicFramePr/>
          <p:nvPr/>
        </p:nvGraphicFramePr>
        <p:xfrm>
          <a:off x="3390900" y="4392613"/>
          <a:ext cx="2214563" cy="1122362"/>
        </p:xfrm>
        <a:graphic>
          <a:graphicData uri="http://schemas.openxmlformats.org/presentationml/2006/ole">
            <mc:AlternateContent xmlns:mc="http://schemas.openxmlformats.org/markup-compatibility/2006">
              <mc:Choice xmlns:v="urn:schemas-microsoft-com:vml" Requires="v">
                <p:oleObj spid="_x0000_s3458" name="" r:id="rId9" imgW="939165" imgH="444500" progId="Equation.DSMT4">
                  <p:embed/>
                </p:oleObj>
              </mc:Choice>
              <mc:Fallback>
                <p:oleObj name="" r:id="rId9" imgW="939165" imgH="444500" progId="Equation.DSMT4">
                  <p:embed/>
                  <p:pic>
                    <p:nvPicPr>
                      <p:cNvPr id="0" name="图片 3457"/>
                      <p:cNvPicPr/>
                      <p:nvPr/>
                    </p:nvPicPr>
                    <p:blipFill>
                      <a:blip r:embed="rId10"/>
                      <a:stretch>
                        <a:fillRect/>
                      </a:stretch>
                    </p:blipFill>
                    <p:spPr>
                      <a:xfrm>
                        <a:off x="3390900" y="4392613"/>
                        <a:ext cx="2214563" cy="1122362"/>
                      </a:xfrm>
                      <a:prstGeom prst="rect">
                        <a:avLst/>
                      </a:prstGeom>
                      <a:noFill/>
                      <a:ln w="38100">
                        <a:noFill/>
                        <a:miter/>
                      </a:ln>
                    </p:spPr>
                  </p:pic>
                </p:oleObj>
              </mc:Fallback>
            </mc:AlternateContent>
          </a:graphicData>
        </a:graphic>
      </p:graphicFrame>
      <p:grpSp>
        <p:nvGrpSpPr>
          <p:cNvPr id="72718" name="Group 10"/>
          <p:cNvGrpSpPr/>
          <p:nvPr/>
        </p:nvGrpSpPr>
        <p:grpSpPr>
          <a:xfrm>
            <a:off x="6553200" y="762000"/>
            <a:ext cx="355600" cy="557213"/>
            <a:chOff x="4102" y="3105"/>
            <a:chExt cx="224" cy="351"/>
          </a:xfrm>
        </p:grpSpPr>
        <p:sp>
          <p:nvSpPr>
            <p:cNvPr id="72719" name="Oval 11"/>
            <p:cNvSpPr/>
            <p:nvPr/>
          </p:nvSpPr>
          <p:spPr>
            <a:xfrm>
              <a:off x="4176" y="3408"/>
              <a:ext cx="48" cy="48"/>
            </a:xfrm>
            <a:prstGeom prst="ellipse">
              <a:avLst/>
            </a:prstGeom>
            <a:solidFill>
              <a:schemeClr val="tx1"/>
            </a:solidFill>
            <a:ln w="12700" cap="flat" cmpd="sng">
              <a:solidFill>
                <a:schemeClr val="tx1"/>
              </a:solidFill>
              <a:prstDash val="solid"/>
              <a:round/>
              <a:headEnd type="none" w="sm" len="sm"/>
              <a:tailEnd type="none" w="sm" len="sm"/>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72720" name="Object 10"/>
            <p:cNvGraphicFramePr>
              <a:graphicFrameLocks noChangeAspect="1"/>
            </p:cNvGraphicFramePr>
            <p:nvPr/>
          </p:nvGraphicFramePr>
          <p:xfrm>
            <a:off x="4102" y="3105"/>
            <a:ext cx="224" cy="224"/>
          </p:xfrm>
          <a:graphic>
            <a:graphicData uri="http://schemas.openxmlformats.org/presentationml/2006/ole">
              <mc:AlternateContent xmlns:mc="http://schemas.openxmlformats.org/markup-compatibility/2006">
                <mc:Choice xmlns:v="urn:schemas-microsoft-com:vml" Requires="v">
                  <p:oleObj spid="_x0000_s3465" name="" r:id="rId11" imgW="127000" imgH="127000" progId="Equation.DSMT4">
                    <p:embed/>
                  </p:oleObj>
                </mc:Choice>
                <mc:Fallback>
                  <p:oleObj name="" r:id="rId11" imgW="127000" imgH="127000" progId="Equation.DSMT4">
                    <p:embed/>
                    <p:pic>
                      <p:nvPicPr>
                        <p:cNvPr id="0" name="图片 3464"/>
                        <p:cNvPicPr/>
                        <p:nvPr/>
                      </p:nvPicPr>
                      <p:blipFill>
                        <a:blip r:embed="rId12"/>
                        <a:stretch>
                          <a:fillRect/>
                        </a:stretch>
                      </p:blipFill>
                      <p:spPr>
                        <a:xfrm>
                          <a:off x="4102" y="3105"/>
                          <a:ext cx="224" cy="224"/>
                        </a:xfrm>
                        <a:prstGeom prst="rect">
                          <a:avLst/>
                        </a:prstGeom>
                        <a:noFill/>
                        <a:ln w="38100">
                          <a:noFill/>
                          <a:miter/>
                        </a:ln>
                      </p:spPr>
                    </p:pic>
                  </p:oleObj>
                </mc:Fallback>
              </mc:AlternateContent>
            </a:graphicData>
          </a:graphic>
        </p:graphicFrame>
      </p:grpSp>
      <p:grpSp>
        <p:nvGrpSpPr>
          <p:cNvPr id="5" name="Group 38"/>
          <p:cNvGrpSpPr/>
          <p:nvPr/>
        </p:nvGrpSpPr>
        <p:grpSpPr>
          <a:xfrm>
            <a:off x="6057900" y="785813"/>
            <a:ext cx="1643063" cy="885825"/>
            <a:chOff x="3816" y="495"/>
            <a:chExt cx="1035" cy="558"/>
          </a:xfrm>
        </p:grpSpPr>
        <p:sp>
          <p:nvSpPr>
            <p:cNvPr id="72722" name="Line 15"/>
            <p:cNvSpPr/>
            <p:nvPr/>
          </p:nvSpPr>
          <p:spPr>
            <a:xfrm flipV="1">
              <a:off x="3840" y="495"/>
              <a:ext cx="981" cy="510"/>
            </a:xfrm>
            <a:prstGeom prst="line">
              <a:avLst/>
            </a:prstGeom>
            <a:ln w="19050" cap="flat" cmpd="sng">
              <a:solidFill>
                <a:schemeClr val="tx1"/>
              </a:solidFill>
              <a:prstDash val="dash"/>
              <a:round/>
              <a:headEnd type="none" w="sm" len="sm"/>
              <a:tailEnd type="none" w="sm" len="sm"/>
            </a:ln>
          </p:spPr>
        </p:sp>
        <p:sp>
          <p:nvSpPr>
            <p:cNvPr id="72723" name="Line 16"/>
            <p:cNvSpPr/>
            <p:nvPr/>
          </p:nvSpPr>
          <p:spPr>
            <a:xfrm>
              <a:off x="3816" y="633"/>
              <a:ext cx="1035" cy="420"/>
            </a:xfrm>
            <a:prstGeom prst="line">
              <a:avLst/>
            </a:prstGeom>
            <a:ln w="19050" cap="flat" cmpd="sng">
              <a:solidFill>
                <a:schemeClr val="tx1"/>
              </a:solidFill>
              <a:prstDash val="dash"/>
              <a:round/>
              <a:headEnd type="none" w="sm" len="sm"/>
              <a:tailEnd type="none" w="sm" len="sm"/>
            </a:ln>
          </p:spPr>
        </p:sp>
      </p:grpSp>
      <p:grpSp>
        <p:nvGrpSpPr>
          <p:cNvPr id="6" name="Group 21"/>
          <p:cNvGrpSpPr/>
          <p:nvPr/>
        </p:nvGrpSpPr>
        <p:grpSpPr>
          <a:xfrm>
            <a:off x="573088" y="3332163"/>
            <a:ext cx="2852737" cy="555625"/>
            <a:chOff x="363" y="2475"/>
            <a:chExt cx="1941" cy="397"/>
          </a:xfrm>
        </p:grpSpPr>
        <p:sp>
          <p:nvSpPr>
            <p:cNvPr id="72725" name="Text Box 22"/>
            <p:cNvSpPr txBox="1"/>
            <p:nvPr/>
          </p:nvSpPr>
          <p:spPr>
            <a:xfrm>
              <a:off x="816" y="2496"/>
              <a:ext cx="1488" cy="372"/>
            </a:xfrm>
            <a:prstGeom prst="rect">
              <a:avLst/>
            </a:prstGeom>
            <a:noFill/>
            <a:ln w="12700">
              <a:noFill/>
            </a:ln>
          </p:spPr>
          <p:txBody>
            <a:bodyPr anchor="t" anchorCtr="0">
              <a:spAutoFit/>
            </a:bodyPr>
            <a:p>
              <a:pPr defTabSz="762000" eaLnBrk="0" hangingPunct="0">
                <a:spcBef>
                  <a:spcPct val="50000"/>
                </a:spcBef>
              </a:pPr>
              <a:r>
                <a:rPr lang="zh-CN" altLang="en-US" sz="2800" dirty="0">
                  <a:latin typeface="Arial" panose="020B0604020202020204" pitchFamily="34" charset="0"/>
                  <a:ea typeface="宋体" panose="02010600030101010101" pitchFamily="2" charset="-122"/>
                </a:rPr>
                <a:t>在</a:t>
              </a:r>
              <a:r>
                <a:rPr lang="en-US" altLang="zh-CN" sz="2800" i="1" dirty="0">
                  <a:latin typeface="Arial" panose="020B0604020202020204" pitchFamily="34" charset="0"/>
                  <a:ea typeface="宋体" panose="02010600030101010101" pitchFamily="2" charset="-122"/>
                </a:rPr>
                <a:t>P</a:t>
              </a:r>
              <a:r>
                <a:rPr lang="zh-CN" altLang="en-US" sz="2800" dirty="0">
                  <a:latin typeface="Arial" panose="020B0604020202020204" pitchFamily="34" charset="0"/>
                  <a:ea typeface="宋体" panose="02010600030101010101" pitchFamily="2" charset="-122"/>
                </a:rPr>
                <a:t>点场强</a:t>
              </a:r>
              <a:endParaRPr lang="zh-CN" altLang="en-US" sz="2800" dirty="0">
                <a:latin typeface="Arial" panose="020B0604020202020204" pitchFamily="34" charset="0"/>
                <a:ea typeface="宋体" panose="02010600030101010101" pitchFamily="2" charset="-122"/>
              </a:endParaRPr>
            </a:p>
          </p:txBody>
        </p:sp>
        <p:graphicFrame>
          <p:nvGraphicFramePr>
            <p:cNvPr id="72726" name="Object 9"/>
            <p:cNvGraphicFramePr>
              <a:graphicFrameLocks noChangeAspect="1"/>
            </p:cNvGraphicFramePr>
            <p:nvPr/>
          </p:nvGraphicFramePr>
          <p:xfrm>
            <a:off x="363" y="2475"/>
            <a:ext cx="427" cy="397"/>
          </p:xfrm>
          <a:graphic>
            <a:graphicData uri="http://schemas.openxmlformats.org/presentationml/2006/ole">
              <mc:AlternateContent xmlns:mc="http://schemas.openxmlformats.org/markup-compatibility/2006">
                <mc:Choice xmlns:v="urn:schemas-microsoft-com:vml" Requires="v">
                  <p:oleObj spid="_x0000_s3466" name="" r:id="rId13" imgW="203200" imgH="190500" progId="Equation.DSMT4">
                    <p:embed/>
                  </p:oleObj>
                </mc:Choice>
                <mc:Fallback>
                  <p:oleObj name="" r:id="rId13" imgW="203200" imgH="190500" progId="Equation.DSMT4">
                    <p:embed/>
                    <p:pic>
                      <p:nvPicPr>
                        <p:cNvPr id="0" name="图片 3465"/>
                        <p:cNvPicPr/>
                        <p:nvPr/>
                      </p:nvPicPr>
                      <p:blipFill>
                        <a:blip r:embed="rId14"/>
                        <a:stretch>
                          <a:fillRect/>
                        </a:stretch>
                      </p:blipFill>
                      <p:spPr>
                        <a:xfrm>
                          <a:off x="363" y="2475"/>
                          <a:ext cx="427" cy="397"/>
                        </a:xfrm>
                        <a:prstGeom prst="rect">
                          <a:avLst/>
                        </a:prstGeom>
                        <a:noFill/>
                        <a:ln w="38100">
                          <a:noFill/>
                          <a:miter/>
                        </a:ln>
                      </p:spPr>
                    </p:pic>
                  </p:oleObj>
                </mc:Fallback>
              </mc:AlternateContent>
            </a:graphicData>
          </a:graphic>
        </p:graphicFrame>
      </p:grpSp>
      <p:sp>
        <p:nvSpPr>
          <p:cNvPr id="11288" name="Text Box 24"/>
          <p:cNvSpPr txBox="1"/>
          <p:nvPr/>
        </p:nvSpPr>
        <p:spPr>
          <a:xfrm>
            <a:off x="7848600" y="3219450"/>
            <a:ext cx="1106488" cy="946150"/>
          </a:xfrm>
          <a:prstGeom prst="rect">
            <a:avLst/>
          </a:prstGeom>
          <a:noFill/>
          <a:ln w="12700">
            <a:noFill/>
          </a:ln>
        </p:spPr>
        <p:txBody>
          <a:bodyPr anchor="t" anchorCtr="0">
            <a:spAutoFit/>
          </a:bodyPr>
          <a:p>
            <a:pPr defTabSz="762000" eaLnBrk="0" hangingPunct="0">
              <a:spcBef>
                <a:spcPct val="50000"/>
              </a:spcBef>
            </a:pPr>
            <a:r>
              <a:rPr lang="zh-CN" altLang="en-US" dirty="0">
                <a:solidFill>
                  <a:srgbClr val="FF3300"/>
                </a:solidFill>
                <a:latin typeface="楷体_GB2312" pitchFamily="49" charset="-122"/>
                <a:ea typeface="宋体" panose="02010600030101010101" pitchFamily="2" charset="-122"/>
              </a:rPr>
              <a:t>方向如图</a:t>
            </a:r>
            <a:endParaRPr lang="zh-CN" altLang="en-US" dirty="0">
              <a:solidFill>
                <a:srgbClr val="FF3300"/>
              </a:solidFill>
              <a:latin typeface="楷体_GB2312" pitchFamily="49" charset="-122"/>
              <a:ea typeface="宋体" panose="02010600030101010101" pitchFamily="2" charset="-122"/>
            </a:endParaRPr>
          </a:p>
        </p:txBody>
      </p:sp>
      <p:grpSp>
        <p:nvGrpSpPr>
          <p:cNvPr id="7" name="Group 25"/>
          <p:cNvGrpSpPr/>
          <p:nvPr/>
        </p:nvGrpSpPr>
        <p:grpSpPr>
          <a:xfrm>
            <a:off x="587375" y="4554538"/>
            <a:ext cx="2997200" cy="588962"/>
            <a:chOff x="464" y="3207"/>
            <a:chExt cx="1888" cy="371"/>
          </a:xfrm>
        </p:grpSpPr>
        <p:graphicFrame>
          <p:nvGraphicFramePr>
            <p:cNvPr id="72729" name="Object 8"/>
            <p:cNvGraphicFramePr>
              <a:graphicFrameLocks noChangeAspect="1"/>
            </p:cNvGraphicFramePr>
            <p:nvPr/>
          </p:nvGraphicFramePr>
          <p:xfrm>
            <a:off x="464" y="3207"/>
            <a:ext cx="370" cy="371"/>
          </p:xfrm>
          <a:graphic>
            <a:graphicData uri="http://schemas.openxmlformats.org/presentationml/2006/ole">
              <mc:AlternateContent xmlns:mc="http://schemas.openxmlformats.org/markup-compatibility/2006">
                <mc:Choice xmlns:v="urn:schemas-microsoft-com:vml" Requires="v">
                  <p:oleObj spid="_x0000_s3467" name="" r:id="rId15" imgW="177800" imgH="177800" progId="Equation.DSMT4">
                    <p:embed/>
                  </p:oleObj>
                </mc:Choice>
                <mc:Fallback>
                  <p:oleObj name="" r:id="rId15" imgW="177800" imgH="177800" progId="Equation.DSMT4">
                    <p:embed/>
                    <p:pic>
                      <p:nvPicPr>
                        <p:cNvPr id="0" name="图片 3466"/>
                        <p:cNvPicPr/>
                        <p:nvPr/>
                      </p:nvPicPr>
                      <p:blipFill>
                        <a:blip r:embed="rId16"/>
                        <a:stretch>
                          <a:fillRect/>
                        </a:stretch>
                      </p:blipFill>
                      <p:spPr>
                        <a:xfrm>
                          <a:off x="464" y="3207"/>
                          <a:ext cx="370" cy="371"/>
                        </a:xfrm>
                        <a:prstGeom prst="rect">
                          <a:avLst/>
                        </a:prstGeom>
                        <a:noFill/>
                        <a:ln w="38100">
                          <a:noFill/>
                          <a:miter/>
                        </a:ln>
                      </p:spPr>
                    </p:pic>
                  </p:oleObj>
                </mc:Fallback>
              </mc:AlternateContent>
            </a:graphicData>
          </a:graphic>
        </p:graphicFrame>
        <p:sp>
          <p:nvSpPr>
            <p:cNvPr id="72730" name="Text Box 27"/>
            <p:cNvSpPr txBox="1"/>
            <p:nvPr/>
          </p:nvSpPr>
          <p:spPr>
            <a:xfrm>
              <a:off x="912" y="3216"/>
              <a:ext cx="1440" cy="327"/>
            </a:xfrm>
            <a:prstGeom prst="rect">
              <a:avLst/>
            </a:prstGeom>
            <a:noFill/>
            <a:ln w="12700">
              <a:noFill/>
            </a:ln>
          </p:spPr>
          <p:txBody>
            <a:bodyPr anchor="t" anchorCtr="0">
              <a:spAutoFit/>
            </a:bodyPr>
            <a:p>
              <a:pPr defTabSz="762000" eaLnBrk="0" hangingPunct="0">
                <a:spcBef>
                  <a:spcPct val="50000"/>
                </a:spcBef>
              </a:pPr>
              <a:r>
                <a:rPr lang="zh-CN" altLang="en-US" sz="2800" dirty="0">
                  <a:latin typeface="楷体_GB2312" pitchFamily="49" charset="-122"/>
                  <a:ea typeface="宋体" panose="02010600030101010101" pitchFamily="2" charset="-122"/>
                </a:rPr>
                <a:t>在</a:t>
              </a:r>
              <a:r>
                <a:rPr lang="en-US" altLang="zh-CN" sz="2800" i="1" dirty="0">
                  <a:latin typeface="Arial" panose="020B0604020202020204" pitchFamily="34" charset="0"/>
                  <a:ea typeface="宋体" panose="02010600030101010101" pitchFamily="2" charset="-122"/>
                </a:rPr>
                <a:t>P</a:t>
              </a:r>
              <a:r>
                <a:rPr lang="zh-CN" altLang="en-US" sz="2800" dirty="0">
                  <a:latin typeface="楷体_GB2312" pitchFamily="49" charset="-122"/>
                  <a:ea typeface="宋体" panose="02010600030101010101" pitchFamily="2" charset="-122"/>
                </a:rPr>
                <a:t>点场强</a:t>
              </a:r>
              <a:endParaRPr lang="zh-CN" altLang="en-US" sz="2800" dirty="0">
                <a:latin typeface="楷体_GB2312" pitchFamily="49" charset="-122"/>
                <a:ea typeface="宋体" panose="02010600030101010101" pitchFamily="2" charset="-122"/>
              </a:endParaRPr>
            </a:p>
          </p:txBody>
        </p:sp>
      </p:grpSp>
      <p:sp>
        <p:nvSpPr>
          <p:cNvPr id="11292" name="Text Box 28"/>
          <p:cNvSpPr txBox="1"/>
          <p:nvPr/>
        </p:nvSpPr>
        <p:spPr>
          <a:xfrm>
            <a:off x="7848600" y="4495800"/>
            <a:ext cx="1106488" cy="946150"/>
          </a:xfrm>
          <a:prstGeom prst="rect">
            <a:avLst/>
          </a:prstGeom>
          <a:noFill/>
          <a:ln w="12700">
            <a:noFill/>
          </a:ln>
        </p:spPr>
        <p:txBody>
          <a:bodyPr anchor="t" anchorCtr="0">
            <a:spAutoFit/>
          </a:bodyPr>
          <a:p>
            <a:pPr defTabSz="762000" eaLnBrk="0" hangingPunct="0">
              <a:spcBef>
                <a:spcPct val="50000"/>
              </a:spcBef>
            </a:pPr>
            <a:r>
              <a:rPr lang="zh-CN" altLang="en-US" dirty="0">
                <a:solidFill>
                  <a:srgbClr val="000099"/>
                </a:solidFill>
                <a:latin typeface="楷体_GB2312" pitchFamily="49" charset="-122"/>
                <a:ea typeface="宋体" panose="02010600030101010101" pitchFamily="2" charset="-122"/>
              </a:rPr>
              <a:t>方向如图</a:t>
            </a:r>
            <a:endParaRPr lang="zh-CN" altLang="en-US" dirty="0">
              <a:solidFill>
                <a:srgbClr val="000099"/>
              </a:solidFill>
              <a:latin typeface="楷体_GB2312" pitchFamily="49" charset="-122"/>
              <a:ea typeface="宋体" panose="02010600030101010101" pitchFamily="2" charset="-122"/>
            </a:endParaRPr>
          </a:p>
        </p:txBody>
      </p:sp>
      <p:graphicFrame>
        <p:nvGraphicFramePr>
          <p:cNvPr id="11293" name="Object 5"/>
          <p:cNvGraphicFramePr>
            <a:graphicFrameLocks noChangeAspect="1"/>
          </p:cNvGraphicFramePr>
          <p:nvPr/>
        </p:nvGraphicFramePr>
        <p:xfrm>
          <a:off x="5716588" y="3143250"/>
          <a:ext cx="1655762" cy="1082675"/>
        </p:xfrm>
        <a:graphic>
          <a:graphicData uri="http://schemas.openxmlformats.org/presentationml/2006/ole">
            <mc:AlternateContent xmlns:mc="http://schemas.openxmlformats.org/markup-compatibility/2006">
              <mc:Choice xmlns:v="urn:schemas-microsoft-com:vml" Requires="v">
                <p:oleObj spid="_x0000_s3468" name="" r:id="rId17" imgW="723900" imgH="431800" progId="Equation.DSMT4">
                  <p:embed/>
                </p:oleObj>
              </mc:Choice>
              <mc:Fallback>
                <p:oleObj name="" r:id="rId17" imgW="723900" imgH="431800" progId="Equation.DSMT4">
                  <p:embed/>
                  <p:pic>
                    <p:nvPicPr>
                      <p:cNvPr id="0" name="图片 3467"/>
                      <p:cNvPicPr/>
                      <p:nvPr/>
                    </p:nvPicPr>
                    <p:blipFill>
                      <a:blip r:embed="rId18"/>
                      <a:stretch>
                        <a:fillRect/>
                      </a:stretch>
                    </p:blipFill>
                    <p:spPr>
                      <a:xfrm>
                        <a:off x="5716588" y="3143250"/>
                        <a:ext cx="1655762" cy="1082675"/>
                      </a:xfrm>
                      <a:prstGeom prst="rect">
                        <a:avLst/>
                      </a:prstGeom>
                      <a:noFill/>
                      <a:ln w="38100">
                        <a:noFill/>
                        <a:miter/>
                      </a:ln>
                    </p:spPr>
                  </p:pic>
                </p:oleObj>
              </mc:Fallback>
            </mc:AlternateContent>
          </a:graphicData>
        </a:graphic>
      </p:graphicFrame>
      <p:graphicFrame>
        <p:nvGraphicFramePr>
          <p:cNvPr id="11294" name="Object 6"/>
          <p:cNvGraphicFramePr>
            <a:graphicFrameLocks noChangeAspect="1"/>
          </p:cNvGraphicFramePr>
          <p:nvPr/>
        </p:nvGraphicFramePr>
        <p:xfrm>
          <a:off x="5703888" y="4452938"/>
          <a:ext cx="1652587" cy="1089025"/>
        </p:xfrm>
        <a:graphic>
          <a:graphicData uri="http://schemas.openxmlformats.org/presentationml/2006/ole">
            <mc:AlternateContent xmlns:mc="http://schemas.openxmlformats.org/markup-compatibility/2006">
              <mc:Choice xmlns:v="urn:schemas-microsoft-com:vml" Requires="v">
                <p:oleObj spid="_x0000_s3470" name="" r:id="rId19" imgW="723900" imgH="431800" progId="Equation.DSMT4">
                  <p:embed/>
                </p:oleObj>
              </mc:Choice>
              <mc:Fallback>
                <p:oleObj name="" r:id="rId19" imgW="723900" imgH="431800" progId="Equation.DSMT4">
                  <p:embed/>
                  <p:pic>
                    <p:nvPicPr>
                      <p:cNvPr id="0" name="图片 3469"/>
                      <p:cNvPicPr/>
                      <p:nvPr/>
                    </p:nvPicPr>
                    <p:blipFill>
                      <a:blip r:embed="rId20"/>
                      <a:stretch>
                        <a:fillRect/>
                      </a:stretch>
                    </p:blipFill>
                    <p:spPr>
                      <a:xfrm>
                        <a:off x="5703888" y="4452938"/>
                        <a:ext cx="1652587" cy="1089025"/>
                      </a:xfrm>
                      <a:prstGeom prst="rect">
                        <a:avLst/>
                      </a:prstGeom>
                      <a:noFill/>
                      <a:ln w="38100">
                        <a:noFill/>
                        <a:miter/>
                      </a:ln>
                    </p:spPr>
                  </p:pic>
                </p:oleObj>
              </mc:Fallback>
            </mc:AlternateContent>
          </a:graphicData>
        </a:graphic>
      </p:graphicFrame>
      <p:graphicFrame>
        <p:nvGraphicFramePr>
          <p:cNvPr id="11295" name="Object 7"/>
          <p:cNvGraphicFramePr/>
          <p:nvPr/>
        </p:nvGraphicFramePr>
        <p:xfrm>
          <a:off x="3340100" y="5803900"/>
          <a:ext cx="2192338" cy="544513"/>
        </p:xfrm>
        <a:graphic>
          <a:graphicData uri="http://schemas.openxmlformats.org/presentationml/2006/ole">
            <mc:AlternateContent xmlns:mc="http://schemas.openxmlformats.org/markup-compatibility/2006">
              <mc:Choice xmlns:v="urn:schemas-microsoft-com:vml" Requires="v">
                <p:oleObj spid="_x0000_s3469" name="" r:id="rId21" imgW="748665" imgH="241300" progId="Equation.DSMT4">
                  <p:embed/>
                </p:oleObj>
              </mc:Choice>
              <mc:Fallback>
                <p:oleObj name="" r:id="rId21" imgW="748665" imgH="241300" progId="Equation.DSMT4">
                  <p:embed/>
                  <p:pic>
                    <p:nvPicPr>
                      <p:cNvPr id="0" name="图片 3468"/>
                      <p:cNvPicPr/>
                      <p:nvPr/>
                    </p:nvPicPr>
                    <p:blipFill>
                      <a:blip r:embed="rId22"/>
                      <a:stretch>
                        <a:fillRect/>
                      </a:stretch>
                    </p:blipFill>
                    <p:spPr>
                      <a:xfrm>
                        <a:off x="3340100" y="5803900"/>
                        <a:ext cx="2192338" cy="544513"/>
                      </a:xfrm>
                      <a:prstGeom prst="rect">
                        <a:avLst/>
                      </a:prstGeom>
                      <a:noFill/>
                      <a:ln w="38100">
                        <a:noFill/>
                        <a:miter/>
                      </a:ln>
                    </p:spPr>
                  </p:pic>
                </p:oleObj>
              </mc:Fallback>
            </mc:AlternateContent>
          </a:graphicData>
        </a:graphic>
      </p:graphicFrame>
      <p:sp>
        <p:nvSpPr>
          <p:cNvPr id="11296" name="AutoShape 32"/>
          <p:cNvSpPr/>
          <p:nvPr/>
        </p:nvSpPr>
        <p:spPr>
          <a:xfrm>
            <a:off x="1843088" y="5873750"/>
            <a:ext cx="873125" cy="347663"/>
          </a:xfrm>
          <a:custGeom>
            <a:avLst/>
            <a:gdLst/>
            <a:ahLst/>
            <a:cxnLst>
              <a:cxn ang="0">
                <a:pos x="654844" y="0"/>
              </a:cxn>
              <a:cxn ang="0">
                <a:pos x="654844" y="86916"/>
              </a:cxn>
              <a:cxn ang="0">
                <a:pos x="136426" y="86916"/>
              </a:cxn>
              <a:cxn ang="0">
                <a:pos x="136426" y="260747"/>
              </a:cxn>
              <a:cxn ang="0">
                <a:pos x="654844" y="260747"/>
              </a:cxn>
              <a:cxn ang="0">
                <a:pos x="654844" y="347663"/>
              </a:cxn>
              <a:cxn ang="0">
                <a:pos x="873125" y="173832"/>
              </a:cxn>
              <a:cxn ang="0">
                <a:pos x="654844" y="0"/>
              </a:cxn>
              <a:cxn ang="0">
                <a:pos x="54570" y="86916"/>
              </a:cxn>
              <a:cxn ang="0">
                <a:pos x="54570" y="260747"/>
              </a:cxn>
              <a:cxn ang="0">
                <a:pos x="109141" y="260747"/>
              </a:cxn>
              <a:cxn ang="0">
                <a:pos x="109141" y="86916"/>
              </a:cxn>
              <a:cxn ang="0">
                <a:pos x="54570" y="86916"/>
              </a:cxn>
              <a:cxn ang="0">
                <a:pos x="0" y="86916"/>
              </a:cxn>
              <a:cxn ang="0">
                <a:pos x="0" y="260747"/>
              </a:cxn>
              <a:cxn ang="0">
                <a:pos x="27285" y="260747"/>
              </a:cxn>
              <a:cxn ang="0">
                <a:pos x="27285" y="86916"/>
              </a:cxn>
              <a:cxn ang="0">
                <a:pos x="0" y="86916"/>
              </a:cxn>
            </a:cxnLst>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70">
                                            <p:txEl>
                                              <p:charRg st="0" end="7"/>
                                            </p:txEl>
                                          </p:spTgt>
                                        </p:tgtEl>
                                        <p:attrNameLst>
                                          <p:attrName>style.visibility</p:attrName>
                                        </p:attrNameLst>
                                      </p:cBhvr>
                                      <p:to>
                                        <p:strVal val="visible"/>
                                      </p:to>
                                    </p:set>
                                    <p:animEffect transition="in" filter="wipe(left)">
                                      <p:cBhvr>
                                        <p:cTn id="7" dur="500"/>
                                        <p:tgtEl>
                                          <p:spTgt spid="11270">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70">
                                            <p:txEl>
                                              <p:charRg st="7" end="19"/>
                                            </p:txEl>
                                          </p:spTgt>
                                        </p:tgtEl>
                                        <p:attrNameLst>
                                          <p:attrName>style.visibility</p:attrName>
                                        </p:attrNameLst>
                                      </p:cBhvr>
                                      <p:to>
                                        <p:strVal val="visible"/>
                                      </p:to>
                                    </p:set>
                                    <p:animEffect transition="in" filter="wipe(left)">
                                      <p:cBhvr>
                                        <p:cTn id="17" dur="500"/>
                                        <p:tgtEl>
                                          <p:spTgt spid="11270">
                                            <p:txEl>
                                              <p:charRg st="7" end="1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71"/>
                                        </p:tgtEl>
                                        <p:attrNameLst>
                                          <p:attrName>style.visibility</p:attrName>
                                        </p:attrNameLst>
                                      </p:cBhvr>
                                      <p:to>
                                        <p:strVal val="visible"/>
                                      </p:to>
                                    </p:set>
                                    <p:animEffect transition="in" filter="wipe(left)">
                                      <p:cBhvr>
                                        <p:cTn id="27" dur="500"/>
                                        <p:tgtEl>
                                          <p:spTgt spid="112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272"/>
                                        </p:tgtEl>
                                        <p:attrNameLst>
                                          <p:attrName>style.visibility</p:attrName>
                                        </p:attrNameLst>
                                      </p:cBhvr>
                                      <p:to>
                                        <p:strVal val="visible"/>
                                      </p:to>
                                    </p:set>
                                    <p:animEffect transition="in" filter="wipe(left)">
                                      <p:cBhvr>
                                        <p:cTn id="37" dur="500"/>
                                        <p:tgtEl>
                                          <p:spTgt spid="1127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11288"/>
                                        </p:tgtEl>
                                        <p:attrNameLst>
                                          <p:attrName>style.visibility</p:attrName>
                                        </p:attrNameLst>
                                      </p:cBhvr>
                                      <p:to>
                                        <p:strVal val="visible"/>
                                      </p:to>
                                    </p:set>
                                    <p:animEffect transition="in" filter="blinds(vertical)">
                                      <p:cBhvr>
                                        <p:cTn id="42" dur="500"/>
                                        <p:tgtEl>
                                          <p:spTgt spid="11288"/>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1268"/>
                                        </p:tgtEl>
                                        <p:attrNameLst>
                                          <p:attrName>style.visibility</p:attrName>
                                        </p:attrNameLst>
                                      </p:cBhvr>
                                      <p:to>
                                        <p:strVal val="visible"/>
                                      </p:to>
                                    </p:set>
                                    <p:animEffect transition="in" filter="wipe(left)">
                                      <p:cBhvr>
                                        <p:cTn id="46" dur="500"/>
                                        <p:tgtEl>
                                          <p:spTgt spid="1126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1273"/>
                                        </p:tgtEl>
                                        <p:attrNameLst>
                                          <p:attrName>style.visibility</p:attrName>
                                        </p:attrNameLst>
                                      </p:cBhvr>
                                      <p:to>
                                        <p:strVal val="visible"/>
                                      </p:to>
                                    </p:set>
                                    <p:animEffect transition="in" filter="wipe(left)">
                                      <p:cBhvr>
                                        <p:cTn id="56" dur="500"/>
                                        <p:tgtEl>
                                          <p:spTgt spid="11273"/>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1292"/>
                                        </p:tgtEl>
                                        <p:attrNameLst>
                                          <p:attrName>style.visibility</p:attrName>
                                        </p:attrNameLst>
                                      </p:cBhvr>
                                      <p:to>
                                        <p:strVal val="visible"/>
                                      </p:to>
                                    </p:set>
                                    <p:animEffect transition="in" filter="blinds(horizontal)">
                                      <p:cBhvr>
                                        <p:cTn id="61" dur="500"/>
                                        <p:tgtEl>
                                          <p:spTgt spid="11292"/>
                                        </p:tgtEl>
                                      </p:cBhvr>
                                    </p:animEffect>
                                  </p:childTnLst>
                                </p:cTn>
                              </p:par>
                            </p:childTnLst>
                          </p:cTn>
                        </p:par>
                        <p:par>
                          <p:cTn id="62" fill="hold">
                            <p:stCondLst>
                              <p:cond delay="500"/>
                            </p:stCondLst>
                            <p:childTnLst>
                              <p:par>
                                <p:cTn id="63" presetID="22" presetClass="entr" presetSubtype="2" fill="hold" nodeType="afterEffect">
                                  <p:stCondLst>
                                    <p:cond delay="0"/>
                                  </p:stCondLst>
                                  <p:childTnLst>
                                    <p:set>
                                      <p:cBhvr>
                                        <p:cTn id="64" dur="1" fill="hold">
                                          <p:stCondLst>
                                            <p:cond delay="0"/>
                                          </p:stCondLst>
                                        </p:cTn>
                                        <p:tgtEl>
                                          <p:spTgt spid="11269"/>
                                        </p:tgtEl>
                                        <p:attrNameLst>
                                          <p:attrName>style.visibility</p:attrName>
                                        </p:attrNameLst>
                                      </p:cBhvr>
                                      <p:to>
                                        <p:strVal val="visible"/>
                                      </p:to>
                                    </p:set>
                                    <p:animEffect transition="in" filter="wipe(right)">
                                      <p:cBhvr>
                                        <p:cTn id="65" dur="500"/>
                                        <p:tgtEl>
                                          <p:spTgt spid="1126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1293"/>
                                        </p:tgtEl>
                                        <p:attrNameLst>
                                          <p:attrName>style.visibility</p:attrName>
                                        </p:attrNameLst>
                                      </p:cBhvr>
                                      <p:to>
                                        <p:strVal val="visible"/>
                                      </p:to>
                                    </p:set>
                                    <p:animEffect transition="in" filter="wipe(left)">
                                      <p:cBhvr>
                                        <p:cTn id="70" dur="500"/>
                                        <p:tgtEl>
                                          <p:spTgt spid="1129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1294"/>
                                        </p:tgtEl>
                                        <p:attrNameLst>
                                          <p:attrName>style.visibility</p:attrName>
                                        </p:attrNameLst>
                                      </p:cBhvr>
                                      <p:to>
                                        <p:strVal val="visible"/>
                                      </p:to>
                                    </p:set>
                                    <p:animEffect transition="in" filter="wipe(left)">
                                      <p:cBhvr>
                                        <p:cTn id="75" dur="500"/>
                                        <p:tgtEl>
                                          <p:spTgt spid="1129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1296"/>
                                        </p:tgtEl>
                                        <p:attrNameLst>
                                          <p:attrName>style.visibility</p:attrName>
                                        </p:attrNameLst>
                                      </p:cBhvr>
                                      <p:to>
                                        <p:strVal val="visible"/>
                                      </p:to>
                                    </p:set>
                                    <p:animEffect transition="in" filter="wipe(left)">
                                      <p:cBhvr>
                                        <p:cTn id="80" dur="500"/>
                                        <p:tgtEl>
                                          <p:spTgt spid="1129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1295"/>
                                        </p:tgtEl>
                                        <p:attrNameLst>
                                          <p:attrName>style.visibility</p:attrName>
                                        </p:attrNameLst>
                                      </p:cBhvr>
                                      <p:to>
                                        <p:strVal val="visible"/>
                                      </p:to>
                                    </p:set>
                                    <p:animEffect transition="in" filter="wipe(left)">
                                      <p:cBhvr>
                                        <p:cTn id="85" dur="500"/>
                                        <p:tgtEl>
                                          <p:spTgt spid="11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build="p"/>
      <p:bldP spid="11288" grpId="0"/>
      <p:bldP spid="1129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Text Box 2"/>
          <p:cNvSpPr txBox="1"/>
          <p:nvPr/>
        </p:nvSpPr>
        <p:spPr>
          <a:xfrm>
            <a:off x="685800" y="838200"/>
            <a:ext cx="8001000" cy="2454275"/>
          </a:xfrm>
          <a:prstGeom prst="rect">
            <a:avLst/>
          </a:prstGeom>
          <a:noFill/>
          <a:ln w="9525">
            <a:noFill/>
          </a:ln>
        </p:spPr>
        <p:txBody>
          <a:bodyPr anchor="t" anchorCtr="0">
            <a:spAutoFit/>
          </a:bodyPr>
          <a:p>
            <a:pPr>
              <a:lnSpc>
                <a:spcPct val="120000"/>
              </a:lnSpc>
              <a:spcBef>
                <a:spcPct val="50000"/>
              </a:spcBef>
            </a:pPr>
            <a:r>
              <a:rPr lang="zh-CN" altLang="en-US" sz="3200" dirty="0">
                <a:solidFill>
                  <a:srgbClr val="CC0000"/>
                </a:solidFill>
                <a:latin typeface="Arial" panose="020B0604020202020204" pitchFamily="34" charset="0"/>
                <a:ea typeface="宋体" panose="02010600030101010101" pitchFamily="2" charset="-122"/>
              </a:rPr>
              <a:t>    例</a:t>
            </a:r>
            <a:r>
              <a:rPr lang="en-US" altLang="zh-CN" sz="3200" dirty="0">
                <a:solidFill>
                  <a:srgbClr val="FF3300"/>
                </a:solidFill>
                <a:latin typeface="Arial" panose="020B0604020202020204" pitchFamily="34" charset="0"/>
                <a:ea typeface="宋体" panose="02010600030101010101" pitchFamily="2" charset="-122"/>
              </a:rPr>
              <a:t>   </a:t>
            </a:r>
            <a:r>
              <a:rPr lang="zh-CN" altLang="en-US" sz="3200" dirty="0">
                <a:latin typeface="Arial" panose="020B0604020202020204" pitchFamily="34" charset="0"/>
                <a:ea typeface="宋体" panose="02010600030101010101" pitchFamily="2" charset="-122"/>
              </a:rPr>
              <a:t>有一边长为</a:t>
            </a:r>
            <a:r>
              <a:rPr lang="en-US" altLang="zh-CN" sz="3200" i="1" dirty="0">
                <a:latin typeface="Times New Roman" panose="02020603050405020304" pitchFamily="18" charset="0"/>
                <a:ea typeface="宋体" panose="02010600030101010101" pitchFamily="2" charset="-122"/>
              </a:rPr>
              <a:t>a</a:t>
            </a:r>
            <a:r>
              <a:rPr lang="zh-CN" altLang="en-US" sz="3200" dirty="0">
                <a:latin typeface="Arial" panose="020B0604020202020204" pitchFamily="34" charset="0"/>
                <a:ea typeface="宋体" panose="02010600030101010101" pitchFamily="2" charset="-122"/>
              </a:rPr>
              <a:t>的正方形平面，在其中垂线上距中心</a:t>
            </a:r>
            <a:r>
              <a:rPr lang="en-US" altLang="zh-CN" sz="3200" i="1" dirty="0">
                <a:latin typeface="Arial" panose="020B0604020202020204" pitchFamily="34" charset="0"/>
                <a:ea typeface="宋体" panose="02010600030101010101" pitchFamily="2" charset="-122"/>
              </a:rPr>
              <a:t>O</a:t>
            </a:r>
            <a:r>
              <a:rPr lang="zh-CN" altLang="en-US" sz="3200" dirty="0">
                <a:latin typeface="Arial" panose="020B0604020202020204" pitchFamily="34" charset="0"/>
                <a:ea typeface="宋体" panose="02010600030101010101" pitchFamily="2" charset="-122"/>
              </a:rPr>
              <a:t>点</a:t>
            </a:r>
            <a:r>
              <a:rPr lang="en-US" altLang="zh-CN" sz="3200" i="1" dirty="0">
                <a:latin typeface="Times New Roman" panose="02020603050405020304" pitchFamily="18" charset="0"/>
                <a:ea typeface="宋体" panose="02010600030101010101" pitchFamily="2" charset="-122"/>
              </a:rPr>
              <a:t>a</a:t>
            </a:r>
            <a:r>
              <a:rPr lang="en-US" altLang="zh-CN" sz="3200" dirty="0">
                <a:latin typeface="Times New Roman" panose="02020603050405020304" pitchFamily="18" charset="0"/>
                <a:ea typeface="宋体" panose="02010600030101010101" pitchFamily="2" charset="-122"/>
              </a:rPr>
              <a:t>/2</a:t>
            </a:r>
            <a:r>
              <a:rPr lang="zh-CN" altLang="en-US" sz="3200" dirty="0">
                <a:latin typeface="Arial" panose="020B0604020202020204" pitchFamily="34" charset="0"/>
                <a:ea typeface="宋体" panose="02010600030101010101" pitchFamily="2" charset="-122"/>
              </a:rPr>
              <a:t>处，有一电荷量为</a:t>
            </a:r>
            <a:r>
              <a:rPr lang="en-US" altLang="zh-CN" sz="3200" i="1" dirty="0">
                <a:latin typeface="Arial" panose="020B0604020202020204" pitchFamily="34" charset="0"/>
                <a:ea typeface="宋体" panose="02010600030101010101" pitchFamily="2" charset="-122"/>
              </a:rPr>
              <a:t>q</a:t>
            </a:r>
            <a:r>
              <a:rPr lang="zh-CN" altLang="en-US" sz="3200" dirty="0">
                <a:latin typeface="Arial" panose="020B0604020202020204" pitchFamily="34" charset="0"/>
                <a:ea typeface="宋体" panose="02010600030101010101" pitchFamily="2" charset="-122"/>
              </a:rPr>
              <a:t>的正点电荷，如图，则通过该平面的电场强度通量为多少</a:t>
            </a:r>
            <a:r>
              <a:rPr lang="en-US" altLang="zh-CN" sz="3200" dirty="0">
                <a:latin typeface="Arial" panose="020B0604020202020204" pitchFamily="34" charset="0"/>
                <a:ea typeface="宋体" panose="02010600030101010101" pitchFamily="2" charset="-122"/>
              </a:rPr>
              <a:t>?</a:t>
            </a:r>
            <a:endParaRPr lang="en-US" altLang="zh-CN" sz="3200" dirty="0">
              <a:latin typeface="Arial" panose="020B0604020202020204" pitchFamily="34" charset="0"/>
              <a:ea typeface="宋体" panose="02010600030101010101" pitchFamily="2" charset="-122"/>
            </a:endParaRPr>
          </a:p>
        </p:txBody>
      </p:sp>
      <p:grpSp>
        <p:nvGrpSpPr>
          <p:cNvPr id="73730" name="Group 3"/>
          <p:cNvGrpSpPr/>
          <p:nvPr/>
        </p:nvGrpSpPr>
        <p:grpSpPr>
          <a:xfrm>
            <a:off x="4876800" y="2743200"/>
            <a:ext cx="3733800" cy="3352800"/>
            <a:chOff x="3072" y="1728"/>
            <a:chExt cx="2352" cy="2112"/>
          </a:xfrm>
        </p:grpSpPr>
        <p:sp>
          <p:nvSpPr>
            <p:cNvPr id="66564" name="Rectangle 4"/>
            <p:cNvSpPr>
              <a:spLocks noChangeArrowheads="1"/>
            </p:cNvSpPr>
            <p:nvPr/>
          </p:nvSpPr>
          <p:spPr bwMode="auto">
            <a:xfrm>
              <a:off x="3072" y="1728"/>
              <a:ext cx="2352" cy="2112"/>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565" name="AutoShape 5"/>
            <p:cNvSpPr>
              <a:spLocks noChangeArrowheads="1"/>
            </p:cNvSpPr>
            <p:nvPr/>
          </p:nvSpPr>
          <p:spPr bwMode="auto">
            <a:xfrm>
              <a:off x="3648" y="2016"/>
              <a:ext cx="432" cy="1296"/>
            </a:xfrm>
            <a:prstGeom prst="cube">
              <a:avLst>
                <a:gd name="adj" fmla="val 100000"/>
              </a:avLst>
            </a:prstGeom>
            <a:gradFill rotWithShape="0">
              <a:gsLst>
                <a:gs pos="0">
                  <a:schemeClr val="accent1">
                    <a:gamma/>
                    <a:shade val="46275"/>
                    <a:invGamma/>
                  </a:schemeClr>
                </a:gs>
                <a:gs pos="50000">
                  <a:schemeClr val="accent1"/>
                </a:gs>
                <a:gs pos="100000">
                  <a:schemeClr val="accent1">
                    <a:gamma/>
                    <a:shade val="46275"/>
                    <a:invGamma/>
                  </a:schemeClr>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3733" name="Line 6"/>
            <p:cNvSpPr/>
            <p:nvPr/>
          </p:nvSpPr>
          <p:spPr>
            <a:xfrm>
              <a:off x="3888" y="2688"/>
              <a:ext cx="288" cy="0"/>
            </a:xfrm>
            <a:prstGeom prst="line">
              <a:avLst/>
            </a:prstGeom>
            <a:ln w="19050" cap="flat" cmpd="sng">
              <a:solidFill>
                <a:schemeClr val="tx1"/>
              </a:solidFill>
              <a:prstDash val="dashDot"/>
              <a:round/>
              <a:headEnd type="none" w="med" len="med"/>
              <a:tailEnd type="none" w="med" len="med"/>
            </a:ln>
          </p:spPr>
        </p:sp>
        <p:sp>
          <p:nvSpPr>
            <p:cNvPr id="73734" name="Rectangle 7"/>
            <p:cNvSpPr/>
            <p:nvPr/>
          </p:nvSpPr>
          <p:spPr>
            <a:xfrm>
              <a:off x="3360" y="2640"/>
              <a:ext cx="244" cy="365"/>
            </a:xfrm>
            <a:prstGeom prst="rect">
              <a:avLst/>
            </a:prstGeom>
            <a:noFill/>
            <a:ln w="9525">
              <a:noFill/>
            </a:ln>
          </p:spPr>
          <p:txBody>
            <a:bodyPr wrap="none" anchor="t" anchorCtr="0">
              <a:spAutoFit/>
            </a:bodyPr>
            <a:p>
              <a:pPr>
                <a:spcBef>
                  <a:spcPct val="50000"/>
                </a:spcBef>
              </a:pPr>
              <a:r>
                <a:rPr lang="en-US" altLang="zh-CN" sz="3200" i="1" dirty="0">
                  <a:solidFill>
                    <a:srgbClr val="3A0F99"/>
                  </a:solidFill>
                  <a:latin typeface="Times New Roman" panose="02020603050405020304" pitchFamily="18" charset="0"/>
                  <a:ea typeface="宋体" panose="02010600030101010101" pitchFamily="2" charset="-122"/>
                </a:rPr>
                <a:t>a</a:t>
              </a:r>
              <a:endParaRPr lang="en-US" altLang="zh-CN" sz="3200" i="1" dirty="0">
                <a:solidFill>
                  <a:srgbClr val="3A0F99"/>
                </a:solidFill>
                <a:latin typeface="Times New Roman" panose="02020603050405020304" pitchFamily="18" charset="0"/>
                <a:ea typeface="Times New Roman" panose="02020603050405020304" pitchFamily="18" charset="0"/>
              </a:endParaRPr>
            </a:p>
          </p:txBody>
        </p:sp>
        <p:sp>
          <p:nvSpPr>
            <p:cNvPr id="73735" name="Rectangle 8"/>
            <p:cNvSpPr/>
            <p:nvPr/>
          </p:nvSpPr>
          <p:spPr>
            <a:xfrm>
              <a:off x="3696" y="2526"/>
              <a:ext cx="228" cy="327"/>
            </a:xfrm>
            <a:prstGeom prst="rect">
              <a:avLst/>
            </a:prstGeom>
            <a:noFill/>
            <a:ln w="9525">
              <a:noFill/>
            </a:ln>
          </p:spPr>
          <p:txBody>
            <a:bodyPr wrap="none" anchor="t" anchorCtr="0">
              <a:spAutoFit/>
            </a:bodyPr>
            <a:p>
              <a:pPr>
                <a:spcBef>
                  <a:spcPct val="50000"/>
                </a:spcBef>
              </a:pPr>
              <a:r>
                <a:rPr lang="en-US" altLang="zh-CN" i="1" dirty="0">
                  <a:solidFill>
                    <a:srgbClr val="3A0F99"/>
                  </a:solidFill>
                  <a:latin typeface="Arial" panose="020B0604020202020204" pitchFamily="34" charset="0"/>
                  <a:ea typeface="宋体" panose="02010600030101010101" pitchFamily="2" charset="-122"/>
                </a:rPr>
                <a:t>o</a:t>
              </a:r>
              <a:endParaRPr lang="en-US" altLang="zh-CN" i="1" dirty="0">
                <a:solidFill>
                  <a:srgbClr val="3A0F99"/>
                </a:solidFill>
                <a:latin typeface="Arial" panose="020B0604020202020204" pitchFamily="34" charset="0"/>
                <a:ea typeface="宋体" panose="02010600030101010101" pitchFamily="2" charset="-122"/>
              </a:endParaRPr>
            </a:p>
          </p:txBody>
        </p:sp>
        <p:sp>
          <p:nvSpPr>
            <p:cNvPr id="73736" name="Rectangle 9"/>
            <p:cNvSpPr/>
            <p:nvPr/>
          </p:nvSpPr>
          <p:spPr>
            <a:xfrm>
              <a:off x="4272" y="2478"/>
              <a:ext cx="228" cy="327"/>
            </a:xfrm>
            <a:prstGeom prst="rect">
              <a:avLst/>
            </a:prstGeom>
            <a:noFill/>
            <a:ln w="9525">
              <a:noFill/>
            </a:ln>
          </p:spPr>
          <p:txBody>
            <a:bodyPr wrap="none" anchor="t" anchorCtr="0">
              <a:spAutoFit/>
            </a:bodyPr>
            <a:p>
              <a:pPr>
                <a:spcBef>
                  <a:spcPct val="50000"/>
                </a:spcBef>
              </a:pPr>
              <a:r>
                <a:rPr lang="en-US" altLang="zh-CN" i="1" dirty="0">
                  <a:solidFill>
                    <a:srgbClr val="3A0F99"/>
                  </a:solidFill>
                  <a:latin typeface="Arial" panose="020B0604020202020204" pitchFamily="34" charset="0"/>
                  <a:ea typeface="宋体" panose="02010600030101010101" pitchFamily="2" charset="-122"/>
                </a:rPr>
                <a:t>q</a:t>
              </a:r>
              <a:endParaRPr lang="en-US" altLang="zh-CN" i="1" dirty="0">
                <a:solidFill>
                  <a:srgbClr val="3A0F99"/>
                </a:solidFill>
                <a:latin typeface="Arial" panose="020B0604020202020204" pitchFamily="34" charset="0"/>
                <a:ea typeface="宋体" panose="02010600030101010101" pitchFamily="2" charset="-122"/>
              </a:endParaRPr>
            </a:p>
          </p:txBody>
        </p:sp>
        <p:sp>
          <p:nvSpPr>
            <p:cNvPr id="73737" name="Rectangle 10"/>
            <p:cNvSpPr/>
            <p:nvPr/>
          </p:nvSpPr>
          <p:spPr>
            <a:xfrm>
              <a:off x="3668" y="2736"/>
              <a:ext cx="412" cy="233"/>
            </a:xfrm>
            <a:prstGeom prst="rect">
              <a:avLst/>
            </a:prstGeom>
            <a:noFill/>
            <a:ln w="9525">
              <a:noFill/>
            </a:ln>
          </p:spPr>
          <p:txBody>
            <a:bodyPr anchor="t" anchorCtr="0">
              <a:spAutoFit/>
            </a:bodyPr>
            <a:p>
              <a:pPr algn="ctr">
                <a:spcBef>
                  <a:spcPct val="50000"/>
                </a:spcBef>
              </a:pPr>
              <a:r>
                <a:rPr lang="en-US" altLang="zh-CN" i="1" dirty="0">
                  <a:solidFill>
                    <a:srgbClr val="3A0F99"/>
                  </a:solidFill>
                  <a:latin typeface="Times New Roman" panose="02020603050405020304" pitchFamily="18" charset="0"/>
                  <a:ea typeface="宋体" panose="02010600030101010101" pitchFamily="2" charset="-122"/>
                </a:rPr>
                <a:t>a/</a:t>
              </a:r>
              <a:r>
                <a:rPr lang="en-US" altLang="zh-CN" dirty="0">
                  <a:solidFill>
                    <a:srgbClr val="3A0F99"/>
                  </a:solidFill>
                  <a:latin typeface="Times New Roman" panose="02020603050405020304" pitchFamily="18" charset="0"/>
                  <a:ea typeface="宋体" panose="02010600030101010101" pitchFamily="2" charset="-122"/>
                </a:rPr>
                <a:t>2</a:t>
              </a:r>
              <a:endParaRPr lang="en-US" altLang="zh-CN" dirty="0">
                <a:solidFill>
                  <a:srgbClr val="3A0F99"/>
                </a:solidFill>
                <a:latin typeface="Times New Roman" panose="02020603050405020304" pitchFamily="18" charset="0"/>
                <a:ea typeface="Times New Roman" panose="02020603050405020304" pitchFamily="18" charset="0"/>
              </a:endParaRPr>
            </a:p>
          </p:txBody>
        </p:sp>
        <p:sp>
          <p:nvSpPr>
            <p:cNvPr id="73738" name="Rectangle 11"/>
            <p:cNvSpPr/>
            <p:nvPr/>
          </p:nvSpPr>
          <p:spPr>
            <a:xfrm>
              <a:off x="3696" y="1872"/>
              <a:ext cx="244" cy="365"/>
            </a:xfrm>
            <a:prstGeom prst="rect">
              <a:avLst/>
            </a:prstGeom>
            <a:noFill/>
            <a:ln w="9525">
              <a:noFill/>
            </a:ln>
          </p:spPr>
          <p:txBody>
            <a:bodyPr wrap="none" anchor="t" anchorCtr="0">
              <a:spAutoFit/>
            </a:bodyPr>
            <a:p>
              <a:pPr>
                <a:spcBef>
                  <a:spcPct val="50000"/>
                </a:spcBef>
              </a:pPr>
              <a:r>
                <a:rPr lang="en-US" altLang="zh-CN" sz="3200" i="1" dirty="0">
                  <a:solidFill>
                    <a:srgbClr val="3A0F99"/>
                  </a:solidFill>
                  <a:latin typeface="Times New Roman" panose="02020603050405020304" pitchFamily="18" charset="0"/>
                  <a:ea typeface="宋体" panose="02010600030101010101" pitchFamily="2" charset="-122"/>
                </a:rPr>
                <a:t>a</a:t>
              </a:r>
              <a:endParaRPr lang="en-US" altLang="zh-CN" sz="3200" i="1" dirty="0">
                <a:solidFill>
                  <a:srgbClr val="3A0F99"/>
                </a:solidFill>
                <a:latin typeface="Times New Roman" panose="02020603050405020304" pitchFamily="18" charset="0"/>
                <a:ea typeface="Times New Roman" panose="02020603050405020304" pitchFamily="18" charset="0"/>
              </a:endParaRPr>
            </a:p>
          </p:txBody>
        </p:sp>
        <p:sp>
          <p:nvSpPr>
            <p:cNvPr id="73739" name="Oval 12"/>
            <p:cNvSpPr/>
            <p:nvPr/>
          </p:nvSpPr>
          <p:spPr>
            <a:xfrm>
              <a:off x="4128" y="2592"/>
              <a:ext cx="144" cy="144"/>
            </a:xfrm>
            <a:prstGeom prst="ellipse">
              <a:avLst/>
            </a:prstGeom>
            <a:gradFill rotWithShape="0">
              <a:gsLst>
                <a:gs pos="0">
                  <a:srgbClr val="FFFFFF"/>
                </a:gs>
                <a:gs pos="100000">
                  <a:srgbClr val="FF3300"/>
                </a:gs>
              </a:gsLst>
              <a:path path="shape">
                <a:fillToRect l="50000" t="50000" r="50000" b="50000"/>
              </a:path>
              <a:tileRect/>
            </a:gradFill>
            <a:ln w="9525" cap="flat" cmpd="sng">
              <a:solidFill>
                <a:schemeClr val="tx1"/>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4753" name="Group 2"/>
          <p:cNvGrpSpPr/>
          <p:nvPr/>
        </p:nvGrpSpPr>
        <p:grpSpPr>
          <a:xfrm>
            <a:off x="4876800" y="2743200"/>
            <a:ext cx="3733800" cy="3352800"/>
            <a:chOff x="3072" y="1728"/>
            <a:chExt cx="2352" cy="2112"/>
          </a:xfrm>
        </p:grpSpPr>
        <p:sp>
          <p:nvSpPr>
            <p:cNvPr id="67587" name="Rectangle 3"/>
            <p:cNvSpPr>
              <a:spLocks noChangeArrowheads="1"/>
            </p:cNvSpPr>
            <p:nvPr/>
          </p:nvSpPr>
          <p:spPr bwMode="auto">
            <a:xfrm>
              <a:off x="3072" y="1728"/>
              <a:ext cx="2352" cy="2112"/>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588" name="AutoShape 4"/>
            <p:cNvSpPr>
              <a:spLocks noChangeArrowheads="1"/>
            </p:cNvSpPr>
            <p:nvPr/>
          </p:nvSpPr>
          <p:spPr bwMode="auto">
            <a:xfrm>
              <a:off x="3648" y="2016"/>
              <a:ext cx="432" cy="1296"/>
            </a:xfrm>
            <a:prstGeom prst="cube">
              <a:avLst>
                <a:gd name="adj" fmla="val 100000"/>
              </a:avLst>
            </a:prstGeom>
            <a:gradFill rotWithShape="0">
              <a:gsLst>
                <a:gs pos="0">
                  <a:schemeClr val="accent1">
                    <a:gamma/>
                    <a:shade val="46275"/>
                    <a:invGamma/>
                  </a:schemeClr>
                </a:gs>
                <a:gs pos="50000">
                  <a:schemeClr val="accent1"/>
                </a:gs>
                <a:gs pos="100000">
                  <a:schemeClr val="accent1">
                    <a:gamma/>
                    <a:shade val="46275"/>
                    <a:invGamma/>
                  </a:schemeClr>
                </a:gs>
              </a:gsLst>
              <a:lin ang="270000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4756" name="Line 5"/>
            <p:cNvSpPr/>
            <p:nvPr/>
          </p:nvSpPr>
          <p:spPr>
            <a:xfrm>
              <a:off x="3888" y="2688"/>
              <a:ext cx="288" cy="0"/>
            </a:xfrm>
            <a:prstGeom prst="line">
              <a:avLst/>
            </a:prstGeom>
            <a:ln w="19050" cap="flat" cmpd="sng">
              <a:solidFill>
                <a:schemeClr val="tx1"/>
              </a:solidFill>
              <a:prstDash val="dashDot"/>
              <a:round/>
              <a:headEnd type="none" w="med" len="med"/>
              <a:tailEnd type="none" w="med" len="med"/>
            </a:ln>
          </p:spPr>
        </p:sp>
        <p:sp>
          <p:nvSpPr>
            <p:cNvPr id="74757" name="Rectangle 6"/>
            <p:cNvSpPr/>
            <p:nvPr/>
          </p:nvSpPr>
          <p:spPr>
            <a:xfrm>
              <a:off x="3360" y="2640"/>
              <a:ext cx="244" cy="365"/>
            </a:xfrm>
            <a:prstGeom prst="rect">
              <a:avLst/>
            </a:prstGeom>
            <a:noFill/>
            <a:ln w="9525">
              <a:noFill/>
            </a:ln>
          </p:spPr>
          <p:txBody>
            <a:bodyPr wrap="none" anchor="t" anchorCtr="0">
              <a:spAutoFit/>
            </a:bodyPr>
            <a:p>
              <a:pPr>
                <a:spcBef>
                  <a:spcPct val="50000"/>
                </a:spcBef>
              </a:pPr>
              <a:r>
                <a:rPr lang="en-US" altLang="zh-CN" sz="3200" i="1" dirty="0">
                  <a:solidFill>
                    <a:srgbClr val="3A0F99"/>
                  </a:solidFill>
                  <a:latin typeface="Arial" panose="020B0604020202020204" pitchFamily="34" charset="0"/>
                  <a:ea typeface="宋体" panose="02010600030101010101" pitchFamily="2" charset="-122"/>
                </a:rPr>
                <a:t>a</a:t>
              </a:r>
              <a:endParaRPr lang="en-US" altLang="zh-CN" sz="3200" i="1" dirty="0">
                <a:solidFill>
                  <a:srgbClr val="3A0F99"/>
                </a:solidFill>
                <a:latin typeface="Arial" panose="020B0604020202020204" pitchFamily="34" charset="0"/>
                <a:ea typeface="宋体" panose="02010600030101010101" pitchFamily="2" charset="-122"/>
              </a:endParaRPr>
            </a:p>
          </p:txBody>
        </p:sp>
        <p:sp>
          <p:nvSpPr>
            <p:cNvPr id="74758" name="Rectangle 7"/>
            <p:cNvSpPr/>
            <p:nvPr/>
          </p:nvSpPr>
          <p:spPr>
            <a:xfrm>
              <a:off x="3696" y="2526"/>
              <a:ext cx="228" cy="327"/>
            </a:xfrm>
            <a:prstGeom prst="rect">
              <a:avLst/>
            </a:prstGeom>
            <a:noFill/>
            <a:ln w="9525">
              <a:noFill/>
            </a:ln>
          </p:spPr>
          <p:txBody>
            <a:bodyPr wrap="none" anchor="t" anchorCtr="0">
              <a:spAutoFit/>
            </a:bodyPr>
            <a:p>
              <a:pPr>
                <a:spcBef>
                  <a:spcPct val="50000"/>
                </a:spcBef>
              </a:pPr>
              <a:r>
                <a:rPr lang="en-US" altLang="zh-CN" i="1" dirty="0">
                  <a:solidFill>
                    <a:srgbClr val="3A0F99"/>
                  </a:solidFill>
                  <a:latin typeface="Arial" panose="020B0604020202020204" pitchFamily="34" charset="0"/>
                  <a:ea typeface="宋体" panose="02010600030101010101" pitchFamily="2" charset="-122"/>
                </a:rPr>
                <a:t>o</a:t>
              </a:r>
              <a:endParaRPr lang="en-US" altLang="zh-CN" i="1" dirty="0">
                <a:solidFill>
                  <a:srgbClr val="3A0F99"/>
                </a:solidFill>
                <a:latin typeface="Arial" panose="020B0604020202020204" pitchFamily="34" charset="0"/>
                <a:ea typeface="宋体" panose="02010600030101010101" pitchFamily="2" charset="-122"/>
              </a:endParaRPr>
            </a:p>
          </p:txBody>
        </p:sp>
        <p:sp>
          <p:nvSpPr>
            <p:cNvPr id="74759" name="Rectangle 8"/>
            <p:cNvSpPr/>
            <p:nvPr/>
          </p:nvSpPr>
          <p:spPr>
            <a:xfrm>
              <a:off x="4272" y="2478"/>
              <a:ext cx="228" cy="327"/>
            </a:xfrm>
            <a:prstGeom prst="rect">
              <a:avLst/>
            </a:prstGeom>
            <a:noFill/>
            <a:ln w="9525">
              <a:noFill/>
            </a:ln>
          </p:spPr>
          <p:txBody>
            <a:bodyPr wrap="none" anchor="t" anchorCtr="0">
              <a:spAutoFit/>
            </a:bodyPr>
            <a:p>
              <a:pPr>
                <a:spcBef>
                  <a:spcPct val="50000"/>
                </a:spcBef>
              </a:pPr>
              <a:r>
                <a:rPr lang="en-US" altLang="zh-CN" i="1" dirty="0">
                  <a:solidFill>
                    <a:srgbClr val="3A0F99"/>
                  </a:solidFill>
                  <a:latin typeface="Arial" panose="020B0604020202020204" pitchFamily="34" charset="0"/>
                  <a:ea typeface="宋体" panose="02010600030101010101" pitchFamily="2" charset="-122"/>
                </a:rPr>
                <a:t>q</a:t>
              </a:r>
              <a:endParaRPr lang="en-US" altLang="zh-CN" i="1" dirty="0">
                <a:solidFill>
                  <a:srgbClr val="3A0F99"/>
                </a:solidFill>
                <a:latin typeface="Arial" panose="020B0604020202020204" pitchFamily="34" charset="0"/>
                <a:ea typeface="宋体" panose="02010600030101010101" pitchFamily="2" charset="-122"/>
              </a:endParaRPr>
            </a:p>
          </p:txBody>
        </p:sp>
        <p:sp>
          <p:nvSpPr>
            <p:cNvPr id="74760" name="Rectangle 9"/>
            <p:cNvSpPr/>
            <p:nvPr/>
          </p:nvSpPr>
          <p:spPr>
            <a:xfrm>
              <a:off x="3668" y="2736"/>
              <a:ext cx="412" cy="327"/>
            </a:xfrm>
            <a:prstGeom prst="rect">
              <a:avLst/>
            </a:prstGeom>
            <a:noFill/>
            <a:ln w="9525">
              <a:noFill/>
            </a:ln>
          </p:spPr>
          <p:txBody>
            <a:bodyPr anchor="t" anchorCtr="0">
              <a:spAutoFit/>
            </a:bodyPr>
            <a:p>
              <a:pPr algn="ctr">
                <a:spcBef>
                  <a:spcPct val="50000"/>
                </a:spcBef>
              </a:pPr>
              <a:r>
                <a:rPr lang="en-US" altLang="zh-CN" i="1" dirty="0">
                  <a:solidFill>
                    <a:srgbClr val="3A0F99"/>
                  </a:solidFill>
                  <a:latin typeface="Arial" panose="020B0604020202020204" pitchFamily="34" charset="0"/>
                  <a:ea typeface="宋体" panose="02010600030101010101" pitchFamily="2" charset="-122"/>
                </a:rPr>
                <a:t>a/</a:t>
              </a:r>
              <a:r>
                <a:rPr lang="en-US" altLang="zh-CN" dirty="0">
                  <a:solidFill>
                    <a:srgbClr val="3A0F99"/>
                  </a:solidFill>
                  <a:latin typeface="Arial" panose="020B0604020202020204" pitchFamily="34" charset="0"/>
                  <a:ea typeface="宋体" panose="02010600030101010101" pitchFamily="2" charset="-122"/>
                </a:rPr>
                <a:t>2</a:t>
              </a:r>
              <a:endParaRPr lang="en-US" altLang="zh-CN" dirty="0">
                <a:solidFill>
                  <a:srgbClr val="3A0F99"/>
                </a:solidFill>
                <a:latin typeface="Arial" panose="020B0604020202020204" pitchFamily="34" charset="0"/>
                <a:ea typeface="宋体" panose="02010600030101010101" pitchFamily="2" charset="-122"/>
              </a:endParaRPr>
            </a:p>
          </p:txBody>
        </p:sp>
        <p:sp>
          <p:nvSpPr>
            <p:cNvPr id="74761" name="Rectangle 10"/>
            <p:cNvSpPr/>
            <p:nvPr/>
          </p:nvSpPr>
          <p:spPr>
            <a:xfrm>
              <a:off x="3696" y="1872"/>
              <a:ext cx="244" cy="365"/>
            </a:xfrm>
            <a:prstGeom prst="rect">
              <a:avLst/>
            </a:prstGeom>
            <a:noFill/>
            <a:ln w="9525">
              <a:noFill/>
            </a:ln>
          </p:spPr>
          <p:txBody>
            <a:bodyPr wrap="none" anchor="t" anchorCtr="0">
              <a:spAutoFit/>
            </a:bodyPr>
            <a:p>
              <a:pPr>
                <a:spcBef>
                  <a:spcPct val="50000"/>
                </a:spcBef>
              </a:pPr>
              <a:r>
                <a:rPr lang="en-US" altLang="zh-CN" sz="3200" i="1" dirty="0">
                  <a:solidFill>
                    <a:srgbClr val="3A0F99"/>
                  </a:solidFill>
                  <a:latin typeface="Arial" panose="020B0604020202020204" pitchFamily="34" charset="0"/>
                  <a:ea typeface="宋体" panose="02010600030101010101" pitchFamily="2" charset="-122"/>
                </a:rPr>
                <a:t>a</a:t>
              </a:r>
              <a:endParaRPr lang="en-US" altLang="zh-CN" sz="3200" i="1" dirty="0">
                <a:solidFill>
                  <a:srgbClr val="3A0F99"/>
                </a:solidFill>
                <a:latin typeface="Arial" panose="020B0604020202020204" pitchFamily="34" charset="0"/>
                <a:ea typeface="宋体" panose="02010600030101010101" pitchFamily="2" charset="-122"/>
              </a:endParaRPr>
            </a:p>
          </p:txBody>
        </p:sp>
        <p:sp>
          <p:nvSpPr>
            <p:cNvPr id="74762" name="Oval 11"/>
            <p:cNvSpPr/>
            <p:nvPr/>
          </p:nvSpPr>
          <p:spPr>
            <a:xfrm>
              <a:off x="4128" y="2592"/>
              <a:ext cx="144" cy="144"/>
            </a:xfrm>
            <a:prstGeom prst="ellipse">
              <a:avLst/>
            </a:prstGeom>
            <a:gradFill rotWithShape="0">
              <a:gsLst>
                <a:gs pos="0">
                  <a:srgbClr val="FFFFFF"/>
                </a:gs>
                <a:gs pos="100000">
                  <a:srgbClr val="FF3300"/>
                </a:gs>
              </a:gsLst>
              <a:path path="shape">
                <a:fillToRect l="50000" t="50000" r="50000" b="50000"/>
              </a:path>
              <a:tileRect/>
            </a:gradFill>
            <a:ln w="9525" cap="flat" cmpd="sng">
              <a:solidFill>
                <a:schemeClr val="tx1"/>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a typeface="宋体" panose="02010600030101010101" pitchFamily="2" charset="-122"/>
              </a:endParaRPr>
            </a:p>
          </p:txBody>
        </p:sp>
      </p:grpSp>
      <p:sp>
        <p:nvSpPr>
          <p:cNvPr id="74763" name="Rectangle 12"/>
          <p:cNvSpPr/>
          <p:nvPr/>
        </p:nvSpPr>
        <p:spPr>
          <a:xfrm>
            <a:off x="1295400" y="1066800"/>
            <a:ext cx="593725" cy="579438"/>
          </a:xfrm>
          <a:prstGeom prst="rect">
            <a:avLst/>
          </a:prstGeom>
          <a:noFill/>
          <a:ln w="9525">
            <a:noFill/>
          </a:ln>
        </p:spPr>
        <p:txBody>
          <a:bodyPr wrap="none" anchor="t" anchorCtr="0">
            <a:spAutoFit/>
          </a:bodyPr>
          <a:p>
            <a:pPr>
              <a:spcBef>
                <a:spcPct val="50000"/>
              </a:spcBef>
            </a:pPr>
            <a:r>
              <a:rPr lang="zh-CN" altLang="en-US" sz="3200" dirty="0">
                <a:solidFill>
                  <a:srgbClr val="CC0000"/>
                </a:solidFill>
                <a:latin typeface="Arial" panose="020B0604020202020204" pitchFamily="34" charset="0"/>
                <a:ea typeface="宋体" panose="02010600030101010101" pitchFamily="2" charset="-122"/>
              </a:rPr>
              <a:t>解</a:t>
            </a:r>
            <a:endParaRPr lang="zh-CN" altLang="en-US" sz="3200" dirty="0">
              <a:solidFill>
                <a:srgbClr val="CC0000"/>
              </a:solidFill>
              <a:latin typeface="Arial" panose="020B0604020202020204" pitchFamily="34" charset="0"/>
              <a:ea typeface="宋体" panose="02010600030101010101" pitchFamily="2" charset="-122"/>
            </a:endParaRPr>
          </a:p>
        </p:txBody>
      </p:sp>
      <p:sp>
        <p:nvSpPr>
          <p:cNvPr id="67597" name="Text Box 13"/>
          <p:cNvSpPr txBox="1"/>
          <p:nvPr/>
        </p:nvSpPr>
        <p:spPr>
          <a:xfrm>
            <a:off x="1295400" y="1676400"/>
            <a:ext cx="7669213" cy="676275"/>
          </a:xfrm>
          <a:prstGeom prst="rect">
            <a:avLst/>
          </a:prstGeom>
          <a:noFill/>
          <a:ln w="9525">
            <a:noFill/>
          </a:ln>
        </p:spPr>
        <p:txBody>
          <a:bodyPr anchor="t" anchorCtr="0">
            <a:spAutoFit/>
          </a:bodyPr>
          <a:p>
            <a:pPr>
              <a:lnSpc>
                <a:spcPct val="120000"/>
              </a:lnSpc>
            </a:pPr>
            <a:r>
              <a:rPr lang="zh-CN" altLang="en-US" sz="3200" dirty="0">
                <a:latin typeface="Arial" panose="020B0604020202020204" pitchFamily="34" charset="0"/>
                <a:ea typeface="宋体" panose="02010600030101010101" pitchFamily="2" charset="-122"/>
              </a:rPr>
              <a:t>作边长为</a:t>
            </a:r>
            <a:r>
              <a:rPr lang="en-US" altLang="zh-CN" sz="3200" i="1" dirty="0">
                <a:latin typeface="Arial" panose="020B0604020202020204" pitchFamily="34" charset="0"/>
                <a:ea typeface="宋体" panose="02010600030101010101" pitchFamily="2" charset="-122"/>
              </a:rPr>
              <a:t>a</a:t>
            </a:r>
            <a:r>
              <a:rPr lang="zh-CN" altLang="en-US" sz="3200" dirty="0">
                <a:latin typeface="Arial" panose="020B0604020202020204" pitchFamily="34" charset="0"/>
                <a:ea typeface="宋体" panose="02010600030101010101" pitchFamily="2" charset="-122"/>
              </a:rPr>
              <a:t>的立方体，</a:t>
            </a:r>
            <a:r>
              <a:rPr lang="en-US" altLang="zh-CN" sz="3200" i="1" dirty="0">
                <a:latin typeface="Arial" panose="020B0604020202020204" pitchFamily="34" charset="0"/>
                <a:ea typeface="宋体" panose="02010600030101010101" pitchFamily="2" charset="-122"/>
              </a:rPr>
              <a:t>q</a:t>
            </a:r>
            <a:r>
              <a:rPr lang="zh-CN" altLang="en-US" sz="3200" dirty="0">
                <a:latin typeface="Arial" panose="020B0604020202020204" pitchFamily="34" charset="0"/>
                <a:ea typeface="宋体" panose="02010600030101010101" pitchFamily="2" charset="-122"/>
              </a:rPr>
              <a:t>位于立方体中央：</a:t>
            </a:r>
            <a:endParaRPr lang="zh-CN" altLang="en-US" sz="3200" dirty="0">
              <a:latin typeface="Arial" panose="020B0604020202020204" pitchFamily="34" charset="0"/>
              <a:ea typeface="宋体" panose="02010600030101010101" pitchFamily="2" charset="-122"/>
            </a:endParaRPr>
          </a:p>
        </p:txBody>
      </p:sp>
      <p:graphicFrame>
        <p:nvGraphicFramePr>
          <p:cNvPr id="67598" name="Object 2"/>
          <p:cNvGraphicFramePr>
            <a:graphicFrameLocks noChangeAspect="1"/>
          </p:cNvGraphicFramePr>
          <p:nvPr/>
        </p:nvGraphicFramePr>
        <p:xfrm>
          <a:off x="762000" y="2514600"/>
          <a:ext cx="3962400" cy="2235200"/>
        </p:xfrm>
        <a:graphic>
          <a:graphicData uri="http://schemas.openxmlformats.org/presentationml/2006/ole">
            <mc:AlternateContent xmlns:mc="http://schemas.openxmlformats.org/markup-compatibility/2006">
              <mc:Choice xmlns:v="urn:schemas-microsoft-com:vml" Requires="v">
                <p:oleObj spid="_x0000_s3471" name="" r:id="rId1" imgW="1574800" imgH="889000" progId="Equation.3">
                  <p:embed/>
                </p:oleObj>
              </mc:Choice>
              <mc:Fallback>
                <p:oleObj name="" r:id="rId1" imgW="1574800" imgH="889000" progId="Equation.3">
                  <p:embed/>
                  <p:pic>
                    <p:nvPicPr>
                      <p:cNvPr id="0" name="图片 3470"/>
                      <p:cNvPicPr/>
                      <p:nvPr/>
                    </p:nvPicPr>
                    <p:blipFill>
                      <a:blip r:embed="rId2"/>
                      <a:stretch>
                        <a:fillRect/>
                      </a:stretch>
                    </p:blipFill>
                    <p:spPr>
                      <a:xfrm>
                        <a:off x="762000" y="2514600"/>
                        <a:ext cx="3962400" cy="2235200"/>
                      </a:xfrm>
                      <a:prstGeom prst="rect">
                        <a:avLst/>
                      </a:prstGeom>
                      <a:noFill/>
                      <a:ln w="38100">
                        <a:noFill/>
                        <a:miter/>
                      </a:ln>
                    </p:spPr>
                  </p:pic>
                </p:oleObj>
              </mc:Fallback>
            </mc:AlternateContent>
          </a:graphicData>
        </a:graphic>
      </p:graphicFrame>
      <p:grpSp>
        <p:nvGrpSpPr>
          <p:cNvPr id="3" name="Group 15"/>
          <p:cNvGrpSpPr/>
          <p:nvPr/>
        </p:nvGrpSpPr>
        <p:grpSpPr>
          <a:xfrm>
            <a:off x="5105400" y="3124200"/>
            <a:ext cx="1524000" cy="1981200"/>
            <a:chOff x="3216" y="1968"/>
            <a:chExt cx="960" cy="1248"/>
          </a:xfrm>
        </p:grpSpPr>
        <p:sp>
          <p:nvSpPr>
            <p:cNvPr id="74767" name="Line 16"/>
            <p:cNvSpPr/>
            <p:nvPr/>
          </p:nvSpPr>
          <p:spPr>
            <a:xfrm flipH="1" flipV="1">
              <a:off x="3936" y="2352"/>
              <a:ext cx="240" cy="336"/>
            </a:xfrm>
            <a:prstGeom prst="line">
              <a:avLst/>
            </a:prstGeom>
            <a:ln w="12700" cap="flat" cmpd="sng">
              <a:solidFill>
                <a:srgbClr val="FF3300"/>
              </a:solidFill>
              <a:prstDash val="dash"/>
              <a:round/>
              <a:headEnd type="none" w="med" len="med"/>
              <a:tailEnd type="none" w="med" len="med"/>
            </a:ln>
          </p:spPr>
        </p:sp>
        <p:sp>
          <p:nvSpPr>
            <p:cNvPr id="74768" name="Line 17"/>
            <p:cNvSpPr/>
            <p:nvPr/>
          </p:nvSpPr>
          <p:spPr>
            <a:xfrm flipH="1" flipV="1">
              <a:off x="3600" y="1968"/>
              <a:ext cx="240" cy="288"/>
            </a:xfrm>
            <a:prstGeom prst="line">
              <a:avLst/>
            </a:prstGeom>
            <a:ln w="12700" cap="flat" cmpd="sng">
              <a:solidFill>
                <a:srgbClr val="FF3300"/>
              </a:solidFill>
              <a:prstDash val="solid"/>
              <a:round/>
              <a:headEnd type="none" w="med" len="med"/>
              <a:tailEnd type="triangle" w="sm" len="med"/>
            </a:ln>
          </p:spPr>
        </p:sp>
        <p:sp>
          <p:nvSpPr>
            <p:cNvPr id="74769" name="Line 18"/>
            <p:cNvSpPr/>
            <p:nvPr/>
          </p:nvSpPr>
          <p:spPr>
            <a:xfrm flipH="1" flipV="1">
              <a:off x="3792" y="2496"/>
              <a:ext cx="384" cy="192"/>
            </a:xfrm>
            <a:prstGeom prst="line">
              <a:avLst/>
            </a:prstGeom>
            <a:ln w="12700" cap="flat" cmpd="sng">
              <a:solidFill>
                <a:srgbClr val="FF3300"/>
              </a:solidFill>
              <a:prstDash val="dash"/>
              <a:round/>
              <a:headEnd type="none" w="med" len="med"/>
              <a:tailEnd type="none" w="med" len="med"/>
            </a:ln>
          </p:spPr>
        </p:sp>
        <p:sp>
          <p:nvSpPr>
            <p:cNvPr id="74770" name="Line 19"/>
            <p:cNvSpPr/>
            <p:nvPr/>
          </p:nvSpPr>
          <p:spPr>
            <a:xfrm flipH="1" flipV="1">
              <a:off x="3360" y="2304"/>
              <a:ext cx="288" cy="144"/>
            </a:xfrm>
            <a:prstGeom prst="line">
              <a:avLst/>
            </a:prstGeom>
            <a:ln w="12700" cap="flat" cmpd="sng">
              <a:solidFill>
                <a:srgbClr val="FF3300"/>
              </a:solidFill>
              <a:prstDash val="solid"/>
              <a:round/>
              <a:headEnd type="none" w="med" len="med"/>
              <a:tailEnd type="triangle" w="sm" len="med"/>
            </a:ln>
          </p:spPr>
        </p:sp>
        <p:sp>
          <p:nvSpPr>
            <p:cNvPr id="74771" name="Line 20"/>
            <p:cNvSpPr/>
            <p:nvPr/>
          </p:nvSpPr>
          <p:spPr>
            <a:xfrm flipH="1">
              <a:off x="3216" y="2688"/>
              <a:ext cx="432" cy="0"/>
            </a:xfrm>
            <a:prstGeom prst="line">
              <a:avLst/>
            </a:prstGeom>
            <a:ln w="12700" cap="flat" cmpd="sng">
              <a:solidFill>
                <a:srgbClr val="FF3300"/>
              </a:solidFill>
              <a:prstDash val="solid"/>
              <a:round/>
              <a:headEnd type="none" w="med" len="med"/>
              <a:tailEnd type="triangle" w="sm" len="med"/>
            </a:ln>
          </p:spPr>
        </p:sp>
        <p:sp>
          <p:nvSpPr>
            <p:cNvPr id="74772" name="Line 21"/>
            <p:cNvSpPr/>
            <p:nvPr/>
          </p:nvSpPr>
          <p:spPr>
            <a:xfrm flipH="1">
              <a:off x="3792" y="2688"/>
              <a:ext cx="336" cy="240"/>
            </a:xfrm>
            <a:prstGeom prst="line">
              <a:avLst/>
            </a:prstGeom>
            <a:ln w="12700" cap="flat" cmpd="sng">
              <a:solidFill>
                <a:srgbClr val="FF3300"/>
              </a:solidFill>
              <a:prstDash val="dash"/>
              <a:round/>
              <a:headEnd type="none" w="med" len="med"/>
              <a:tailEnd type="none" w="med" len="med"/>
            </a:ln>
          </p:spPr>
        </p:sp>
        <p:sp>
          <p:nvSpPr>
            <p:cNvPr id="74773" name="Line 22"/>
            <p:cNvSpPr/>
            <p:nvPr/>
          </p:nvSpPr>
          <p:spPr>
            <a:xfrm flipH="1">
              <a:off x="3360" y="3024"/>
              <a:ext cx="288" cy="192"/>
            </a:xfrm>
            <a:prstGeom prst="line">
              <a:avLst/>
            </a:prstGeom>
            <a:ln w="12700" cap="flat" cmpd="sng">
              <a:solidFill>
                <a:srgbClr val="FF3300"/>
              </a:solidFill>
              <a:prstDash val="solid"/>
              <a:round/>
              <a:headEnd type="none" w="med" len="med"/>
              <a:tailEnd type="triangle" w="sm" len="med"/>
            </a:ln>
          </p:spPr>
        </p:sp>
      </p:grpSp>
      <p:grpSp>
        <p:nvGrpSpPr>
          <p:cNvPr id="4" name="Group 23"/>
          <p:cNvGrpSpPr/>
          <p:nvPr/>
        </p:nvGrpSpPr>
        <p:grpSpPr>
          <a:xfrm>
            <a:off x="5791200" y="3200400"/>
            <a:ext cx="2301875" cy="2700338"/>
            <a:chOff x="3888" y="1920"/>
            <a:chExt cx="1450" cy="1701"/>
          </a:xfrm>
        </p:grpSpPr>
        <p:sp>
          <p:nvSpPr>
            <p:cNvPr id="74775" name="Rectangle 24"/>
            <p:cNvSpPr/>
            <p:nvPr/>
          </p:nvSpPr>
          <p:spPr>
            <a:xfrm>
              <a:off x="4272" y="3294"/>
              <a:ext cx="1066" cy="327"/>
            </a:xfrm>
            <a:prstGeom prst="rect">
              <a:avLst/>
            </a:prstGeom>
            <a:noFill/>
            <a:ln w="9525">
              <a:noFill/>
            </a:ln>
          </p:spPr>
          <p:txBody>
            <a:bodyPr wrap="none" anchor="t" anchorCtr="0">
              <a:spAutoFit/>
            </a:bodyPr>
            <a:p>
              <a:r>
                <a:rPr lang="en-US" altLang="zh-CN" dirty="0">
                  <a:solidFill>
                    <a:srgbClr val="3A0F99"/>
                  </a:solidFill>
                  <a:latin typeface="Arial" panose="020B0604020202020204" pitchFamily="34" charset="0"/>
                  <a:ea typeface="宋体" panose="02010600030101010101" pitchFamily="2" charset="-122"/>
                </a:rPr>
                <a:t>(</a:t>
              </a:r>
              <a:r>
                <a:rPr lang="zh-CN" altLang="en-US" dirty="0">
                  <a:solidFill>
                    <a:srgbClr val="3A0F99"/>
                  </a:solidFill>
                  <a:latin typeface="Arial" panose="020B0604020202020204" pitchFamily="34" charset="0"/>
                  <a:ea typeface="宋体" panose="02010600030101010101" pitchFamily="2" charset="-122"/>
                </a:rPr>
                <a:t>高斯面</a:t>
              </a:r>
              <a:r>
                <a:rPr lang="en-US" altLang="zh-CN" dirty="0">
                  <a:solidFill>
                    <a:srgbClr val="3A0F99"/>
                  </a:solidFill>
                  <a:latin typeface="Arial" panose="020B0604020202020204" pitchFamily="34" charset="0"/>
                  <a:ea typeface="宋体" panose="02010600030101010101" pitchFamily="2" charset="-122"/>
                </a:rPr>
                <a:t>S)</a:t>
              </a:r>
              <a:endParaRPr lang="en-US" altLang="zh-CN" dirty="0">
                <a:solidFill>
                  <a:srgbClr val="3A0F99"/>
                </a:solidFill>
                <a:latin typeface="Arial" panose="020B0604020202020204" pitchFamily="34" charset="0"/>
                <a:ea typeface="宋体" panose="02010600030101010101" pitchFamily="2" charset="-122"/>
              </a:endParaRPr>
            </a:p>
          </p:txBody>
        </p:sp>
        <p:sp>
          <p:nvSpPr>
            <p:cNvPr id="74776" name="AutoShape 25"/>
            <p:cNvSpPr/>
            <p:nvPr/>
          </p:nvSpPr>
          <p:spPr>
            <a:xfrm>
              <a:off x="3888" y="1920"/>
              <a:ext cx="1344" cy="1296"/>
            </a:xfrm>
            <a:prstGeom prst="cube">
              <a:avLst>
                <a:gd name="adj" fmla="val 33931"/>
              </a:avLst>
            </a:prstGeom>
            <a:solidFill>
              <a:srgbClr val="99FF99">
                <a:alpha val="50195"/>
              </a:srgb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4777" name="Line 26"/>
            <p:cNvSpPr/>
            <p:nvPr/>
          </p:nvSpPr>
          <p:spPr>
            <a:xfrm>
              <a:off x="4320" y="2784"/>
              <a:ext cx="912" cy="0"/>
            </a:xfrm>
            <a:prstGeom prst="line">
              <a:avLst/>
            </a:prstGeom>
            <a:ln w="3175" cap="flat" cmpd="sng">
              <a:solidFill>
                <a:srgbClr val="B2B2B2"/>
              </a:solidFill>
              <a:prstDash val="dashDot"/>
              <a:round/>
              <a:headEnd type="none" w="med" len="med"/>
              <a:tailEnd type="none" w="med" len="med"/>
            </a:ln>
          </p:spPr>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7597"/>
                                        </p:tgtEl>
                                        <p:attrNameLst>
                                          <p:attrName>style.visibility</p:attrName>
                                        </p:attrNameLst>
                                      </p:cBhvr>
                                      <p:to>
                                        <p:strVal val="visible"/>
                                      </p:to>
                                    </p:set>
                                    <p:animEffect transition="in" filter="checkerboard(across)">
                                      <p:cBhvr>
                                        <p:cTn id="12" dur="500"/>
                                        <p:tgtEl>
                                          <p:spTgt spid="6759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7598"/>
                                        </p:tgtEl>
                                        <p:attrNameLst>
                                          <p:attrName>style.visibility</p:attrName>
                                        </p:attrNameLst>
                                      </p:cBhvr>
                                      <p:to>
                                        <p:strVal val="visible"/>
                                      </p:to>
                                    </p:set>
                                    <p:animEffect transition="in" filter="checkerboard(across)">
                                      <p:cBhvr>
                                        <p:cTn id="22" dur="500"/>
                                        <p:tgtEl>
                                          <p:spTgt spid="67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7"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commondata" val="eyJoZGlkIjoiZWNjM2NhMWI2OWU0YTFmOWY4MTQ3YTEzMDQ0YWIzMWYifQ=="/>
</p:tagLst>
</file>

<file path=ppt/theme/theme1.xml><?xml version="1.0" encoding="utf-8"?>
<a:theme xmlns:a="http://schemas.openxmlformats.org/drawingml/2006/main" name="主题4">
  <a:themeElements>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05届大物下">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2005届大物下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届大物下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届大物下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届大物下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届大物下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届大物下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届大物下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届大物下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届大物下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届大物下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届大物下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届大物下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4">
  <a:themeElements>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05届大物下">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2005届大物下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届大物下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届大物下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届大物下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届大物下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届大物下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届大物下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届大物下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届大物下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届大物下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届大物下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届大物下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主题4">
  <a:themeElements>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05届大物下">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2005届大物下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届大物下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届大物下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届大物下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届大物下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届大物下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届大物下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届大物下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届大物下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届大物下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届大物下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届大物下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主题4">
  <a:themeElements>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05届大物下">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2005届大物下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届大物下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届大物下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届大物下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届大物下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届大物下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届大物下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届大物下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届大物下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届大物下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届大物下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届大物下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主题3</Template>
  <TotalTime>0</TotalTime>
  <Words>3358</Words>
  <Application>WPS 演示</Application>
  <PresentationFormat>全屏显示(4:3)</PresentationFormat>
  <Paragraphs>555</Paragraphs>
  <Slides>52</Slides>
  <Notes>14</Notes>
  <HiddenSlides>0</HiddenSlides>
  <MMClips>0</MMClips>
  <ScaleCrop>false</ScaleCrop>
  <HeadingPairs>
    <vt:vector size="8" baseType="variant">
      <vt:variant>
        <vt:lpstr>已用的字体</vt:lpstr>
      </vt:variant>
      <vt:variant>
        <vt:i4>14</vt:i4>
      </vt:variant>
      <vt:variant>
        <vt:lpstr>主题</vt:lpstr>
      </vt:variant>
      <vt:variant>
        <vt:i4>4</vt:i4>
      </vt:variant>
      <vt:variant>
        <vt:lpstr>嵌入 OLE 服务器</vt:lpstr>
      </vt:variant>
      <vt:variant>
        <vt:i4>411</vt:i4>
      </vt:variant>
      <vt:variant>
        <vt:lpstr>幻灯片标题</vt:lpstr>
      </vt:variant>
      <vt:variant>
        <vt:i4>52</vt:i4>
      </vt:variant>
    </vt:vector>
  </HeadingPairs>
  <TitlesOfParts>
    <vt:vector size="481" baseType="lpstr">
      <vt:lpstr>Arial</vt:lpstr>
      <vt:lpstr>宋体</vt:lpstr>
      <vt:lpstr>Wingdings</vt:lpstr>
      <vt:lpstr>楷体_GB2312</vt:lpstr>
      <vt:lpstr>新宋体</vt:lpstr>
      <vt:lpstr>黑体</vt:lpstr>
      <vt:lpstr>Times New Roman</vt:lpstr>
      <vt:lpstr>Symbol</vt:lpstr>
      <vt:lpstr>华文中宋</vt:lpstr>
      <vt:lpstr>微软雅黑</vt:lpstr>
      <vt:lpstr>Arial Unicode MS</vt:lpstr>
      <vt:lpstr>Calibri</vt:lpstr>
      <vt:lpstr>Arial Unicode MS</vt:lpstr>
      <vt:lpstr>Cambria Math</vt:lpstr>
      <vt:lpstr>主题4</vt:lpstr>
      <vt:lpstr>1_主题4</vt:lpstr>
      <vt:lpstr>2_主题4</vt:lpstr>
      <vt:lpstr>3_主题4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Equation.KSEE3</vt:lpstr>
      <vt:lpstr>Equation.KSEE3</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Equation.3</vt:lpstr>
      <vt:lpstr>Equation.3</vt:lpstr>
      <vt:lpstr>Equation.DSMT4</vt:lpstr>
      <vt:lpstr>Equation.3</vt:lpstr>
      <vt:lpstr>Equation.3</vt:lpstr>
      <vt:lpstr>Equation.3</vt:lpstr>
      <vt:lpstr>Equation.DSMT4</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5-4    电场强度通量  高斯定理</dc:title>
  <dc:creator>MC SYSTEM</dc:creator>
  <cp:lastModifiedBy>井华</cp:lastModifiedBy>
  <cp:revision>150</cp:revision>
  <dcterms:created xsi:type="dcterms:W3CDTF">2014-04-15T05:48:57Z</dcterms:created>
  <dcterms:modified xsi:type="dcterms:W3CDTF">2024-04-25T09:27:34Z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677036F82F5E4765837263E5DCE46ED0_12</vt:lpwstr>
  </property>
</Properties>
</file>