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64" r:id="rId3"/>
    <p:sldId id="362" r:id="rId4"/>
    <p:sldId id="367" r:id="rId5"/>
    <p:sldId id="424" r:id="rId6"/>
    <p:sldId id="425" r:id="rId8"/>
    <p:sldId id="405" r:id="rId9"/>
    <p:sldId id="372" r:id="rId10"/>
    <p:sldId id="447" r:id="rId11"/>
    <p:sldId id="365" r:id="rId12"/>
    <p:sldId id="366" r:id="rId13"/>
    <p:sldId id="375" r:id="rId14"/>
    <p:sldId id="376" r:id="rId15"/>
    <p:sldId id="386" r:id="rId16"/>
    <p:sldId id="374" r:id="rId17"/>
    <p:sldId id="388" r:id="rId18"/>
    <p:sldId id="377" r:id="rId19"/>
    <p:sldId id="380" r:id="rId20"/>
    <p:sldId id="389" r:id="rId21"/>
    <p:sldId id="381" r:id="rId22"/>
    <p:sldId id="382" r:id="rId23"/>
    <p:sldId id="383" r:id="rId24"/>
    <p:sldId id="384" r:id="rId25"/>
    <p:sldId id="385" r:id="rId26"/>
    <p:sldId id="464" r:id="rId27"/>
    <p:sldId id="378" r:id="rId28"/>
  </p:sldIdLst>
  <p:sldSz cx="9144000" cy="6858000" type="screen4x3"/>
  <p:notesSz cx="6858000" cy="9144000"/>
  <p:custDataLst>
    <p:tags r:id="rId3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14683"/>
    <a:srgbClr val="F3FA98"/>
    <a:srgbClr val="03378B"/>
    <a:srgbClr val="022A6A"/>
    <a:srgbClr val="A29E00"/>
    <a:srgbClr val="4E4C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2409"/>
  </p:normalViewPr>
  <p:slideViewPr>
    <p:cSldViewPr showGuides="1">
      <p:cViewPr varScale="1">
        <p:scale>
          <a:sx n="71" d="100"/>
          <a:sy n="71" d="100"/>
        </p:scale>
        <p:origin x="-418" y="-77"/>
      </p:cViewPr>
      <p:guideLst>
        <p:guide orient="horz" pos="218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25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.wmf"/><Relationship Id="rId8" Type="http://schemas.openxmlformats.org/officeDocument/2006/relationships/image" Target="../media/image17.wmf"/><Relationship Id="rId7" Type="http://schemas.openxmlformats.org/officeDocument/2006/relationships/image" Target="../media/image16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13.wmf"/><Relationship Id="rId11" Type="http://schemas.openxmlformats.org/officeDocument/2006/relationships/image" Target="../media/image20.wmf"/><Relationship Id="rId10" Type="http://schemas.openxmlformats.org/officeDocument/2006/relationships/image" Target="../media/image19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.wmf"/><Relationship Id="rId8" Type="http://schemas.openxmlformats.org/officeDocument/2006/relationships/image" Target="../media/image34.wmf"/><Relationship Id="rId7" Type="http://schemas.openxmlformats.org/officeDocument/2006/relationships/image" Target="../media/image33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4" Type="http://schemas.openxmlformats.org/officeDocument/2006/relationships/image" Target="../media/image40.wmf"/><Relationship Id="rId13" Type="http://schemas.openxmlformats.org/officeDocument/2006/relationships/image" Target="../media/image39.wmf"/><Relationship Id="rId12" Type="http://schemas.openxmlformats.org/officeDocument/2006/relationships/image" Target="../media/image38.wmf"/><Relationship Id="rId11" Type="http://schemas.openxmlformats.org/officeDocument/2006/relationships/image" Target="../media/image37.wmf"/><Relationship Id="rId10" Type="http://schemas.openxmlformats.org/officeDocument/2006/relationships/image" Target="../media/image36.wmf"/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45.wmf"/><Relationship Id="rId8" Type="http://schemas.openxmlformats.org/officeDocument/2006/relationships/image" Target="../media/image44.wmf"/><Relationship Id="rId7" Type="http://schemas.openxmlformats.org/officeDocument/2006/relationships/image" Target="../media/image33.wmf"/><Relationship Id="rId6" Type="http://schemas.openxmlformats.org/officeDocument/2006/relationships/image" Target="../media/image32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Relationship Id="rId3" Type="http://schemas.openxmlformats.org/officeDocument/2006/relationships/image" Target="../media/image29.wmf"/><Relationship Id="rId2" Type="http://schemas.openxmlformats.org/officeDocument/2006/relationships/image" Target="../media/image41.wmf"/><Relationship Id="rId12" Type="http://schemas.openxmlformats.org/officeDocument/2006/relationships/image" Target="../media/image40.wmf"/><Relationship Id="rId11" Type="http://schemas.openxmlformats.org/officeDocument/2006/relationships/image" Target="../media/image39.wmf"/><Relationship Id="rId10" Type="http://schemas.openxmlformats.org/officeDocument/2006/relationships/image" Target="../media/image46.wmf"/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54.wmf"/><Relationship Id="rId8" Type="http://schemas.openxmlformats.org/officeDocument/2006/relationships/image" Target="../media/image53.wmf"/><Relationship Id="rId7" Type="http://schemas.openxmlformats.org/officeDocument/2006/relationships/image" Target="../media/image52.wmf"/><Relationship Id="rId6" Type="http://schemas.openxmlformats.org/officeDocument/2006/relationships/image" Target="../media/image51.wmf"/><Relationship Id="rId5" Type="http://schemas.openxmlformats.org/officeDocument/2006/relationships/image" Target="../media/image32.wmf"/><Relationship Id="rId4" Type="http://schemas.openxmlformats.org/officeDocument/2006/relationships/image" Target="../media/image50.wmf"/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8" Type="http://schemas.openxmlformats.org/officeDocument/2006/relationships/image" Target="../media/image62.wmf"/><Relationship Id="rId17" Type="http://schemas.openxmlformats.org/officeDocument/2006/relationships/image" Target="../media/image61.wmf"/><Relationship Id="rId16" Type="http://schemas.openxmlformats.org/officeDocument/2006/relationships/image" Target="../media/image40.wmf"/><Relationship Id="rId15" Type="http://schemas.openxmlformats.org/officeDocument/2006/relationships/image" Target="../media/image60.wmf"/><Relationship Id="rId14" Type="http://schemas.openxmlformats.org/officeDocument/2006/relationships/image" Target="../media/image59.wmf"/><Relationship Id="rId13" Type="http://schemas.openxmlformats.org/officeDocument/2006/relationships/image" Target="../media/image58.wmf"/><Relationship Id="rId12" Type="http://schemas.openxmlformats.org/officeDocument/2006/relationships/image" Target="../media/image57.wmf"/><Relationship Id="rId11" Type="http://schemas.openxmlformats.org/officeDocument/2006/relationships/image" Target="../media/image56.wmf"/><Relationship Id="rId10" Type="http://schemas.openxmlformats.org/officeDocument/2006/relationships/image" Target="../media/image55.wmf"/><Relationship Id="rId1" Type="http://schemas.openxmlformats.org/officeDocument/2006/relationships/image" Target="../media/image47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60.wmf"/><Relationship Id="rId8" Type="http://schemas.openxmlformats.org/officeDocument/2006/relationships/image" Target="../media/image59.wmf"/><Relationship Id="rId7" Type="http://schemas.openxmlformats.org/officeDocument/2006/relationships/image" Target="../media/image61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0" Type="http://schemas.openxmlformats.org/officeDocument/2006/relationships/image" Target="../media/image40.wmf"/><Relationship Id="rId1" Type="http://schemas.openxmlformats.org/officeDocument/2006/relationships/image" Target="../media/image49.w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71.wmf"/><Relationship Id="rId4" Type="http://schemas.openxmlformats.org/officeDocument/2006/relationships/image" Target="../media/image70.wmf"/><Relationship Id="rId3" Type="http://schemas.openxmlformats.org/officeDocument/2006/relationships/image" Target="../media/image67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76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80.wmf"/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4.vml.rels><?xml version="1.0" encoding="UTF-8" standalone="yes"?>
<Relationships xmlns="http://schemas.openxmlformats.org/package/2006/relationships"><Relationship Id="rId7" Type="http://schemas.openxmlformats.org/officeDocument/2006/relationships/image" Target="../media/image87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95.emf"/><Relationship Id="rId8" Type="http://schemas.openxmlformats.org/officeDocument/2006/relationships/image" Target="../media/image94.emf"/><Relationship Id="rId7" Type="http://schemas.openxmlformats.org/officeDocument/2006/relationships/image" Target="../media/image93.wmf"/><Relationship Id="rId6" Type="http://schemas.openxmlformats.org/officeDocument/2006/relationships/image" Target="../media/image3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2" Type="http://schemas.openxmlformats.org/officeDocument/2006/relationships/image" Target="../media/image98.wmf"/><Relationship Id="rId11" Type="http://schemas.openxmlformats.org/officeDocument/2006/relationships/image" Target="../media/image97.emf"/><Relationship Id="rId10" Type="http://schemas.openxmlformats.org/officeDocument/2006/relationships/image" Target="../media/image96.emf"/><Relationship Id="rId1" Type="http://schemas.openxmlformats.org/officeDocument/2006/relationships/image" Target="../media/image88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emf"/><Relationship Id="rId8" Type="http://schemas.openxmlformats.org/officeDocument/2006/relationships/image" Target="../media/image99.emf"/><Relationship Id="rId7" Type="http://schemas.openxmlformats.org/officeDocument/2006/relationships/image" Target="../media/image93.wmf"/><Relationship Id="rId6" Type="http://schemas.openxmlformats.org/officeDocument/2006/relationships/image" Target="../media/image3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Relationship Id="rId3" Type="http://schemas.openxmlformats.org/officeDocument/2006/relationships/image" Target="../media/image90.wmf"/><Relationship Id="rId20" Type="http://schemas.openxmlformats.org/officeDocument/2006/relationships/image" Target="../media/image98.wmf"/><Relationship Id="rId2" Type="http://schemas.openxmlformats.org/officeDocument/2006/relationships/image" Target="../media/image89.wmf"/><Relationship Id="rId19" Type="http://schemas.openxmlformats.org/officeDocument/2006/relationships/image" Target="../media/image110.emf"/><Relationship Id="rId18" Type="http://schemas.openxmlformats.org/officeDocument/2006/relationships/image" Target="../media/image109.emf"/><Relationship Id="rId17" Type="http://schemas.openxmlformats.org/officeDocument/2006/relationships/image" Target="../media/image108.emf"/><Relationship Id="rId16" Type="http://schemas.openxmlformats.org/officeDocument/2006/relationships/image" Target="../media/image107.emf"/><Relationship Id="rId15" Type="http://schemas.openxmlformats.org/officeDocument/2006/relationships/image" Target="../media/image106.emf"/><Relationship Id="rId14" Type="http://schemas.openxmlformats.org/officeDocument/2006/relationships/image" Target="../media/image105.emf"/><Relationship Id="rId13" Type="http://schemas.openxmlformats.org/officeDocument/2006/relationships/image" Target="../media/image104.emf"/><Relationship Id="rId12" Type="http://schemas.openxmlformats.org/officeDocument/2006/relationships/image" Target="../media/image103.emf"/><Relationship Id="rId11" Type="http://schemas.openxmlformats.org/officeDocument/2006/relationships/image" Target="../media/image102.emf"/><Relationship Id="rId10" Type="http://schemas.openxmlformats.org/officeDocument/2006/relationships/image" Target="../media/image101.emf"/><Relationship Id="rId1" Type="http://schemas.openxmlformats.org/officeDocument/2006/relationships/image" Target="../media/image88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emf"/><Relationship Id="rId8" Type="http://schemas.openxmlformats.org/officeDocument/2006/relationships/image" Target="../media/image111.emf"/><Relationship Id="rId7" Type="http://schemas.openxmlformats.org/officeDocument/2006/relationships/image" Target="../media/image93.wmf"/><Relationship Id="rId6" Type="http://schemas.openxmlformats.org/officeDocument/2006/relationships/image" Target="../media/image3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6" Type="http://schemas.openxmlformats.org/officeDocument/2006/relationships/image" Target="../media/image98.wmf"/><Relationship Id="rId15" Type="http://schemas.openxmlformats.org/officeDocument/2006/relationships/image" Target="../media/image118.emf"/><Relationship Id="rId14" Type="http://schemas.openxmlformats.org/officeDocument/2006/relationships/image" Target="../media/image117.emf"/><Relationship Id="rId13" Type="http://schemas.openxmlformats.org/officeDocument/2006/relationships/image" Target="../media/image116.emf"/><Relationship Id="rId12" Type="http://schemas.openxmlformats.org/officeDocument/2006/relationships/image" Target="../media/image115.emf"/><Relationship Id="rId11" Type="http://schemas.openxmlformats.org/officeDocument/2006/relationships/image" Target="../media/image114.emf"/><Relationship Id="rId10" Type="http://schemas.openxmlformats.org/officeDocument/2006/relationships/image" Target="../media/image113.emf"/><Relationship Id="rId1" Type="http://schemas.openxmlformats.org/officeDocument/2006/relationships/image" Target="../media/image88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0.emf"/><Relationship Id="rId8" Type="http://schemas.openxmlformats.org/officeDocument/2006/relationships/image" Target="../media/image119.emf"/><Relationship Id="rId7" Type="http://schemas.openxmlformats.org/officeDocument/2006/relationships/image" Target="../media/image93.wmf"/><Relationship Id="rId6" Type="http://schemas.openxmlformats.org/officeDocument/2006/relationships/image" Target="../media/image3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3" Type="http://schemas.openxmlformats.org/officeDocument/2006/relationships/image" Target="../media/image98.wmf"/><Relationship Id="rId12" Type="http://schemas.openxmlformats.org/officeDocument/2006/relationships/image" Target="../media/image123.emf"/><Relationship Id="rId11" Type="http://schemas.openxmlformats.org/officeDocument/2006/relationships/image" Target="../media/image122.emf"/><Relationship Id="rId10" Type="http://schemas.openxmlformats.org/officeDocument/2006/relationships/image" Target="../media/image121.emf"/><Relationship Id="rId1" Type="http://schemas.openxmlformats.org/officeDocument/2006/relationships/image" Target="../media/image88.wmf"/></Relationships>
</file>

<file path=ppt/drawings/_rels/vmlDrawing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80.wmf"/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200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4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819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lvl="0" indent="0" algn="r"/>
            <a:fld id="{9A0DB2DC-4C9A-4742-B13C-FB6460FD3503}" type="slidenum">
              <a:rPr lang="en-US" altLang="zh-CN" sz="1200" b="1" dirty="0"/>
            </a:fld>
            <a:endParaRPr lang="en-US" altLang="zh-CN" sz="12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lvl="0" indent="0" algn="r"/>
            <a:fld id="{9A0DB2DC-4C9A-4742-B13C-FB6460FD3503}" type="slidenum">
              <a:rPr lang="en-US" altLang="zh-CN" sz="1200" b="1" dirty="0"/>
            </a:fld>
            <a:endParaRPr lang="en-US" altLang="zh-CN" sz="1200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662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lvl="0" indent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381000" y="685800"/>
            <a:ext cx="6096000" cy="3429000"/>
          </a:xfrm>
        </p:spPr>
      </p:sp>
      <p:sp>
        <p:nvSpPr>
          <p:cNvPr id="2765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65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E24184F-0B1E-4F77-BD28-D7230DBE8612}" type="slidenum">
              <a:rPr lang="en-US" altLang="zh-CN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 dirty="0"/>
          </a:p>
        </p:txBody>
      </p:sp>
    </p:spTree>
  </p:cSld>
  <p:clrMapOvr>
    <a:masterClrMapping/>
  </p:clrMapOvr>
  <p:transition spd="med">
    <p:pull dir="r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>
    <p:pull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med">
    <p:pull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med"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med"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med"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>
    <p:pull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1116013" y="725488"/>
            <a:ext cx="7524750" cy="39688"/>
          </a:xfrm>
          <a:prstGeom prst="rect">
            <a:avLst/>
          </a:prstGeom>
          <a:gradFill rotWithShape="1">
            <a:gsLst>
              <a:gs pos="0">
                <a:srgbClr val="825600"/>
              </a:gs>
              <a:gs pos="13000">
                <a:srgbClr val="FFA800"/>
              </a:gs>
              <a:gs pos="28000">
                <a:srgbClr val="825600"/>
              </a:gs>
              <a:gs pos="42999">
                <a:srgbClr val="FFA800"/>
              </a:gs>
              <a:gs pos="58000">
                <a:srgbClr val="825600"/>
              </a:gs>
              <a:gs pos="72000">
                <a:srgbClr val="FFA800"/>
              </a:gs>
              <a:gs pos="87000">
                <a:srgbClr val="825600"/>
              </a:gs>
              <a:gs pos="100000">
                <a:srgbClr val="FFA800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263" name="Rectangle 7"/>
          <p:cNvSpPr>
            <a:spLocks noChangeArrowheads="1"/>
          </p:cNvSpPr>
          <p:nvPr/>
        </p:nvSpPr>
        <p:spPr bwMode="auto">
          <a:xfrm>
            <a:off x="0" y="6669088"/>
            <a:ext cx="9144000" cy="215900"/>
          </a:xfrm>
          <a:prstGeom prst="rect">
            <a:avLst/>
          </a:prstGeom>
          <a:gradFill rotWithShape="1">
            <a:gsLst>
              <a:gs pos="0">
                <a:srgbClr val="FFEBFA"/>
              </a:gs>
              <a:gs pos="30000">
                <a:srgbClr val="C4D6EB"/>
              </a:gs>
              <a:gs pos="60001">
                <a:srgbClr val="85C2FF"/>
              </a:gs>
              <a:gs pos="100000">
                <a:srgbClr val="5E9EFF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265" name="Oval 9"/>
          <p:cNvSpPr>
            <a:spLocks noChangeArrowheads="1"/>
          </p:cNvSpPr>
          <p:nvPr/>
        </p:nvSpPr>
        <p:spPr bwMode="auto">
          <a:xfrm>
            <a:off x="5530850" y="5783263"/>
            <a:ext cx="361950" cy="287338"/>
          </a:xfrm>
          <a:prstGeom prst="ellipse">
            <a:avLst/>
          </a:prstGeom>
          <a:solidFill>
            <a:schemeClr val="bg1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29" name="Picture 2" descr="http://www.szu.edu.cn/images/szulogo.gif"/>
          <p:cNvPicPr>
            <a:picLocks noChangeAspect="1"/>
          </p:cNvPicPr>
          <p:nvPr/>
        </p:nvPicPr>
        <p:blipFill>
          <a:blip r:embed="rId13"/>
          <a:srcRect l="4614" r="63078"/>
          <a:stretch>
            <a:fillRect/>
          </a:stretch>
        </p:blipFill>
        <p:spPr>
          <a:xfrm>
            <a:off x="142875" y="142875"/>
            <a:ext cx="1000125" cy="928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Freeform 8"/>
          <p:cNvSpPr/>
          <p:nvPr/>
        </p:nvSpPr>
        <p:spPr bwMode="auto">
          <a:xfrm>
            <a:off x="214313" y="6391275"/>
            <a:ext cx="7954963" cy="323850"/>
          </a:xfrm>
          <a:custGeom>
            <a:avLst/>
            <a:gdLst/>
            <a:ahLst/>
            <a:cxnLst>
              <a:cxn ang="0">
                <a:pos x="0" y="524"/>
              </a:cxn>
              <a:cxn ang="0">
                <a:pos x="610" y="516"/>
              </a:cxn>
              <a:cxn ang="0">
                <a:pos x="686" y="465"/>
              </a:cxn>
              <a:cxn ang="0">
                <a:pos x="889" y="457"/>
              </a:cxn>
              <a:cxn ang="0">
                <a:pos x="1093" y="448"/>
              </a:cxn>
              <a:cxn ang="0">
                <a:pos x="1160" y="440"/>
              </a:cxn>
              <a:cxn ang="0">
                <a:pos x="1211" y="423"/>
              </a:cxn>
              <a:cxn ang="0">
                <a:pos x="1262" y="389"/>
              </a:cxn>
              <a:cxn ang="0">
                <a:pos x="1287" y="380"/>
              </a:cxn>
              <a:cxn ang="0">
                <a:pos x="1364" y="330"/>
              </a:cxn>
              <a:cxn ang="0">
                <a:pos x="1440" y="304"/>
              </a:cxn>
              <a:cxn ang="0">
                <a:pos x="1491" y="279"/>
              </a:cxn>
              <a:cxn ang="0">
                <a:pos x="1626" y="287"/>
              </a:cxn>
              <a:cxn ang="0">
                <a:pos x="1702" y="330"/>
              </a:cxn>
              <a:cxn ang="0">
                <a:pos x="1813" y="355"/>
              </a:cxn>
              <a:cxn ang="0">
                <a:pos x="1863" y="397"/>
              </a:cxn>
              <a:cxn ang="0">
                <a:pos x="1880" y="490"/>
              </a:cxn>
              <a:cxn ang="0">
                <a:pos x="2050" y="397"/>
              </a:cxn>
              <a:cxn ang="0">
                <a:pos x="2126" y="355"/>
              </a:cxn>
              <a:cxn ang="0">
                <a:pos x="2202" y="313"/>
              </a:cxn>
              <a:cxn ang="0">
                <a:pos x="2414" y="304"/>
              </a:cxn>
              <a:cxn ang="0">
                <a:pos x="2422" y="423"/>
              </a:cxn>
              <a:cxn ang="0">
                <a:pos x="2533" y="389"/>
              </a:cxn>
              <a:cxn ang="0">
                <a:pos x="2660" y="321"/>
              </a:cxn>
              <a:cxn ang="0">
                <a:pos x="2888" y="363"/>
              </a:cxn>
              <a:cxn ang="0">
                <a:pos x="2897" y="457"/>
              </a:cxn>
              <a:cxn ang="0">
                <a:pos x="2948" y="431"/>
              </a:cxn>
              <a:cxn ang="0">
                <a:pos x="3244" y="423"/>
              </a:cxn>
              <a:cxn ang="0">
                <a:pos x="3303" y="414"/>
              </a:cxn>
              <a:cxn ang="0">
                <a:pos x="3405" y="355"/>
              </a:cxn>
              <a:cxn ang="0">
                <a:pos x="3456" y="321"/>
              </a:cxn>
              <a:cxn ang="0">
                <a:pos x="3490" y="270"/>
              </a:cxn>
              <a:cxn ang="0">
                <a:pos x="3549" y="92"/>
              </a:cxn>
              <a:cxn ang="0">
                <a:pos x="3558" y="16"/>
              </a:cxn>
              <a:cxn ang="0">
                <a:pos x="3642" y="25"/>
              </a:cxn>
              <a:cxn ang="0">
                <a:pos x="3634" y="101"/>
              </a:cxn>
              <a:cxn ang="0">
                <a:pos x="3541" y="152"/>
              </a:cxn>
              <a:cxn ang="0">
                <a:pos x="3693" y="202"/>
              </a:cxn>
              <a:cxn ang="0">
                <a:pos x="3727" y="346"/>
              </a:cxn>
              <a:cxn ang="0">
                <a:pos x="3812" y="431"/>
              </a:cxn>
              <a:cxn ang="0">
                <a:pos x="3854" y="490"/>
              </a:cxn>
              <a:cxn ang="0">
                <a:pos x="3922" y="440"/>
              </a:cxn>
              <a:cxn ang="0">
                <a:pos x="3990" y="330"/>
              </a:cxn>
              <a:cxn ang="0">
                <a:pos x="4040" y="228"/>
              </a:cxn>
              <a:cxn ang="0">
                <a:pos x="4091" y="194"/>
              </a:cxn>
              <a:cxn ang="0">
                <a:pos x="4117" y="177"/>
              </a:cxn>
              <a:cxn ang="0">
                <a:pos x="4167" y="186"/>
              </a:cxn>
              <a:cxn ang="0">
                <a:pos x="4201" y="236"/>
              </a:cxn>
              <a:cxn ang="0">
                <a:pos x="4294" y="346"/>
              </a:cxn>
              <a:cxn ang="0">
                <a:pos x="4930" y="372"/>
              </a:cxn>
              <a:cxn ang="0">
                <a:pos x="4964" y="423"/>
              </a:cxn>
              <a:cxn ang="0">
                <a:pos x="4981" y="524"/>
              </a:cxn>
              <a:cxn ang="0">
                <a:pos x="0" y="524"/>
              </a:cxn>
            </a:cxnLst>
            <a:rect l="0" t="0" r="r" b="b"/>
            <a:pathLst>
              <a:path w="4992" h="529">
                <a:moveTo>
                  <a:pt x="0" y="524"/>
                </a:moveTo>
                <a:cubicBezTo>
                  <a:pt x="203" y="521"/>
                  <a:pt x="407" y="529"/>
                  <a:pt x="610" y="516"/>
                </a:cubicBezTo>
                <a:cubicBezTo>
                  <a:pt x="611" y="516"/>
                  <a:pt x="673" y="474"/>
                  <a:pt x="686" y="465"/>
                </a:cubicBezTo>
                <a:cubicBezTo>
                  <a:pt x="742" y="427"/>
                  <a:pt x="821" y="460"/>
                  <a:pt x="889" y="457"/>
                </a:cubicBezTo>
                <a:cubicBezTo>
                  <a:pt x="957" y="454"/>
                  <a:pt x="1025" y="451"/>
                  <a:pt x="1093" y="448"/>
                </a:cubicBezTo>
                <a:cubicBezTo>
                  <a:pt x="1115" y="445"/>
                  <a:pt x="1138" y="445"/>
                  <a:pt x="1160" y="440"/>
                </a:cubicBezTo>
                <a:cubicBezTo>
                  <a:pt x="1178" y="436"/>
                  <a:pt x="1211" y="423"/>
                  <a:pt x="1211" y="423"/>
                </a:cubicBezTo>
                <a:cubicBezTo>
                  <a:pt x="1228" y="412"/>
                  <a:pt x="1243" y="396"/>
                  <a:pt x="1262" y="389"/>
                </a:cubicBezTo>
                <a:cubicBezTo>
                  <a:pt x="1270" y="386"/>
                  <a:pt x="1279" y="384"/>
                  <a:pt x="1287" y="380"/>
                </a:cubicBezTo>
                <a:cubicBezTo>
                  <a:pt x="1314" y="365"/>
                  <a:pt x="1335" y="340"/>
                  <a:pt x="1364" y="330"/>
                </a:cubicBezTo>
                <a:cubicBezTo>
                  <a:pt x="1389" y="321"/>
                  <a:pt x="1418" y="319"/>
                  <a:pt x="1440" y="304"/>
                </a:cubicBezTo>
                <a:cubicBezTo>
                  <a:pt x="1472" y="282"/>
                  <a:pt x="1455" y="290"/>
                  <a:pt x="1491" y="279"/>
                </a:cubicBezTo>
                <a:cubicBezTo>
                  <a:pt x="1536" y="282"/>
                  <a:pt x="1581" y="282"/>
                  <a:pt x="1626" y="287"/>
                </a:cubicBezTo>
                <a:cubicBezTo>
                  <a:pt x="1652" y="290"/>
                  <a:pt x="1686" y="319"/>
                  <a:pt x="1702" y="330"/>
                </a:cubicBezTo>
                <a:cubicBezTo>
                  <a:pt x="1724" y="345"/>
                  <a:pt x="1791" y="352"/>
                  <a:pt x="1813" y="355"/>
                </a:cubicBezTo>
                <a:cubicBezTo>
                  <a:pt x="1824" y="363"/>
                  <a:pt x="1858" y="383"/>
                  <a:pt x="1863" y="397"/>
                </a:cubicBezTo>
                <a:cubicBezTo>
                  <a:pt x="1874" y="427"/>
                  <a:pt x="1880" y="490"/>
                  <a:pt x="1880" y="490"/>
                </a:cubicBezTo>
                <a:cubicBezTo>
                  <a:pt x="1935" y="456"/>
                  <a:pt x="1995" y="430"/>
                  <a:pt x="2050" y="397"/>
                </a:cubicBezTo>
                <a:cubicBezTo>
                  <a:pt x="2122" y="354"/>
                  <a:pt x="2076" y="371"/>
                  <a:pt x="2126" y="355"/>
                </a:cubicBezTo>
                <a:cubicBezTo>
                  <a:pt x="2184" y="316"/>
                  <a:pt x="2158" y="327"/>
                  <a:pt x="2202" y="313"/>
                </a:cubicBezTo>
                <a:cubicBezTo>
                  <a:pt x="2265" y="272"/>
                  <a:pt x="2309" y="236"/>
                  <a:pt x="2414" y="304"/>
                </a:cubicBezTo>
                <a:cubicBezTo>
                  <a:pt x="2447" y="326"/>
                  <a:pt x="2419" y="383"/>
                  <a:pt x="2422" y="423"/>
                </a:cubicBezTo>
                <a:cubicBezTo>
                  <a:pt x="2490" y="413"/>
                  <a:pt x="2479" y="406"/>
                  <a:pt x="2533" y="389"/>
                </a:cubicBezTo>
                <a:cubicBezTo>
                  <a:pt x="2574" y="361"/>
                  <a:pt x="2613" y="337"/>
                  <a:pt x="2660" y="321"/>
                </a:cubicBezTo>
                <a:cubicBezTo>
                  <a:pt x="2699" y="323"/>
                  <a:pt x="2864" y="287"/>
                  <a:pt x="2888" y="363"/>
                </a:cubicBezTo>
                <a:cubicBezTo>
                  <a:pt x="2891" y="394"/>
                  <a:pt x="2884" y="428"/>
                  <a:pt x="2897" y="457"/>
                </a:cubicBezTo>
                <a:cubicBezTo>
                  <a:pt x="2898" y="460"/>
                  <a:pt x="2923" y="432"/>
                  <a:pt x="2948" y="431"/>
                </a:cubicBezTo>
                <a:cubicBezTo>
                  <a:pt x="3047" y="426"/>
                  <a:pt x="3145" y="426"/>
                  <a:pt x="3244" y="423"/>
                </a:cubicBezTo>
                <a:cubicBezTo>
                  <a:pt x="3264" y="420"/>
                  <a:pt x="3284" y="421"/>
                  <a:pt x="3303" y="414"/>
                </a:cubicBezTo>
                <a:cubicBezTo>
                  <a:pt x="3342" y="399"/>
                  <a:pt x="3365" y="368"/>
                  <a:pt x="3405" y="355"/>
                </a:cubicBezTo>
                <a:cubicBezTo>
                  <a:pt x="3422" y="344"/>
                  <a:pt x="3445" y="338"/>
                  <a:pt x="3456" y="321"/>
                </a:cubicBezTo>
                <a:cubicBezTo>
                  <a:pt x="3467" y="304"/>
                  <a:pt x="3490" y="270"/>
                  <a:pt x="3490" y="270"/>
                </a:cubicBezTo>
                <a:cubicBezTo>
                  <a:pt x="3510" y="211"/>
                  <a:pt x="3531" y="152"/>
                  <a:pt x="3549" y="92"/>
                </a:cubicBezTo>
                <a:cubicBezTo>
                  <a:pt x="3552" y="67"/>
                  <a:pt x="3537" y="31"/>
                  <a:pt x="3558" y="16"/>
                </a:cubicBezTo>
                <a:cubicBezTo>
                  <a:pt x="3581" y="0"/>
                  <a:pt x="3623" y="4"/>
                  <a:pt x="3642" y="25"/>
                </a:cubicBezTo>
                <a:cubicBezTo>
                  <a:pt x="3659" y="44"/>
                  <a:pt x="3638" y="76"/>
                  <a:pt x="3634" y="101"/>
                </a:cubicBezTo>
                <a:cubicBezTo>
                  <a:pt x="3627" y="141"/>
                  <a:pt x="3574" y="143"/>
                  <a:pt x="3541" y="152"/>
                </a:cubicBezTo>
                <a:cubicBezTo>
                  <a:pt x="3609" y="157"/>
                  <a:pt x="3671" y="134"/>
                  <a:pt x="3693" y="202"/>
                </a:cubicBezTo>
                <a:cubicBezTo>
                  <a:pt x="3700" y="271"/>
                  <a:pt x="3693" y="296"/>
                  <a:pt x="3727" y="346"/>
                </a:cubicBezTo>
                <a:cubicBezTo>
                  <a:pt x="3740" y="387"/>
                  <a:pt x="3782" y="402"/>
                  <a:pt x="3812" y="431"/>
                </a:cubicBezTo>
                <a:cubicBezTo>
                  <a:pt x="3823" y="468"/>
                  <a:pt x="3815" y="478"/>
                  <a:pt x="3854" y="490"/>
                </a:cubicBezTo>
                <a:cubicBezTo>
                  <a:pt x="3887" y="479"/>
                  <a:pt x="3902" y="469"/>
                  <a:pt x="3922" y="440"/>
                </a:cubicBezTo>
                <a:cubicBezTo>
                  <a:pt x="3934" y="390"/>
                  <a:pt x="3962" y="371"/>
                  <a:pt x="3990" y="330"/>
                </a:cubicBezTo>
                <a:cubicBezTo>
                  <a:pt x="3997" y="308"/>
                  <a:pt x="4023" y="243"/>
                  <a:pt x="4040" y="228"/>
                </a:cubicBezTo>
                <a:cubicBezTo>
                  <a:pt x="4055" y="215"/>
                  <a:pt x="4074" y="205"/>
                  <a:pt x="4091" y="194"/>
                </a:cubicBezTo>
                <a:cubicBezTo>
                  <a:pt x="4100" y="188"/>
                  <a:pt x="4117" y="177"/>
                  <a:pt x="4117" y="177"/>
                </a:cubicBezTo>
                <a:cubicBezTo>
                  <a:pt x="4134" y="180"/>
                  <a:pt x="4152" y="179"/>
                  <a:pt x="4167" y="186"/>
                </a:cubicBezTo>
                <a:cubicBezTo>
                  <a:pt x="4200" y="201"/>
                  <a:pt x="4189" y="211"/>
                  <a:pt x="4201" y="236"/>
                </a:cubicBezTo>
                <a:cubicBezTo>
                  <a:pt x="4223" y="281"/>
                  <a:pt x="4243" y="330"/>
                  <a:pt x="4294" y="346"/>
                </a:cubicBezTo>
                <a:cubicBezTo>
                  <a:pt x="4495" y="477"/>
                  <a:pt x="4223" y="306"/>
                  <a:pt x="4930" y="372"/>
                </a:cubicBezTo>
                <a:cubicBezTo>
                  <a:pt x="4950" y="374"/>
                  <a:pt x="4964" y="423"/>
                  <a:pt x="4964" y="423"/>
                </a:cubicBezTo>
                <a:cubicBezTo>
                  <a:pt x="4974" y="473"/>
                  <a:pt x="4992" y="476"/>
                  <a:pt x="4981" y="524"/>
                </a:cubicBezTo>
                <a:cubicBezTo>
                  <a:pt x="1276" y="514"/>
                  <a:pt x="2936" y="512"/>
                  <a:pt x="0" y="524"/>
                </a:cubicBezTo>
                <a:close/>
              </a:path>
            </a:pathLst>
          </a:custGeom>
          <a:gradFill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1"/>
          </a:gra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>
    <p:pull dir="ru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10.wmf"/><Relationship Id="rId20" Type="http://schemas.openxmlformats.org/officeDocument/2006/relationships/vmlDrawing" Target="../drawings/vmlDrawing3.vml"/><Relationship Id="rId2" Type="http://schemas.openxmlformats.org/officeDocument/2006/relationships/oleObject" Target="../embeddings/oleObject6.bin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wmf"/><Relationship Id="rId8" Type="http://schemas.openxmlformats.org/officeDocument/2006/relationships/oleObject" Target="../embeddings/oleObject10.bin"/><Relationship Id="rId7" Type="http://schemas.openxmlformats.org/officeDocument/2006/relationships/image" Target="../media/image3.wmf"/><Relationship Id="rId6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8.bin"/><Relationship Id="rId3" Type="http://schemas.openxmlformats.org/officeDocument/2006/relationships/image" Target="../media/image12.wmf"/><Relationship Id="rId25" Type="http://schemas.openxmlformats.org/officeDocument/2006/relationships/vmlDrawing" Target="../drawings/vmlDrawing4.vml"/><Relationship Id="rId24" Type="http://schemas.openxmlformats.org/officeDocument/2006/relationships/slideLayout" Target="../slideLayouts/slideLayout7.xml"/><Relationship Id="rId23" Type="http://schemas.openxmlformats.org/officeDocument/2006/relationships/image" Target="../media/image20.wmf"/><Relationship Id="rId22" Type="http://schemas.openxmlformats.org/officeDocument/2006/relationships/oleObject" Target="../embeddings/oleObject17.bin"/><Relationship Id="rId21" Type="http://schemas.openxmlformats.org/officeDocument/2006/relationships/image" Target="../media/image19.wmf"/><Relationship Id="rId20" Type="http://schemas.openxmlformats.org/officeDocument/2006/relationships/oleObject" Target="../embeddings/oleObject16.bin"/><Relationship Id="rId2" Type="http://schemas.openxmlformats.org/officeDocument/2006/relationships/oleObject" Target="../embeddings/oleObject7.bin"/><Relationship Id="rId19" Type="http://schemas.openxmlformats.org/officeDocument/2006/relationships/image" Target="../media/image18.wmf"/><Relationship Id="rId18" Type="http://schemas.openxmlformats.org/officeDocument/2006/relationships/oleObject" Target="../embeddings/oleObject15.bin"/><Relationship Id="rId17" Type="http://schemas.openxmlformats.org/officeDocument/2006/relationships/image" Target="../media/image17.wmf"/><Relationship Id="rId16" Type="http://schemas.openxmlformats.org/officeDocument/2006/relationships/oleObject" Target="../embeddings/oleObject14.bin"/><Relationship Id="rId15" Type="http://schemas.openxmlformats.org/officeDocument/2006/relationships/image" Target="../media/image16.wmf"/><Relationship Id="rId14" Type="http://schemas.openxmlformats.org/officeDocument/2006/relationships/oleObject" Target="../embeddings/oleObject13.bin"/><Relationship Id="rId13" Type="http://schemas.openxmlformats.org/officeDocument/2006/relationships/image" Target="../media/image15.wmf"/><Relationship Id="rId12" Type="http://schemas.openxmlformats.org/officeDocument/2006/relationships/oleObject" Target="../embeddings/oleObject12.bin"/><Relationship Id="rId11" Type="http://schemas.openxmlformats.org/officeDocument/2006/relationships/image" Target="../media/image14.wmf"/><Relationship Id="rId10" Type="http://schemas.openxmlformats.org/officeDocument/2006/relationships/oleObject" Target="../embeddings/oleObject11.bin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image" Target="../media/image22.png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oleObject" Target="../embeddings/oleObject19.bin"/><Relationship Id="rId3" Type="http://schemas.openxmlformats.org/officeDocument/2006/relationships/image" Target="../media/image21.wmf"/><Relationship Id="rId20" Type="http://schemas.openxmlformats.org/officeDocument/2006/relationships/vmlDrawing" Target="../drawings/vmlDrawing5.vml"/><Relationship Id="rId2" Type="http://schemas.openxmlformats.org/officeDocument/2006/relationships/oleObject" Target="../embeddings/oleObject18.bin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26.png"/><Relationship Id="rId17" Type="http://schemas.openxmlformats.org/officeDocument/2006/relationships/image" Target="../media/image25.png"/><Relationship Id="rId16" Type="http://schemas.openxmlformats.org/officeDocument/2006/relationships/image" Target="../media/image24.png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image" Target="../media/image23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30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8.wmf"/><Relationship Id="rId30" Type="http://schemas.openxmlformats.org/officeDocument/2006/relationships/vmlDrawing" Target="../drawings/vmlDrawing6.vml"/><Relationship Id="rId3" Type="http://schemas.openxmlformats.org/officeDocument/2006/relationships/oleObject" Target="../embeddings/oleObject21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40.wmf"/><Relationship Id="rId27" Type="http://schemas.openxmlformats.org/officeDocument/2006/relationships/oleObject" Target="../embeddings/oleObject33.bin"/><Relationship Id="rId26" Type="http://schemas.openxmlformats.org/officeDocument/2006/relationships/image" Target="../media/image39.wmf"/><Relationship Id="rId25" Type="http://schemas.openxmlformats.org/officeDocument/2006/relationships/oleObject" Target="../embeddings/oleObject32.bin"/><Relationship Id="rId24" Type="http://schemas.openxmlformats.org/officeDocument/2006/relationships/image" Target="../media/image38.wmf"/><Relationship Id="rId23" Type="http://schemas.openxmlformats.org/officeDocument/2006/relationships/oleObject" Target="../embeddings/oleObject31.bin"/><Relationship Id="rId22" Type="http://schemas.openxmlformats.org/officeDocument/2006/relationships/image" Target="../media/image37.wmf"/><Relationship Id="rId21" Type="http://schemas.openxmlformats.org/officeDocument/2006/relationships/oleObject" Target="../embeddings/oleObject30.bin"/><Relationship Id="rId20" Type="http://schemas.openxmlformats.org/officeDocument/2006/relationships/image" Target="../media/image36.wmf"/><Relationship Id="rId2" Type="http://schemas.openxmlformats.org/officeDocument/2006/relationships/image" Target="../media/image27.wmf"/><Relationship Id="rId19" Type="http://schemas.openxmlformats.org/officeDocument/2006/relationships/oleObject" Target="../embeddings/oleObject29.bin"/><Relationship Id="rId18" Type="http://schemas.openxmlformats.org/officeDocument/2006/relationships/image" Target="../media/image35.wmf"/><Relationship Id="rId17" Type="http://schemas.openxmlformats.org/officeDocument/2006/relationships/oleObject" Target="../embeddings/oleObject28.bin"/><Relationship Id="rId16" Type="http://schemas.openxmlformats.org/officeDocument/2006/relationships/image" Target="../media/image34.wmf"/><Relationship Id="rId15" Type="http://schemas.openxmlformats.org/officeDocument/2006/relationships/oleObject" Target="../embeddings/oleObject27.bin"/><Relationship Id="rId14" Type="http://schemas.openxmlformats.org/officeDocument/2006/relationships/image" Target="../media/image33.wmf"/><Relationship Id="rId13" Type="http://schemas.openxmlformats.org/officeDocument/2006/relationships/oleObject" Target="../embeddings/oleObject26.bin"/><Relationship Id="rId12" Type="http://schemas.openxmlformats.org/officeDocument/2006/relationships/image" Target="../media/image32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31.wmf"/><Relationship Id="rId1" Type="http://schemas.openxmlformats.org/officeDocument/2006/relationships/oleObject" Target="../embeddings/oleObject20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42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35.bin"/><Relationship Id="rId26" Type="http://schemas.openxmlformats.org/officeDocument/2006/relationships/vmlDrawing" Target="../drawings/vmlDrawing7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40.wmf"/><Relationship Id="rId23" Type="http://schemas.openxmlformats.org/officeDocument/2006/relationships/oleObject" Target="../embeddings/oleObject45.bin"/><Relationship Id="rId22" Type="http://schemas.openxmlformats.org/officeDocument/2006/relationships/image" Target="../media/image39.wmf"/><Relationship Id="rId21" Type="http://schemas.openxmlformats.org/officeDocument/2006/relationships/oleObject" Target="../embeddings/oleObject44.bin"/><Relationship Id="rId20" Type="http://schemas.openxmlformats.org/officeDocument/2006/relationships/image" Target="../media/image46.wmf"/><Relationship Id="rId2" Type="http://schemas.openxmlformats.org/officeDocument/2006/relationships/image" Target="../media/image27.wmf"/><Relationship Id="rId19" Type="http://schemas.openxmlformats.org/officeDocument/2006/relationships/oleObject" Target="../embeddings/oleObject43.bin"/><Relationship Id="rId18" Type="http://schemas.openxmlformats.org/officeDocument/2006/relationships/image" Target="../media/image45.wmf"/><Relationship Id="rId17" Type="http://schemas.openxmlformats.org/officeDocument/2006/relationships/oleObject" Target="../embeddings/oleObject42.bin"/><Relationship Id="rId16" Type="http://schemas.openxmlformats.org/officeDocument/2006/relationships/image" Target="../media/image44.wmf"/><Relationship Id="rId15" Type="http://schemas.openxmlformats.org/officeDocument/2006/relationships/oleObject" Target="../embeddings/oleObject41.bin"/><Relationship Id="rId14" Type="http://schemas.openxmlformats.org/officeDocument/2006/relationships/image" Target="../media/image33.wmf"/><Relationship Id="rId13" Type="http://schemas.openxmlformats.org/officeDocument/2006/relationships/oleObject" Target="../embeddings/oleObject40.bin"/><Relationship Id="rId12" Type="http://schemas.openxmlformats.org/officeDocument/2006/relationships/image" Target="../media/image32.wmf"/><Relationship Id="rId11" Type="http://schemas.openxmlformats.org/officeDocument/2006/relationships/oleObject" Target="../embeddings/oleObject39.bin"/><Relationship Id="rId10" Type="http://schemas.openxmlformats.org/officeDocument/2006/relationships/image" Target="../media/image43.wmf"/><Relationship Id="rId1" Type="http://schemas.openxmlformats.org/officeDocument/2006/relationships/oleObject" Target="../embeddings/oleObject34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.bin"/><Relationship Id="rId8" Type="http://schemas.openxmlformats.org/officeDocument/2006/relationships/image" Target="../media/image50.wmf"/><Relationship Id="rId7" Type="http://schemas.openxmlformats.org/officeDocument/2006/relationships/oleObject" Target="../embeddings/oleObject49.bin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8.wmf"/><Relationship Id="rId38" Type="http://schemas.openxmlformats.org/officeDocument/2006/relationships/vmlDrawing" Target="../drawings/vmlDrawing8.vml"/><Relationship Id="rId37" Type="http://schemas.openxmlformats.org/officeDocument/2006/relationships/slideLayout" Target="../slideLayouts/slideLayout7.xml"/><Relationship Id="rId36" Type="http://schemas.openxmlformats.org/officeDocument/2006/relationships/image" Target="../media/image62.wmf"/><Relationship Id="rId35" Type="http://schemas.openxmlformats.org/officeDocument/2006/relationships/oleObject" Target="../embeddings/oleObject63.bin"/><Relationship Id="rId34" Type="http://schemas.openxmlformats.org/officeDocument/2006/relationships/image" Target="../media/image61.wmf"/><Relationship Id="rId33" Type="http://schemas.openxmlformats.org/officeDocument/2006/relationships/oleObject" Target="../embeddings/oleObject62.bin"/><Relationship Id="rId32" Type="http://schemas.openxmlformats.org/officeDocument/2006/relationships/image" Target="../media/image40.wmf"/><Relationship Id="rId31" Type="http://schemas.openxmlformats.org/officeDocument/2006/relationships/oleObject" Target="../embeddings/oleObject61.bin"/><Relationship Id="rId30" Type="http://schemas.openxmlformats.org/officeDocument/2006/relationships/image" Target="../media/image60.wmf"/><Relationship Id="rId3" Type="http://schemas.openxmlformats.org/officeDocument/2006/relationships/oleObject" Target="../embeddings/oleObject47.bin"/><Relationship Id="rId29" Type="http://schemas.openxmlformats.org/officeDocument/2006/relationships/oleObject" Target="../embeddings/oleObject60.bin"/><Relationship Id="rId28" Type="http://schemas.openxmlformats.org/officeDocument/2006/relationships/image" Target="../media/image59.wmf"/><Relationship Id="rId27" Type="http://schemas.openxmlformats.org/officeDocument/2006/relationships/oleObject" Target="../embeddings/oleObject59.bin"/><Relationship Id="rId26" Type="http://schemas.openxmlformats.org/officeDocument/2006/relationships/image" Target="../media/image58.wmf"/><Relationship Id="rId25" Type="http://schemas.openxmlformats.org/officeDocument/2006/relationships/oleObject" Target="../embeddings/oleObject58.bin"/><Relationship Id="rId24" Type="http://schemas.openxmlformats.org/officeDocument/2006/relationships/image" Target="../media/image57.wmf"/><Relationship Id="rId23" Type="http://schemas.openxmlformats.org/officeDocument/2006/relationships/oleObject" Target="../embeddings/oleObject57.bin"/><Relationship Id="rId22" Type="http://schemas.openxmlformats.org/officeDocument/2006/relationships/image" Target="../media/image56.wmf"/><Relationship Id="rId21" Type="http://schemas.openxmlformats.org/officeDocument/2006/relationships/oleObject" Target="../embeddings/oleObject56.bin"/><Relationship Id="rId20" Type="http://schemas.openxmlformats.org/officeDocument/2006/relationships/image" Target="../media/image55.wmf"/><Relationship Id="rId2" Type="http://schemas.openxmlformats.org/officeDocument/2006/relationships/image" Target="../media/image47.wmf"/><Relationship Id="rId19" Type="http://schemas.openxmlformats.org/officeDocument/2006/relationships/oleObject" Target="../embeddings/oleObject55.bin"/><Relationship Id="rId18" Type="http://schemas.openxmlformats.org/officeDocument/2006/relationships/image" Target="../media/image54.wmf"/><Relationship Id="rId17" Type="http://schemas.openxmlformats.org/officeDocument/2006/relationships/oleObject" Target="../embeddings/oleObject54.bin"/><Relationship Id="rId16" Type="http://schemas.openxmlformats.org/officeDocument/2006/relationships/image" Target="../media/image53.wmf"/><Relationship Id="rId15" Type="http://schemas.openxmlformats.org/officeDocument/2006/relationships/oleObject" Target="../embeddings/oleObject53.bin"/><Relationship Id="rId14" Type="http://schemas.openxmlformats.org/officeDocument/2006/relationships/image" Target="../media/image52.wmf"/><Relationship Id="rId13" Type="http://schemas.openxmlformats.org/officeDocument/2006/relationships/oleObject" Target="../embeddings/oleObject52.bin"/><Relationship Id="rId12" Type="http://schemas.openxmlformats.org/officeDocument/2006/relationships/image" Target="../media/image51.wmf"/><Relationship Id="rId11" Type="http://schemas.openxmlformats.org/officeDocument/2006/relationships/oleObject" Target="../embeddings/oleObject51.bin"/><Relationship Id="rId10" Type="http://schemas.openxmlformats.org/officeDocument/2006/relationships/image" Target="../media/image32.wmf"/><Relationship Id="rId1" Type="http://schemas.openxmlformats.org/officeDocument/2006/relationships/oleObject" Target="../embeddings/oleObject46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8.bin"/><Relationship Id="rId8" Type="http://schemas.openxmlformats.org/officeDocument/2006/relationships/image" Target="../media/image65.wmf"/><Relationship Id="rId7" Type="http://schemas.openxmlformats.org/officeDocument/2006/relationships/oleObject" Target="../embeddings/oleObject67.bin"/><Relationship Id="rId6" Type="http://schemas.openxmlformats.org/officeDocument/2006/relationships/image" Target="../media/image64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63.wmf"/><Relationship Id="rId3" Type="http://schemas.openxmlformats.org/officeDocument/2006/relationships/oleObject" Target="../embeddings/oleObject65.bin"/><Relationship Id="rId22" Type="http://schemas.openxmlformats.org/officeDocument/2006/relationships/vmlDrawing" Target="../drawings/vmlDrawing9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40.wmf"/><Relationship Id="rId2" Type="http://schemas.openxmlformats.org/officeDocument/2006/relationships/image" Target="../media/image49.wmf"/><Relationship Id="rId19" Type="http://schemas.openxmlformats.org/officeDocument/2006/relationships/oleObject" Target="../embeddings/oleObject73.bin"/><Relationship Id="rId18" Type="http://schemas.openxmlformats.org/officeDocument/2006/relationships/image" Target="../media/image60.wmf"/><Relationship Id="rId17" Type="http://schemas.openxmlformats.org/officeDocument/2006/relationships/oleObject" Target="../embeddings/oleObject72.bin"/><Relationship Id="rId16" Type="http://schemas.openxmlformats.org/officeDocument/2006/relationships/image" Target="../media/image59.wmf"/><Relationship Id="rId15" Type="http://schemas.openxmlformats.org/officeDocument/2006/relationships/oleObject" Target="../embeddings/oleObject71.bin"/><Relationship Id="rId14" Type="http://schemas.openxmlformats.org/officeDocument/2006/relationships/image" Target="../media/image61.wmf"/><Relationship Id="rId13" Type="http://schemas.openxmlformats.org/officeDocument/2006/relationships/oleObject" Target="../embeddings/oleObject70.bin"/><Relationship Id="rId12" Type="http://schemas.openxmlformats.org/officeDocument/2006/relationships/image" Target="../media/image67.wmf"/><Relationship Id="rId11" Type="http://schemas.openxmlformats.org/officeDocument/2006/relationships/oleObject" Target="../embeddings/oleObject69.bin"/><Relationship Id="rId10" Type="http://schemas.openxmlformats.org/officeDocument/2006/relationships/image" Target="../media/image66.wmf"/><Relationship Id="rId1" Type="http://schemas.openxmlformats.org/officeDocument/2006/relationships/oleObject" Target="../embeddings/oleObject64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wmf"/><Relationship Id="rId8" Type="http://schemas.openxmlformats.org/officeDocument/2006/relationships/oleObject" Target="../embeddings/oleObject77.bin"/><Relationship Id="rId7" Type="http://schemas.openxmlformats.org/officeDocument/2006/relationships/image" Target="../media/image11.png"/><Relationship Id="rId6" Type="http://schemas.openxmlformats.org/officeDocument/2006/relationships/image" Target="../media/image67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68.wmf"/><Relationship Id="rId13" Type="http://schemas.openxmlformats.org/officeDocument/2006/relationships/vmlDrawing" Target="../drawings/vmlDrawing10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71.wmf"/><Relationship Id="rId10" Type="http://schemas.openxmlformats.org/officeDocument/2006/relationships/oleObject" Target="../embeddings/oleObject78.bin"/><Relationship Id="rId1" Type="http://schemas.openxmlformats.org/officeDocument/2006/relationships/oleObject" Target="../embeddings/oleObject74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1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67.wmf"/><Relationship Id="rId6" Type="http://schemas.openxmlformats.org/officeDocument/2006/relationships/oleObject" Target="../embeddings/oleObject81.bin"/><Relationship Id="rId5" Type="http://schemas.openxmlformats.org/officeDocument/2006/relationships/image" Target="../media/image72.wmf"/><Relationship Id="rId4" Type="http://schemas.openxmlformats.org/officeDocument/2006/relationships/oleObject" Target="../embeddings/oleObject80.bin"/><Relationship Id="rId3" Type="http://schemas.openxmlformats.org/officeDocument/2006/relationships/image" Target="../media/image71.wmf"/><Relationship Id="rId2" Type="http://schemas.openxmlformats.org/officeDocument/2006/relationships/oleObject" Target="../embeddings/oleObject79.bin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6.wmf"/><Relationship Id="rId7" Type="http://schemas.openxmlformats.org/officeDocument/2006/relationships/oleObject" Target="../embeddings/oleObject85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73.wmf"/><Relationship Id="rId10" Type="http://schemas.openxmlformats.org/officeDocument/2006/relationships/vmlDrawing" Target="../drawings/vmlDrawing12.vml"/><Relationship Id="rId1" Type="http://schemas.openxmlformats.org/officeDocument/2006/relationships/oleObject" Target="../embeddings/oleObject82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0.wmf"/><Relationship Id="rId7" Type="http://schemas.openxmlformats.org/officeDocument/2006/relationships/oleObject" Target="../embeddings/oleObject89.bin"/><Relationship Id="rId6" Type="http://schemas.openxmlformats.org/officeDocument/2006/relationships/image" Target="../media/image79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78.wmf"/><Relationship Id="rId3" Type="http://schemas.openxmlformats.org/officeDocument/2006/relationships/oleObject" Target="../embeddings/oleObject87.bin"/><Relationship Id="rId2" Type="http://schemas.openxmlformats.org/officeDocument/2006/relationships/image" Target="../media/image77.wmf"/><Relationship Id="rId11" Type="http://schemas.openxmlformats.org/officeDocument/2006/relationships/notesSlide" Target="../notesSlides/notesSlide3.xml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86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wmf"/><Relationship Id="rId8" Type="http://schemas.openxmlformats.org/officeDocument/2006/relationships/oleObject" Target="../embeddings/oleObject94.bin"/><Relationship Id="rId7" Type="http://schemas.openxmlformats.org/officeDocument/2006/relationships/image" Target="../media/image83.wmf"/><Relationship Id="rId6" Type="http://schemas.openxmlformats.org/officeDocument/2006/relationships/oleObject" Target="../embeddings/oleObject93.bin"/><Relationship Id="rId5" Type="http://schemas.openxmlformats.org/officeDocument/2006/relationships/oleObject" Target="../embeddings/oleObject92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91.bin"/><Relationship Id="rId2" Type="http://schemas.openxmlformats.org/officeDocument/2006/relationships/image" Target="../media/image81.wmf"/><Relationship Id="rId17" Type="http://schemas.openxmlformats.org/officeDocument/2006/relationships/vmlDrawing" Target="../drawings/vmlDrawing14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87.wmf"/><Relationship Id="rId14" Type="http://schemas.openxmlformats.org/officeDocument/2006/relationships/oleObject" Target="../embeddings/oleObject97.bin"/><Relationship Id="rId13" Type="http://schemas.openxmlformats.org/officeDocument/2006/relationships/image" Target="../media/image86.wmf"/><Relationship Id="rId12" Type="http://schemas.openxmlformats.org/officeDocument/2006/relationships/oleObject" Target="../embeddings/oleObject96.bin"/><Relationship Id="rId11" Type="http://schemas.openxmlformats.org/officeDocument/2006/relationships/image" Target="../media/image85.wmf"/><Relationship Id="rId10" Type="http://schemas.openxmlformats.org/officeDocument/2006/relationships/oleObject" Target="../embeddings/oleObject95.bin"/><Relationship Id="rId1" Type="http://schemas.openxmlformats.org/officeDocument/2006/relationships/oleObject" Target="../embeddings/oleObject90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2.bin"/><Relationship Id="rId8" Type="http://schemas.openxmlformats.org/officeDocument/2006/relationships/image" Target="../media/image91.wmf"/><Relationship Id="rId7" Type="http://schemas.openxmlformats.org/officeDocument/2006/relationships/oleObject" Target="../embeddings/oleObject101.bin"/><Relationship Id="rId6" Type="http://schemas.openxmlformats.org/officeDocument/2006/relationships/image" Target="../media/image90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89.wmf"/><Relationship Id="rId3" Type="http://schemas.openxmlformats.org/officeDocument/2006/relationships/oleObject" Target="../embeddings/oleObject99.bin"/><Relationship Id="rId26" Type="http://schemas.openxmlformats.org/officeDocument/2006/relationships/vmlDrawing" Target="../drawings/vmlDrawing15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98.wmf"/><Relationship Id="rId23" Type="http://schemas.openxmlformats.org/officeDocument/2006/relationships/oleObject" Target="../embeddings/oleObject109.bin"/><Relationship Id="rId22" Type="http://schemas.openxmlformats.org/officeDocument/2006/relationships/image" Target="../media/image97.emf"/><Relationship Id="rId21" Type="http://schemas.openxmlformats.org/officeDocument/2006/relationships/oleObject" Target="../embeddings/oleObject108.bin"/><Relationship Id="rId20" Type="http://schemas.openxmlformats.org/officeDocument/2006/relationships/image" Target="../media/image96.emf"/><Relationship Id="rId2" Type="http://schemas.openxmlformats.org/officeDocument/2006/relationships/image" Target="../media/image88.wmf"/><Relationship Id="rId19" Type="http://schemas.openxmlformats.org/officeDocument/2006/relationships/oleObject" Target="../embeddings/oleObject107.bin"/><Relationship Id="rId18" Type="http://schemas.openxmlformats.org/officeDocument/2006/relationships/image" Target="../media/image95.emf"/><Relationship Id="rId17" Type="http://schemas.openxmlformats.org/officeDocument/2006/relationships/oleObject" Target="../embeddings/oleObject106.bin"/><Relationship Id="rId16" Type="http://schemas.openxmlformats.org/officeDocument/2006/relationships/image" Target="../media/image94.emf"/><Relationship Id="rId15" Type="http://schemas.openxmlformats.org/officeDocument/2006/relationships/oleObject" Target="../embeddings/oleObject105.bin"/><Relationship Id="rId14" Type="http://schemas.openxmlformats.org/officeDocument/2006/relationships/image" Target="../media/image93.wmf"/><Relationship Id="rId13" Type="http://schemas.openxmlformats.org/officeDocument/2006/relationships/oleObject" Target="../embeddings/oleObject104.bin"/><Relationship Id="rId12" Type="http://schemas.openxmlformats.org/officeDocument/2006/relationships/image" Target="../media/image33.wmf"/><Relationship Id="rId11" Type="http://schemas.openxmlformats.org/officeDocument/2006/relationships/oleObject" Target="../embeddings/oleObject103.bin"/><Relationship Id="rId10" Type="http://schemas.openxmlformats.org/officeDocument/2006/relationships/image" Target="../media/image92.wmf"/><Relationship Id="rId1" Type="http://schemas.openxmlformats.org/officeDocument/2006/relationships/oleObject" Target="../embeddings/oleObject98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4.bin"/><Relationship Id="rId8" Type="http://schemas.openxmlformats.org/officeDocument/2006/relationships/image" Target="../media/image91.wmf"/><Relationship Id="rId7" Type="http://schemas.openxmlformats.org/officeDocument/2006/relationships/oleObject" Target="../embeddings/oleObject113.bin"/><Relationship Id="rId6" Type="http://schemas.openxmlformats.org/officeDocument/2006/relationships/image" Target="../media/image90.wmf"/><Relationship Id="rId5" Type="http://schemas.openxmlformats.org/officeDocument/2006/relationships/oleObject" Target="../embeddings/oleObject112.bin"/><Relationship Id="rId42" Type="http://schemas.openxmlformats.org/officeDocument/2006/relationships/vmlDrawing" Target="../drawings/vmlDrawing16.vml"/><Relationship Id="rId41" Type="http://schemas.openxmlformats.org/officeDocument/2006/relationships/slideLayout" Target="../slideLayouts/slideLayout7.xml"/><Relationship Id="rId40" Type="http://schemas.openxmlformats.org/officeDocument/2006/relationships/image" Target="../media/image98.wmf"/><Relationship Id="rId4" Type="http://schemas.openxmlformats.org/officeDocument/2006/relationships/image" Target="../media/image89.wmf"/><Relationship Id="rId39" Type="http://schemas.openxmlformats.org/officeDocument/2006/relationships/oleObject" Target="../embeddings/oleObject129.bin"/><Relationship Id="rId38" Type="http://schemas.openxmlformats.org/officeDocument/2006/relationships/image" Target="../media/image110.emf"/><Relationship Id="rId37" Type="http://schemas.openxmlformats.org/officeDocument/2006/relationships/oleObject" Target="../embeddings/oleObject128.bin"/><Relationship Id="rId36" Type="http://schemas.openxmlformats.org/officeDocument/2006/relationships/image" Target="../media/image109.emf"/><Relationship Id="rId35" Type="http://schemas.openxmlformats.org/officeDocument/2006/relationships/oleObject" Target="../embeddings/oleObject127.bin"/><Relationship Id="rId34" Type="http://schemas.openxmlformats.org/officeDocument/2006/relationships/image" Target="../media/image108.emf"/><Relationship Id="rId33" Type="http://schemas.openxmlformats.org/officeDocument/2006/relationships/oleObject" Target="../embeddings/oleObject126.bin"/><Relationship Id="rId32" Type="http://schemas.openxmlformats.org/officeDocument/2006/relationships/image" Target="../media/image107.emf"/><Relationship Id="rId31" Type="http://schemas.openxmlformats.org/officeDocument/2006/relationships/oleObject" Target="../embeddings/oleObject125.bin"/><Relationship Id="rId30" Type="http://schemas.openxmlformats.org/officeDocument/2006/relationships/image" Target="../media/image106.emf"/><Relationship Id="rId3" Type="http://schemas.openxmlformats.org/officeDocument/2006/relationships/oleObject" Target="../embeddings/oleObject111.bin"/><Relationship Id="rId29" Type="http://schemas.openxmlformats.org/officeDocument/2006/relationships/oleObject" Target="../embeddings/oleObject124.bin"/><Relationship Id="rId28" Type="http://schemas.openxmlformats.org/officeDocument/2006/relationships/image" Target="../media/image105.emf"/><Relationship Id="rId27" Type="http://schemas.openxmlformats.org/officeDocument/2006/relationships/oleObject" Target="../embeddings/oleObject123.bin"/><Relationship Id="rId26" Type="http://schemas.openxmlformats.org/officeDocument/2006/relationships/image" Target="../media/image104.emf"/><Relationship Id="rId25" Type="http://schemas.openxmlformats.org/officeDocument/2006/relationships/oleObject" Target="../embeddings/oleObject122.bin"/><Relationship Id="rId24" Type="http://schemas.openxmlformats.org/officeDocument/2006/relationships/image" Target="../media/image103.emf"/><Relationship Id="rId23" Type="http://schemas.openxmlformats.org/officeDocument/2006/relationships/oleObject" Target="../embeddings/oleObject121.bin"/><Relationship Id="rId22" Type="http://schemas.openxmlformats.org/officeDocument/2006/relationships/image" Target="../media/image102.emf"/><Relationship Id="rId21" Type="http://schemas.openxmlformats.org/officeDocument/2006/relationships/oleObject" Target="../embeddings/oleObject120.bin"/><Relationship Id="rId20" Type="http://schemas.openxmlformats.org/officeDocument/2006/relationships/image" Target="../media/image101.emf"/><Relationship Id="rId2" Type="http://schemas.openxmlformats.org/officeDocument/2006/relationships/image" Target="../media/image88.wmf"/><Relationship Id="rId19" Type="http://schemas.openxmlformats.org/officeDocument/2006/relationships/oleObject" Target="../embeddings/oleObject119.bin"/><Relationship Id="rId18" Type="http://schemas.openxmlformats.org/officeDocument/2006/relationships/image" Target="../media/image100.emf"/><Relationship Id="rId17" Type="http://schemas.openxmlformats.org/officeDocument/2006/relationships/oleObject" Target="../embeddings/oleObject118.bin"/><Relationship Id="rId16" Type="http://schemas.openxmlformats.org/officeDocument/2006/relationships/image" Target="../media/image99.emf"/><Relationship Id="rId15" Type="http://schemas.openxmlformats.org/officeDocument/2006/relationships/oleObject" Target="../embeddings/oleObject117.bin"/><Relationship Id="rId14" Type="http://schemas.openxmlformats.org/officeDocument/2006/relationships/image" Target="../media/image93.wmf"/><Relationship Id="rId13" Type="http://schemas.openxmlformats.org/officeDocument/2006/relationships/oleObject" Target="../embeddings/oleObject116.bin"/><Relationship Id="rId12" Type="http://schemas.openxmlformats.org/officeDocument/2006/relationships/image" Target="../media/image33.wmf"/><Relationship Id="rId11" Type="http://schemas.openxmlformats.org/officeDocument/2006/relationships/oleObject" Target="../embeddings/oleObject115.bin"/><Relationship Id="rId10" Type="http://schemas.openxmlformats.org/officeDocument/2006/relationships/image" Target="../media/image92.wmf"/><Relationship Id="rId1" Type="http://schemas.openxmlformats.org/officeDocument/2006/relationships/oleObject" Target="../embeddings/oleObject110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4.bin"/><Relationship Id="rId8" Type="http://schemas.openxmlformats.org/officeDocument/2006/relationships/image" Target="../media/image91.wmf"/><Relationship Id="rId7" Type="http://schemas.openxmlformats.org/officeDocument/2006/relationships/oleObject" Target="../embeddings/oleObject133.bin"/><Relationship Id="rId6" Type="http://schemas.openxmlformats.org/officeDocument/2006/relationships/image" Target="../media/image90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89.wmf"/><Relationship Id="rId34" Type="http://schemas.openxmlformats.org/officeDocument/2006/relationships/vmlDrawing" Target="../drawings/vmlDrawing17.vml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98.wmf"/><Relationship Id="rId31" Type="http://schemas.openxmlformats.org/officeDocument/2006/relationships/oleObject" Target="../embeddings/oleObject145.bin"/><Relationship Id="rId30" Type="http://schemas.openxmlformats.org/officeDocument/2006/relationships/image" Target="../media/image118.emf"/><Relationship Id="rId3" Type="http://schemas.openxmlformats.org/officeDocument/2006/relationships/oleObject" Target="../embeddings/oleObject131.bin"/><Relationship Id="rId29" Type="http://schemas.openxmlformats.org/officeDocument/2006/relationships/oleObject" Target="../embeddings/oleObject144.bin"/><Relationship Id="rId28" Type="http://schemas.openxmlformats.org/officeDocument/2006/relationships/image" Target="../media/image117.emf"/><Relationship Id="rId27" Type="http://schemas.openxmlformats.org/officeDocument/2006/relationships/oleObject" Target="../embeddings/oleObject143.bin"/><Relationship Id="rId26" Type="http://schemas.openxmlformats.org/officeDocument/2006/relationships/image" Target="../media/image116.emf"/><Relationship Id="rId25" Type="http://schemas.openxmlformats.org/officeDocument/2006/relationships/oleObject" Target="../embeddings/oleObject142.bin"/><Relationship Id="rId24" Type="http://schemas.openxmlformats.org/officeDocument/2006/relationships/image" Target="../media/image115.emf"/><Relationship Id="rId23" Type="http://schemas.openxmlformats.org/officeDocument/2006/relationships/oleObject" Target="../embeddings/oleObject141.bin"/><Relationship Id="rId22" Type="http://schemas.openxmlformats.org/officeDocument/2006/relationships/image" Target="../media/image114.emf"/><Relationship Id="rId21" Type="http://schemas.openxmlformats.org/officeDocument/2006/relationships/oleObject" Target="../embeddings/oleObject140.bin"/><Relationship Id="rId20" Type="http://schemas.openxmlformats.org/officeDocument/2006/relationships/image" Target="../media/image113.emf"/><Relationship Id="rId2" Type="http://schemas.openxmlformats.org/officeDocument/2006/relationships/image" Target="../media/image88.wmf"/><Relationship Id="rId19" Type="http://schemas.openxmlformats.org/officeDocument/2006/relationships/oleObject" Target="../embeddings/oleObject139.bin"/><Relationship Id="rId18" Type="http://schemas.openxmlformats.org/officeDocument/2006/relationships/image" Target="../media/image112.emf"/><Relationship Id="rId17" Type="http://schemas.openxmlformats.org/officeDocument/2006/relationships/oleObject" Target="../embeddings/oleObject138.bin"/><Relationship Id="rId16" Type="http://schemas.openxmlformats.org/officeDocument/2006/relationships/image" Target="../media/image111.emf"/><Relationship Id="rId15" Type="http://schemas.openxmlformats.org/officeDocument/2006/relationships/oleObject" Target="../embeddings/oleObject137.bin"/><Relationship Id="rId14" Type="http://schemas.openxmlformats.org/officeDocument/2006/relationships/image" Target="../media/image93.wmf"/><Relationship Id="rId13" Type="http://schemas.openxmlformats.org/officeDocument/2006/relationships/oleObject" Target="../embeddings/oleObject136.bin"/><Relationship Id="rId12" Type="http://schemas.openxmlformats.org/officeDocument/2006/relationships/image" Target="../media/image33.wmf"/><Relationship Id="rId11" Type="http://schemas.openxmlformats.org/officeDocument/2006/relationships/oleObject" Target="../embeddings/oleObject135.bin"/><Relationship Id="rId10" Type="http://schemas.openxmlformats.org/officeDocument/2006/relationships/image" Target="../media/image92.wmf"/><Relationship Id="rId1" Type="http://schemas.openxmlformats.org/officeDocument/2006/relationships/oleObject" Target="../embeddings/oleObject130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0.bin"/><Relationship Id="rId8" Type="http://schemas.openxmlformats.org/officeDocument/2006/relationships/image" Target="../media/image91.wmf"/><Relationship Id="rId7" Type="http://schemas.openxmlformats.org/officeDocument/2006/relationships/oleObject" Target="../embeddings/oleObject149.bin"/><Relationship Id="rId6" Type="http://schemas.openxmlformats.org/officeDocument/2006/relationships/image" Target="../media/image90.w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89.wmf"/><Relationship Id="rId3" Type="http://schemas.openxmlformats.org/officeDocument/2006/relationships/oleObject" Target="../embeddings/oleObject147.bin"/><Relationship Id="rId28" Type="http://schemas.openxmlformats.org/officeDocument/2006/relationships/vmlDrawing" Target="../drawings/vmlDrawing18.v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98.wmf"/><Relationship Id="rId25" Type="http://schemas.openxmlformats.org/officeDocument/2006/relationships/oleObject" Target="../embeddings/oleObject158.bin"/><Relationship Id="rId24" Type="http://schemas.openxmlformats.org/officeDocument/2006/relationships/image" Target="../media/image123.emf"/><Relationship Id="rId23" Type="http://schemas.openxmlformats.org/officeDocument/2006/relationships/oleObject" Target="../embeddings/oleObject157.bin"/><Relationship Id="rId22" Type="http://schemas.openxmlformats.org/officeDocument/2006/relationships/image" Target="../media/image122.emf"/><Relationship Id="rId21" Type="http://schemas.openxmlformats.org/officeDocument/2006/relationships/oleObject" Target="../embeddings/oleObject156.bin"/><Relationship Id="rId20" Type="http://schemas.openxmlformats.org/officeDocument/2006/relationships/image" Target="../media/image121.emf"/><Relationship Id="rId2" Type="http://schemas.openxmlformats.org/officeDocument/2006/relationships/image" Target="../media/image88.wmf"/><Relationship Id="rId19" Type="http://schemas.openxmlformats.org/officeDocument/2006/relationships/oleObject" Target="../embeddings/oleObject155.bin"/><Relationship Id="rId18" Type="http://schemas.openxmlformats.org/officeDocument/2006/relationships/image" Target="../media/image120.emf"/><Relationship Id="rId17" Type="http://schemas.openxmlformats.org/officeDocument/2006/relationships/oleObject" Target="../embeddings/oleObject154.bin"/><Relationship Id="rId16" Type="http://schemas.openxmlformats.org/officeDocument/2006/relationships/image" Target="../media/image119.emf"/><Relationship Id="rId15" Type="http://schemas.openxmlformats.org/officeDocument/2006/relationships/oleObject" Target="../embeddings/oleObject153.bin"/><Relationship Id="rId14" Type="http://schemas.openxmlformats.org/officeDocument/2006/relationships/image" Target="../media/image93.wmf"/><Relationship Id="rId13" Type="http://schemas.openxmlformats.org/officeDocument/2006/relationships/oleObject" Target="../embeddings/oleObject152.bin"/><Relationship Id="rId12" Type="http://schemas.openxmlformats.org/officeDocument/2006/relationships/image" Target="../media/image33.wmf"/><Relationship Id="rId11" Type="http://schemas.openxmlformats.org/officeDocument/2006/relationships/oleObject" Target="../embeddings/oleObject151.bin"/><Relationship Id="rId10" Type="http://schemas.openxmlformats.org/officeDocument/2006/relationships/image" Target="../media/image92.wmf"/><Relationship Id="rId1" Type="http://schemas.openxmlformats.org/officeDocument/2006/relationships/oleObject" Target="../embeddings/oleObject146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0.wmf"/><Relationship Id="rId7" Type="http://schemas.openxmlformats.org/officeDocument/2006/relationships/oleObject" Target="../embeddings/oleObject162.bin"/><Relationship Id="rId6" Type="http://schemas.openxmlformats.org/officeDocument/2006/relationships/image" Target="../media/image79.wmf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78.wmf"/><Relationship Id="rId3" Type="http://schemas.openxmlformats.org/officeDocument/2006/relationships/oleObject" Target="../embeddings/oleObject160.bin"/><Relationship Id="rId2" Type="http://schemas.openxmlformats.org/officeDocument/2006/relationships/image" Target="../media/image77.wmf"/><Relationship Id="rId11" Type="http://schemas.openxmlformats.org/officeDocument/2006/relationships/notesSlide" Target="../notesSlides/notesSlide4.xml"/><Relationship Id="rId10" Type="http://schemas.openxmlformats.org/officeDocument/2006/relationships/vmlDrawing" Target="../drawings/vmlDrawing19.vml"/><Relationship Id="rId1" Type="http://schemas.openxmlformats.org/officeDocument/2006/relationships/oleObject" Target="../embeddings/oleObject159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Rectangle 2"/>
          <p:cNvSpPr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anchor="t" anchorCtr="0"/>
          <a:p>
            <a:pPr eaLnBrk="1" hangingPunct="1">
              <a:buClrTx/>
              <a:buSzTx/>
              <a:buFontTx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5-7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电场强度与电势梯度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0"/>
          <p:cNvSpPr/>
          <p:nvPr/>
        </p:nvSpPr>
        <p:spPr>
          <a:xfrm>
            <a:off x="1219200" y="152400"/>
            <a:ext cx="417512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等势面</a:t>
            </a:r>
            <a:endParaRPr lang="zh-CN" altLang="en-US" sz="3200" b="1" dirty="0">
              <a:solidFill>
                <a:srgbClr val="CC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3" name="Text Box 5"/>
          <p:cNvSpPr txBox="1"/>
          <p:nvPr/>
        </p:nvSpPr>
        <p:spPr>
          <a:xfrm>
            <a:off x="762000" y="1066800"/>
            <a:ext cx="2971800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定义：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" name="Text Box 5"/>
          <p:cNvSpPr txBox="1"/>
          <p:nvPr/>
        </p:nvSpPr>
        <p:spPr>
          <a:xfrm>
            <a:off x="1905000" y="1066800"/>
            <a:ext cx="6934200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电场中电势相等的点所构成的面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" name="Group 121"/>
          <p:cNvGrpSpPr/>
          <p:nvPr/>
        </p:nvGrpSpPr>
        <p:grpSpPr>
          <a:xfrm>
            <a:off x="3048000" y="3060700"/>
            <a:ext cx="3741738" cy="3797300"/>
            <a:chOff x="2640" y="526"/>
            <a:chExt cx="2357" cy="2392"/>
          </a:xfrm>
        </p:grpSpPr>
        <p:grpSp>
          <p:nvGrpSpPr>
            <p:cNvPr id="5125" name="Group 122"/>
            <p:cNvGrpSpPr/>
            <p:nvPr/>
          </p:nvGrpSpPr>
          <p:grpSpPr>
            <a:xfrm>
              <a:off x="3088" y="1622"/>
              <a:ext cx="1200" cy="1296"/>
              <a:chOff x="3744" y="1392"/>
              <a:chExt cx="1200" cy="1296"/>
            </a:xfrm>
          </p:grpSpPr>
          <p:sp>
            <p:nvSpPr>
              <p:cNvPr id="5126" name="Freeform 123"/>
              <p:cNvSpPr/>
              <p:nvPr/>
            </p:nvSpPr>
            <p:spPr>
              <a:xfrm>
                <a:off x="3744" y="1488"/>
                <a:ext cx="144" cy="1008"/>
              </a:xfrm>
              <a:custGeom>
                <a:avLst/>
                <a:gdLst/>
                <a:ahLst/>
                <a:cxnLst>
                  <a:cxn ang="0">
                    <a:pos x="144" y="0"/>
                  </a:cxn>
                  <a:cxn ang="0">
                    <a:pos x="48" y="480"/>
                  </a:cxn>
                  <a:cxn ang="0">
                    <a:pos x="0" y="1008"/>
                  </a:cxn>
                </a:cxnLst>
                <a:pathLst>
                  <a:path w="144" h="1008">
                    <a:moveTo>
                      <a:pt x="144" y="0"/>
                    </a:moveTo>
                    <a:cubicBezTo>
                      <a:pt x="108" y="156"/>
                      <a:pt x="72" y="312"/>
                      <a:pt x="48" y="480"/>
                    </a:cubicBezTo>
                    <a:cubicBezTo>
                      <a:pt x="24" y="648"/>
                      <a:pt x="12" y="828"/>
                      <a:pt x="0" y="1008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lg"/>
                <a:tailEnd type="none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27" name="Freeform 124"/>
              <p:cNvSpPr/>
              <p:nvPr/>
            </p:nvSpPr>
            <p:spPr>
              <a:xfrm>
                <a:off x="3984" y="1680"/>
                <a:ext cx="144" cy="1008"/>
              </a:xfrm>
              <a:custGeom>
                <a:avLst/>
                <a:gdLst/>
                <a:ahLst/>
                <a:cxnLst>
                  <a:cxn ang="0">
                    <a:pos x="144" y="0"/>
                  </a:cxn>
                  <a:cxn ang="0">
                    <a:pos x="48" y="480"/>
                  </a:cxn>
                  <a:cxn ang="0">
                    <a:pos x="0" y="1008"/>
                  </a:cxn>
                </a:cxnLst>
                <a:pathLst>
                  <a:path w="144" h="1008">
                    <a:moveTo>
                      <a:pt x="144" y="0"/>
                    </a:moveTo>
                    <a:cubicBezTo>
                      <a:pt x="108" y="156"/>
                      <a:pt x="72" y="312"/>
                      <a:pt x="48" y="480"/>
                    </a:cubicBezTo>
                    <a:cubicBezTo>
                      <a:pt x="24" y="648"/>
                      <a:pt x="12" y="828"/>
                      <a:pt x="0" y="1008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lg"/>
                <a:tailEnd type="none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28" name="Freeform 125"/>
              <p:cNvSpPr/>
              <p:nvPr/>
            </p:nvSpPr>
            <p:spPr>
              <a:xfrm>
                <a:off x="4320" y="1392"/>
                <a:ext cx="144" cy="1008"/>
              </a:xfrm>
              <a:custGeom>
                <a:avLst/>
                <a:gdLst/>
                <a:ahLst/>
                <a:cxnLst>
                  <a:cxn ang="0">
                    <a:pos x="144" y="0"/>
                  </a:cxn>
                  <a:cxn ang="0">
                    <a:pos x="48" y="480"/>
                  </a:cxn>
                  <a:cxn ang="0">
                    <a:pos x="0" y="1008"/>
                  </a:cxn>
                </a:cxnLst>
                <a:pathLst>
                  <a:path w="144" h="1008">
                    <a:moveTo>
                      <a:pt x="144" y="0"/>
                    </a:moveTo>
                    <a:cubicBezTo>
                      <a:pt x="108" y="156"/>
                      <a:pt x="72" y="312"/>
                      <a:pt x="48" y="480"/>
                    </a:cubicBezTo>
                    <a:cubicBezTo>
                      <a:pt x="24" y="648"/>
                      <a:pt x="12" y="828"/>
                      <a:pt x="0" y="1008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lg"/>
                <a:tailEnd type="none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29" name="Freeform 126"/>
              <p:cNvSpPr/>
              <p:nvPr/>
            </p:nvSpPr>
            <p:spPr>
              <a:xfrm>
                <a:off x="4800" y="1680"/>
                <a:ext cx="144" cy="1008"/>
              </a:xfrm>
              <a:custGeom>
                <a:avLst/>
                <a:gdLst/>
                <a:ahLst/>
                <a:cxnLst>
                  <a:cxn ang="0">
                    <a:pos x="144" y="0"/>
                  </a:cxn>
                  <a:cxn ang="0">
                    <a:pos x="48" y="480"/>
                  </a:cxn>
                  <a:cxn ang="0">
                    <a:pos x="0" y="1008"/>
                  </a:cxn>
                </a:cxnLst>
                <a:pathLst>
                  <a:path w="144" h="1008">
                    <a:moveTo>
                      <a:pt x="144" y="0"/>
                    </a:moveTo>
                    <a:cubicBezTo>
                      <a:pt x="108" y="156"/>
                      <a:pt x="72" y="312"/>
                      <a:pt x="48" y="480"/>
                    </a:cubicBezTo>
                    <a:cubicBezTo>
                      <a:pt x="24" y="648"/>
                      <a:pt x="12" y="828"/>
                      <a:pt x="0" y="1008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lg"/>
                <a:tailEnd type="none" w="med" len="lg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5130" name="Freeform 127"/>
            <p:cNvSpPr/>
            <p:nvPr/>
          </p:nvSpPr>
          <p:spPr>
            <a:xfrm>
              <a:off x="2640" y="1440"/>
              <a:ext cx="2357" cy="921"/>
            </a:xfrm>
            <a:custGeom>
              <a:avLst/>
              <a:gdLst/>
              <a:ahLst/>
              <a:cxnLst>
                <a:cxn ang="0">
                  <a:pos x="112" y="424"/>
                </a:cxn>
                <a:cxn ang="0">
                  <a:pos x="688" y="568"/>
                </a:cxn>
                <a:cxn ang="0">
                  <a:pos x="1091" y="921"/>
                </a:cxn>
                <a:cxn ang="0">
                  <a:pos x="1504" y="616"/>
                </a:cxn>
                <a:cxn ang="0">
                  <a:pos x="1936" y="568"/>
                </a:cxn>
                <a:cxn ang="0">
                  <a:pos x="2113" y="410"/>
                </a:cxn>
                <a:cxn ang="0">
                  <a:pos x="1552" y="88"/>
                </a:cxn>
                <a:cxn ang="0">
                  <a:pos x="784" y="40"/>
                </a:cxn>
                <a:cxn ang="0">
                  <a:pos x="112" y="328"/>
                </a:cxn>
                <a:cxn ang="0">
                  <a:pos x="112" y="424"/>
                </a:cxn>
              </a:cxnLst>
              <a:pathLst>
                <a:path w="2357" h="921">
                  <a:moveTo>
                    <a:pt x="112" y="424"/>
                  </a:moveTo>
                  <a:cubicBezTo>
                    <a:pt x="208" y="464"/>
                    <a:pt x="525" y="485"/>
                    <a:pt x="688" y="568"/>
                  </a:cubicBezTo>
                  <a:cubicBezTo>
                    <a:pt x="851" y="651"/>
                    <a:pt x="831" y="610"/>
                    <a:pt x="1091" y="921"/>
                  </a:cubicBezTo>
                  <a:cubicBezTo>
                    <a:pt x="1328" y="610"/>
                    <a:pt x="1363" y="675"/>
                    <a:pt x="1504" y="616"/>
                  </a:cubicBezTo>
                  <a:cubicBezTo>
                    <a:pt x="1645" y="557"/>
                    <a:pt x="1835" y="602"/>
                    <a:pt x="1936" y="568"/>
                  </a:cubicBezTo>
                  <a:cubicBezTo>
                    <a:pt x="2037" y="534"/>
                    <a:pt x="2357" y="573"/>
                    <a:pt x="2113" y="410"/>
                  </a:cubicBezTo>
                  <a:cubicBezTo>
                    <a:pt x="1920" y="232"/>
                    <a:pt x="1773" y="150"/>
                    <a:pt x="1552" y="88"/>
                  </a:cubicBezTo>
                  <a:cubicBezTo>
                    <a:pt x="1331" y="26"/>
                    <a:pt x="1024" y="0"/>
                    <a:pt x="784" y="40"/>
                  </a:cubicBezTo>
                  <a:cubicBezTo>
                    <a:pt x="544" y="80"/>
                    <a:pt x="224" y="264"/>
                    <a:pt x="112" y="328"/>
                  </a:cubicBezTo>
                  <a:cubicBezTo>
                    <a:pt x="0" y="392"/>
                    <a:pt x="16" y="384"/>
                    <a:pt x="112" y="42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FFFF"/>
                </a:gs>
                <a:gs pos="100000">
                  <a:srgbClr val="009090"/>
                </a:gs>
              </a:gsLst>
              <a:path path="rect">
                <a:fillToRect r="100000" b="100000"/>
              </a:path>
              <a:tileRect/>
            </a:gradFill>
            <a:ln w="12700" cap="flat" cmpd="sng">
              <a:solidFill>
                <a:schemeClr val="tx1"/>
              </a:solidFill>
              <a:prstDash val="solid"/>
              <a:round/>
              <a:headEnd type="none" w="med" len="lg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5131" name="Object 128"/>
            <p:cNvGraphicFramePr/>
            <p:nvPr/>
          </p:nvGraphicFramePr>
          <p:xfrm>
            <a:off x="4032" y="526"/>
            <a:ext cx="25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1" imgW="405765" imgH="380365" progId="Equation.3">
                    <p:embed/>
                  </p:oleObj>
                </mc:Choice>
                <mc:Fallback>
                  <p:oleObj name="" r:id="rId1" imgW="405765" imgH="380365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032" y="526"/>
                          <a:ext cx="255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132" name="Group 129"/>
            <p:cNvGrpSpPr/>
            <p:nvPr/>
          </p:nvGrpSpPr>
          <p:grpSpPr>
            <a:xfrm>
              <a:off x="3232" y="854"/>
              <a:ext cx="1296" cy="1104"/>
              <a:chOff x="3888" y="624"/>
              <a:chExt cx="1296" cy="1104"/>
            </a:xfrm>
          </p:grpSpPr>
          <p:sp>
            <p:nvSpPr>
              <p:cNvPr id="5133" name="Freeform 130"/>
              <p:cNvSpPr/>
              <p:nvPr/>
            </p:nvSpPr>
            <p:spPr>
              <a:xfrm>
                <a:off x="3888" y="720"/>
                <a:ext cx="240" cy="768"/>
              </a:xfrm>
              <a:custGeom>
                <a:avLst/>
                <a:gdLst/>
                <a:ahLst/>
                <a:cxnLst>
                  <a:cxn ang="0">
                    <a:pos x="0" y="768"/>
                  </a:cxn>
                  <a:cxn ang="0">
                    <a:pos x="96" y="384"/>
                  </a:cxn>
                  <a:cxn ang="0">
                    <a:pos x="240" y="0"/>
                  </a:cxn>
                </a:cxnLst>
                <a:pathLst>
                  <a:path w="240" h="768">
                    <a:moveTo>
                      <a:pt x="0" y="768"/>
                    </a:moveTo>
                    <a:cubicBezTo>
                      <a:pt x="28" y="640"/>
                      <a:pt x="56" y="512"/>
                      <a:pt x="96" y="384"/>
                    </a:cubicBezTo>
                    <a:cubicBezTo>
                      <a:pt x="136" y="256"/>
                      <a:pt x="188" y="128"/>
                      <a:pt x="240" y="0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lg"/>
                <a:tailEnd type="stealth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34" name="Freeform 131"/>
              <p:cNvSpPr/>
              <p:nvPr/>
            </p:nvSpPr>
            <p:spPr>
              <a:xfrm>
                <a:off x="4128" y="960"/>
                <a:ext cx="240" cy="768"/>
              </a:xfrm>
              <a:custGeom>
                <a:avLst/>
                <a:gdLst/>
                <a:ahLst/>
                <a:cxnLst>
                  <a:cxn ang="0">
                    <a:pos x="0" y="768"/>
                  </a:cxn>
                  <a:cxn ang="0">
                    <a:pos x="96" y="384"/>
                  </a:cxn>
                  <a:cxn ang="0">
                    <a:pos x="240" y="0"/>
                  </a:cxn>
                </a:cxnLst>
                <a:pathLst>
                  <a:path w="240" h="768">
                    <a:moveTo>
                      <a:pt x="0" y="768"/>
                    </a:moveTo>
                    <a:cubicBezTo>
                      <a:pt x="28" y="640"/>
                      <a:pt x="56" y="512"/>
                      <a:pt x="96" y="384"/>
                    </a:cubicBezTo>
                    <a:cubicBezTo>
                      <a:pt x="136" y="256"/>
                      <a:pt x="188" y="128"/>
                      <a:pt x="240" y="0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lg"/>
                <a:tailEnd type="stealth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35" name="Freeform 132"/>
              <p:cNvSpPr/>
              <p:nvPr/>
            </p:nvSpPr>
            <p:spPr>
              <a:xfrm>
                <a:off x="4464" y="624"/>
                <a:ext cx="240" cy="768"/>
              </a:xfrm>
              <a:custGeom>
                <a:avLst/>
                <a:gdLst/>
                <a:ahLst/>
                <a:cxnLst>
                  <a:cxn ang="0">
                    <a:pos x="0" y="768"/>
                  </a:cxn>
                  <a:cxn ang="0">
                    <a:pos x="96" y="384"/>
                  </a:cxn>
                  <a:cxn ang="0">
                    <a:pos x="240" y="0"/>
                  </a:cxn>
                </a:cxnLst>
                <a:pathLst>
                  <a:path w="240" h="768">
                    <a:moveTo>
                      <a:pt x="0" y="768"/>
                    </a:moveTo>
                    <a:cubicBezTo>
                      <a:pt x="28" y="640"/>
                      <a:pt x="56" y="512"/>
                      <a:pt x="96" y="384"/>
                    </a:cubicBezTo>
                    <a:cubicBezTo>
                      <a:pt x="136" y="256"/>
                      <a:pt x="188" y="128"/>
                      <a:pt x="240" y="0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lg"/>
                <a:tailEnd type="stealth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36" name="Freeform 133"/>
              <p:cNvSpPr/>
              <p:nvPr/>
            </p:nvSpPr>
            <p:spPr>
              <a:xfrm>
                <a:off x="4944" y="912"/>
                <a:ext cx="240" cy="768"/>
              </a:xfrm>
              <a:custGeom>
                <a:avLst/>
                <a:gdLst/>
                <a:ahLst/>
                <a:cxnLst>
                  <a:cxn ang="0">
                    <a:pos x="0" y="768"/>
                  </a:cxn>
                  <a:cxn ang="0">
                    <a:pos x="96" y="384"/>
                  </a:cxn>
                  <a:cxn ang="0">
                    <a:pos x="240" y="0"/>
                  </a:cxn>
                </a:cxnLst>
                <a:pathLst>
                  <a:path w="240" h="768">
                    <a:moveTo>
                      <a:pt x="0" y="768"/>
                    </a:moveTo>
                    <a:cubicBezTo>
                      <a:pt x="28" y="640"/>
                      <a:pt x="56" y="512"/>
                      <a:pt x="96" y="384"/>
                    </a:cubicBezTo>
                    <a:cubicBezTo>
                      <a:pt x="136" y="256"/>
                      <a:pt x="188" y="128"/>
                      <a:pt x="240" y="0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lg"/>
                <a:tailEnd type="stealth" w="med" len="lg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5" name="Group 135"/>
          <p:cNvGrpSpPr/>
          <p:nvPr/>
        </p:nvGrpSpPr>
        <p:grpSpPr>
          <a:xfrm>
            <a:off x="3581400" y="4591050"/>
            <a:ext cx="1974850" cy="858838"/>
            <a:chOff x="2976" y="1536"/>
            <a:chExt cx="1244" cy="541"/>
          </a:xfrm>
        </p:grpSpPr>
        <p:sp>
          <p:nvSpPr>
            <p:cNvPr id="5138" name="Oval 136"/>
            <p:cNvSpPr/>
            <p:nvPr/>
          </p:nvSpPr>
          <p:spPr>
            <a:xfrm>
              <a:off x="3264" y="1774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39" name="Oval 137"/>
            <p:cNvSpPr/>
            <p:nvPr/>
          </p:nvSpPr>
          <p:spPr>
            <a:xfrm>
              <a:off x="4142" y="1822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140" name="Group 138"/>
            <p:cNvGrpSpPr/>
            <p:nvPr/>
          </p:nvGrpSpPr>
          <p:grpSpPr>
            <a:xfrm>
              <a:off x="2976" y="1536"/>
              <a:ext cx="1244" cy="541"/>
              <a:chOff x="2976" y="1536"/>
              <a:chExt cx="1244" cy="541"/>
            </a:xfrm>
          </p:grpSpPr>
          <p:sp>
            <p:nvSpPr>
              <p:cNvPr id="5141" name="Freeform 139"/>
              <p:cNvSpPr/>
              <p:nvPr/>
            </p:nvSpPr>
            <p:spPr>
              <a:xfrm>
                <a:off x="3312" y="1536"/>
                <a:ext cx="908" cy="286"/>
              </a:xfrm>
              <a:custGeom>
                <a:avLst/>
                <a:gdLst/>
                <a:ahLst/>
                <a:cxnLst>
                  <a:cxn ang="0">
                    <a:pos x="0" y="238"/>
                  </a:cxn>
                  <a:cxn ang="0">
                    <a:pos x="441" y="38"/>
                  </a:cxn>
                  <a:cxn ang="0">
                    <a:pos x="816" y="94"/>
                  </a:cxn>
                  <a:cxn ang="0">
                    <a:pos x="864" y="286"/>
                  </a:cxn>
                </a:cxnLst>
                <a:pathLst>
                  <a:path w="908" h="286">
                    <a:moveTo>
                      <a:pt x="0" y="238"/>
                    </a:moveTo>
                    <a:cubicBezTo>
                      <a:pt x="73" y="205"/>
                      <a:pt x="305" y="65"/>
                      <a:pt x="441" y="38"/>
                    </a:cubicBezTo>
                    <a:cubicBezTo>
                      <a:pt x="671" y="0"/>
                      <a:pt x="684" y="36"/>
                      <a:pt x="816" y="94"/>
                    </a:cubicBezTo>
                    <a:cubicBezTo>
                      <a:pt x="908" y="141"/>
                      <a:pt x="864" y="210"/>
                      <a:pt x="864" y="286"/>
                    </a:cubicBezTo>
                  </a:path>
                </a:pathLst>
              </a:custGeom>
              <a:noFill/>
              <a:ln w="3175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aphicFrame>
            <p:nvGraphicFramePr>
              <p:cNvPr id="5142" name="Object 140"/>
              <p:cNvGraphicFramePr/>
              <p:nvPr/>
            </p:nvGraphicFramePr>
            <p:xfrm>
              <a:off x="2976" y="1678"/>
              <a:ext cx="191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7" name="" r:id="rId3" imgW="304800" imgH="279400" progId="Equation.3">
                      <p:embed/>
                    </p:oleObj>
                  </mc:Choice>
                  <mc:Fallback>
                    <p:oleObj name="" r:id="rId3" imgW="304800" imgH="279400" progId="Equation.3">
                      <p:embed/>
                      <p:pic>
                        <p:nvPicPr>
                          <p:cNvPr id="0" name="图片 307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976" y="1678"/>
                            <a:ext cx="191" cy="1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43" name="Object 141"/>
              <p:cNvGraphicFramePr/>
              <p:nvPr/>
            </p:nvGraphicFramePr>
            <p:xfrm>
              <a:off x="3936" y="1822"/>
              <a:ext cx="159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9" name="" r:id="rId5" imgW="254000" imgH="405765" progId="Equation.3">
                      <p:embed/>
                    </p:oleObj>
                  </mc:Choice>
                  <mc:Fallback>
                    <p:oleObj name="" r:id="rId5" imgW="254000" imgH="405765" progId="Equation.3">
                      <p:embed/>
                      <p:pic>
                        <p:nvPicPr>
                          <p:cNvPr id="0" name="图片 3078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936" y="1822"/>
                            <a:ext cx="159" cy="25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" name="Group 143"/>
          <p:cNvGrpSpPr/>
          <p:nvPr/>
        </p:nvGrpSpPr>
        <p:grpSpPr>
          <a:xfrm>
            <a:off x="3048000" y="2451100"/>
            <a:ext cx="3741738" cy="2541588"/>
            <a:chOff x="2544" y="960"/>
            <a:chExt cx="2357" cy="1601"/>
          </a:xfrm>
        </p:grpSpPr>
        <p:sp>
          <p:nvSpPr>
            <p:cNvPr id="5145" name="Rectangle 144"/>
            <p:cNvSpPr/>
            <p:nvPr/>
          </p:nvSpPr>
          <p:spPr>
            <a:xfrm>
              <a:off x="3072" y="1152"/>
              <a:ext cx="1584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146" name="Group 145"/>
            <p:cNvGrpSpPr/>
            <p:nvPr/>
          </p:nvGrpSpPr>
          <p:grpSpPr>
            <a:xfrm>
              <a:off x="2544" y="960"/>
              <a:ext cx="2357" cy="1601"/>
              <a:chOff x="2112" y="1576"/>
              <a:chExt cx="2357" cy="1601"/>
            </a:xfrm>
          </p:grpSpPr>
          <p:sp>
            <p:nvSpPr>
              <p:cNvPr id="5147" name="Freeform 146"/>
              <p:cNvSpPr/>
              <p:nvPr/>
            </p:nvSpPr>
            <p:spPr>
              <a:xfrm>
                <a:off x="2112" y="2256"/>
                <a:ext cx="2357" cy="921"/>
              </a:xfrm>
              <a:custGeom>
                <a:avLst/>
                <a:gdLst/>
                <a:ahLst/>
                <a:cxnLst>
                  <a:cxn ang="0">
                    <a:pos x="112" y="424"/>
                  </a:cxn>
                  <a:cxn ang="0">
                    <a:pos x="688" y="568"/>
                  </a:cxn>
                  <a:cxn ang="0">
                    <a:pos x="1091" y="921"/>
                  </a:cxn>
                  <a:cxn ang="0">
                    <a:pos x="1504" y="616"/>
                  </a:cxn>
                  <a:cxn ang="0">
                    <a:pos x="1936" y="568"/>
                  </a:cxn>
                  <a:cxn ang="0">
                    <a:pos x="2113" y="410"/>
                  </a:cxn>
                  <a:cxn ang="0">
                    <a:pos x="1552" y="88"/>
                  </a:cxn>
                  <a:cxn ang="0">
                    <a:pos x="784" y="40"/>
                  </a:cxn>
                  <a:cxn ang="0">
                    <a:pos x="112" y="328"/>
                  </a:cxn>
                  <a:cxn ang="0">
                    <a:pos x="112" y="424"/>
                  </a:cxn>
                </a:cxnLst>
                <a:pathLst>
                  <a:path w="2357" h="921">
                    <a:moveTo>
                      <a:pt x="112" y="424"/>
                    </a:moveTo>
                    <a:cubicBezTo>
                      <a:pt x="208" y="464"/>
                      <a:pt x="525" y="485"/>
                      <a:pt x="688" y="568"/>
                    </a:cubicBezTo>
                    <a:cubicBezTo>
                      <a:pt x="851" y="651"/>
                      <a:pt x="831" y="610"/>
                      <a:pt x="1091" y="921"/>
                    </a:cubicBezTo>
                    <a:cubicBezTo>
                      <a:pt x="1328" y="610"/>
                      <a:pt x="1363" y="675"/>
                      <a:pt x="1504" y="616"/>
                    </a:cubicBezTo>
                    <a:cubicBezTo>
                      <a:pt x="1645" y="557"/>
                      <a:pt x="1835" y="602"/>
                      <a:pt x="1936" y="568"/>
                    </a:cubicBezTo>
                    <a:cubicBezTo>
                      <a:pt x="2037" y="534"/>
                      <a:pt x="2357" y="573"/>
                      <a:pt x="2113" y="410"/>
                    </a:cubicBezTo>
                    <a:cubicBezTo>
                      <a:pt x="1920" y="232"/>
                      <a:pt x="1773" y="150"/>
                      <a:pt x="1552" y="88"/>
                    </a:cubicBezTo>
                    <a:cubicBezTo>
                      <a:pt x="1331" y="26"/>
                      <a:pt x="1024" y="0"/>
                      <a:pt x="784" y="40"/>
                    </a:cubicBezTo>
                    <a:cubicBezTo>
                      <a:pt x="544" y="80"/>
                      <a:pt x="224" y="264"/>
                      <a:pt x="112" y="328"/>
                    </a:cubicBezTo>
                    <a:cubicBezTo>
                      <a:pt x="0" y="392"/>
                      <a:pt x="16" y="384"/>
                      <a:pt x="112" y="42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FFFF"/>
                  </a:gs>
                  <a:gs pos="100000">
                    <a:srgbClr val="009090"/>
                  </a:gs>
                </a:gsLst>
                <a:path path="rect">
                  <a:fillToRect r="100000" b="100000"/>
                </a:path>
                <a:tileRect/>
              </a:gradFill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lg"/>
                <a:tailEnd type="none" w="med" len="lg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5148" name="Group 147"/>
              <p:cNvGrpSpPr/>
              <p:nvPr/>
            </p:nvGrpSpPr>
            <p:grpSpPr>
              <a:xfrm>
                <a:off x="2800" y="1576"/>
                <a:ext cx="1296" cy="1104"/>
                <a:chOff x="3888" y="624"/>
                <a:chExt cx="1296" cy="1104"/>
              </a:xfrm>
            </p:grpSpPr>
            <p:sp>
              <p:nvSpPr>
                <p:cNvPr id="5149" name="Freeform 148"/>
                <p:cNvSpPr/>
                <p:nvPr/>
              </p:nvSpPr>
              <p:spPr>
                <a:xfrm>
                  <a:off x="3888" y="720"/>
                  <a:ext cx="240" cy="768"/>
                </a:xfrm>
                <a:custGeom>
                  <a:avLst/>
                  <a:gdLst/>
                  <a:ahLst/>
                  <a:cxnLst>
                    <a:cxn ang="0">
                      <a:pos x="0" y="768"/>
                    </a:cxn>
                    <a:cxn ang="0">
                      <a:pos x="96" y="384"/>
                    </a:cxn>
                    <a:cxn ang="0">
                      <a:pos x="240" y="0"/>
                    </a:cxn>
                  </a:cxnLst>
                  <a:pathLst>
                    <a:path w="240" h="768">
                      <a:moveTo>
                        <a:pt x="0" y="768"/>
                      </a:moveTo>
                      <a:cubicBezTo>
                        <a:pt x="28" y="640"/>
                        <a:pt x="56" y="512"/>
                        <a:pt x="96" y="384"/>
                      </a:cubicBezTo>
                      <a:cubicBezTo>
                        <a:pt x="136" y="256"/>
                        <a:pt x="188" y="128"/>
                        <a:pt x="240" y="0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3300"/>
                  </a:solidFill>
                  <a:prstDash val="solid"/>
                  <a:round/>
                  <a:headEnd type="none" w="med" len="lg"/>
                  <a:tailEnd type="stealth" w="med" len="lg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5150" name="Freeform 149"/>
                <p:cNvSpPr/>
                <p:nvPr/>
              </p:nvSpPr>
              <p:spPr>
                <a:xfrm>
                  <a:off x="4128" y="960"/>
                  <a:ext cx="240" cy="768"/>
                </a:xfrm>
                <a:custGeom>
                  <a:avLst/>
                  <a:gdLst/>
                  <a:ahLst/>
                  <a:cxnLst>
                    <a:cxn ang="0">
                      <a:pos x="0" y="768"/>
                    </a:cxn>
                    <a:cxn ang="0">
                      <a:pos x="96" y="384"/>
                    </a:cxn>
                    <a:cxn ang="0">
                      <a:pos x="240" y="0"/>
                    </a:cxn>
                  </a:cxnLst>
                  <a:pathLst>
                    <a:path w="240" h="768">
                      <a:moveTo>
                        <a:pt x="0" y="768"/>
                      </a:moveTo>
                      <a:cubicBezTo>
                        <a:pt x="28" y="640"/>
                        <a:pt x="56" y="512"/>
                        <a:pt x="96" y="384"/>
                      </a:cubicBezTo>
                      <a:cubicBezTo>
                        <a:pt x="136" y="256"/>
                        <a:pt x="188" y="128"/>
                        <a:pt x="240" y="0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3300"/>
                  </a:solidFill>
                  <a:prstDash val="solid"/>
                  <a:round/>
                  <a:headEnd type="none" w="med" len="lg"/>
                  <a:tailEnd type="stealth" w="med" len="lg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5151" name="Freeform 150"/>
                <p:cNvSpPr/>
                <p:nvPr/>
              </p:nvSpPr>
              <p:spPr>
                <a:xfrm>
                  <a:off x="4464" y="624"/>
                  <a:ext cx="240" cy="768"/>
                </a:xfrm>
                <a:custGeom>
                  <a:avLst/>
                  <a:gdLst/>
                  <a:ahLst/>
                  <a:cxnLst>
                    <a:cxn ang="0">
                      <a:pos x="0" y="768"/>
                    </a:cxn>
                    <a:cxn ang="0">
                      <a:pos x="96" y="384"/>
                    </a:cxn>
                    <a:cxn ang="0">
                      <a:pos x="240" y="0"/>
                    </a:cxn>
                  </a:cxnLst>
                  <a:pathLst>
                    <a:path w="240" h="768">
                      <a:moveTo>
                        <a:pt x="0" y="768"/>
                      </a:moveTo>
                      <a:cubicBezTo>
                        <a:pt x="28" y="640"/>
                        <a:pt x="56" y="512"/>
                        <a:pt x="96" y="384"/>
                      </a:cubicBezTo>
                      <a:cubicBezTo>
                        <a:pt x="136" y="256"/>
                        <a:pt x="188" y="128"/>
                        <a:pt x="240" y="0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3300"/>
                  </a:solidFill>
                  <a:prstDash val="solid"/>
                  <a:round/>
                  <a:headEnd type="none" w="med" len="lg"/>
                  <a:tailEnd type="stealth" w="med" len="lg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5152" name="Freeform 151"/>
                <p:cNvSpPr/>
                <p:nvPr/>
              </p:nvSpPr>
              <p:spPr>
                <a:xfrm>
                  <a:off x="4944" y="912"/>
                  <a:ext cx="240" cy="768"/>
                </a:xfrm>
                <a:custGeom>
                  <a:avLst/>
                  <a:gdLst/>
                  <a:ahLst/>
                  <a:cxnLst>
                    <a:cxn ang="0">
                      <a:pos x="0" y="768"/>
                    </a:cxn>
                    <a:cxn ang="0">
                      <a:pos x="96" y="384"/>
                    </a:cxn>
                    <a:cxn ang="0">
                      <a:pos x="240" y="0"/>
                    </a:cxn>
                  </a:cxnLst>
                  <a:pathLst>
                    <a:path w="240" h="768">
                      <a:moveTo>
                        <a:pt x="0" y="768"/>
                      </a:moveTo>
                      <a:cubicBezTo>
                        <a:pt x="28" y="640"/>
                        <a:pt x="56" y="512"/>
                        <a:pt x="96" y="384"/>
                      </a:cubicBezTo>
                      <a:cubicBezTo>
                        <a:pt x="136" y="256"/>
                        <a:pt x="188" y="128"/>
                        <a:pt x="240" y="0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3300"/>
                  </a:solidFill>
                  <a:prstDash val="solid"/>
                  <a:round/>
                  <a:headEnd type="none" w="med" len="lg"/>
                  <a:tailEnd type="stealth" w="med" len="lg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grpSp>
        <p:nvGrpSpPr>
          <p:cNvPr id="10" name="Group 155"/>
          <p:cNvGrpSpPr/>
          <p:nvPr/>
        </p:nvGrpSpPr>
        <p:grpSpPr>
          <a:xfrm>
            <a:off x="1066800" y="1752600"/>
            <a:ext cx="5532438" cy="519113"/>
            <a:chOff x="0" y="2496"/>
            <a:chExt cx="3485" cy="327"/>
          </a:xfrm>
        </p:grpSpPr>
        <p:graphicFrame>
          <p:nvGraphicFramePr>
            <p:cNvPr id="5154" name="Object 153"/>
            <p:cNvGraphicFramePr/>
            <p:nvPr/>
          </p:nvGraphicFramePr>
          <p:xfrm>
            <a:off x="768" y="2496"/>
            <a:ext cx="1277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7" imgW="862965" imgH="203200" progId="Equation.3">
                    <p:embed/>
                  </p:oleObj>
                </mc:Choice>
                <mc:Fallback>
                  <p:oleObj name="" r:id="rId7" imgW="862965" imgH="20320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68" y="2496"/>
                          <a:ext cx="1277" cy="2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5" name="Text Box 154"/>
            <p:cNvSpPr txBox="1"/>
            <p:nvPr/>
          </p:nvSpPr>
          <p:spPr>
            <a:xfrm>
              <a:off x="0" y="2496"/>
              <a:ext cx="348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即满足                        的空间曲面。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" grpId="0"/>
      <p:bldP spid="10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20"/>
          <p:cNvSpPr/>
          <p:nvPr/>
        </p:nvSpPr>
        <p:spPr>
          <a:xfrm>
            <a:off x="1219200" y="152400"/>
            <a:ext cx="417512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等势面</a:t>
            </a:r>
            <a:endParaRPr lang="zh-CN" altLang="en-US" sz="3200" b="1" dirty="0">
              <a:solidFill>
                <a:srgbClr val="CC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869" name="Rectangle 5"/>
          <p:cNvSpPr/>
          <p:nvPr/>
        </p:nvSpPr>
        <p:spPr>
          <a:xfrm>
            <a:off x="609600" y="1066800"/>
            <a:ext cx="33988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zh-CN" altLang="en-US" sz="2800" b="1" dirty="0">
                <a:solidFill>
                  <a:srgbClr val="CC33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例：点电荷的等势面</a:t>
            </a:r>
            <a:endParaRPr lang="zh-CN" altLang="en-US" sz="2800" b="1" dirty="0">
              <a:solidFill>
                <a:srgbClr val="CC3300"/>
              </a:solidFill>
              <a:latin typeface="Bookman Old Style" panose="020506040505050202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1012825" y="2849245"/>
            <a:ext cx="3200400" cy="3124200"/>
            <a:chOff x="3264" y="1728"/>
            <a:chExt cx="2016" cy="1968"/>
          </a:xfrm>
        </p:grpSpPr>
        <p:sp>
          <p:nvSpPr>
            <p:cNvPr id="6148" name="Line 7"/>
            <p:cNvSpPr/>
            <p:nvPr/>
          </p:nvSpPr>
          <p:spPr>
            <a:xfrm flipH="1">
              <a:off x="3264" y="2750"/>
              <a:ext cx="201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stealth" w="med" len="lg"/>
              <a:tailEnd type="stealth" w="med" len="lg"/>
            </a:ln>
          </p:spPr>
        </p:sp>
        <p:sp>
          <p:nvSpPr>
            <p:cNvPr id="6149" name="Line 8"/>
            <p:cNvSpPr/>
            <p:nvPr/>
          </p:nvSpPr>
          <p:spPr>
            <a:xfrm flipH="1" flipV="1">
              <a:off x="3298" y="2381"/>
              <a:ext cx="1869" cy="73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stealth" w="med" len="lg"/>
              <a:tailEnd type="stealth" w="med" len="lg"/>
            </a:ln>
          </p:spPr>
        </p:sp>
        <p:sp>
          <p:nvSpPr>
            <p:cNvPr id="6150" name="Line 9"/>
            <p:cNvSpPr/>
            <p:nvPr/>
          </p:nvSpPr>
          <p:spPr>
            <a:xfrm flipH="1" flipV="1">
              <a:off x="3508" y="2067"/>
              <a:ext cx="1476" cy="135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stealth" w="med" len="lg"/>
              <a:tailEnd type="stealth" w="med" len="lg"/>
            </a:ln>
          </p:spPr>
        </p:sp>
        <p:sp>
          <p:nvSpPr>
            <p:cNvPr id="6151" name="Line 10"/>
            <p:cNvSpPr/>
            <p:nvPr/>
          </p:nvSpPr>
          <p:spPr>
            <a:xfrm flipH="1">
              <a:off x="3862" y="1821"/>
              <a:ext cx="797" cy="178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stealth" w="med" len="lg"/>
              <a:tailEnd type="stealth" w="med" len="lg"/>
            </a:ln>
          </p:spPr>
        </p:sp>
        <p:sp>
          <p:nvSpPr>
            <p:cNvPr id="6152" name="Line 11"/>
            <p:cNvSpPr/>
            <p:nvPr/>
          </p:nvSpPr>
          <p:spPr>
            <a:xfrm flipH="1">
              <a:off x="3326" y="2414"/>
              <a:ext cx="1894" cy="67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stealth" w="med" len="lg"/>
              <a:tailEnd type="stealth" w="med" len="lg"/>
            </a:ln>
          </p:spPr>
        </p:sp>
        <p:sp>
          <p:nvSpPr>
            <p:cNvPr id="6153" name="Line 12"/>
            <p:cNvSpPr/>
            <p:nvPr/>
          </p:nvSpPr>
          <p:spPr>
            <a:xfrm flipV="1">
              <a:off x="3547" y="2028"/>
              <a:ext cx="1451" cy="136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stealth" w="med" len="lg"/>
              <a:tailEnd type="stealth" w="med" len="lg"/>
            </a:ln>
          </p:spPr>
        </p:sp>
        <p:sp>
          <p:nvSpPr>
            <p:cNvPr id="6154" name="Line 13"/>
            <p:cNvSpPr/>
            <p:nvPr/>
          </p:nvSpPr>
          <p:spPr>
            <a:xfrm flipV="1">
              <a:off x="4232" y="1728"/>
              <a:ext cx="0" cy="196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stealth" w="med" len="lg"/>
              <a:tailEnd type="stealth" w="med" len="lg"/>
            </a:ln>
          </p:spPr>
        </p:sp>
        <p:sp>
          <p:nvSpPr>
            <p:cNvPr id="6155" name="Line 14"/>
            <p:cNvSpPr/>
            <p:nvPr/>
          </p:nvSpPr>
          <p:spPr>
            <a:xfrm flipH="1" flipV="1">
              <a:off x="3823" y="1812"/>
              <a:ext cx="820" cy="179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stealth" w="med" len="lg"/>
              <a:tailEnd type="stealth" w="med" len="lg"/>
            </a:ln>
          </p:spPr>
        </p:sp>
        <p:sp>
          <p:nvSpPr>
            <p:cNvPr id="6156" name="Oval 15"/>
            <p:cNvSpPr/>
            <p:nvPr/>
          </p:nvSpPr>
          <p:spPr>
            <a:xfrm>
              <a:off x="4157" y="2657"/>
              <a:ext cx="191" cy="186"/>
            </a:xfrm>
            <a:prstGeom prst="ellipse">
              <a:avLst/>
            </a:prstGeom>
            <a:solidFill>
              <a:srgbClr val="CC0066"/>
            </a:solidFill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57" name="Rectangle 16"/>
            <p:cNvSpPr/>
            <p:nvPr/>
          </p:nvSpPr>
          <p:spPr>
            <a:xfrm>
              <a:off x="4128" y="2544"/>
              <a:ext cx="295" cy="41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 anchor="t" anchorCtr="0">
              <a:spAutoFit/>
            </a:bodyPr>
            <a:p>
              <a:pPr eaLnBrk="0" hangingPunct="0"/>
              <a:r>
                <a:rPr lang="en-US" altLang="zh-CN" sz="3600" b="1" dirty="0">
                  <a:latin typeface="Bookman Old Style" panose="02050604050505020204" pitchFamily="18" charset="0"/>
                  <a:ea typeface="宋体" panose="02010600030101010101" pitchFamily="2" charset="-122"/>
                </a:rPr>
                <a:t>+</a:t>
              </a:r>
              <a:endParaRPr lang="en-US" altLang="zh-CN" sz="3600" b="1" dirty="0">
                <a:latin typeface="Bookman Old Style" panose="0205060405050502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58" name="Oval 17"/>
            <p:cNvSpPr/>
            <p:nvPr/>
          </p:nvSpPr>
          <p:spPr>
            <a:xfrm>
              <a:off x="3761" y="2271"/>
              <a:ext cx="982" cy="958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solidFill>
                  <a:srgbClr val="CC33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59" name="Oval 18"/>
            <p:cNvSpPr/>
            <p:nvPr/>
          </p:nvSpPr>
          <p:spPr>
            <a:xfrm>
              <a:off x="3959" y="2464"/>
              <a:ext cx="586" cy="572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60" name="Oval 19"/>
            <p:cNvSpPr/>
            <p:nvPr/>
          </p:nvSpPr>
          <p:spPr>
            <a:xfrm>
              <a:off x="3445" y="1923"/>
              <a:ext cx="1654" cy="1615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61" name="Oval 20"/>
            <p:cNvSpPr/>
            <p:nvPr/>
          </p:nvSpPr>
          <p:spPr>
            <a:xfrm>
              <a:off x="4078" y="2579"/>
              <a:ext cx="349" cy="341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solidFill>
                  <a:srgbClr val="CC33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36885" name="Object 21"/>
          <p:cNvGraphicFramePr/>
          <p:nvPr/>
        </p:nvGraphicFramePr>
        <p:xfrm>
          <a:off x="4102735" y="863600"/>
          <a:ext cx="1887220" cy="1401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73100" imgH="431800" progId="Equation.3">
                  <p:embed/>
                </p:oleObj>
              </mc:Choice>
              <mc:Fallback>
                <p:oleObj name="" r:id="rId1" imgW="673100" imgH="4318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02735" y="863600"/>
                        <a:ext cx="1887220" cy="1401445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000099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4"/>
          <p:cNvGrpSpPr/>
          <p:nvPr/>
        </p:nvGrpSpPr>
        <p:grpSpPr>
          <a:xfrm>
            <a:off x="4878388" y="2722245"/>
            <a:ext cx="3157537" cy="3070225"/>
            <a:chOff x="1665" y="1358"/>
            <a:chExt cx="2338" cy="2338"/>
          </a:xfrm>
        </p:grpSpPr>
        <p:grpSp>
          <p:nvGrpSpPr>
            <p:cNvPr id="6164" name="Group 91"/>
            <p:cNvGrpSpPr/>
            <p:nvPr/>
          </p:nvGrpSpPr>
          <p:grpSpPr>
            <a:xfrm>
              <a:off x="2701" y="2431"/>
              <a:ext cx="219" cy="219"/>
              <a:chOff x="2212" y="2356"/>
              <a:chExt cx="234" cy="234"/>
            </a:xfrm>
          </p:grpSpPr>
          <p:sp>
            <p:nvSpPr>
              <p:cNvPr id="189469" name="Oval 29"/>
              <p:cNvSpPr>
                <a:spLocks noChangeArrowheads="1"/>
              </p:cNvSpPr>
              <p:nvPr/>
            </p:nvSpPr>
            <p:spPr bwMode="auto">
              <a:xfrm>
                <a:off x="2212" y="2356"/>
                <a:ext cx="234" cy="234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28575">
                <a:noFill/>
                <a:round/>
              </a:ln>
            </p:spPr>
            <p:txBody>
              <a:bodyPr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66" name="Rectangle 51"/>
              <p:cNvSpPr/>
              <p:nvPr/>
            </p:nvSpPr>
            <p:spPr>
              <a:xfrm>
                <a:off x="2256" y="2463"/>
                <a:ext cx="145" cy="33"/>
              </a:xfrm>
              <a:prstGeom prst="rect">
                <a:avLst/>
              </a:prstGeom>
              <a:solidFill>
                <a:srgbClr val="0033CC"/>
              </a:solidFill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167" name="Group 93"/>
            <p:cNvGrpSpPr/>
            <p:nvPr/>
          </p:nvGrpSpPr>
          <p:grpSpPr>
            <a:xfrm>
              <a:off x="1665" y="1358"/>
              <a:ext cx="2338" cy="2338"/>
              <a:chOff x="1104" y="1200"/>
              <a:chExt cx="2496" cy="2496"/>
            </a:xfrm>
          </p:grpSpPr>
          <p:sp>
            <p:nvSpPr>
              <p:cNvPr id="6168" name="Line 64"/>
              <p:cNvSpPr/>
              <p:nvPr/>
            </p:nvSpPr>
            <p:spPr>
              <a:xfrm flipV="1">
                <a:off x="1680" y="2544"/>
                <a:ext cx="528" cy="19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6169" name="Group 92"/>
              <p:cNvGrpSpPr/>
              <p:nvPr/>
            </p:nvGrpSpPr>
            <p:grpSpPr>
              <a:xfrm>
                <a:off x="1104" y="1200"/>
                <a:ext cx="2496" cy="2496"/>
                <a:chOff x="1104" y="1200"/>
                <a:chExt cx="2496" cy="2496"/>
              </a:xfrm>
            </p:grpSpPr>
            <p:grpSp>
              <p:nvGrpSpPr>
                <p:cNvPr id="6170" name="Group 5"/>
                <p:cNvGrpSpPr/>
                <p:nvPr/>
              </p:nvGrpSpPr>
              <p:grpSpPr>
                <a:xfrm>
                  <a:off x="1104" y="2463"/>
                  <a:ext cx="576" cy="48"/>
                  <a:chOff x="1495" y="3126"/>
                  <a:chExt cx="528" cy="67"/>
                </a:xfrm>
              </p:grpSpPr>
              <p:sp>
                <p:nvSpPr>
                  <p:cNvPr id="6171" name="Line 6"/>
                  <p:cNvSpPr/>
                  <p:nvPr/>
                </p:nvSpPr>
                <p:spPr>
                  <a:xfrm flipH="1">
                    <a:off x="1495" y="3159"/>
                    <a:ext cx="462" cy="1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172" name="Freeform 7"/>
                  <p:cNvSpPr/>
                  <p:nvPr/>
                </p:nvSpPr>
                <p:spPr>
                  <a:xfrm>
                    <a:off x="1924" y="3126"/>
                    <a:ext cx="99" cy="67"/>
                  </a:xfrm>
                  <a:custGeom>
                    <a:avLst/>
                    <a:gdLst/>
                    <a:ahLst/>
                    <a:cxnLst>
                      <a:cxn ang="0">
                        <a:pos x="0" y="67"/>
                      </a:cxn>
                      <a:cxn ang="0">
                        <a:pos x="99" y="33"/>
                      </a:cxn>
                      <a:cxn ang="0">
                        <a:pos x="0" y="0"/>
                      </a:cxn>
                      <a:cxn ang="0">
                        <a:pos x="31" y="33"/>
                      </a:cxn>
                      <a:cxn ang="0">
                        <a:pos x="0" y="67"/>
                      </a:cxn>
                    </a:cxnLst>
                    <a:pathLst>
                      <a:path w="99" h="67">
                        <a:moveTo>
                          <a:pt x="0" y="67"/>
                        </a:moveTo>
                        <a:lnTo>
                          <a:pt x="99" y="33"/>
                        </a:lnTo>
                        <a:lnTo>
                          <a:pt x="0" y="0"/>
                        </a:lnTo>
                        <a:lnTo>
                          <a:pt x="31" y="33"/>
                        </a:lnTo>
                        <a:lnTo>
                          <a:pt x="0" y="67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6173" name="Group 8"/>
                <p:cNvGrpSpPr/>
                <p:nvPr/>
              </p:nvGrpSpPr>
              <p:grpSpPr>
                <a:xfrm>
                  <a:off x="1152" y="2016"/>
                  <a:ext cx="528" cy="240"/>
                  <a:chOff x="1543" y="2727"/>
                  <a:chExt cx="480" cy="192"/>
                </a:xfrm>
              </p:grpSpPr>
              <p:sp>
                <p:nvSpPr>
                  <p:cNvPr id="6174" name="Line 9"/>
                  <p:cNvSpPr/>
                  <p:nvPr/>
                </p:nvSpPr>
                <p:spPr>
                  <a:xfrm flipH="1" flipV="1">
                    <a:off x="1543" y="2727"/>
                    <a:ext cx="419" cy="167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175" name="Freeform 10"/>
                  <p:cNvSpPr/>
                  <p:nvPr/>
                </p:nvSpPr>
                <p:spPr>
                  <a:xfrm>
                    <a:off x="1918" y="2852"/>
                    <a:ext cx="105" cy="67"/>
                  </a:xfrm>
                  <a:custGeom>
                    <a:avLst/>
                    <a:gdLst/>
                    <a:ahLst/>
                    <a:cxnLst>
                      <a:cxn ang="0">
                        <a:pos x="0" y="62"/>
                      </a:cxn>
                      <a:cxn ang="0">
                        <a:pos x="105" y="67"/>
                      </a:cxn>
                      <a:cxn ang="0">
                        <a:pos x="25" y="0"/>
                      </a:cxn>
                      <a:cxn ang="0">
                        <a:pos x="42" y="42"/>
                      </a:cxn>
                      <a:cxn ang="0">
                        <a:pos x="0" y="62"/>
                      </a:cxn>
                    </a:cxnLst>
                    <a:pathLst>
                      <a:path w="105" h="67">
                        <a:moveTo>
                          <a:pt x="0" y="62"/>
                        </a:moveTo>
                        <a:lnTo>
                          <a:pt x="105" y="67"/>
                        </a:lnTo>
                        <a:lnTo>
                          <a:pt x="25" y="0"/>
                        </a:lnTo>
                        <a:lnTo>
                          <a:pt x="42" y="42"/>
                        </a:lnTo>
                        <a:lnTo>
                          <a:pt x="0" y="62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6176" name="Group 11"/>
                <p:cNvGrpSpPr/>
                <p:nvPr/>
              </p:nvGrpSpPr>
              <p:grpSpPr>
                <a:xfrm>
                  <a:off x="1424" y="1623"/>
                  <a:ext cx="400" cy="393"/>
                  <a:chOff x="1767" y="2286"/>
                  <a:chExt cx="400" cy="393"/>
                </a:xfrm>
              </p:grpSpPr>
              <p:sp>
                <p:nvSpPr>
                  <p:cNvPr id="6177" name="Line 12"/>
                  <p:cNvSpPr/>
                  <p:nvPr/>
                </p:nvSpPr>
                <p:spPr>
                  <a:xfrm flipH="1" flipV="1">
                    <a:off x="1767" y="2286"/>
                    <a:ext cx="353" cy="347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178" name="Freeform 13"/>
                  <p:cNvSpPr/>
                  <p:nvPr/>
                </p:nvSpPr>
                <p:spPr>
                  <a:xfrm>
                    <a:off x="2072" y="2586"/>
                    <a:ext cx="95" cy="93"/>
                  </a:xfrm>
                  <a:custGeom>
                    <a:avLst/>
                    <a:gdLst/>
                    <a:ahLst/>
                    <a:cxnLst>
                      <a:cxn ang="0">
                        <a:pos x="0" y="48"/>
                      </a:cxn>
                      <a:cxn ang="0">
                        <a:pos x="95" y="93"/>
                      </a:cxn>
                      <a:cxn ang="0">
                        <a:pos x="47" y="0"/>
                      </a:cxn>
                      <a:cxn ang="0">
                        <a:pos x="46" y="45"/>
                      </a:cxn>
                      <a:cxn ang="0">
                        <a:pos x="0" y="48"/>
                      </a:cxn>
                    </a:cxnLst>
                    <a:pathLst>
                      <a:path w="95" h="93">
                        <a:moveTo>
                          <a:pt x="0" y="48"/>
                        </a:moveTo>
                        <a:lnTo>
                          <a:pt x="95" y="93"/>
                        </a:lnTo>
                        <a:lnTo>
                          <a:pt x="47" y="0"/>
                        </a:lnTo>
                        <a:lnTo>
                          <a:pt x="46" y="45"/>
                        </a:lnTo>
                        <a:lnTo>
                          <a:pt x="0" y="48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6179" name="Group 14"/>
                <p:cNvGrpSpPr/>
                <p:nvPr/>
              </p:nvGrpSpPr>
              <p:grpSpPr>
                <a:xfrm>
                  <a:off x="1824" y="3072"/>
                  <a:ext cx="240" cy="528"/>
                  <a:chOff x="2197" y="3735"/>
                  <a:chExt cx="210" cy="470"/>
                </a:xfrm>
              </p:grpSpPr>
              <p:sp>
                <p:nvSpPr>
                  <p:cNvPr id="6180" name="Line 15"/>
                  <p:cNvSpPr/>
                  <p:nvPr/>
                </p:nvSpPr>
                <p:spPr>
                  <a:xfrm flipH="1">
                    <a:off x="2197" y="3795"/>
                    <a:ext cx="182" cy="410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181" name="Freeform 16"/>
                  <p:cNvSpPr/>
                  <p:nvPr/>
                </p:nvSpPr>
                <p:spPr>
                  <a:xfrm>
                    <a:off x="2336" y="3735"/>
                    <a:ext cx="71" cy="104"/>
                  </a:xfrm>
                  <a:custGeom>
                    <a:avLst/>
                    <a:gdLst/>
                    <a:ahLst/>
                    <a:cxnLst>
                      <a:cxn ang="0">
                        <a:pos x="61" y="104"/>
                      </a:cxn>
                      <a:cxn ang="0">
                        <a:pos x="71" y="0"/>
                      </a:cxn>
                      <a:cxn ang="0">
                        <a:pos x="0" y="77"/>
                      </a:cxn>
                      <a:cxn ang="0">
                        <a:pos x="43" y="62"/>
                      </a:cxn>
                      <a:cxn ang="0">
                        <a:pos x="61" y="104"/>
                      </a:cxn>
                    </a:cxnLst>
                    <a:pathLst>
                      <a:path w="71" h="104">
                        <a:moveTo>
                          <a:pt x="61" y="104"/>
                        </a:moveTo>
                        <a:lnTo>
                          <a:pt x="71" y="0"/>
                        </a:lnTo>
                        <a:lnTo>
                          <a:pt x="0" y="77"/>
                        </a:lnTo>
                        <a:lnTo>
                          <a:pt x="43" y="62"/>
                        </a:lnTo>
                        <a:lnTo>
                          <a:pt x="61" y="104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6182" name="Group 17"/>
                <p:cNvGrpSpPr/>
                <p:nvPr/>
              </p:nvGrpSpPr>
              <p:grpSpPr>
                <a:xfrm>
                  <a:off x="1152" y="2732"/>
                  <a:ext cx="576" cy="196"/>
                  <a:chOff x="1546" y="3395"/>
                  <a:chExt cx="525" cy="158"/>
                </a:xfrm>
              </p:grpSpPr>
              <p:sp>
                <p:nvSpPr>
                  <p:cNvPr id="6183" name="Line 18"/>
                  <p:cNvSpPr/>
                  <p:nvPr/>
                </p:nvSpPr>
                <p:spPr>
                  <a:xfrm flipH="1">
                    <a:off x="1546" y="3418"/>
                    <a:ext cx="462" cy="135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184" name="Freeform 19"/>
                  <p:cNvSpPr/>
                  <p:nvPr/>
                </p:nvSpPr>
                <p:spPr>
                  <a:xfrm>
                    <a:off x="1967" y="3395"/>
                    <a:ext cx="104" cy="64"/>
                  </a:xfrm>
                  <a:custGeom>
                    <a:avLst/>
                    <a:gdLst/>
                    <a:ahLst/>
                    <a:cxnLst>
                      <a:cxn ang="0">
                        <a:pos x="19" y="64"/>
                      </a:cxn>
                      <a:cxn ang="0">
                        <a:pos x="104" y="4"/>
                      </a:cxn>
                      <a:cxn ang="0">
                        <a:pos x="0" y="0"/>
                      </a:cxn>
                      <a:cxn ang="0">
                        <a:pos x="39" y="23"/>
                      </a:cxn>
                      <a:cxn ang="0">
                        <a:pos x="19" y="64"/>
                      </a:cxn>
                    </a:cxnLst>
                    <a:pathLst>
                      <a:path w="104" h="64">
                        <a:moveTo>
                          <a:pt x="19" y="64"/>
                        </a:moveTo>
                        <a:lnTo>
                          <a:pt x="104" y="4"/>
                        </a:lnTo>
                        <a:lnTo>
                          <a:pt x="0" y="0"/>
                        </a:lnTo>
                        <a:lnTo>
                          <a:pt x="39" y="23"/>
                        </a:lnTo>
                        <a:lnTo>
                          <a:pt x="19" y="64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6185" name="Group 20"/>
                <p:cNvGrpSpPr/>
                <p:nvPr/>
              </p:nvGrpSpPr>
              <p:grpSpPr>
                <a:xfrm>
                  <a:off x="1392" y="2928"/>
                  <a:ext cx="432" cy="432"/>
                  <a:chOff x="1815" y="3591"/>
                  <a:chExt cx="352" cy="346"/>
                </a:xfrm>
              </p:grpSpPr>
              <p:sp>
                <p:nvSpPr>
                  <p:cNvPr id="6186" name="Line 21"/>
                  <p:cNvSpPr/>
                  <p:nvPr/>
                </p:nvSpPr>
                <p:spPr>
                  <a:xfrm flipV="1">
                    <a:off x="1815" y="3637"/>
                    <a:ext cx="306" cy="300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187" name="Freeform 22"/>
                  <p:cNvSpPr/>
                  <p:nvPr/>
                </p:nvSpPr>
                <p:spPr>
                  <a:xfrm>
                    <a:off x="2074" y="3591"/>
                    <a:ext cx="93" cy="94"/>
                  </a:xfrm>
                  <a:custGeom>
                    <a:avLst/>
                    <a:gdLst/>
                    <a:ahLst/>
                    <a:cxnLst>
                      <a:cxn ang="0">
                        <a:pos x="47" y="94"/>
                      </a:cxn>
                      <a:cxn ang="0">
                        <a:pos x="93" y="0"/>
                      </a:cxn>
                      <a:cxn ang="0">
                        <a:pos x="0" y="47"/>
                      </a:cxn>
                      <a:cxn ang="0">
                        <a:pos x="45" y="48"/>
                      </a:cxn>
                      <a:cxn ang="0">
                        <a:pos x="47" y="94"/>
                      </a:cxn>
                    </a:cxnLst>
                    <a:pathLst>
                      <a:path w="93" h="94">
                        <a:moveTo>
                          <a:pt x="47" y="94"/>
                        </a:moveTo>
                        <a:lnTo>
                          <a:pt x="93" y="0"/>
                        </a:lnTo>
                        <a:lnTo>
                          <a:pt x="0" y="47"/>
                        </a:lnTo>
                        <a:lnTo>
                          <a:pt x="45" y="48"/>
                        </a:lnTo>
                        <a:lnTo>
                          <a:pt x="47" y="94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6188" name="Group 23"/>
                <p:cNvGrpSpPr/>
                <p:nvPr/>
              </p:nvGrpSpPr>
              <p:grpSpPr>
                <a:xfrm>
                  <a:off x="2256" y="3120"/>
                  <a:ext cx="82" cy="576"/>
                  <a:chOff x="2614" y="3783"/>
                  <a:chExt cx="67" cy="529"/>
                </a:xfrm>
              </p:grpSpPr>
              <p:sp>
                <p:nvSpPr>
                  <p:cNvPr id="6189" name="Line 24"/>
                  <p:cNvSpPr/>
                  <p:nvPr/>
                </p:nvSpPr>
                <p:spPr>
                  <a:xfrm flipV="1">
                    <a:off x="2647" y="3849"/>
                    <a:ext cx="1" cy="463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190" name="Freeform 25"/>
                  <p:cNvSpPr/>
                  <p:nvPr/>
                </p:nvSpPr>
                <p:spPr>
                  <a:xfrm>
                    <a:off x="2614" y="3783"/>
                    <a:ext cx="67" cy="99"/>
                  </a:xfrm>
                  <a:custGeom>
                    <a:avLst/>
                    <a:gdLst/>
                    <a:ahLst/>
                    <a:cxnLst>
                      <a:cxn ang="0">
                        <a:pos x="67" y="99"/>
                      </a:cxn>
                      <a:cxn ang="0">
                        <a:pos x="33" y="0"/>
                      </a:cxn>
                      <a:cxn ang="0">
                        <a:pos x="0" y="99"/>
                      </a:cxn>
                      <a:cxn ang="0">
                        <a:pos x="33" y="68"/>
                      </a:cxn>
                      <a:cxn ang="0">
                        <a:pos x="67" y="99"/>
                      </a:cxn>
                    </a:cxnLst>
                    <a:pathLst>
                      <a:path w="67" h="99">
                        <a:moveTo>
                          <a:pt x="67" y="99"/>
                        </a:moveTo>
                        <a:lnTo>
                          <a:pt x="33" y="0"/>
                        </a:lnTo>
                        <a:lnTo>
                          <a:pt x="0" y="99"/>
                        </a:lnTo>
                        <a:lnTo>
                          <a:pt x="33" y="68"/>
                        </a:lnTo>
                        <a:lnTo>
                          <a:pt x="67" y="99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6191" name="Group 26"/>
                <p:cNvGrpSpPr/>
                <p:nvPr/>
              </p:nvGrpSpPr>
              <p:grpSpPr>
                <a:xfrm>
                  <a:off x="1807" y="1306"/>
                  <a:ext cx="209" cy="518"/>
                  <a:chOff x="2150" y="1969"/>
                  <a:chExt cx="209" cy="518"/>
                </a:xfrm>
              </p:grpSpPr>
              <p:sp>
                <p:nvSpPr>
                  <p:cNvPr id="6192" name="Line 27"/>
                  <p:cNvSpPr/>
                  <p:nvPr/>
                </p:nvSpPr>
                <p:spPr>
                  <a:xfrm flipH="1" flipV="1">
                    <a:off x="2150" y="1969"/>
                    <a:ext cx="184" cy="457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193" name="Freeform 28"/>
                  <p:cNvSpPr/>
                  <p:nvPr/>
                </p:nvSpPr>
                <p:spPr>
                  <a:xfrm>
                    <a:off x="2291" y="2383"/>
                    <a:ext cx="68" cy="104"/>
                  </a:xfrm>
                  <a:custGeom>
                    <a:avLst/>
                    <a:gdLst/>
                    <a:ahLst/>
                    <a:cxnLst>
                      <a:cxn ang="0">
                        <a:pos x="0" y="25"/>
                      </a:cxn>
                      <a:cxn ang="0">
                        <a:pos x="68" y="104"/>
                      </a:cxn>
                      <a:cxn ang="0">
                        <a:pos x="62" y="0"/>
                      </a:cxn>
                      <a:cxn ang="0">
                        <a:pos x="43" y="41"/>
                      </a:cxn>
                      <a:cxn ang="0">
                        <a:pos x="0" y="25"/>
                      </a:cxn>
                    </a:cxnLst>
                    <a:pathLst>
                      <a:path w="68" h="104">
                        <a:moveTo>
                          <a:pt x="0" y="25"/>
                        </a:moveTo>
                        <a:lnTo>
                          <a:pt x="68" y="104"/>
                        </a:lnTo>
                        <a:lnTo>
                          <a:pt x="62" y="0"/>
                        </a:lnTo>
                        <a:lnTo>
                          <a:pt x="43" y="41"/>
                        </a:lnTo>
                        <a:lnTo>
                          <a:pt x="0" y="25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6194" name="Group 30"/>
                <p:cNvGrpSpPr/>
                <p:nvPr/>
              </p:nvGrpSpPr>
              <p:grpSpPr>
                <a:xfrm>
                  <a:off x="3072" y="2462"/>
                  <a:ext cx="528" cy="67"/>
                  <a:chOff x="3415" y="3125"/>
                  <a:chExt cx="528" cy="67"/>
                </a:xfrm>
              </p:grpSpPr>
              <p:sp>
                <p:nvSpPr>
                  <p:cNvPr id="6195" name="Line 31"/>
                  <p:cNvSpPr/>
                  <p:nvPr/>
                </p:nvSpPr>
                <p:spPr>
                  <a:xfrm>
                    <a:off x="3481" y="3159"/>
                    <a:ext cx="462" cy="1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196" name="Freeform 32"/>
                  <p:cNvSpPr/>
                  <p:nvPr/>
                </p:nvSpPr>
                <p:spPr>
                  <a:xfrm>
                    <a:off x="3415" y="3125"/>
                    <a:ext cx="99" cy="67"/>
                  </a:xfrm>
                  <a:custGeom>
                    <a:avLst/>
                    <a:gdLst/>
                    <a:ahLst/>
                    <a:cxnLst>
                      <a:cxn ang="0">
                        <a:pos x="99" y="0"/>
                      </a:cxn>
                      <a:cxn ang="0">
                        <a:pos x="0" y="34"/>
                      </a:cxn>
                      <a:cxn ang="0">
                        <a:pos x="99" y="67"/>
                      </a:cxn>
                      <a:cxn ang="0">
                        <a:pos x="68" y="34"/>
                      </a:cxn>
                      <a:cxn ang="0">
                        <a:pos x="99" y="0"/>
                      </a:cxn>
                    </a:cxnLst>
                    <a:pathLst>
                      <a:path w="99" h="67">
                        <a:moveTo>
                          <a:pt x="99" y="0"/>
                        </a:moveTo>
                        <a:lnTo>
                          <a:pt x="0" y="34"/>
                        </a:lnTo>
                        <a:lnTo>
                          <a:pt x="99" y="67"/>
                        </a:lnTo>
                        <a:lnTo>
                          <a:pt x="68" y="34"/>
                        </a:lnTo>
                        <a:lnTo>
                          <a:pt x="99" y="0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6197" name="Group 33"/>
                <p:cNvGrpSpPr/>
                <p:nvPr/>
              </p:nvGrpSpPr>
              <p:grpSpPr>
                <a:xfrm>
                  <a:off x="2784" y="2976"/>
                  <a:ext cx="432" cy="384"/>
                  <a:chOff x="3127" y="3639"/>
                  <a:chExt cx="384" cy="336"/>
                </a:xfrm>
              </p:grpSpPr>
              <p:sp>
                <p:nvSpPr>
                  <p:cNvPr id="6198" name="Line 34"/>
                  <p:cNvSpPr/>
                  <p:nvPr/>
                </p:nvSpPr>
                <p:spPr>
                  <a:xfrm>
                    <a:off x="3176" y="3682"/>
                    <a:ext cx="335" cy="293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199" name="Freeform 35"/>
                  <p:cNvSpPr/>
                  <p:nvPr/>
                </p:nvSpPr>
                <p:spPr>
                  <a:xfrm>
                    <a:off x="3127" y="3639"/>
                    <a:ext cx="97" cy="90"/>
                  </a:xfrm>
                  <a:custGeom>
                    <a:avLst/>
                    <a:gdLst/>
                    <a:ahLst/>
                    <a:cxnLst>
                      <a:cxn ang="0">
                        <a:pos x="97" y="40"/>
                      </a:cxn>
                      <a:cxn ang="0">
                        <a:pos x="0" y="0"/>
                      </a:cxn>
                      <a:cxn ang="0">
                        <a:pos x="52" y="90"/>
                      </a:cxn>
                      <a:cxn ang="0">
                        <a:pos x="51" y="45"/>
                      </a:cxn>
                      <a:cxn ang="0">
                        <a:pos x="97" y="40"/>
                      </a:cxn>
                    </a:cxnLst>
                    <a:pathLst>
                      <a:path w="97" h="90">
                        <a:moveTo>
                          <a:pt x="97" y="40"/>
                        </a:moveTo>
                        <a:lnTo>
                          <a:pt x="0" y="0"/>
                        </a:lnTo>
                        <a:lnTo>
                          <a:pt x="52" y="90"/>
                        </a:lnTo>
                        <a:lnTo>
                          <a:pt x="51" y="45"/>
                        </a:lnTo>
                        <a:lnTo>
                          <a:pt x="97" y="40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6200" name="Group 36"/>
                <p:cNvGrpSpPr/>
                <p:nvPr/>
              </p:nvGrpSpPr>
              <p:grpSpPr>
                <a:xfrm>
                  <a:off x="2270" y="1200"/>
                  <a:ext cx="52" cy="528"/>
                  <a:chOff x="2613" y="1815"/>
                  <a:chExt cx="67" cy="576"/>
                </a:xfrm>
              </p:grpSpPr>
              <p:sp>
                <p:nvSpPr>
                  <p:cNvPr id="6201" name="Line 37"/>
                  <p:cNvSpPr/>
                  <p:nvPr/>
                </p:nvSpPr>
                <p:spPr>
                  <a:xfrm flipV="1">
                    <a:off x="2647" y="1815"/>
                    <a:ext cx="1" cy="510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202" name="Freeform 38"/>
                  <p:cNvSpPr/>
                  <p:nvPr/>
                </p:nvSpPr>
                <p:spPr>
                  <a:xfrm>
                    <a:off x="2613" y="2292"/>
                    <a:ext cx="67" cy="99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34" y="99"/>
                      </a:cxn>
                      <a:cxn ang="0">
                        <a:pos x="67" y="0"/>
                      </a:cxn>
                      <a:cxn ang="0">
                        <a:pos x="34" y="31"/>
                      </a:cxn>
                      <a:cxn ang="0">
                        <a:pos x="0" y="0"/>
                      </a:cxn>
                    </a:cxnLst>
                    <a:pathLst>
                      <a:path w="67" h="99">
                        <a:moveTo>
                          <a:pt x="0" y="0"/>
                        </a:moveTo>
                        <a:lnTo>
                          <a:pt x="34" y="99"/>
                        </a:lnTo>
                        <a:lnTo>
                          <a:pt x="67" y="0"/>
                        </a:lnTo>
                        <a:lnTo>
                          <a:pt x="34" y="3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6203" name="Group 39"/>
                <p:cNvGrpSpPr/>
                <p:nvPr/>
              </p:nvGrpSpPr>
              <p:grpSpPr>
                <a:xfrm>
                  <a:off x="2880" y="1584"/>
                  <a:ext cx="432" cy="384"/>
                  <a:chOff x="3223" y="2247"/>
                  <a:chExt cx="432" cy="384"/>
                </a:xfrm>
              </p:grpSpPr>
              <p:sp>
                <p:nvSpPr>
                  <p:cNvPr id="6204" name="Line 40"/>
                  <p:cNvSpPr/>
                  <p:nvPr/>
                </p:nvSpPr>
                <p:spPr>
                  <a:xfrm flipV="1">
                    <a:off x="3272" y="2247"/>
                    <a:ext cx="383" cy="341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205" name="Freeform 41"/>
                  <p:cNvSpPr/>
                  <p:nvPr/>
                </p:nvSpPr>
                <p:spPr>
                  <a:xfrm>
                    <a:off x="3223" y="2540"/>
                    <a:ext cx="96" cy="91"/>
                  </a:xfrm>
                  <a:custGeom>
                    <a:avLst/>
                    <a:gdLst/>
                    <a:ahLst/>
                    <a:cxnLst>
                      <a:cxn ang="0">
                        <a:pos x="52" y="0"/>
                      </a:cxn>
                      <a:cxn ang="0">
                        <a:pos x="0" y="91"/>
                      </a:cxn>
                      <a:cxn ang="0">
                        <a:pos x="96" y="50"/>
                      </a:cxn>
                      <a:cxn ang="0">
                        <a:pos x="51" y="46"/>
                      </a:cxn>
                      <a:cxn ang="0">
                        <a:pos x="52" y="0"/>
                      </a:cxn>
                    </a:cxnLst>
                    <a:pathLst>
                      <a:path w="96" h="91">
                        <a:moveTo>
                          <a:pt x="52" y="0"/>
                        </a:moveTo>
                        <a:lnTo>
                          <a:pt x="0" y="91"/>
                        </a:lnTo>
                        <a:lnTo>
                          <a:pt x="96" y="50"/>
                        </a:lnTo>
                        <a:lnTo>
                          <a:pt x="51" y="46"/>
                        </a:lnTo>
                        <a:lnTo>
                          <a:pt x="52" y="0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6206" name="Group 42"/>
                <p:cNvGrpSpPr/>
                <p:nvPr/>
              </p:nvGrpSpPr>
              <p:grpSpPr>
                <a:xfrm>
                  <a:off x="3024" y="2064"/>
                  <a:ext cx="528" cy="192"/>
                  <a:chOff x="3367" y="2727"/>
                  <a:chExt cx="528" cy="192"/>
                </a:xfrm>
              </p:grpSpPr>
              <p:sp>
                <p:nvSpPr>
                  <p:cNvPr id="6207" name="Line 43"/>
                  <p:cNvSpPr/>
                  <p:nvPr/>
                </p:nvSpPr>
                <p:spPr>
                  <a:xfrm flipV="1">
                    <a:off x="3429" y="2727"/>
                    <a:ext cx="466" cy="169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208" name="Freeform 44"/>
                  <p:cNvSpPr/>
                  <p:nvPr/>
                </p:nvSpPr>
                <p:spPr>
                  <a:xfrm>
                    <a:off x="3367" y="2854"/>
                    <a:ext cx="104" cy="65"/>
                  </a:xfrm>
                  <a:custGeom>
                    <a:avLst/>
                    <a:gdLst/>
                    <a:ahLst/>
                    <a:cxnLst>
                      <a:cxn ang="0">
                        <a:pos x="82" y="0"/>
                      </a:cxn>
                      <a:cxn ang="0">
                        <a:pos x="0" y="65"/>
                      </a:cxn>
                      <a:cxn ang="0">
                        <a:pos x="104" y="63"/>
                      </a:cxn>
                      <a:cxn ang="0">
                        <a:pos x="64" y="42"/>
                      </a:cxn>
                      <a:cxn ang="0">
                        <a:pos x="82" y="0"/>
                      </a:cxn>
                    </a:cxnLst>
                    <a:pathLst>
                      <a:path w="104" h="65">
                        <a:moveTo>
                          <a:pt x="82" y="0"/>
                        </a:moveTo>
                        <a:lnTo>
                          <a:pt x="0" y="65"/>
                        </a:lnTo>
                        <a:lnTo>
                          <a:pt x="104" y="63"/>
                        </a:lnTo>
                        <a:lnTo>
                          <a:pt x="64" y="42"/>
                        </a:lnTo>
                        <a:lnTo>
                          <a:pt x="82" y="0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6209" name="Group 45"/>
                <p:cNvGrpSpPr/>
                <p:nvPr/>
              </p:nvGrpSpPr>
              <p:grpSpPr>
                <a:xfrm>
                  <a:off x="2544" y="3072"/>
                  <a:ext cx="192" cy="576"/>
                  <a:chOff x="2887" y="3735"/>
                  <a:chExt cx="192" cy="528"/>
                </a:xfrm>
              </p:grpSpPr>
              <p:sp>
                <p:nvSpPr>
                  <p:cNvPr id="6210" name="Line 46"/>
                  <p:cNvSpPr/>
                  <p:nvPr/>
                </p:nvSpPr>
                <p:spPr>
                  <a:xfrm>
                    <a:off x="2910" y="3797"/>
                    <a:ext cx="169" cy="466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211" name="Freeform 47"/>
                  <p:cNvSpPr/>
                  <p:nvPr/>
                </p:nvSpPr>
                <p:spPr>
                  <a:xfrm>
                    <a:off x="2887" y="3735"/>
                    <a:ext cx="65" cy="104"/>
                  </a:xfrm>
                  <a:custGeom>
                    <a:avLst/>
                    <a:gdLst/>
                    <a:ahLst/>
                    <a:cxnLst>
                      <a:cxn ang="0">
                        <a:pos x="65" y="82"/>
                      </a:cxn>
                      <a:cxn ang="0">
                        <a:pos x="0" y="0"/>
                      </a:cxn>
                      <a:cxn ang="0">
                        <a:pos x="2" y="104"/>
                      </a:cxn>
                      <a:cxn ang="0">
                        <a:pos x="23" y="64"/>
                      </a:cxn>
                      <a:cxn ang="0">
                        <a:pos x="65" y="82"/>
                      </a:cxn>
                    </a:cxnLst>
                    <a:pathLst>
                      <a:path w="65" h="104">
                        <a:moveTo>
                          <a:pt x="65" y="82"/>
                        </a:moveTo>
                        <a:lnTo>
                          <a:pt x="0" y="0"/>
                        </a:lnTo>
                        <a:lnTo>
                          <a:pt x="2" y="104"/>
                        </a:lnTo>
                        <a:lnTo>
                          <a:pt x="23" y="64"/>
                        </a:lnTo>
                        <a:lnTo>
                          <a:pt x="65" y="82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6212" name="Group 48"/>
                <p:cNvGrpSpPr/>
                <p:nvPr/>
              </p:nvGrpSpPr>
              <p:grpSpPr>
                <a:xfrm>
                  <a:off x="2976" y="2784"/>
                  <a:ext cx="480" cy="192"/>
                  <a:chOff x="3319" y="3447"/>
                  <a:chExt cx="480" cy="192"/>
                </a:xfrm>
              </p:grpSpPr>
              <p:sp>
                <p:nvSpPr>
                  <p:cNvPr id="6213" name="Line 49"/>
                  <p:cNvSpPr/>
                  <p:nvPr/>
                </p:nvSpPr>
                <p:spPr>
                  <a:xfrm>
                    <a:off x="3380" y="3472"/>
                    <a:ext cx="419" cy="167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214" name="Freeform 50"/>
                  <p:cNvSpPr/>
                  <p:nvPr/>
                </p:nvSpPr>
                <p:spPr>
                  <a:xfrm>
                    <a:off x="3319" y="3447"/>
                    <a:ext cx="105" cy="67"/>
                  </a:xfrm>
                  <a:custGeom>
                    <a:avLst/>
                    <a:gdLst/>
                    <a:ahLst/>
                    <a:cxnLst>
                      <a:cxn ang="0">
                        <a:pos x="105" y="5"/>
                      </a:cxn>
                      <a:cxn ang="0">
                        <a:pos x="0" y="0"/>
                      </a:cxn>
                      <a:cxn ang="0">
                        <a:pos x="80" y="67"/>
                      </a:cxn>
                      <a:cxn ang="0">
                        <a:pos x="63" y="25"/>
                      </a:cxn>
                      <a:cxn ang="0">
                        <a:pos x="105" y="5"/>
                      </a:cxn>
                    </a:cxnLst>
                    <a:pathLst>
                      <a:path w="105" h="67">
                        <a:moveTo>
                          <a:pt x="105" y="5"/>
                        </a:moveTo>
                        <a:lnTo>
                          <a:pt x="0" y="0"/>
                        </a:lnTo>
                        <a:lnTo>
                          <a:pt x="80" y="67"/>
                        </a:lnTo>
                        <a:lnTo>
                          <a:pt x="63" y="25"/>
                        </a:lnTo>
                        <a:lnTo>
                          <a:pt x="105" y="5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6215" name="Group 52"/>
                <p:cNvGrpSpPr/>
                <p:nvPr/>
              </p:nvGrpSpPr>
              <p:grpSpPr>
                <a:xfrm>
                  <a:off x="2655" y="1322"/>
                  <a:ext cx="240" cy="480"/>
                  <a:chOff x="2998" y="1985"/>
                  <a:chExt cx="240" cy="480"/>
                </a:xfrm>
              </p:grpSpPr>
              <p:sp>
                <p:nvSpPr>
                  <p:cNvPr id="6216" name="Line 53"/>
                  <p:cNvSpPr/>
                  <p:nvPr/>
                </p:nvSpPr>
                <p:spPr>
                  <a:xfrm flipV="1">
                    <a:off x="3028" y="1985"/>
                    <a:ext cx="210" cy="421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217" name="Freeform 54"/>
                  <p:cNvSpPr/>
                  <p:nvPr/>
                </p:nvSpPr>
                <p:spPr>
                  <a:xfrm>
                    <a:off x="2998" y="2361"/>
                    <a:ext cx="73" cy="104"/>
                  </a:xfrm>
                  <a:custGeom>
                    <a:avLst/>
                    <a:gdLst/>
                    <a:ahLst/>
                    <a:cxnLst>
                      <a:cxn ang="0">
                        <a:pos x="13" y="0"/>
                      </a:cxn>
                      <a:cxn ang="0">
                        <a:pos x="0" y="104"/>
                      </a:cxn>
                      <a:cxn ang="0">
                        <a:pos x="73" y="30"/>
                      </a:cxn>
                      <a:cxn ang="0">
                        <a:pos x="30" y="43"/>
                      </a:cxn>
                      <a:cxn ang="0">
                        <a:pos x="13" y="0"/>
                      </a:cxn>
                    </a:cxnLst>
                    <a:pathLst>
                      <a:path w="73" h="104">
                        <a:moveTo>
                          <a:pt x="13" y="0"/>
                        </a:moveTo>
                        <a:lnTo>
                          <a:pt x="0" y="104"/>
                        </a:lnTo>
                        <a:lnTo>
                          <a:pt x="73" y="30"/>
                        </a:lnTo>
                        <a:lnTo>
                          <a:pt x="30" y="43"/>
                        </a:lnTo>
                        <a:lnTo>
                          <a:pt x="13" y="0"/>
                        </a:lnTo>
                        <a:close/>
                      </a:path>
                    </a:pathLst>
                  </a:custGeom>
                  <a:solidFill>
                    <a:srgbClr val="0033CC"/>
                  </a:soli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6218" name="Line 55"/>
                <p:cNvSpPr/>
                <p:nvPr/>
              </p:nvSpPr>
              <p:spPr>
                <a:xfrm>
                  <a:off x="2448" y="2496"/>
                  <a:ext cx="624" cy="1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19" name="Line 56"/>
                <p:cNvSpPr/>
                <p:nvPr/>
              </p:nvSpPr>
              <p:spPr>
                <a:xfrm flipH="1">
                  <a:off x="2448" y="2256"/>
                  <a:ext cx="576" cy="192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20" name="Line 57"/>
                <p:cNvSpPr/>
                <p:nvPr/>
              </p:nvSpPr>
              <p:spPr>
                <a:xfrm flipH="1">
                  <a:off x="2400" y="1968"/>
                  <a:ext cx="480" cy="432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21" name="Line 58"/>
                <p:cNvSpPr/>
                <p:nvPr/>
              </p:nvSpPr>
              <p:spPr>
                <a:xfrm flipH="1">
                  <a:off x="2352" y="1824"/>
                  <a:ext cx="288" cy="52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22" name="Line 59"/>
                <p:cNvSpPr/>
                <p:nvPr/>
              </p:nvSpPr>
              <p:spPr>
                <a:xfrm>
                  <a:off x="2304" y="1728"/>
                  <a:ext cx="1" cy="624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23" name="Line 60"/>
                <p:cNvSpPr/>
                <p:nvPr/>
              </p:nvSpPr>
              <p:spPr>
                <a:xfrm>
                  <a:off x="2016" y="1824"/>
                  <a:ext cx="240" cy="52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24" name="Line 61"/>
                <p:cNvSpPr/>
                <p:nvPr/>
              </p:nvSpPr>
              <p:spPr>
                <a:xfrm>
                  <a:off x="1632" y="2496"/>
                  <a:ext cx="576" cy="1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25" name="Line 62"/>
                <p:cNvSpPr/>
                <p:nvPr/>
              </p:nvSpPr>
              <p:spPr>
                <a:xfrm>
                  <a:off x="1680" y="2256"/>
                  <a:ext cx="528" cy="192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26" name="Line 63"/>
                <p:cNvSpPr/>
                <p:nvPr/>
              </p:nvSpPr>
              <p:spPr>
                <a:xfrm>
                  <a:off x="1824" y="2016"/>
                  <a:ext cx="384" cy="384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27" name="Line 65"/>
                <p:cNvSpPr/>
                <p:nvPr/>
              </p:nvSpPr>
              <p:spPr>
                <a:xfrm flipV="1">
                  <a:off x="1824" y="2544"/>
                  <a:ext cx="432" cy="384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28" name="Line 66"/>
                <p:cNvSpPr/>
                <p:nvPr/>
              </p:nvSpPr>
              <p:spPr>
                <a:xfrm flipV="1">
                  <a:off x="2064" y="2592"/>
                  <a:ext cx="192" cy="48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29" name="Line 67"/>
                <p:cNvSpPr/>
                <p:nvPr/>
              </p:nvSpPr>
              <p:spPr>
                <a:xfrm flipV="1">
                  <a:off x="2304" y="2592"/>
                  <a:ext cx="1" cy="52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30" name="Line 68"/>
                <p:cNvSpPr/>
                <p:nvPr/>
              </p:nvSpPr>
              <p:spPr>
                <a:xfrm>
                  <a:off x="2352" y="2592"/>
                  <a:ext cx="192" cy="528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31" name="Line 69"/>
                <p:cNvSpPr/>
                <p:nvPr/>
              </p:nvSpPr>
              <p:spPr>
                <a:xfrm>
                  <a:off x="2400" y="2592"/>
                  <a:ext cx="384" cy="384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232" name="Line 70"/>
                <p:cNvSpPr/>
                <p:nvPr/>
              </p:nvSpPr>
              <p:spPr>
                <a:xfrm>
                  <a:off x="2448" y="2544"/>
                  <a:ext cx="528" cy="24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6233" name="Group 85"/>
            <p:cNvGrpSpPr/>
            <p:nvPr/>
          </p:nvGrpSpPr>
          <p:grpSpPr>
            <a:xfrm>
              <a:off x="1761" y="1487"/>
              <a:ext cx="2113" cy="2113"/>
              <a:chOff x="1200" y="1440"/>
              <a:chExt cx="2256" cy="2256"/>
            </a:xfrm>
          </p:grpSpPr>
          <p:sp>
            <p:nvSpPr>
              <p:cNvPr id="6234" name="Oval 86"/>
              <p:cNvSpPr/>
              <p:nvPr/>
            </p:nvSpPr>
            <p:spPr>
              <a:xfrm>
                <a:off x="1632" y="1872"/>
                <a:ext cx="1392" cy="1392"/>
              </a:xfrm>
              <a:prstGeom prst="ellipse">
                <a:avLst/>
              </a:pr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35" name="Oval 87"/>
              <p:cNvSpPr/>
              <p:nvPr/>
            </p:nvSpPr>
            <p:spPr>
              <a:xfrm>
                <a:off x="1920" y="2160"/>
                <a:ext cx="816" cy="816"/>
              </a:xfrm>
              <a:prstGeom prst="ellipse">
                <a:avLst/>
              </a:pr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36" name="Oval 88"/>
              <p:cNvSpPr/>
              <p:nvPr/>
            </p:nvSpPr>
            <p:spPr>
              <a:xfrm>
                <a:off x="2064" y="2304"/>
                <a:ext cx="528" cy="528"/>
              </a:xfrm>
              <a:prstGeom prst="ellipse">
                <a:avLst/>
              </a:pr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37" name="Oval 89"/>
              <p:cNvSpPr/>
              <p:nvPr/>
            </p:nvSpPr>
            <p:spPr>
              <a:xfrm>
                <a:off x="2160" y="2400"/>
                <a:ext cx="336" cy="336"/>
              </a:xfrm>
              <a:prstGeom prst="ellipse">
                <a:avLst/>
              </a:pr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38" name="Oval 90"/>
              <p:cNvSpPr/>
              <p:nvPr/>
            </p:nvSpPr>
            <p:spPr>
              <a:xfrm>
                <a:off x="1200" y="1440"/>
                <a:ext cx="2256" cy="2256"/>
              </a:xfrm>
              <a:prstGeom prst="ellipse">
                <a:avLst/>
              </a:pr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1493" name="Rectangle 5"/>
          <p:cNvSpPr>
            <a:spLocks noChangeArrowheads="1"/>
          </p:cNvSpPr>
          <p:nvPr/>
        </p:nvSpPr>
        <p:spPr bwMode="auto">
          <a:xfrm>
            <a:off x="1203325" y="1066800"/>
            <a:ext cx="7458075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p>
            <a:pPr fontAlgn="base"/>
            <a:r>
              <a:rPr lang="zh-CN" altLang="en-US" sz="3200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一对等量异号点电荷的电场线和等势面</a:t>
            </a:r>
            <a:endParaRPr lang="zh-CN" altLang="en-US" sz="3200" b="1" strike="noStrike" noProof="1" dirty="0">
              <a:solidFill>
                <a:srgbClr val="CC0000"/>
              </a:solidFill>
              <a:effectLst>
                <a:outerShdw blurRad="38100" dist="38100" dir="2700000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95"/>
          <p:cNvGrpSpPr/>
          <p:nvPr/>
        </p:nvGrpSpPr>
        <p:grpSpPr>
          <a:xfrm>
            <a:off x="552450" y="1831658"/>
            <a:ext cx="5608638" cy="4129087"/>
            <a:chOff x="1086" y="1303"/>
            <a:chExt cx="3533" cy="2601"/>
          </a:xfrm>
        </p:grpSpPr>
        <p:sp>
          <p:nvSpPr>
            <p:cNvPr id="7171" name="Freeform 7"/>
            <p:cNvSpPr/>
            <p:nvPr/>
          </p:nvSpPr>
          <p:spPr>
            <a:xfrm>
              <a:off x="2363" y="2635"/>
              <a:ext cx="1169" cy="1191"/>
            </a:xfrm>
            <a:custGeom>
              <a:avLst/>
              <a:gdLst/>
              <a:ahLst/>
              <a:cxnLst>
                <a:cxn ang="0">
                  <a:pos x="439" y="3"/>
                </a:cxn>
                <a:cxn ang="0">
                  <a:pos x="439" y="25"/>
                </a:cxn>
                <a:cxn ang="0">
                  <a:pos x="437" y="62"/>
                </a:cxn>
                <a:cxn ang="0">
                  <a:pos x="432" y="98"/>
                </a:cxn>
                <a:cxn ang="0">
                  <a:pos x="425" y="131"/>
                </a:cxn>
                <a:cxn ang="0">
                  <a:pos x="416" y="164"/>
                </a:cxn>
                <a:cxn ang="0">
                  <a:pos x="406" y="195"/>
                </a:cxn>
                <a:cxn ang="0">
                  <a:pos x="393" y="223"/>
                </a:cxn>
                <a:cxn ang="0">
                  <a:pos x="379" y="251"/>
                </a:cxn>
                <a:cxn ang="0">
                  <a:pos x="362" y="276"/>
                </a:cxn>
                <a:cxn ang="0">
                  <a:pos x="345" y="297"/>
                </a:cxn>
                <a:cxn ang="0">
                  <a:pos x="326" y="318"/>
                </a:cxn>
                <a:cxn ang="0">
                  <a:pos x="307" y="334"/>
                </a:cxn>
                <a:cxn ang="0">
                  <a:pos x="285" y="347"/>
                </a:cxn>
                <a:cxn ang="0">
                  <a:pos x="263" y="358"/>
                </a:cxn>
                <a:cxn ang="0">
                  <a:pos x="252" y="362"/>
                </a:cxn>
                <a:cxn ang="0">
                  <a:pos x="241" y="366"/>
                </a:cxn>
                <a:cxn ang="0">
                  <a:pos x="229" y="368"/>
                </a:cxn>
                <a:cxn ang="0">
                  <a:pos x="216" y="370"/>
                </a:cxn>
                <a:cxn ang="0">
                  <a:pos x="205" y="370"/>
                </a:cxn>
                <a:cxn ang="0">
                  <a:pos x="189" y="368"/>
                </a:cxn>
                <a:cxn ang="0">
                  <a:pos x="173" y="366"/>
                </a:cxn>
                <a:cxn ang="0">
                  <a:pos x="158" y="362"/>
                </a:cxn>
                <a:cxn ang="0">
                  <a:pos x="143" y="357"/>
                </a:cxn>
                <a:cxn ang="0">
                  <a:pos x="128" y="349"/>
                </a:cxn>
                <a:cxn ang="0">
                  <a:pos x="113" y="341"/>
                </a:cxn>
                <a:cxn ang="0">
                  <a:pos x="100" y="331"/>
                </a:cxn>
                <a:cxn ang="0">
                  <a:pos x="86" y="319"/>
                </a:cxn>
                <a:cxn ang="0">
                  <a:pos x="72" y="306"/>
                </a:cxn>
                <a:cxn ang="0">
                  <a:pos x="61" y="293"/>
                </a:cxn>
                <a:cxn ang="0">
                  <a:pos x="48" y="277"/>
                </a:cxn>
                <a:cxn ang="0">
                  <a:pos x="38" y="261"/>
                </a:cxn>
                <a:cxn ang="0">
                  <a:pos x="27" y="242"/>
                </a:cxn>
                <a:cxn ang="0">
                  <a:pos x="17" y="223"/>
                </a:cxn>
                <a:cxn ang="0">
                  <a:pos x="9" y="204"/>
                </a:cxn>
                <a:cxn ang="0">
                  <a:pos x="0" y="182"/>
                </a:cxn>
              </a:cxnLst>
              <a:pathLst>
                <a:path w="1620" h="1759">
                  <a:moveTo>
                    <a:pt x="1620" y="0"/>
                  </a:moveTo>
                  <a:lnTo>
                    <a:pt x="1620" y="16"/>
                  </a:lnTo>
                  <a:lnTo>
                    <a:pt x="1620" y="31"/>
                  </a:lnTo>
                  <a:lnTo>
                    <a:pt x="1619" y="120"/>
                  </a:lnTo>
                  <a:lnTo>
                    <a:pt x="1616" y="208"/>
                  </a:lnTo>
                  <a:lnTo>
                    <a:pt x="1610" y="294"/>
                  </a:lnTo>
                  <a:lnTo>
                    <a:pt x="1602" y="379"/>
                  </a:lnTo>
                  <a:lnTo>
                    <a:pt x="1593" y="463"/>
                  </a:lnTo>
                  <a:lnTo>
                    <a:pt x="1581" y="545"/>
                  </a:lnTo>
                  <a:lnTo>
                    <a:pt x="1568" y="625"/>
                  </a:lnTo>
                  <a:lnTo>
                    <a:pt x="1552" y="704"/>
                  </a:lnTo>
                  <a:lnTo>
                    <a:pt x="1535" y="780"/>
                  </a:lnTo>
                  <a:lnTo>
                    <a:pt x="1516" y="855"/>
                  </a:lnTo>
                  <a:lnTo>
                    <a:pt x="1495" y="927"/>
                  </a:lnTo>
                  <a:lnTo>
                    <a:pt x="1472" y="997"/>
                  </a:lnTo>
                  <a:lnTo>
                    <a:pt x="1448" y="1065"/>
                  </a:lnTo>
                  <a:lnTo>
                    <a:pt x="1423" y="1130"/>
                  </a:lnTo>
                  <a:lnTo>
                    <a:pt x="1396" y="1193"/>
                  </a:lnTo>
                  <a:lnTo>
                    <a:pt x="1367" y="1253"/>
                  </a:lnTo>
                  <a:lnTo>
                    <a:pt x="1337" y="1310"/>
                  </a:lnTo>
                  <a:lnTo>
                    <a:pt x="1306" y="1364"/>
                  </a:lnTo>
                  <a:lnTo>
                    <a:pt x="1273" y="1416"/>
                  </a:lnTo>
                  <a:lnTo>
                    <a:pt x="1239" y="1464"/>
                  </a:lnTo>
                  <a:lnTo>
                    <a:pt x="1204" y="1509"/>
                  </a:lnTo>
                  <a:lnTo>
                    <a:pt x="1168" y="1550"/>
                  </a:lnTo>
                  <a:lnTo>
                    <a:pt x="1131" y="1589"/>
                  </a:lnTo>
                  <a:lnTo>
                    <a:pt x="1092" y="1623"/>
                  </a:lnTo>
                  <a:lnTo>
                    <a:pt x="1053" y="1654"/>
                  </a:lnTo>
                  <a:lnTo>
                    <a:pt x="1013" y="1681"/>
                  </a:lnTo>
                  <a:lnTo>
                    <a:pt x="972" y="1705"/>
                  </a:lnTo>
                  <a:lnTo>
                    <a:pt x="951" y="1715"/>
                  </a:lnTo>
                  <a:lnTo>
                    <a:pt x="930" y="1724"/>
                  </a:lnTo>
                  <a:lnTo>
                    <a:pt x="909" y="1732"/>
                  </a:lnTo>
                  <a:lnTo>
                    <a:pt x="888" y="1739"/>
                  </a:lnTo>
                  <a:lnTo>
                    <a:pt x="866" y="1745"/>
                  </a:lnTo>
                  <a:lnTo>
                    <a:pt x="844" y="1750"/>
                  </a:lnTo>
                  <a:lnTo>
                    <a:pt x="822" y="1754"/>
                  </a:lnTo>
                  <a:lnTo>
                    <a:pt x="800" y="1757"/>
                  </a:lnTo>
                  <a:lnTo>
                    <a:pt x="778" y="1758"/>
                  </a:lnTo>
                  <a:lnTo>
                    <a:pt x="756" y="1759"/>
                  </a:lnTo>
                  <a:lnTo>
                    <a:pt x="727" y="1758"/>
                  </a:lnTo>
                  <a:lnTo>
                    <a:pt x="697" y="1755"/>
                  </a:lnTo>
                  <a:lnTo>
                    <a:pt x="668" y="1750"/>
                  </a:lnTo>
                  <a:lnTo>
                    <a:pt x="639" y="1743"/>
                  </a:lnTo>
                  <a:lnTo>
                    <a:pt x="611" y="1734"/>
                  </a:lnTo>
                  <a:lnTo>
                    <a:pt x="582" y="1724"/>
                  </a:lnTo>
                  <a:lnTo>
                    <a:pt x="554" y="1711"/>
                  </a:lnTo>
                  <a:lnTo>
                    <a:pt x="526" y="1697"/>
                  </a:lnTo>
                  <a:lnTo>
                    <a:pt x="499" y="1681"/>
                  </a:lnTo>
                  <a:lnTo>
                    <a:pt x="472" y="1663"/>
                  </a:lnTo>
                  <a:lnTo>
                    <a:pt x="445" y="1643"/>
                  </a:lnTo>
                  <a:lnTo>
                    <a:pt x="418" y="1622"/>
                  </a:lnTo>
                  <a:lnTo>
                    <a:pt x="392" y="1599"/>
                  </a:lnTo>
                  <a:lnTo>
                    <a:pt x="366" y="1574"/>
                  </a:lnTo>
                  <a:lnTo>
                    <a:pt x="341" y="1547"/>
                  </a:lnTo>
                  <a:lnTo>
                    <a:pt x="317" y="1519"/>
                  </a:lnTo>
                  <a:lnTo>
                    <a:pt x="292" y="1489"/>
                  </a:lnTo>
                  <a:lnTo>
                    <a:pt x="268" y="1458"/>
                  </a:lnTo>
                  <a:lnTo>
                    <a:pt x="245" y="1425"/>
                  </a:lnTo>
                  <a:lnTo>
                    <a:pt x="223" y="1391"/>
                  </a:lnTo>
                  <a:lnTo>
                    <a:pt x="200" y="1355"/>
                  </a:lnTo>
                  <a:lnTo>
                    <a:pt x="179" y="1318"/>
                  </a:lnTo>
                  <a:lnTo>
                    <a:pt x="158" y="1279"/>
                  </a:lnTo>
                  <a:lnTo>
                    <a:pt x="138" y="1239"/>
                  </a:lnTo>
                  <a:lnTo>
                    <a:pt x="118" y="1197"/>
                  </a:lnTo>
                  <a:lnTo>
                    <a:pt x="99" y="1154"/>
                  </a:lnTo>
                  <a:lnTo>
                    <a:pt x="81" y="1110"/>
                  </a:lnTo>
                  <a:lnTo>
                    <a:pt x="63" y="1064"/>
                  </a:lnTo>
                  <a:lnTo>
                    <a:pt x="46" y="1017"/>
                  </a:lnTo>
                  <a:lnTo>
                    <a:pt x="30" y="969"/>
                  </a:lnTo>
                  <a:lnTo>
                    <a:pt x="15" y="920"/>
                  </a:lnTo>
                  <a:lnTo>
                    <a:pt x="0" y="869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72" name="Freeform 8"/>
            <p:cNvSpPr/>
            <p:nvPr/>
          </p:nvSpPr>
          <p:spPr>
            <a:xfrm>
              <a:off x="2319" y="3050"/>
              <a:ext cx="48" cy="70"/>
            </a:xfrm>
            <a:custGeom>
              <a:avLst/>
              <a:gdLst/>
              <a:ahLst/>
              <a:cxnLst>
                <a:cxn ang="0">
                  <a:pos x="19" y="18"/>
                </a:cxn>
                <a:cxn ang="0">
                  <a:pos x="2" y="0"/>
                </a:cxn>
                <a:cxn ang="0">
                  <a:pos x="0" y="22"/>
                </a:cxn>
                <a:cxn ang="0">
                  <a:pos x="7" y="13"/>
                </a:cxn>
                <a:cxn ang="0">
                  <a:pos x="19" y="18"/>
                </a:cxn>
              </a:cxnLst>
              <a:pathLst>
                <a:path w="65" h="104">
                  <a:moveTo>
                    <a:pt x="65" y="87"/>
                  </a:moveTo>
                  <a:lnTo>
                    <a:pt x="7" y="0"/>
                  </a:lnTo>
                  <a:lnTo>
                    <a:pt x="0" y="104"/>
                  </a:lnTo>
                  <a:lnTo>
                    <a:pt x="24" y="66"/>
                  </a:lnTo>
                  <a:lnTo>
                    <a:pt x="65" y="87"/>
                  </a:lnTo>
                  <a:close/>
                </a:path>
              </a:pathLst>
            </a:custGeom>
            <a:solidFill>
              <a:srgbClr val="0000FF"/>
            </a:soli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73" name="Freeform 10"/>
            <p:cNvSpPr/>
            <p:nvPr/>
          </p:nvSpPr>
          <p:spPr>
            <a:xfrm>
              <a:off x="2348" y="2331"/>
              <a:ext cx="1094" cy="202"/>
            </a:xfrm>
            <a:custGeom>
              <a:avLst/>
              <a:gdLst/>
              <a:ahLst/>
              <a:cxnLst>
                <a:cxn ang="0">
                  <a:pos x="0" y="63"/>
                </a:cxn>
                <a:cxn ang="0">
                  <a:pos x="12" y="56"/>
                </a:cxn>
                <a:cxn ang="0">
                  <a:pos x="24" y="49"/>
                </a:cxn>
                <a:cxn ang="0">
                  <a:pos x="36" y="42"/>
                </a:cxn>
                <a:cxn ang="0">
                  <a:pos x="49" y="36"/>
                </a:cxn>
                <a:cxn ang="0">
                  <a:pos x="62" y="31"/>
                </a:cxn>
                <a:cxn ang="0">
                  <a:pos x="75" y="25"/>
                </a:cxn>
                <a:cxn ang="0">
                  <a:pos x="89" y="21"/>
                </a:cxn>
                <a:cxn ang="0">
                  <a:pos x="102" y="16"/>
                </a:cxn>
                <a:cxn ang="0">
                  <a:pos x="116" y="12"/>
                </a:cxn>
                <a:cxn ang="0">
                  <a:pos x="130" y="9"/>
                </a:cxn>
                <a:cxn ang="0">
                  <a:pos x="144" y="6"/>
                </a:cxn>
                <a:cxn ang="0">
                  <a:pos x="158" y="4"/>
                </a:cxn>
                <a:cxn ang="0">
                  <a:pos x="173" y="2"/>
                </a:cxn>
                <a:cxn ang="0">
                  <a:pos x="187" y="1"/>
                </a:cxn>
                <a:cxn ang="0">
                  <a:pos x="201" y="1"/>
                </a:cxn>
                <a:cxn ang="0">
                  <a:pos x="216" y="0"/>
                </a:cxn>
                <a:cxn ang="0">
                  <a:pos x="230" y="1"/>
                </a:cxn>
                <a:cxn ang="0">
                  <a:pos x="243" y="1"/>
                </a:cxn>
                <a:cxn ang="0">
                  <a:pos x="257" y="2"/>
                </a:cxn>
                <a:cxn ang="0">
                  <a:pos x="270" y="3"/>
                </a:cxn>
                <a:cxn ang="0">
                  <a:pos x="283" y="5"/>
                </a:cxn>
                <a:cxn ang="0">
                  <a:pos x="296" y="8"/>
                </a:cxn>
                <a:cxn ang="0">
                  <a:pos x="309" y="11"/>
                </a:cxn>
                <a:cxn ang="0">
                  <a:pos x="323" y="14"/>
                </a:cxn>
                <a:cxn ang="0">
                  <a:pos x="336" y="18"/>
                </a:cxn>
                <a:cxn ang="0">
                  <a:pos x="348" y="22"/>
                </a:cxn>
                <a:cxn ang="0">
                  <a:pos x="360" y="26"/>
                </a:cxn>
                <a:cxn ang="0">
                  <a:pos x="373" y="31"/>
                </a:cxn>
                <a:cxn ang="0">
                  <a:pos x="385" y="37"/>
                </a:cxn>
                <a:cxn ang="0">
                  <a:pos x="397" y="42"/>
                </a:cxn>
                <a:cxn ang="0">
                  <a:pos x="408" y="49"/>
                </a:cxn>
                <a:cxn ang="0">
                  <a:pos x="420" y="55"/>
                </a:cxn>
              </a:cxnLst>
              <a:pathLst>
                <a:path w="1506" h="298">
                  <a:moveTo>
                    <a:pt x="0" y="298"/>
                  </a:moveTo>
                  <a:lnTo>
                    <a:pt x="43" y="263"/>
                  </a:lnTo>
                  <a:lnTo>
                    <a:pt x="86" y="230"/>
                  </a:lnTo>
                  <a:lnTo>
                    <a:pt x="131" y="199"/>
                  </a:lnTo>
                  <a:lnTo>
                    <a:pt x="176" y="170"/>
                  </a:lnTo>
                  <a:lnTo>
                    <a:pt x="223" y="143"/>
                  </a:lnTo>
                  <a:lnTo>
                    <a:pt x="270" y="119"/>
                  </a:lnTo>
                  <a:lnTo>
                    <a:pt x="318" y="97"/>
                  </a:lnTo>
                  <a:lnTo>
                    <a:pt x="367" y="77"/>
                  </a:lnTo>
                  <a:lnTo>
                    <a:pt x="416" y="59"/>
                  </a:lnTo>
                  <a:lnTo>
                    <a:pt x="467" y="43"/>
                  </a:lnTo>
                  <a:lnTo>
                    <a:pt x="517" y="30"/>
                  </a:lnTo>
                  <a:lnTo>
                    <a:pt x="568" y="19"/>
                  </a:lnTo>
                  <a:lnTo>
                    <a:pt x="620" y="11"/>
                  </a:lnTo>
                  <a:lnTo>
                    <a:pt x="671" y="5"/>
                  </a:lnTo>
                  <a:lnTo>
                    <a:pt x="724" y="1"/>
                  </a:lnTo>
                  <a:lnTo>
                    <a:pt x="776" y="0"/>
                  </a:lnTo>
                  <a:lnTo>
                    <a:pt x="825" y="1"/>
                  </a:lnTo>
                  <a:lnTo>
                    <a:pt x="873" y="4"/>
                  </a:lnTo>
                  <a:lnTo>
                    <a:pt x="922" y="10"/>
                  </a:lnTo>
                  <a:lnTo>
                    <a:pt x="970" y="17"/>
                  </a:lnTo>
                  <a:lnTo>
                    <a:pt x="1017" y="26"/>
                  </a:lnTo>
                  <a:lnTo>
                    <a:pt x="1065" y="38"/>
                  </a:lnTo>
                  <a:lnTo>
                    <a:pt x="1111" y="51"/>
                  </a:lnTo>
                  <a:lnTo>
                    <a:pt x="1158" y="67"/>
                  </a:lnTo>
                  <a:lnTo>
                    <a:pt x="1204" y="84"/>
                  </a:lnTo>
                  <a:lnTo>
                    <a:pt x="1249" y="104"/>
                  </a:lnTo>
                  <a:lnTo>
                    <a:pt x="1294" y="125"/>
                  </a:lnTo>
                  <a:lnTo>
                    <a:pt x="1338" y="149"/>
                  </a:lnTo>
                  <a:lnTo>
                    <a:pt x="1381" y="174"/>
                  </a:lnTo>
                  <a:lnTo>
                    <a:pt x="1424" y="201"/>
                  </a:lnTo>
                  <a:lnTo>
                    <a:pt x="1465" y="230"/>
                  </a:lnTo>
                  <a:lnTo>
                    <a:pt x="1506" y="261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74" name="Freeform 17"/>
            <p:cNvSpPr/>
            <p:nvPr/>
          </p:nvSpPr>
          <p:spPr>
            <a:xfrm>
              <a:off x="4175" y="1615"/>
              <a:ext cx="48" cy="68"/>
            </a:xfrm>
            <a:custGeom>
              <a:avLst/>
              <a:gdLst/>
              <a:ahLst/>
              <a:cxnLst>
                <a:cxn ang="0">
                  <a:pos x="17" y="21"/>
                </a:cxn>
                <a:cxn ang="0">
                  <a:pos x="10" y="0"/>
                </a:cxn>
                <a:cxn ang="0">
                  <a:pos x="0" y="21"/>
                </a:cxn>
                <a:cxn ang="0">
                  <a:pos x="9" y="14"/>
                </a:cxn>
                <a:cxn ang="0">
                  <a:pos x="17" y="21"/>
                </a:cxn>
              </a:cxnLst>
              <a:pathLst>
                <a:path w="67" h="100">
                  <a:moveTo>
                    <a:pt x="67" y="100"/>
                  </a:moveTo>
                  <a:lnTo>
                    <a:pt x="36" y="0"/>
                  </a:lnTo>
                  <a:lnTo>
                    <a:pt x="0" y="98"/>
                  </a:lnTo>
                  <a:lnTo>
                    <a:pt x="34" y="68"/>
                  </a:lnTo>
                  <a:lnTo>
                    <a:pt x="67" y="100"/>
                  </a:lnTo>
                  <a:close/>
                </a:path>
              </a:pathLst>
            </a:custGeom>
            <a:solidFill>
              <a:srgbClr val="0000FF"/>
            </a:soli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75" name="Freeform 19"/>
            <p:cNvSpPr/>
            <p:nvPr/>
          </p:nvSpPr>
          <p:spPr>
            <a:xfrm>
              <a:off x="4185" y="3564"/>
              <a:ext cx="47" cy="6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2" y="21"/>
                </a:cxn>
                <a:cxn ang="0">
                  <a:pos x="17" y="0"/>
                </a:cxn>
                <a:cxn ang="0">
                  <a:pos x="10" y="7"/>
                </a:cxn>
                <a:cxn ang="0">
                  <a:pos x="0" y="2"/>
                </a:cxn>
              </a:cxnLst>
              <a:pathLst>
                <a:path w="66" h="103">
                  <a:moveTo>
                    <a:pt x="0" y="10"/>
                  </a:moveTo>
                  <a:lnTo>
                    <a:pt x="48" y="103"/>
                  </a:lnTo>
                  <a:lnTo>
                    <a:pt x="66" y="0"/>
                  </a:lnTo>
                  <a:lnTo>
                    <a:pt x="38" y="3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FF"/>
            </a:soli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76" name="Freeform 21"/>
            <p:cNvSpPr/>
            <p:nvPr/>
          </p:nvSpPr>
          <p:spPr>
            <a:xfrm>
              <a:off x="3758" y="1419"/>
              <a:ext cx="49" cy="68"/>
            </a:xfrm>
            <a:custGeom>
              <a:avLst/>
              <a:gdLst/>
              <a:ahLst/>
              <a:cxnLst>
                <a:cxn ang="0">
                  <a:pos x="19" y="22"/>
                </a:cxn>
                <a:cxn ang="0">
                  <a:pos x="10" y="0"/>
                </a:cxn>
                <a:cxn ang="0">
                  <a:pos x="0" y="22"/>
                </a:cxn>
                <a:cxn ang="0">
                  <a:pos x="10" y="15"/>
                </a:cxn>
                <a:cxn ang="0">
                  <a:pos x="19" y="22"/>
                </a:cxn>
              </a:cxnLst>
              <a:pathLst>
                <a:path w="67" h="99">
                  <a:moveTo>
                    <a:pt x="67" y="99"/>
                  </a:moveTo>
                  <a:lnTo>
                    <a:pt x="33" y="0"/>
                  </a:lnTo>
                  <a:lnTo>
                    <a:pt x="0" y="99"/>
                  </a:lnTo>
                  <a:lnTo>
                    <a:pt x="33" y="68"/>
                  </a:lnTo>
                  <a:lnTo>
                    <a:pt x="67" y="99"/>
                  </a:lnTo>
                  <a:close/>
                </a:path>
              </a:pathLst>
            </a:custGeom>
            <a:solidFill>
              <a:srgbClr val="0000FF"/>
            </a:soli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77" name="Freeform 23"/>
            <p:cNvSpPr/>
            <p:nvPr/>
          </p:nvSpPr>
          <p:spPr>
            <a:xfrm>
              <a:off x="3793" y="3669"/>
              <a:ext cx="49" cy="6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20"/>
                </a:cxn>
                <a:cxn ang="0">
                  <a:pos x="19" y="0"/>
                </a:cxn>
                <a:cxn ang="0">
                  <a:pos x="10" y="6"/>
                </a:cxn>
                <a:cxn ang="0">
                  <a:pos x="0" y="0"/>
                </a:cxn>
              </a:cxnLst>
              <a:pathLst>
                <a:path w="67" h="99">
                  <a:moveTo>
                    <a:pt x="0" y="0"/>
                  </a:moveTo>
                  <a:lnTo>
                    <a:pt x="34" y="99"/>
                  </a:lnTo>
                  <a:lnTo>
                    <a:pt x="67" y="0"/>
                  </a:lnTo>
                  <a:lnTo>
                    <a:pt x="34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78" name="Freeform 25"/>
            <p:cNvSpPr/>
            <p:nvPr/>
          </p:nvSpPr>
          <p:spPr>
            <a:xfrm>
              <a:off x="4378" y="2158"/>
              <a:ext cx="65" cy="65"/>
            </a:xfrm>
            <a:custGeom>
              <a:avLst/>
              <a:gdLst/>
              <a:ahLst/>
              <a:cxnLst>
                <a:cxn ang="0">
                  <a:pos x="14" y="20"/>
                </a:cxn>
                <a:cxn ang="0">
                  <a:pos x="24" y="0"/>
                </a:cxn>
                <a:cxn ang="0">
                  <a:pos x="0" y="11"/>
                </a:cxn>
                <a:cxn ang="0">
                  <a:pos x="12" y="11"/>
                </a:cxn>
                <a:cxn ang="0">
                  <a:pos x="14" y="20"/>
                </a:cxn>
              </a:cxnLst>
              <a:pathLst>
                <a:path w="91" h="96">
                  <a:moveTo>
                    <a:pt x="50" y="96"/>
                  </a:moveTo>
                  <a:lnTo>
                    <a:pt x="91" y="0"/>
                  </a:lnTo>
                  <a:lnTo>
                    <a:pt x="0" y="52"/>
                  </a:lnTo>
                  <a:lnTo>
                    <a:pt x="46" y="51"/>
                  </a:lnTo>
                  <a:lnTo>
                    <a:pt x="50" y="96"/>
                  </a:lnTo>
                  <a:close/>
                </a:path>
              </a:pathLst>
            </a:custGeom>
            <a:solidFill>
              <a:srgbClr val="0000FF"/>
            </a:soli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79" name="Freeform 27"/>
            <p:cNvSpPr/>
            <p:nvPr/>
          </p:nvSpPr>
          <p:spPr>
            <a:xfrm>
              <a:off x="4344" y="2894"/>
              <a:ext cx="66" cy="65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25" y="20"/>
                </a:cxn>
                <a:cxn ang="0">
                  <a:pos x="14" y="0"/>
                </a:cxn>
                <a:cxn ang="0">
                  <a:pos x="12" y="9"/>
                </a:cxn>
                <a:cxn ang="0">
                  <a:pos x="0" y="9"/>
                </a:cxn>
              </a:cxnLst>
              <a:pathLst>
                <a:path w="91" h="96">
                  <a:moveTo>
                    <a:pt x="0" y="45"/>
                  </a:moveTo>
                  <a:lnTo>
                    <a:pt x="91" y="96"/>
                  </a:lnTo>
                  <a:lnTo>
                    <a:pt x="49" y="0"/>
                  </a:lnTo>
                  <a:lnTo>
                    <a:pt x="46" y="45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0000FF"/>
            </a:soli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0" name="Freeform 28"/>
            <p:cNvSpPr/>
            <p:nvPr/>
          </p:nvSpPr>
          <p:spPr>
            <a:xfrm>
              <a:off x="4547" y="2536"/>
              <a:ext cx="72" cy="45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28" y="7"/>
                </a:cxn>
                <a:cxn ang="0">
                  <a:pos x="0" y="0"/>
                </a:cxn>
                <a:cxn ang="0">
                  <a:pos x="9" y="7"/>
                </a:cxn>
                <a:cxn ang="0">
                  <a:pos x="0" y="13"/>
                </a:cxn>
              </a:cxnLst>
              <a:pathLst>
                <a:path w="99" h="67">
                  <a:moveTo>
                    <a:pt x="0" y="67"/>
                  </a:moveTo>
                  <a:lnTo>
                    <a:pt x="99" y="33"/>
                  </a:lnTo>
                  <a:lnTo>
                    <a:pt x="0" y="0"/>
                  </a:lnTo>
                  <a:lnTo>
                    <a:pt x="31" y="33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0000FF"/>
            </a:soli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1" name="Freeform 30"/>
            <p:cNvSpPr/>
            <p:nvPr/>
          </p:nvSpPr>
          <p:spPr>
            <a:xfrm>
              <a:off x="2639" y="2756"/>
              <a:ext cx="73" cy="61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0" y="0"/>
                </a:cxn>
                <a:cxn ang="0">
                  <a:pos x="18" y="39"/>
                </a:cxn>
                <a:cxn ang="0">
                  <a:pos x="15" y="15"/>
                </a:cxn>
                <a:cxn ang="0">
                  <a:pos x="25" y="6"/>
                </a:cxn>
              </a:cxnLst>
              <a:pathLst>
                <a:path w="104" h="71">
                  <a:moveTo>
                    <a:pt x="104" y="10"/>
                  </a:moveTo>
                  <a:lnTo>
                    <a:pt x="0" y="0"/>
                  </a:lnTo>
                  <a:lnTo>
                    <a:pt x="76" y="71"/>
                  </a:lnTo>
                  <a:lnTo>
                    <a:pt x="62" y="28"/>
                  </a:lnTo>
                  <a:lnTo>
                    <a:pt x="104" y="10"/>
                  </a:lnTo>
                  <a:close/>
                </a:path>
              </a:pathLst>
            </a:custGeom>
            <a:solidFill>
              <a:srgbClr val="0000FF"/>
            </a:soli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2" name="Freeform 34"/>
            <p:cNvSpPr/>
            <p:nvPr/>
          </p:nvSpPr>
          <p:spPr>
            <a:xfrm>
              <a:off x="2366" y="2460"/>
              <a:ext cx="1070" cy="77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24" y="18"/>
                </a:cxn>
                <a:cxn ang="0">
                  <a:pos x="49" y="14"/>
                </a:cxn>
                <a:cxn ang="0">
                  <a:pos x="75" y="10"/>
                </a:cxn>
                <a:cxn ang="0">
                  <a:pos x="101" y="7"/>
                </a:cxn>
                <a:cxn ang="0">
                  <a:pos x="127" y="3"/>
                </a:cxn>
                <a:cxn ang="0">
                  <a:pos x="154" y="1"/>
                </a:cxn>
                <a:cxn ang="0">
                  <a:pos x="182" y="1"/>
                </a:cxn>
                <a:cxn ang="0">
                  <a:pos x="209" y="0"/>
                </a:cxn>
                <a:cxn ang="0">
                  <a:pos x="235" y="1"/>
                </a:cxn>
                <a:cxn ang="0">
                  <a:pos x="262" y="1"/>
                </a:cxn>
                <a:cxn ang="0">
                  <a:pos x="288" y="3"/>
                </a:cxn>
                <a:cxn ang="0">
                  <a:pos x="313" y="5"/>
                </a:cxn>
                <a:cxn ang="0">
                  <a:pos x="339" y="9"/>
                </a:cxn>
                <a:cxn ang="0">
                  <a:pos x="362" y="12"/>
                </a:cxn>
                <a:cxn ang="0">
                  <a:pos x="386" y="17"/>
                </a:cxn>
                <a:cxn ang="0">
                  <a:pos x="410" y="22"/>
                </a:cxn>
              </a:cxnLst>
              <a:pathLst>
                <a:path w="1473" h="113">
                  <a:moveTo>
                    <a:pt x="0" y="113"/>
                  </a:moveTo>
                  <a:lnTo>
                    <a:pt x="87" y="87"/>
                  </a:lnTo>
                  <a:lnTo>
                    <a:pt x="176" y="64"/>
                  </a:lnTo>
                  <a:lnTo>
                    <a:pt x="268" y="45"/>
                  </a:lnTo>
                  <a:lnTo>
                    <a:pt x="362" y="29"/>
                  </a:lnTo>
                  <a:lnTo>
                    <a:pt x="457" y="16"/>
                  </a:lnTo>
                  <a:lnTo>
                    <a:pt x="554" y="7"/>
                  </a:lnTo>
                  <a:lnTo>
                    <a:pt x="651" y="2"/>
                  </a:lnTo>
                  <a:lnTo>
                    <a:pt x="750" y="0"/>
                  </a:lnTo>
                  <a:lnTo>
                    <a:pt x="845" y="2"/>
                  </a:lnTo>
                  <a:lnTo>
                    <a:pt x="939" y="7"/>
                  </a:lnTo>
                  <a:lnTo>
                    <a:pt x="1032" y="15"/>
                  </a:lnTo>
                  <a:lnTo>
                    <a:pt x="1124" y="27"/>
                  </a:lnTo>
                  <a:lnTo>
                    <a:pt x="1214" y="41"/>
                  </a:lnTo>
                  <a:lnTo>
                    <a:pt x="1302" y="59"/>
                  </a:lnTo>
                  <a:lnTo>
                    <a:pt x="1389" y="80"/>
                  </a:lnTo>
                  <a:lnTo>
                    <a:pt x="1473" y="104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3" name="Freeform 35"/>
            <p:cNvSpPr/>
            <p:nvPr/>
          </p:nvSpPr>
          <p:spPr>
            <a:xfrm>
              <a:off x="2367" y="2595"/>
              <a:ext cx="297" cy="85"/>
            </a:xfrm>
            <a:custGeom>
              <a:avLst/>
              <a:gdLst/>
              <a:ahLst/>
              <a:cxnLst>
                <a:cxn ang="0">
                  <a:pos x="141" y="82"/>
                </a:cxn>
                <a:cxn ang="0">
                  <a:pos x="104" y="66"/>
                </a:cxn>
                <a:cxn ang="0">
                  <a:pos x="68" y="46"/>
                </a:cxn>
                <a:cxn ang="0">
                  <a:pos x="34" y="27"/>
                </a:cxn>
                <a:cxn ang="0">
                  <a:pos x="0" y="0"/>
                </a:cxn>
              </a:cxnLst>
              <a:pathLst>
                <a:path w="381" h="86">
                  <a:moveTo>
                    <a:pt x="381" y="86"/>
                  </a:moveTo>
                  <a:lnTo>
                    <a:pt x="282" y="70"/>
                  </a:lnTo>
                  <a:lnTo>
                    <a:pt x="185" y="50"/>
                  </a:lnTo>
                  <a:lnTo>
                    <a:pt x="91" y="27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4" name="Freeform 39"/>
            <p:cNvSpPr/>
            <p:nvPr/>
          </p:nvSpPr>
          <p:spPr>
            <a:xfrm>
              <a:off x="2667" y="2461"/>
              <a:ext cx="768" cy="71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23" y="2"/>
                </a:cxn>
                <a:cxn ang="0">
                  <a:pos x="46" y="1"/>
                </a:cxn>
                <a:cxn ang="0">
                  <a:pos x="69" y="1"/>
                </a:cxn>
                <a:cxn ang="0">
                  <a:pos x="93" y="0"/>
                </a:cxn>
                <a:cxn ang="0">
                  <a:pos x="119" y="1"/>
                </a:cxn>
                <a:cxn ang="0">
                  <a:pos x="145" y="1"/>
                </a:cxn>
                <a:cxn ang="0">
                  <a:pos x="171" y="3"/>
                </a:cxn>
                <a:cxn ang="0">
                  <a:pos x="197" y="5"/>
                </a:cxn>
                <a:cxn ang="0">
                  <a:pos x="222" y="9"/>
                </a:cxn>
                <a:cxn ang="0">
                  <a:pos x="246" y="12"/>
                </a:cxn>
                <a:cxn ang="0">
                  <a:pos x="270" y="18"/>
                </a:cxn>
                <a:cxn ang="0">
                  <a:pos x="293" y="23"/>
                </a:cxn>
              </a:cxnLst>
              <a:pathLst>
                <a:path w="1058" h="104">
                  <a:moveTo>
                    <a:pt x="0" y="21"/>
                  </a:moveTo>
                  <a:lnTo>
                    <a:pt x="83" y="11"/>
                  </a:lnTo>
                  <a:lnTo>
                    <a:pt x="166" y="5"/>
                  </a:lnTo>
                  <a:lnTo>
                    <a:pt x="250" y="1"/>
                  </a:lnTo>
                  <a:lnTo>
                    <a:pt x="335" y="0"/>
                  </a:lnTo>
                  <a:lnTo>
                    <a:pt x="430" y="2"/>
                  </a:lnTo>
                  <a:lnTo>
                    <a:pt x="524" y="7"/>
                  </a:lnTo>
                  <a:lnTo>
                    <a:pt x="617" y="15"/>
                  </a:lnTo>
                  <a:lnTo>
                    <a:pt x="709" y="27"/>
                  </a:lnTo>
                  <a:lnTo>
                    <a:pt x="799" y="41"/>
                  </a:lnTo>
                  <a:lnTo>
                    <a:pt x="887" y="59"/>
                  </a:lnTo>
                  <a:lnTo>
                    <a:pt x="974" y="80"/>
                  </a:lnTo>
                  <a:lnTo>
                    <a:pt x="1058" y="104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5" name="Freeform 40"/>
            <p:cNvSpPr/>
            <p:nvPr/>
          </p:nvSpPr>
          <p:spPr>
            <a:xfrm>
              <a:off x="2678" y="2447"/>
              <a:ext cx="74" cy="45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0" y="11"/>
                </a:cxn>
                <a:cxn ang="0">
                  <a:pos x="27" y="14"/>
                </a:cxn>
                <a:cxn ang="0">
                  <a:pos x="17" y="8"/>
                </a:cxn>
                <a:cxn ang="0">
                  <a:pos x="24" y="0"/>
                </a:cxn>
              </a:cxnLst>
              <a:pathLst>
                <a:path w="103" h="66">
                  <a:moveTo>
                    <a:pt x="93" y="0"/>
                  </a:moveTo>
                  <a:lnTo>
                    <a:pt x="0" y="48"/>
                  </a:lnTo>
                  <a:lnTo>
                    <a:pt x="103" y="66"/>
                  </a:lnTo>
                  <a:lnTo>
                    <a:pt x="67" y="3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0000FF"/>
            </a:soli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6" name="Freeform 42"/>
            <p:cNvSpPr/>
            <p:nvPr/>
          </p:nvSpPr>
          <p:spPr>
            <a:xfrm>
              <a:off x="2348" y="2661"/>
              <a:ext cx="276" cy="276"/>
            </a:xfrm>
            <a:custGeom>
              <a:avLst/>
              <a:gdLst/>
              <a:ahLst/>
              <a:cxnLst>
                <a:cxn ang="0">
                  <a:pos x="117" y="76"/>
                </a:cxn>
                <a:cxn ang="0">
                  <a:pos x="108" y="73"/>
                </a:cxn>
                <a:cxn ang="0">
                  <a:pos x="100" y="70"/>
                </a:cxn>
                <a:cxn ang="0">
                  <a:pos x="92" y="66"/>
                </a:cxn>
                <a:cxn ang="0">
                  <a:pos x="83" y="62"/>
                </a:cxn>
                <a:cxn ang="0">
                  <a:pos x="74" y="58"/>
                </a:cxn>
                <a:cxn ang="0">
                  <a:pos x="67" y="54"/>
                </a:cxn>
                <a:cxn ang="0">
                  <a:pos x="59" y="49"/>
                </a:cxn>
                <a:cxn ang="0">
                  <a:pos x="52" y="44"/>
                </a:cxn>
                <a:cxn ang="0">
                  <a:pos x="44" y="40"/>
                </a:cxn>
                <a:cxn ang="0">
                  <a:pos x="38" y="35"/>
                </a:cxn>
                <a:cxn ang="0">
                  <a:pos x="24" y="23"/>
                </a:cxn>
                <a:cxn ang="0">
                  <a:pos x="11" y="12"/>
                </a:cxn>
                <a:cxn ang="0">
                  <a:pos x="0" y="0"/>
                </a:cxn>
              </a:cxnLst>
              <a:pathLst>
                <a:path w="367" h="423">
                  <a:moveTo>
                    <a:pt x="367" y="423"/>
                  </a:moveTo>
                  <a:lnTo>
                    <a:pt x="339" y="405"/>
                  </a:lnTo>
                  <a:lnTo>
                    <a:pt x="312" y="385"/>
                  </a:lnTo>
                  <a:lnTo>
                    <a:pt x="286" y="365"/>
                  </a:lnTo>
                  <a:lnTo>
                    <a:pt x="260" y="343"/>
                  </a:lnTo>
                  <a:lnTo>
                    <a:pt x="234" y="320"/>
                  </a:lnTo>
                  <a:lnTo>
                    <a:pt x="209" y="296"/>
                  </a:lnTo>
                  <a:lnTo>
                    <a:pt x="185" y="271"/>
                  </a:lnTo>
                  <a:lnTo>
                    <a:pt x="162" y="245"/>
                  </a:lnTo>
                  <a:lnTo>
                    <a:pt x="139" y="218"/>
                  </a:lnTo>
                  <a:lnTo>
                    <a:pt x="117" y="190"/>
                  </a:lnTo>
                  <a:lnTo>
                    <a:pt x="75" y="130"/>
                  </a:lnTo>
                  <a:lnTo>
                    <a:pt x="36" y="67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7" name="Freeform 48"/>
            <p:cNvSpPr/>
            <p:nvPr/>
          </p:nvSpPr>
          <p:spPr>
            <a:xfrm>
              <a:off x="2313" y="2661"/>
              <a:ext cx="116" cy="389"/>
            </a:xfrm>
            <a:custGeom>
              <a:avLst/>
              <a:gdLst/>
              <a:ahLst/>
              <a:cxnLst>
                <a:cxn ang="0">
                  <a:pos x="54" y="93"/>
                </a:cxn>
                <a:cxn ang="0">
                  <a:pos x="44" y="83"/>
                </a:cxn>
                <a:cxn ang="0">
                  <a:pos x="34" y="72"/>
                </a:cxn>
                <a:cxn ang="0">
                  <a:pos x="26" y="61"/>
                </a:cxn>
                <a:cxn ang="0">
                  <a:pos x="19" y="50"/>
                </a:cxn>
                <a:cxn ang="0">
                  <a:pos x="12" y="38"/>
                </a:cxn>
                <a:cxn ang="0">
                  <a:pos x="7" y="25"/>
                </a:cxn>
                <a:cxn ang="0">
                  <a:pos x="3" y="13"/>
                </a:cxn>
                <a:cxn ang="0">
                  <a:pos x="0" y="0"/>
                </a:cxn>
              </a:cxnLst>
              <a:pathLst>
                <a:path w="149" h="626">
                  <a:moveTo>
                    <a:pt x="149" y="626"/>
                  </a:moveTo>
                  <a:lnTo>
                    <a:pt x="120" y="557"/>
                  </a:lnTo>
                  <a:lnTo>
                    <a:pt x="94" y="485"/>
                  </a:lnTo>
                  <a:lnTo>
                    <a:pt x="71" y="410"/>
                  </a:lnTo>
                  <a:lnTo>
                    <a:pt x="51" y="332"/>
                  </a:lnTo>
                  <a:lnTo>
                    <a:pt x="33" y="252"/>
                  </a:lnTo>
                  <a:lnTo>
                    <a:pt x="19" y="170"/>
                  </a:lnTo>
                  <a:lnTo>
                    <a:pt x="8" y="86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8" name="Freeform 58"/>
            <p:cNvSpPr/>
            <p:nvPr/>
          </p:nvSpPr>
          <p:spPr>
            <a:xfrm>
              <a:off x="2683" y="2536"/>
              <a:ext cx="72" cy="44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0" y="6"/>
                </a:cxn>
                <a:cxn ang="0">
                  <a:pos x="28" y="12"/>
                </a:cxn>
                <a:cxn ang="0">
                  <a:pos x="19" y="6"/>
                </a:cxn>
                <a:cxn ang="0">
                  <a:pos x="28" y="0"/>
                </a:cxn>
              </a:cxnLst>
              <a:pathLst>
                <a:path w="99" h="67">
                  <a:moveTo>
                    <a:pt x="99" y="0"/>
                  </a:moveTo>
                  <a:lnTo>
                    <a:pt x="0" y="34"/>
                  </a:lnTo>
                  <a:lnTo>
                    <a:pt x="99" y="67"/>
                  </a:lnTo>
                  <a:lnTo>
                    <a:pt x="68" y="34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0000FF"/>
            </a:soli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7189" name="Group 91"/>
            <p:cNvGrpSpPr/>
            <p:nvPr/>
          </p:nvGrpSpPr>
          <p:grpSpPr>
            <a:xfrm>
              <a:off x="1086" y="1419"/>
              <a:ext cx="3494" cy="2407"/>
              <a:chOff x="624" y="1008"/>
              <a:chExt cx="4320" cy="2976"/>
            </a:xfrm>
          </p:grpSpPr>
          <p:sp>
            <p:nvSpPr>
              <p:cNvPr id="7190" name="Freeform 9"/>
              <p:cNvSpPr/>
              <p:nvPr/>
            </p:nvSpPr>
            <p:spPr>
              <a:xfrm>
                <a:off x="2104" y="2536"/>
                <a:ext cx="1544" cy="1448"/>
              </a:xfrm>
              <a:custGeom>
                <a:avLst/>
                <a:gdLst/>
                <a:ahLst/>
                <a:cxnLst>
                  <a:cxn ang="0">
                    <a:pos x="1100" y="53"/>
                  </a:cxn>
                  <a:cxn ang="0">
                    <a:pos x="1095" y="137"/>
                  </a:cxn>
                  <a:cxn ang="0">
                    <a:pos x="1083" y="220"/>
                  </a:cxn>
                  <a:cxn ang="0">
                    <a:pos x="1067" y="300"/>
                  </a:cxn>
                  <a:cxn ang="0">
                    <a:pos x="1045" y="375"/>
                  </a:cxn>
                  <a:cxn ang="0">
                    <a:pos x="1020" y="447"/>
                  </a:cxn>
                  <a:cxn ang="0">
                    <a:pos x="990" y="514"/>
                  </a:cxn>
                  <a:cxn ang="0">
                    <a:pos x="956" y="577"/>
                  </a:cxn>
                  <a:cxn ang="0">
                    <a:pos x="919" y="634"/>
                  </a:cxn>
                  <a:cxn ang="0">
                    <a:pos x="878" y="685"/>
                  </a:cxn>
                  <a:cxn ang="0">
                    <a:pos x="835" y="730"/>
                  </a:cxn>
                  <a:cxn ang="0">
                    <a:pos x="787" y="769"/>
                  </a:cxn>
                  <a:cxn ang="0">
                    <a:pos x="739" y="801"/>
                  </a:cxn>
                  <a:cxn ang="0">
                    <a:pos x="687" y="825"/>
                  </a:cxn>
                  <a:cxn ang="0">
                    <a:pos x="661" y="835"/>
                  </a:cxn>
                  <a:cxn ang="0">
                    <a:pos x="634" y="842"/>
                  </a:cxn>
                  <a:cxn ang="0">
                    <a:pos x="607" y="847"/>
                  </a:cxn>
                  <a:cxn ang="0">
                    <a:pos x="579" y="851"/>
                  </a:cxn>
                  <a:cxn ang="0">
                    <a:pos x="551" y="851"/>
                  </a:cxn>
                  <a:cxn ang="0">
                    <a:pos x="523" y="851"/>
                  </a:cxn>
                  <a:cxn ang="0">
                    <a:pos x="494" y="847"/>
                  </a:cxn>
                  <a:cxn ang="0">
                    <a:pos x="466" y="842"/>
                  </a:cxn>
                  <a:cxn ang="0">
                    <a:pos x="440" y="835"/>
                  </a:cxn>
                  <a:cxn ang="0">
                    <a:pos x="413" y="825"/>
                  </a:cxn>
                  <a:cxn ang="0">
                    <a:pos x="362" y="800"/>
                  </a:cxn>
                  <a:cxn ang="0">
                    <a:pos x="312" y="768"/>
                  </a:cxn>
                  <a:cxn ang="0">
                    <a:pos x="265" y="729"/>
                  </a:cxn>
                  <a:cxn ang="0">
                    <a:pos x="222" y="683"/>
                  </a:cxn>
                  <a:cxn ang="0">
                    <a:pos x="180" y="630"/>
                  </a:cxn>
                  <a:cxn ang="0">
                    <a:pos x="144" y="573"/>
                  </a:cxn>
                  <a:cxn ang="0">
                    <a:pos x="110" y="509"/>
                  </a:cxn>
                  <a:cxn ang="0">
                    <a:pos x="80" y="442"/>
                  </a:cxn>
                  <a:cxn ang="0">
                    <a:pos x="55" y="370"/>
                  </a:cxn>
                  <a:cxn ang="0">
                    <a:pos x="33" y="292"/>
                  </a:cxn>
                  <a:cxn ang="0">
                    <a:pos x="17" y="213"/>
                  </a:cxn>
                  <a:cxn ang="0">
                    <a:pos x="6" y="129"/>
                  </a:cxn>
                  <a:cxn ang="0">
                    <a:pos x="1" y="44"/>
                  </a:cxn>
                </a:cxnLst>
                <a:pathLst>
                  <a:path w="1728" h="1728">
                    <a:moveTo>
                      <a:pt x="1728" y="18"/>
                    </a:moveTo>
                    <a:lnTo>
                      <a:pt x="1726" y="106"/>
                    </a:lnTo>
                    <a:lnTo>
                      <a:pt x="1723" y="193"/>
                    </a:lnTo>
                    <a:lnTo>
                      <a:pt x="1717" y="279"/>
                    </a:lnTo>
                    <a:lnTo>
                      <a:pt x="1709" y="363"/>
                    </a:lnTo>
                    <a:lnTo>
                      <a:pt x="1699" y="446"/>
                    </a:lnTo>
                    <a:lnTo>
                      <a:pt x="1687" y="527"/>
                    </a:lnTo>
                    <a:lnTo>
                      <a:pt x="1673" y="607"/>
                    </a:lnTo>
                    <a:lnTo>
                      <a:pt x="1658" y="685"/>
                    </a:lnTo>
                    <a:lnTo>
                      <a:pt x="1640" y="761"/>
                    </a:lnTo>
                    <a:lnTo>
                      <a:pt x="1621" y="834"/>
                    </a:lnTo>
                    <a:lnTo>
                      <a:pt x="1600" y="906"/>
                    </a:lnTo>
                    <a:lnTo>
                      <a:pt x="1577" y="975"/>
                    </a:lnTo>
                    <a:lnTo>
                      <a:pt x="1553" y="1042"/>
                    </a:lnTo>
                    <a:lnTo>
                      <a:pt x="1528" y="1107"/>
                    </a:lnTo>
                    <a:lnTo>
                      <a:pt x="1500" y="1169"/>
                    </a:lnTo>
                    <a:lnTo>
                      <a:pt x="1472" y="1228"/>
                    </a:lnTo>
                    <a:lnTo>
                      <a:pt x="1442" y="1285"/>
                    </a:lnTo>
                    <a:lnTo>
                      <a:pt x="1411" y="1338"/>
                    </a:lnTo>
                    <a:lnTo>
                      <a:pt x="1378" y="1389"/>
                    </a:lnTo>
                    <a:lnTo>
                      <a:pt x="1344" y="1437"/>
                    </a:lnTo>
                    <a:lnTo>
                      <a:pt x="1309" y="1481"/>
                    </a:lnTo>
                    <a:lnTo>
                      <a:pt x="1273" y="1522"/>
                    </a:lnTo>
                    <a:lnTo>
                      <a:pt x="1236" y="1560"/>
                    </a:lnTo>
                    <a:lnTo>
                      <a:pt x="1198" y="1594"/>
                    </a:lnTo>
                    <a:lnTo>
                      <a:pt x="1159" y="1625"/>
                    </a:lnTo>
                    <a:lnTo>
                      <a:pt x="1119" y="1651"/>
                    </a:lnTo>
                    <a:lnTo>
                      <a:pt x="1079" y="1674"/>
                    </a:lnTo>
                    <a:lnTo>
                      <a:pt x="1058" y="1684"/>
                    </a:lnTo>
                    <a:lnTo>
                      <a:pt x="1037" y="1693"/>
                    </a:lnTo>
                    <a:lnTo>
                      <a:pt x="1016" y="1701"/>
                    </a:lnTo>
                    <a:lnTo>
                      <a:pt x="995" y="1708"/>
                    </a:lnTo>
                    <a:lnTo>
                      <a:pt x="973" y="1714"/>
                    </a:lnTo>
                    <a:lnTo>
                      <a:pt x="952" y="1719"/>
                    </a:lnTo>
                    <a:lnTo>
                      <a:pt x="930" y="1723"/>
                    </a:lnTo>
                    <a:lnTo>
                      <a:pt x="908" y="1726"/>
                    </a:lnTo>
                    <a:lnTo>
                      <a:pt x="886" y="1727"/>
                    </a:lnTo>
                    <a:lnTo>
                      <a:pt x="864" y="1728"/>
                    </a:lnTo>
                    <a:lnTo>
                      <a:pt x="842" y="1727"/>
                    </a:lnTo>
                    <a:lnTo>
                      <a:pt x="820" y="1726"/>
                    </a:lnTo>
                    <a:lnTo>
                      <a:pt x="798" y="1723"/>
                    </a:lnTo>
                    <a:lnTo>
                      <a:pt x="776" y="1719"/>
                    </a:lnTo>
                    <a:lnTo>
                      <a:pt x="754" y="1714"/>
                    </a:lnTo>
                    <a:lnTo>
                      <a:pt x="732" y="1708"/>
                    </a:lnTo>
                    <a:lnTo>
                      <a:pt x="711" y="1701"/>
                    </a:lnTo>
                    <a:lnTo>
                      <a:pt x="690" y="1693"/>
                    </a:lnTo>
                    <a:lnTo>
                      <a:pt x="669" y="1684"/>
                    </a:lnTo>
                    <a:lnTo>
                      <a:pt x="648" y="1674"/>
                    </a:lnTo>
                    <a:lnTo>
                      <a:pt x="607" y="1650"/>
                    </a:lnTo>
                    <a:lnTo>
                      <a:pt x="567" y="1623"/>
                    </a:lnTo>
                    <a:lnTo>
                      <a:pt x="528" y="1592"/>
                    </a:lnTo>
                    <a:lnTo>
                      <a:pt x="490" y="1558"/>
                    </a:lnTo>
                    <a:lnTo>
                      <a:pt x="452" y="1519"/>
                    </a:lnTo>
                    <a:lnTo>
                      <a:pt x="416" y="1478"/>
                    </a:lnTo>
                    <a:lnTo>
                      <a:pt x="381" y="1433"/>
                    </a:lnTo>
                    <a:lnTo>
                      <a:pt x="347" y="1385"/>
                    </a:lnTo>
                    <a:lnTo>
                      <a:pt x="315" y="1333"/>
                    </a:lnTo>
                    <a:lnTo>
                      <a:pt x="283" y="1279"/>
                    </a:lnTo>
                    <a:lnTo>
                      <a:pt x="253" y="1222"/>
                    </a:lnTo>
                    <a:lnTo>
                      <a:pt x="225" y="1162"/>
                    </a:lnTo>
                    <a:lnTo>
                      <a:pt x="197" y="1099"/>
                    </a:lnTo>
                    <a:lnTo>
                      <a:pt x="172" y="1034"/>
                    </a:lnTo>
                    <a:lnTo>
                      <a:pt x="148" y="966"/>
                    </a:lnTo>
                    <a:lnTo>
                      <a:pt x="125" y="896"/>
                    </a:lnTo>
                    <a:lnTo>
                      <a:pt x="104" y="824"/>
                    </a:lnTo>
                    <a:lnTo>
                      <a:pt x="85" y="749"/>
                    </a:lnTo>
                    <a:lnTo>
                      <a:pt x="68" y="673"/>
                    </a:lnTo>
                    <a:lnTo>
                      <a:pt x="52" y="594"/>
                    </a:lnTo>
                    <a:lnTo>
                      <a:pt x="39" y="514"/>
                    </a:lnTo>
                    <a:lnTo>
                      <a:pt x="27" y="432"/>
                    </a:lnTo>
                    <a:lnTo>
                      <a:pt x="18" y="348"/>
                    </a:lnTo>
                    <a:lnTo>
                      <a:pt x="10" y="263"/>
                    </a:lnTo>
                    <a:lnTo>
                      <a:pt x="4" y="177"/>
                    </a:lnTo>
                    <a:lnTo>
                      <a:pt x="1" y="89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191" name="Freeform 11"/>
              <p:cNvSpPr/>
              <p:nvPr/>
            </p:nvSpPr>
            <p:spPr>
              <a:xfrm>
                <a:off x="1056" y="1200"/>
                <a:ext cx="960" cy="1157"/>
              </a:xfrm>
              <a:custGeom>
                <a:avLst/>
                <a:gdLst/>
                <a:ahLst/>
                <a:cxnLst>
                  <a:cxn ang="0">
                    <a:pos x="4445" y="11837"/>
                  </a:cxn>
                  <a:cxn ang="0">
                    <a:pos x="4130" y="11366"/>
                  </a:cxn>
                  <a:cxn ang="0">
                    <a:pos x="3820" y="10834"/>
                  </a:cxn>
                  <a:cxn ang="0">
                    <a:pos x="3508" y="10300"/>
                  </a:cxn>
                  <a:cxn ang="0">
                    <a:pos x="3203" y="9708"/>
                  </a:cxn>
                  <a:cxn ang="0">
                    <a:pos x="2908" y="9085"/>
                  </a:cxn>
                  <a:cxn ang="0">
                    <a:pos x="2617" y="8420"/>
                  </a:cxn>
                  <a:cxn ang="0">
                    <a:pos x="2325" y="7723"/>
                  </a:cxn>
                  <a:cxn ang="0">
                    <a:pos x="2047" y="6998"/>
                  </a:cxn>
                  <a:cxn ang="0">
                    <a:pos x="1770" y="6239"/>
                  </a:cxn>
                  <a:cxn ang="0">
                    <a:pos x="1495" y="5442"/>
                  </a:cxn>
                  <a:cxn ang="0">
                    <a:pos x="1228" y="4621"/>
                  </a:cxn>
                  <a:cxn ang="0">
                    <a:pos x="972" y="3755"/>
                  </a:cxn>
                  <a:cxn ang="0">
                    <a:pos x="717" y="2865"/>
                  </a:cxn>
                  <a:cxn ang="0">
                    <a:pos x="472" y="1932"/>
                  </a:cxn>
                  <a:cxn ang="0">
                    <a:pos x="230" y="981"/>
                  </a:cxn>
                  <a:cxn ang="0">
                    <a:pos x="0" y="0"/>
                  </a:cxn>
                </a:cxnLst>
                <a:pathLst>
                  <a:path w="576" h="533">
                    <a:moveTo>
                      <a:pt x="576" y="533"/>
                    </a:moveTo>
                    <a:lnTo>
                      <a:pt x="535" y="512"/>
                    </a:lnTo>
                    <a:lnTo>
                      <a:pt x="495" y="488"/>
                    </a:lnTo>
                    <a:lnTo>
                      <a:pt x="455" y="464"/>
                    </a:lnTo>
                    <a:lnTo>
                      <a:pt x="415" y="437"/>
                    </a:lnTo>
                    <a:lnTo>
                      <a:pt x="377" y="409"/>
                    </a:lnTo>
                    <a:lnTo>
                      <a:pt x="339" y="379"/>
                    </a:lnTo>
                    <a:lnTo>
                      <a:pt x="301" y="348"/>
                    </a:lnTo>
                    <a:lnTo>
                      <a:pt x="265" y="315"/>
                    </a:lnTo>
                    <a:lnTo>
                      <a:pt x="229" y="281"/>
                    </a:lnTo>
                    <a:lnTo>
                      <a:pt x="194" y="245"/>
                    </a:lnTo>
                    <a:lnTo>
                      <a:pt x="159" y="208"/>
                    </a:lnTo>
                    <a:lnTo>
                      <a:pt x="126" y="169"/>
                    </a:lnTo>
                    <a:lnTo>
                      <a:pt x="93" y="129"/>
                    </a:lnTo>
                    <a:lnTo>
                      <a:pt x="61" y="87"/>
                    </a:lnTo>
                    <a:lnTo>
                      <a:pt x="30" y="44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192" name="Freeform 12"/>
              <p:cNvSpPr/>
              <p:nvPr/>
            </p:nvSpPr>
            <p:spPr>
              <a:xfrm>
                <a:off x="768" y="1680"/>
                <a:ext cx="1249" cy="696"/>
              </a:xfrm>
              <a:custGeom>
                <a:avLst/>
                <a:gdLst/>
                <a:ahLst/>
                <a:cxnLst>
                  <a:cxn ang="0">
                    <a:pos x="4700" y="16765"/>
                  </a:cxn>
                  <a:cxn ang="0">
                    <a:pos x="4391" y="16690"/>
                  </a:cxn>
                  <a:cxn ang="0">
                    <a:pos x="4086" y="16473"/>
                  </a:cxn>
                  <a:cxn ang="0">
                    <a:pos x="3773" y="16138"/>
                  </a:cxn>
                  <a:cxn ang="0">
                    <a:pos x="3469" y="15731"/>
                  </a:cxn>
                  <a:cxn ang="0">
                    <a:pos x="3164" y="15104"/>
                  </a:cxn>
                  <a:cxn ang="0">
                    <a:pos x="2867" y="14330"/>
                  </a:cxn>
                  <a:cxn ang="0">
                    <a:pos x="2562" y="13487"/>
                  </a:cxn>
                  <a:cxn ang="0">
                    <a:pos x="2272" y="12528"/>
                  </a:cxn>
                  <a:cxn ang="0">
                    <a:pos x="1972" y="11419"/>
                  </a:cxn>
                  <a:cxn ang="0">
                    <a:pos x="1678" y="10166"/>
                  </a:cxn>
                  <a:cxn ang="0">
                    <a:pos x="1394" y="8765"/>
                  </a:cxn>
                  <a:cxn ang="0">
                    <a:pos x="1106" y="7223"/>
                  </a:cxn>
                  <a:cxn ang="0">
                    <a:pos x="824" y="5637"/>
                  </a:cxn>
                  <a:cxn ang="0">
                    <a:pos x="548" y="3905"/>
                  </a:cxn>
                  <a:cxn ang="0">
                    <a:pos x="271" y="2027"/>
                  </a:cxn>
                  <a:cxn ang="0">
                    <a:pos x="0" y="0"/>
                  </a:cxn>
                </a:cxnLst>
                <a:pathLst>
                  <a:path w="803" h="241">
                    <a:moveTo>
                      <a:pt x="803" y="241"/>
                    </a:moveTo>
                    <a:lnTo>
                      <a:pt x="750" y="240"/>
                    </a:lnTo>
                    <a:lnTo>
                      <a:pt x="698" y="237"/>
                    </a:lnTo>
                    <a:lnTo>
                      <a:pt x="645" y="232"/>
                    </a:lnTo>
                    <a:lnTo>
                      <a:pt x="593" y="226"/>
                    </a:lnTo>
                    <a:lnTo>
                      <a:pt x="541" y="217"/>
                    </a:lnTo>
                    <a:lnTo>
                      <a:pt x="490" y="206"/>
                    </a:lnTo>
                    <a:lnTo>
                      <a:pt x="438" y="194"/>
                    </a:lnTo>
                    <a:lnTo>
                      <a:pt x="388" y="180"/>
                    </a:lnTo>
                    <a:lnTo>
                      <a:pt x="337" y="164"/>
                    </a:lnTo>
                    <a:lnTo>
                      <a:pt x="287" y="146"/>
                    </a:lnTo>
                    <a:lnTo>
                      <a:pt x="238" y="126"/>
                    </a:lnTo>
                    <a:lnTo>
                      <a:pt x="189" y="104"/>
                    </a:lnTo>
                    <a:lnTo>
                      <a:pt x="141" y="81"/>
                    </a:lnTo>
                    <a:lnTo>
                      <a:pt x="93" y="56"/>
                    </a:lnTo>
                    <a:lnTo>
                      <a:pt x="46" y="29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193" name="Freeform 13"/>
              <p:cNvSpPr/>
              <p:nvPr/>
            </p:nvSpPr>
            <p:spPr>
              <a:xfrm>
                <a:off x="1864" y="1773"/>
                <a:ext cx="195" cy="563"/>
              </a:xfrm>
              <a:custGeom>
                <a:avLst/>
                <a:gdLst/>
                <a:ahLst/>
                <a:cxnLst>
                  <a:cxn ang="0">
                    <a:pos x="141" y="330"/>
                  </a:cxn>
                  <a:cxn ang="0">
                    <a:pos x="131" y="316"/>
                  </a:cxn>
                  <a:cxn ang="0">
                    <a:pos x="120" y="302"/>
                  </a:cxn>
                  <a:cxn ang="0">
                    <a:pos x="110" y="286"/>
                  </a:cxn>
                  <a:cxn ang="0">
                    <a:pos x="100" y="269"/>
                  </a:cxn>
                  <a:cxn ang="0">
                    <a:pos x="90" y="252"/>
                  </a:cxn>
                  <a:cxn ang="0">
                    <a:pos x="80" y="233"/>
                  </a:cxn>
                  <a:cxn ang="0">
                    <a:pos x="70" y="214"/>
                  </a:cxn>
                  <a:cxn ang="0">
                    <a:pos x="60" y="193"/>
                  </a:cxn>
                  <a:cxn ang="0">
                    <a:pos x="52" y="172"/>
                  </a:cxn>
                  <a:cxn ang="0">
                    <a:pos x="44" y="150"/>
                  </a:cxn>
                  <a:cxn ang="0">
                    <a:pos x="36" y="127"/>
                  </a:cxn>
                  <a:cxn ang="0">
                    <a:pos x="28" y="104"/>
                  </a:cxn>
                  <a:cxn ang="0">
                    <a:pos x="20" y="79"/>
                  </a:cxn>
                  <a:cxn ang="0">
                    <a:pos x="13" y="53"/>
                  </a:cxn>
                  <a:cxn ang="0">
                    <a:pos x="6" y="27"/>
                  </a:cxn>
                  <a:cxn ang="0">
                    <a:pos x="0" y="0"/>
                  </a:cxn>
                </a:cxnLst>
                <a:pathLst>
                  <a:path w="217" h="673">
                    <a:moveTo>
                      <a:pt x="217" y="673"/>
                    </a:moveTo>
                    <a:lnTo>
                      <a:pt x="200" y="646"/>
                    </a:lnTo>
                    <a:lnTo>
                      <a:pt x="184" y="616"/>
                    </a:lnTo>
                    <a:lnTo>
                      <a:pt x="168" y="584"/>
                    </a:lnTo>
                    <a:lnTo>
                      <a:pt x="152" y="550"/>
                    </a:lnTo>
                    <a:lnTo>
                      <a:pt x="137" y="514"/>
                    </a:lnTo>
                    <a:lnTo>
                      <a:pt x="122" y="476"/>
                    </a:lnTo>
                    <a:lnTo>
                      <a:pt x="108" y="437"/>
                    </a:lnTo>
                    <a:lnTo>
                      <a:pt x="94" y="395"/>
                    </a:lnTo>
                    <a:lnTo>
                      <a:pt x="80" y="352"/>
                    </a:lnTo>
                    <a:lnTo>
                      <a:pt x="67" y="306"/>
                    </a:lnTo>
                    <a:lnTo>
                      <a:pt x="55" y="259"/>
                    </a:lnTo>
                    <a:lnTo>
                      <a:pt x="43" y="211"/>
                    </a:lnTo>
                    <a:lnTo>
                      <a:pt x="31" y="160"/>
                    </a:lnTo>
                    <a:lnTo>
                      <a:pt x="20" y="108"/>
                    </a:lnTo>
                    <a:lnTo>
                      <a:pt x="10" y="55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194" name="Freeform 14"/>
              <p:cNvSpPr/>
              <p:nvPr/>
            </p:nvSpPr>
            <p:spPr>
              <a:xfrm>
                <a:off x="2629" y="2461"/>
                <a:ext cx="934" cy="132"/>
              </a:xfrm>
              <a:custGeom>
                <a:avLst/>
                <a:gdLst/>
                <a:ahLst/>
                <a:cxnLst>
                  <a:cxn ang="0">
                    <a:pos x="589" y="0"/>
                  </a:cxn>
                  <a:cxn ang="0">
                    <a:pos x="542" y="47"/>
                  </a:cxn>
                  <a:cxn ang="0">
                    <a:pos x="493" y="88"/>
                  </a:cxn>
                  <a:cxn ang="0">
                    <a:pos x="443" y="125"/>
                  </a:cxn>
                  <a:cxn ang="0">
                    <a:pos x="393" y="152"/>
                  </a:cxn>
                  <a:cxn ang="0">
                    <a:pos x="340" y="176"/>
                  </a:cxn>
                  <a:cxn ang="0">
                    <a:pos x="287" y="193"/>
                  </a:cxn>
                  <a:cxn ang="0">
                    <a:pos x="235" y="203"/>
                  </a:cxn>
                  <a:cxn ang="0">
                    <a:pos x="181" y="205"/>
                  </a:cxn>
                  <a:cxn ang="0">
                    <a:pos x="136" y="204"/>
                  </a:cxn>
                  <a:cxn ang="0">
                    <a:pos x="90" y="196"/>
                  </a:cxn>
                  <a:cxn ang="0">
                    <a:pos x="45" y="184"/>
                  </a:cxn>
                  <a:cxn ang="0">
                    <a:pos x="0" y="167"/>
                  </a:cxn>
                </a:cxnLst>
                <a:pathLst>
                  <a:path w="1089" h="114">
                    <a:moveTo>
                      <a:pt x="1089" y="0"/>
                    </a:moveTo>
                    <a:lnTo>
                      <a:pt x="1002" y="26"/>
                    </a:lnTo>
                    <a:lnTo>
                      <a:pt x="912" y="49"/>
                    </a:lnTo>
                    <a:lnTo>
                      <a:pt x="820" y="69"/>
                    </a:lnTo>
                    <a:lnTo>
                      <a:pt x="726" y="85"/>
                    </a:lnTo>
                    <a:lnTo>
                      <a:pt x="630" y="98"/>
                    </a:lnTo>
                    <a:lnTo>
                      <a:pt x="532" y="107"/>
                    </a:lnTo>
                    <a:lnTo>
                      <a:pt x="434" y="112"/>
                    </a:lnTo>
                    <a:lnTo>
                      <a:pt x="335" y="114"/>
                    </a:lnTo>
                    <a:lnTo>
                      <a:pt x="250" y="113"/>
                    </a:lnTo>
                    <a:lnTo>
                      <a:pt x="166" y="109"/>
                    </a:lnTo>
                    <a:lnTo>
                      <a:pt x="83" y="102"/>
                    </a:lnTo>
                    <a:lnTo>
                      <a:pt x="0" y="92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195" name="Freeform 15"/>
              <p:cNvSpPr/>
              <p:nvPr/>
            </p:nvSpPr>
            <p:spPr>
              <a:xfrm>
                <a:off x="2592" y="2535"/>
                <a:ext cx="88" cy="76"/>
              </a:xfrm>
              <a:custGeom>
                <a:avLst/>
                <a:gdLst/>
                <a:ahLst/>
                <a:cxnLst>
                  <a:cxn ang="0">
                    <a:pos x="55" y="0"/>
                  </a:cxn>
                  <a:cxn ang="0">
                    <a:pos x="0" y="33"/>
                  </a:cxn>
                  <a:cxn ang="0">
                    <a:pos x="49" y="116"/>
                  </a:cxn>
                  <a:cxn ang="0">
                    <a:pos x="36" y="51"/>
                  </a:cxn>
                  <a:cxn ang="0">
                    <a:pos x="55" y="0"/>
                  </a:cxn>
                </a:cxnLst>
                <a:pathLst>
                  <a:path w="103" h="66">
                    <a:moveTo>
                      <a:pt x="103" y="0"/>
                    </a:moveTo>
                    <a:lnTo>
                      <a:pt x="0" y="19"/>
                    </a:lnTo>
                    <a:lnTo>
                      <a:pt x="93" y="66"/>
                    </a:lnTo>
                    <a:lnTo>
                      <a:pt x="67" y="29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0000FF"/>
              </a:soli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196" name="Freeform 16"/>
              <p:cNvSpPr/>
              <p:nvPr/>
            </p:nvSpPr>
            <p:spPr>
              <a:xfrm>
                <a:off x="3703" y="1306"/>
                <a:ext cx="770" cy="1043"/>
              </a:xfrm>
              <a:custGeom>
                <a:avLst/>
                <a:gdLst/>
                <a:ahLst/>
                <a:cxnLst>
                  <a:cxn ang="0">
                    <a:pos x="556" y="0"/>
                  </a:cxn>
                  <a:cxn ang="0">
                    <a:pos x="554" y="26"/>
                  </a:cxn>
                  <a:cxn ang="0">
                    <a:pos x="552" y="50"/>
                  </a:cxn>
                  <a:cxn ang="0">
                    <a:pos x="547" y="75"/>
                  </a:cxn>
                  <a:cxn ang="0">
                    <a:pos x="540" y="101"/>
                  </a:cxn>
                  <a:cxn ang="0">
                    <a:pos x="534" y="125"/>
                  </a:cxn>
                  <a:cxn ang="0">
                    <a:pos x="527" y="149"/>
                  </a:cxn>
                  <a:cxn ang="0">
                    <a:pos x="518" y="173"/>
                  </a:cxn>
                  <a:cxn ang="0">
                    <a:pos x="508" y="196"/>
                  </a:cxn>
                  <a:cxn ang="0">
                    <a:pos x="497" y="220"/>
                  </a:cxn>
                  <a:cxn ang="0">
                    <a:pos x="485" y="243"/>
                  </a:cxn>
                  <a:cxn ang="0">
                    <a:pos x="472" y="265"/>
                  </a:cxn>
                  <a:cxn ang="0">
                    <a:pos x="459" y="287"/>
                  </a:cxn>
                  <a:cxn ang="0">
                    <a:pos x="443" y="309"/>
                  </a:cxn>
                  <a:cxn ang="0">
                    <a:pos x="427" y="330"/>
                  </a:cxn>
                  <a:cxn ang="0">
                    <a:pos x="411" y="351"/>
                  </a:cxn>
                  <a:cxn ang="0">
                    <a:pos x="393" y="371"/>
                  </a:cxn>
                  <a:cxn ang="0">
                    <a:pos x="374" y="390"/>
                  </a:cxn>
                  <a:cxn ang="0">
                    <a:pos x="355" y="410"/>
                  </a:cxn>
                  <a:cxn ang="0">
                    <a:pos x="335" y="429"/>
                  </a:cxn>
                  <a:cxn ang="0">
                    <a:pos x="313" y="446"/>
                  </a:cxn>
                  <a:cxn ang="0">
                    <a:pos x="292" y="464"/>
                  </a:cxn>
                  <a:cxn ang="0">
                    <a:pos x="269" y="480"/>
                  </a:cxn>
                  <a:cxn ang="0">
                    <a:pos x="245" y="496"/>
                  </a:cxn>
                  <a:cxn ang="0">
                    <a:pos x="221" y="513"/>
                  </a:cxn>
                  <a:cxn ang="0">
                    <a:pos x="196" y="527"/>
                  </a:cxn>
                  <a:cxn ang="0">
                    <a:pos x="170" y="542"/>
                  </a:cxn>
                  <a:cxn ang="0">
                    <a:pos x="144" y="556"/>
                  </a:cxn>
                  <a:cxn ang="0">
                    <a:pos x="116" y="568"/>
                  </a:cxn>
                  <a:cxn ang="0">
                    <a:pos x="88" y="580"/>
                  </a:cxn>
                  <a:cxn ang="0">
                    <a:pos x="59" y="592"/>
                  </a:cxn>
                  <a:cxn ang="0">
                    <a:pos x="30" y="602"/>
                  </a:cxn>
                  <a:cxn ang="0">
                    <a:pos x="0" y="612"/>
                  </a:cxn>
                </a:cxnLst>
                <a:pathLst>
                  <a:path w="858" h="1246">
                    <a:moveTo>
                      <a:pt x="858" y="0"/>
                    </a:moveTo>
                    <a:lnTo>
                      <a:pt x="855" y="52"/>
                    </a:lnTo>
                    <a:lnTo>
                      <a:pt x="850" y="103"/>
                    </a:lnTo>
                    <a:lnTo>
                      <a:pt x="843" y="154"/>
                    </a:lnTo>
                    <a:lnTo>
                      <a:pt x="834" y="205"/>
                    </a:lnTo>
                    <a:lnTo>
                      <a:pt x="824" y="255"/>
                    </a:lnTo>
                    <a:lnTo>
                      <a:pt x="812" y="304"/>
                    </a:lnTo>
                    <a:lnTo>
                      <a:pt x="799" y="352"/>
                    </a:lnTo>
                    <a:lnTo>
                      <a:pt x="783" y="400"/>
                    </a:lnTo>
                    <a:lnTo>
                      <a:pt x="766" y="448"/>
                    </a:lnTo>
                    <a:lnTo>
                      <a:pt x="748" y="494"/>
                    </a:lnTo>
                    <a:lnTo>
                      <a:pt x="728" y="540"/>
                    </a:lnTo>
                    <a:lnTo>
                      <a:pt x="707" y="585"/>
                    </a:lnTo>
                    <a:lnTo>
                      <a:pt x="684" y="629"/>
                    </a:lnTo>
                    <a:lnTo>
                      <a:pt x="659" y="672"/>
                    </a:lnTo>
                    <a:lnTo>
                      <a:pt x="633" y="714"/>
                    </a:lnTo>
                    <a:lnTo>
                      <a:pt x="606" y="755"/>
                    </a:lnTo>
                    <a:lnTo>
                      <a:pt x="577" y="796"/>
                    </a:lnTo>
                    <a:lnTo>
                      <a:pt x="547" y="835"/>
                    </a:lnTo>
                    <a:lnTo>
                      <a:pt x="516" y="873"/>
                    </a:lnTo>
                    <a:lnTo>
                      <a:pt x="483" y="909"/>
                    </a:lnTo>
                    <a:lnTo>
                      <a:pt x="449" y="945"/>
                    </a:lnTo>
                    <a:lnTo>
                      <a:pt x="414" y="979"/>
                    </a:lnTo>
                    <a:lnTo>
                      <a:pt x="378" y="1012"/>
                    </a:lnTo>
                    <a:lnTo>
                      <a:pt x="340" y="1044"/>
                    </a:lnTo>
                    <a:lnTo>
                      <a:pt x="302" y="1075"/>
                    </a:lnTo>
                    <a:lnTo>
                      <a:pt x="262" y="1104"/>
                    </a:lnTo>
                    <a:lnTo>
                      <a:pt x="221" y="1131"/>
                    </a:lnTo>
                    <a:lnTo>
                      <a:pt x="179" y="1157"/>
                    </a:lnTo>
                    <a:lnTo>
                      <a:pt x="135" y="1182"/>
                    </a:lnTo>
                    <a:lnTo>
                      <a:pt x="91" y="1205"/>
                    </a:lnTo>
                    <a:lnTo>
                      <a:pt x="46" y="1226"/>
                    </a:lnTo>
                    <a:lnTo>
                      <a:pt x="0" y="1246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197" name="Freeform 18"/>
              <p:cNvSpPr/>
              <p:nvPr/>
            </p:nvSpPr>
            <p:spPr>
              <a:xfrm>
                <a:off x="3725" y="2494"/>
                <a:ext cx="763" cy="11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6" y="13"/>
                  </a:cxn>
                  <a:cxn ang="0">
                    <a:pos x="52" y="25"/>
                  </a:cxn>
                  <a:cxn ang="0">
                    <a:pos x="76" y="39"/>
                  </a:cxn>
                  <a:cxn ang="0">
                    <a:pos x="101" y="54"/>
                  </a:cxn>
                  <a:cxn ang="0">
                    <a:pos x="126" y="69"/>
                  </a:cxn>
                  <a:cxn ang="0">
                    <a:pos x="149" y="85"/>
                  </a:cxn>
                  <a:cxn ang="0">
                    <a:pos x="173" y="101"/>
                  </a:cxn>
                  <a:cxn ang="0">
                    <a:pos x="195" y="119"/>
                  </a:cxn>
                  <a:cxn ang="0">
                    <a:pos x="217" y="137"/>
                  </a:cxn>
                  <a:cxn ang="0">
                    <a:pos x="239" y="155"/>
                  </a:cxn>
                  <a:cxn ang="0">
                    <a:pos x="260" y="174"/>
                  </a:cxn>
                  <a:cxn ang="0">
                    <a:pos x="280" y="195"/>
                  </a:cxn>
                  <a:cxn ang="0">
                    <a:pos x="301" y="215"/>
                  </a:cxn>
                  <a:cxn ang="0">
                    <a:pos x="320" y="236"/>
                  </a:cxn>
                  <a:cxn ang="0">
                    <a:pos x="338" y="258"/>
                  </a:cxn>
                  <a:cxn ang="0">
                    <a:pos x="357" y="281"/>
                  </a:cxn>
                  <a:cxn ang="0">
                    <a:pos x="374" y="304"/>
                  </a:cxn>
                  <a:cxn ang="0">
                    <a:pos x="390" y="327"/>
                  </a:cxn>
                  <a:cxn ang="0">
                    <a:pos x="407" y="350"/>
                  </a:cxn>
                  <a:cxn ang="0">
                    <a:pos x="422" y="376"/>
                  </a:cxn>
                  <a:cxn ang="0">
                    <a:pos x="437" y="400"/>
                  </a:cxn>
                  <a:cxn ang="0">
                    <a:pos x="452" y="426"/>
                  </a:cxn>
                  <a:cxn ang="0">
                    <a:pos x="465" y="451"/>
                  </a:cxn>
                  <a:cxn ang="0">
                    <a:pos x="477" y="479"/>
                  </a:cxn>
                  <a:cxn ang="0">
                    <a:pos x="490" y="506"/>
                  </a:cxn>
                  <a:cxn ang="0">
                    <a:pos x="500" y="532"/>
                  </a:cxn>
                  <a:cxn ang="0">
                    <a:pos x="511" y="560"/>
                  </a:cxn>
                  <a:cxn ang="0">
                    <a:pos x="521" y="589"/>
                  </a:cxn>
                  <a:cxn ang="0">
                    <a:pos x="530" y="616"/>
                  </a:cxn>
                  <a:cxn ang="0">
                    <a:pos x="539" y="646"/>
                  </a:cxn>
                  <a:cxn ang="0">
                    <a:pos x="546" y="674"/>
                  </a:cxn>
                  <a:cxn ang="0">
                    <a:pos x="552" y="703"/>
                  </a:cxn>
                </a:cxnLst>
                <a:pathLst>
                  <a:path w="850" h="1424">
                    <a:moveTo>
                      <a:pt x="0" y="0"/>
                    </a:moveTo>
                    <a:lnTo>
                      <a:pt x="40" y="25"/>
                    </a:lnTo>
                    <a:lnTo>
                      <a:pt x="80" y="51"/>
                    </a:lnTo>
                    <a:lnTo>
                      <a:pt x="118" y="79"/>
                    </a:lnTo>
                    <a:lnTo>
                      <a:pt x="156" y="108"/>
                    </a:lnTo>
                    <a:lnTo>
                      <a:pt x="194" y="139"/>
                    </a:lnTo>
                    <a:lnTo>
                      <a:pt x="230" y="171"/>
                    </a:lnTo>
                    <a:lnTo>
                      <a:pt x="266" y="205"/>
                    </a:lnTo>
                    <a:lnTo>
                      <a:pt x="301" y="240"/>
                    </a:lnTo>
                    <a:lnTo>
                      <a:pt x="335" y="276"/>
                    </a:lnTo>
                    <a:lnTo>
                      <a:pt x="368" y="314"/>
                    </a:lnTo>
                    <a:lnTo>
                      <a:pt x="401" y="353"/>
                    </a:lnTo>
                    <a:lnTo>
                      <a:pt x="432" y="394"/>
                    </a:lnTo>
                    <a:lnTo>
                      <a:pt x="463" y="435"/>
                    </a:lnTo>
                    <a:lnTo>
                      <a:pt x="493" y="478"/>
                    </a:lnTo>
                    <a:lnTo>
                      <a:pt x="521" y="522"/>
                    </a:lnTo>
                    <a:lnTo>
                      <a:pt x="549" y="568"/>
                    </a:lnTo>
                    <a:lnTo>
                      <a:pt x="576" y="614"/>
                    </a:lnTo>
                    <a:lnTo>
                      <a:pt x="602" y="662"/>
                    </a:lnTo>
                    <a:lnTo>
                      <a:pt x="627" y="710"/>
                    </a:lnTo>
                    <a:lnTo>
                      <a:pt x="651" y="760"/>
                    </a:lnTo>
                    <a:lnTo>
                      <a:pt x="673" y="810"/>
                    </a:lnTo>
                    <a:lnTo>
                      <a:pt x="695" y="862"/>
                    </a:lnTo>
                    <a:lnTo>
                      <a:pt x="716" y="914"/>
                    </a:lnTo>
                    <a:lnTo>
                      <a:pt x="735" y="968"/>
                    </a:lnTo>
                    <a:lnTo>
                      <a:pt x="754" y="1022"/>
                    </a:lnTo>
                    <a:lnTo>
                      <a:pt x="771" y="1077"/>
                    </a:lnTo>
                    <a:lnTo>
                      <a:pt x="787" y="1133"/>
                    </a:lnTo>
                    <a:lnTo>
                      <a:pt x="802" y="1190"/>
                    </a:lnTo>
                    <a:lnTo>
                      <a:pt x="816" y="1247"/>
                    </a:lnTo>
                    <a:lnTo>
                      <a:pt x="829" y="1306"/>
                    </a:lnTo>
                    <a:lnTo>
                      <a:pt x="840" y="1364"/>
                    </a:lnTo>
                    <a:lnTo>
                      <a:pt x="850" y="1424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198" name="Freeform 20"/>
              <p:cNvSpPr/>
              <p:nvPr/>
            </p:nvSpPr>
            <p:spPr>
              <a:xfrm>
                <a:off x="3663" y="1065"/>
                <a:ext cx="294" cy="1281"/>
              </a:xfrm>
              <a:custGeom>
                <a:avLst/>
                <a:gdLst/>
                <a:ahLst/>
                <a:cxnLst>
                  <a:cxn ang="0">
                    <a:pos x="213" y="0"/>
                  </a:cxn>
                  <a:cxn ang="0">
                    <a:pos x="212" y="63"/>
                  </a:cxn>
                  <a:cxn ang="0">
                    <a:pos x="208" y="126"/>
                  </a:cxn>
                  <a:cxn ang="0">
                    <a:pos x="203" y="188"/>
                  </a:cxn>
                  <a:cxn ang="0">
                    <a:pos x="196" y="247"/>
                  </a:cxn>
                  <a:cxn ang="0">
                    <a:pos x="191" y="276"/>
                  </a:cxn>
                  <a:cxn ang="0">
                    <a:pos x="187" y="305"/>
                  </a:cxn>
                  <a:cxn ang="0">
                    <a:pos x="182" y="333"/>
                  </a:cxn>
                  <a:cxn ang="0">
                    <a:pos x="176" y="360"/>
                  </a:cxn>
                  <a:cxn ang="0">
                    <a:pos x="171" y="387"/>
                  </a:cxn>
                  <a:cxn ang="0">
                    <a:pos x="165" y="413"/>
                  </a:cxn>
                  <a:cxn ang="0">
                    <a:pos x="158" y="439"/>
                  </a:cxn>
                  <a:cxn ang="0">
                    <a:pos x="151" y="464"/>
                  </a:cxn>
                  <a:cxn ang="0">
                    <a:pos x="144" y="488"/>
                  </a:cxn>
                  <a:cxn ang="0">
                    <a:pos x="137" y="513"/>
                  </a:cxn>
                  <a:cxn ang="0">
                    <a:pos x="129" y="535"/>
                  </a:cxn>
                  <a:cxn ang="0">
                    <a:pos x="120" y="557"/>
                  </a:cxn>
                  <a:cxn ang="0">
                    <a:pos x="111" y="578"/>
                  </a:cxn>
                  <a:cxn ang="0">
                    <a:pos x="103" y="599"/>
                  </a:cxn>
                  <a:cxn ang="0">
                    <a:pos x="94" y="618"/>
                  </a:cxn>
                  <a:cxn ang="0">
                    <a:pos x="85" y="638"/>
                  </a:cxn>
                  <a:cxn ang="0">
                    <a:pos x="76" y="656"/>
                  </a:cxn>
                  <a:cxn ang="0">
                    <a:pos x="66" y="673"/>
                  </a:cxn>
                  <a:cxn ang="0">
                    <a:pos x="55" y="689"/>
                  </a:cxn>
                  <a:cxn ang="0">
                    <a:pos x="44" y="703"/>
                  </a:cxn>
                  <a:cxn ang="0">
                    <a:pos x="34" y="718"/>
                  </a:cxn>
                  <a:cxn ang="0">
                    <a:pos x="22" y="731"/>
                  </a:cxn>
                  <a:cxn ang="0">
                    <a:pos x="12" y="742"/>
                  </a:cxn>
                  <a:cxn ang="0">
                    <a:pos x="0" y="753"/>
                  </a:cxn>
                </a:cxnLst>
                <a:pathLst>
                  <a:path w="327" h="1529">
                    <a:moveTo>
                      <a:pt x="327" y="0"/>
                    </a:moveTo>
                    <a:lnTo>
                      <a:pt x="324" y="129"/>
                    </a:lnTo>
                    <a:lnTo>
                      <a:pt x="318" y="256"/>
                    </a:lnTo>
                    <a:lnTo>
                      <a:pt x="310" y="381"/>
                    </a:lnTo>
                    <a:lnTo>
                      <a:pt x="299" y="501"/>
                    </a:lnTo>
                    <a:lnTo>
                      <a:pt x="293" y="560"/>
                    </a:lnTo>
                    <a:lnTo>
                      <a:pt x="286" y="618"/>
                    </a:lnTo>
                    <a:lnTo>
                      <a:pt x="278" y="675"/>
                    </a:lnTo>
                    <a:lnTo>
                      <a:pt x="270" y="731"/>
                    </a:lnTo>
                    <a:lnTo>
                      <a:pt x="261" y="786"/>
                    </a:lnTo>
                    <a:lnTo>
                      <a:pt x="252" y="839"/>
                    </a:lnTo>
                    <a:lnTo>
                      <a:pt x="242" y="891"/>
                    </a:lnTo>
                    <a:lnTo>
                      <a:pt x="231" y="942"/>
                    </a:lnTo>
                    <a:lnTo>
                      <a:pt x="220" y="992"/>
                    </a:lnTo>
                    <a:lnTo>
                      <a:pt x="209" y="1040"/>
                    </a:lnTo>
                    <a:lnTo>
                      <a:pt x="197" y="1086"/>
                    </a:lnTo>
                    <a:lnTo>
                      <a:pt x="184" y="1131"/>
                    </a:lnTo>
                    <a:lnTo>
                      <a:pt x="171" y="1175"/>
                    </a:lnTo>
                    <a:lnTo>
                      <a:pt x="158" y="1216"/>
                    </a:lnTo>
                    <a:lnTo>
                      <a:pt x="144" y="1256"/>
                    </a:lnTo>
                    <a:lnTo>
                      <a:pt x="130" y="1294"/>
                    </a:lnTo>
                    <a:lnTo>
                      <a:pt x="115" y="1331"/>
                    </a:lnTo>
                    <a:lnTo>
                      <a:pt x="100" y="1365"/>
                    </a:lnTo>
                    <a:lnTo>
                      <a:pt x="84" y="1398"/>
                    </a:lnTo>
                    <a:lnTo>
                      <a:pt x="68" y="1428"/>
                    </a:lnTo>
                    <a:lnTo>
                      <a:pt x="52" y="1457"/>
                    </a:lnTo>
                    <a:lnTo>
                      <a:pt x="35" y="1483"/>
                    </a:lnTo>
                    <a:lnTo>
                      <a:pt x="18" y="1507"/>
                    </a:lnTo>
                    <a:lnTo>
                      <a:pt x="0" y="1529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199" name="Freeform 22"/>
              <p:cNvSpPr/>
              <p:nvPr/>
            </p:nvSpPr>
            <p:spPr>
              <a:xfrm>
                <a:off x="3698" y="2524"/>
                <a:ext cx="302" cy="12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2" y="11"/>
                  </a:cxn>
                  <a:cxn ang="0">
                    <a:pos x="23" y="22"/>
                  </a:cxn>
                  <a:cxn ang="0">
                    <a:pos x="34" y="34"/>
                  </a:cxn>
                  <a:cxn ang="0">
                    <a:pos x="45" y="49"/>
                  </a:cxn>
                  <a:cxn ang="0">
                    <a:pos x="56" y="63"/>
                  </a:cxn>
                  <a:cxn ang="0">
                    <a:pos x="65" y="79"/>
                  </a:cxn>
                  <a:cxn ang="0">
                    <a:pos x="76" y="96"/>
                  </a:cxn>
                  <a:cxn ang="0">
                    <a:pos x="86" y="114"/>
                  </a:cxn>
                  <a:cxn ang="0">
                    <a:pos x="96" y="132"/>
                  </a:cxn>
                  <a:cxn ang="0">
                    <a:pos x="105" y="151"/>
                  </a:cxn>
                  <a:cxn ang="0">
                    <a:pos x="114" y="173"/>
                  </a:cxn>
                  <a:cxn ang="0">
                    <a:pos x="122" y="194"/>
                  </a:cxn>
                  <a:cxn ang="0">
                    <a:pos x="131" y="216"/>
                  </a:cxn>
                  <a:cxn ang="0">
                    <a:pos x="139" y="239"/>
                  </a:cxn>
                  <a:cxn ang="0">
                    <a:pos x="146" y="263"/>
                  </a:cxn>
                  <a:cxn ang="0">
                    <a:pos x="153" y="288"/>
                  </a:cxn>
                  <a:cxn ang="0">
                    <a:pos x="160" y="313"/>
                  </a:cxn>
                  <a:cxn ang="0">
                    <a:pos x="167" y="339"/>
                  </a:cxn>
                  <a:cxn ang="0">
                    <a:pos x="174" y="365"/>
                  </a:cxn>
                  <a:cxn ang="0">
                    <a:pos x="179" y="393"/>
                  </a:cxn>
                  <a:cxn ang="0">
                    <a:pos x="185" y="420"/>
                  </a:cxn>
                  <a:cxn ang="0">
                    <a:pos x="189" y="449"/>
                  </a:cxn>
                  <a:cxn ang="0">
                    <a:pos x="195" y="479"/>
                  </a:cxn>
                  <a:cxn ang="0">
                    <a:pos x="198" y="508"/>
                  </a:cxn>
                  <a:cxn ang="0">
                    <a:pos x="203" y="538"/>
                  </a:cxn>
                  <a:cxn ang="0">
                    <a:pos x="206" y="568"/>
                  </a:cxn>
                  <a:cxn ang="0">
                    <a:pos x="211" y="631"/>
                  </a:cxn>
                  <a:cxn ang="0">
                    <a:pos x="215" y="694"/>
                  </a:cxn>
                  <a:cxn ang="0">
                    <a:pos x="218" y="759"/>
                  </a:cxn>
                </a:cxnLst>
                <a:pathLst>
                  <a:path w="337" h="1539">
                    <a:moveTo>
                      <a:pt x="0" y="0"/>
                    </a:moveTo>
                    <a:lnTo>
                      <a:pt x="18" y="21"/>
                    </a:lnTo>
                    <a:lnTo>
                      <a:pt x="36" y="44"/>
                    </a:lnTo>
                    <a:lnTo>
                      <a:pt x="53" y="70"/>
                    </a:lnTo>
                    <a:lnTo>
                      <a:pt x="70" y="98"/>
                    </a:lnTo>
                    <a:lnTo>
                      <a:pt x="86" y="128"/>
                    </a:lnTo>
                    <a:lnTo>
                      <a:pt x="102" y="160"/>
                    </a:lnTo>
                    <a:lnTo>
                      <a:pt x="118" y="194"/>
                    </a:lnTo>
                    <a:lnTo>
                      <a:pt x="133" y="230"/>
                    </a:lnTo>
                    <a:lnTo>
                      <a:pt x="148" y="268"/>
                    </a:lnTo>
                    <a:lnTo>
                      <a:pt x="163" y="307"/>
                    </a:lnTo>
                    <a:lnTo>
                      <a:pt x="176" y="349"/>
                    </a:lnTo>
                    <a:lnTo>
                      <a:pt x="190" y="392"/>
                    </a:lnTo>
                    <a:lnTo>
                      <a:pt x="203" y="438"/>
                    </a:lnTo>
                    <a:lnTo>
                      <a:pt x="215" y="484"/>
                    </a:lnTo>
                    <a:lnTo>
                      <a:pt x="227" y="533"/>
                    </a:lnTo>
                    <a:lnTo>
                      <a:pt x="238" y="582"/>
                    </a:lnTo>
                    <a:lnTo>
                      <a:pt x="249" y="634"/>
                    </a:lnTo>
                    <a:lnTo>
                      <a:pt x="259" y="686"/>
                    </a:lnTo>
                    <a:lnTo>
                      <a:pt x="269" y="740"/>
                    </a:lnTo>
                    <a:lnTo>
                      <a:pt x="278" y="796"/>
                    </a:lnTo>
                    <a:lnTo>
                      <a:pt x="287" y="852"/>
                    </a:lnTo>
                    <a:lnTo>
                      <a:pt x="294" y="910"/>
                    </a:lnTo>
                    <a:lnTo>
                      <a:pt x="302" y="969"/>
                    </a:lnTo>
                    <a:lnTo>
                      <a:pt x="308" y="1029"/>
                    </a:lnTo>
                    <a:lnTo>
                      <a:pt x="314" y="1090"/>
                    </a:lnTo>
                    <a:lnTo>
                      <a:pt x="320" y="1151"/>
                    </a:lnTo>
                    <a:lnTo>
                      <a:pt x="328" y="1278"/>
                    </a:lnTo>
                    <a:lnTo>
                      <a:pt x="334" y="1407"/>
                    </a:lnTo>
                    <a:lnTo>
                      <a:pt x="337" y="1539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00" name="Freeform 24"/>
              <p:cNvSpPr/>
              <p:nvPr/>
            </p:nvSpPr>
            <p:spPr>
              <a:xfrm>
                <a:off x="3742" y="1962"/>
                <a:ext cx="992" cy="414"/>
              </a:xfrm>
              <a:custGeom>
                <a:avLst/>
                <a:gdLst/>
                <a:ahLst/>
                <a:cxnLst>
                  <a:cxn ang="0">
                    <a:pos x="718" y="0"/>
                  </a:cxn>
                  <a:cxn ang="0">
                    <a:pos x="681" y="28"/>
                  </a:cxn>
                  <a:cxn ang="0">
                    <a:pos x="642" y="55"/>
                  </a:cxn>
                  <a:cxn ang="0">
                    <a:pos x="602" y="80"/>
                  </a:cxn>
                  <a:cxn ang="0">
                    <a:pos x="562" y="104"/>
                  </a:cxn>
                  <a:cxn ang="0">
                    <a:pos x="519" y="126"/>
                  </a:cxn>
                  <a:cxn ang="0">
                    <a:pos x="476" y="146"/>
                  </a:cxn>
                  <a:cxn ang="0">
                    <a:pos x="431" y="164"/>
                  </a:cxn>
                  <a:cxn ang="0">
                    <a:pos x="386" y="180"/>
                  </a:cxn>
                  <a:cxn ang="0">
                    <a:pos x="340" y="194"/>
                  </a:cxn>
                  <a:cxn ang="0">
                    <a:pos x="294" y="208"/>
                  </a:cxn>
                  <a:cxn ang="0">
                    <a:pos x="245" y="219"/>
                  </a:cxn>
                  <a:cxn ang="0">
                    <a:pos x="198" y="227"/>
                  </a:cxn>
                  <a:cxn ang="0">
                    <a:pos x="149" y="235"/>
                  </a:cxn>
                  <a:cxn ang="0">
                    <a:pos x="124" y="237"/>
                  </a:cxn>
                  <a:cxn ang="0">
                    <a:pos x="99" y="240"/>
                  </a:cxn>
                  <a:cxn ang="0">
                    <a:pos x="75" y="241"/>
                  </a:cxn>
                  <a:cxn ang="0">
                    <a:pos x="50" y="242"/>
                  </a:cxn>
                  <a:cxn ang="0">
                    <a:pos x="25" y="244"/>
                  </a:cxn>
                  <a:cxn ang="0">
                    <a:pos x="0" y="244"/>
                  </a:cxn>
                </a:cxnLst>
                <a:pathLst>
                  <a:path w="1105" h="494">
                    <a:moveTo>
                      <a:pt x="1105" y="0"/>
                    </a:moveTo>
                    <a:lnTo>
                      <a:pt x="1048" y="58"/>
                    </a:lnTo>
                    <a:lnTo>
                      <a:pt x="989" y="112"/>
                    </a:lnTo>
                    <a:lnTo>
                      <a:pt x="927" y="163"/>
                    </a:lnTo>
                    <a:lnTo>
                      <a:pt x="864" y="211"/>
                    </a:lnTo>
                    <a:lnTo>
                      <a:pt x="799" y="255"/>
                    </a:lnTo>
                    <a:lnTo>
                      <a:pt x="732" y="296"/>
                    </a:lnTo>
                    <a:lnTo>
                      <a:pt x="664" y="333"/>
                    </a:lnTo>
                    <a:lnTo>
                      <a:pt x="595" y="366"/>
                    </a:lnTo>
                    <a:lnTo>
                      <a:pt x="524" y="395"/>
                    </a:lnTo>
                    <a:lnTo>
                      <a:pt x="451" y="421"/>
                    </a:lnTo>
                    <a:lnTo>
                      <a:pt x="378" y="443"/>
                    </a:lnTo>
                    <a:lnTo>
                      <a:pt x="304" y="461"/>
                    </a:lnTo>
                    <a:lnTo>
                      <a:pt x="229" y="476"/>
                    </a:lnTo>
                    <a:lnTo>
                      <a:pt x="191" y="481"/>
                    </a:lnTo>
                    <a:lnTo>
                      <a:pt x="153" y="486"/>
                    </a:lnTo>
                    <a:lnTo>
                      <a:pt x="115" y="489"/>
                    </a:lnTo>
                    <a:lnTo>
                      <a:pt x="77" y="492"/>
                    </a:lnTo>
                    <a:lnTo>
                      <a:pt x="39" y="494"/>
                    </a:lnTo>
                    <a:lnTo>
                      <a:pt x="0" y="494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01" name="Freeform 26"/>
              <p:cNvSpPr/>
              <p:nvPr/>
            </p:nvSpPr>
            <p:spPr>
              <a:xfrm>
                <a:off x="3699" y="2456"/>
                <a:ext cx="993" cy="4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5" y="1"/>
                  </a:cxn>
                  <a:cxn ang="0">
                    <a:pos x="50" y="2"/>
                  </a:cxn>
                  <a:cxn ang="0">
                    <a:pos x="75" y="3"/>
                  </a:cxn>
                  <a:cxn ang="0">
                    <a:pos x="99" y="4"/>
                  </a:cxn>
                  <a:cxn ang="0">
                    <a:pos x="124" y="7"/>
                  </a:cxn>
                  <a:cxn ang="0">
                    <a:pos x="149" y="9"/>
                  </a:cxn>
                  <a:cxn ang="0">
                    <a:pos x="198" y="16"/>
                  </a:cxn>
                  <a:cxn ang="0">
                    <a:pos x="245" y="25"/>
                  </a:cxn>
                  <a:cxn ang="0">
                    <a:pos x="294" y="36"/>
                  </a:cxn>
                  <a:cxn ang="0">
                    <a:pos x="340" y="49"/>
                  </a:cxn>
                  <a:cxn ang="0">
                    <a:pos x="386" y="63"/>
                  </a:cxn>
                  <a:cxn ang="0">
                    <a:pos x="432" y="80"/>
                  </a:cxn>
                  <a:cxn ang="0">
                    <a:pos x="477" y="97"/>
                  </a:cxn>
                  <a:cxn ang="0">
                    <a:pos x="520" y="118"/>
                  </a:cxn>
                  <a:cxn ang="0">
                    <a:pos x="563" y="140"/>
                  </a:cxn>
                  <a:cxn ang="0">
                    <a:pos x="603" y="163"/>
                  </a:cxn>
                  <a:cxn ang="0">
                    <a:pos x="643" y="188"/>
                  </a:cxn>
                  <a:cxn ang="0">
                    <a:pos x="682" y="214"/>
                  </a:cxn>
                  <a:cxn ang="0">
                    <a:pos x="719" y="243"/>
                  </a:cxn>
                </a:cxnLst>
                <a:pathLst>
                  <a:path w="1106" h="493">
                    <a:moveTo>
                      <a:pt x="0" y="0"/>
                    </a:moveTo>
                    <a:lnTo>
                      <a:pt x="39" y="1"/>
                    </a:lnTo>
                    <a:lnTo>
                      <a:pt x="77" y="2"/>
                    </a:lnTo>
                    <a:lnTo>
                      <a:pt x="115" y="5"/>
                    </a:lnTo>
                    <a:lnTo>
                      <a:pt x="153" y="8"/>
                    </a:lnTo>
                    <a:lnTo>
                      <a:pt x="191" y="13"/>
                    </a:lnTo>
                    <a:lnTo>
                      <a:pt x="229" y="18"/>
                    </a:lnTo>
                    <a:lnTo>
                      <a:pt x="304" y="33"/>
                    </a:lnTo>
                    <a:lnTo>
                      <a:pt x="378" y="51"/>
                    </a:lnTo>
                    <a:lnTo>
                      <a:pt x="452" y="73"/>
                    </a:lnTo>
                    <a:lnTo>
                      <a:pt x="524" y="98"/>
                    </a:lnTo>
                    <a:lnTo>
                      <a:pt x="595" y="128"/>
                    </a:lnTo>
                    <a:lnTo>
                      <a:pt x="665" y="161"/>
                    </a:lnTo>
                    <a:lnTo>
                      <a:pt x="733" y="198"/>
                    </a:lnTo>
                    <a:lnTo>
                      <a:pt x="800" y="239"/>
                    </a:lnTo>
                    <a:lnTo>
                      <a:pt x="865" y="283"/>
                    </a:lnTo>
                    <a:lnTo>
                      <a:pt x="928" y="330"/>
                    </a:lnTo>
                    <a:lnTo>
                      <a:pt x="990" y="381"/>
                    </a:lnTo>
                    <a:lnTo>
                      <a:pt x="1049" y="435"/>
                    </a:lnTo>
                    <a:lnTo>
                      <a:pt x="1106" y="493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02" name="Freeform 29"/>
              <p:cNvSpPr/>
              <p:nvPr/>
            </p:nvSpPr>
            <p:spPr>
              <a:xfrm>
                <a:off x="2538" y="2501"/>
                <a:ext cx="1025" cy="282"/>
              </a:xfrm>
              <a:custGeom>
                <a:avLst/>
                <a:gdLst/>
                <a:ahLst/>
                <a:cxnLst>
                  <a:cxn ang="0">
                    <a:pos x="669" y="0"/>
                  </a:cxn>
                  <a:cxn ang="0">
                    <a:pos x="645" y="42"/>
                  </a:cxn>
                  <a:cxn ang="0">
                    <a:pos x="622" y="82"/>
                  </a:cxn>
                  <a:cxn ang="0">
                    <a:pos x="597" y="119"/>
                  </a:cxn>
                  <a:cxn ang="0">
                    <a:pos x="573" y="155"/>
                  </a:cxn>
                  <a:cxn ang="0">
                    <a:pos x="548" y="186"/>
                  </a:cxn>
                  <a:cxn ang="0">
                    <a:pos x="523" y="215"/>
                  </a:cxn>
                  <a:cxn ang="0">
                    <a:pos x="498" y="241"/>
                  </a:cxn>
                  <a:cxn ang="0">
                    <a:pos x="472" y="265"/>
                  </a:cxn>
                  <a:cxn ang="0">
                    <a:pos x="445" y="286"/>
                  </a:cxn>
                  <a:cxn ang="0">
                    <a:pos x="419" y="304"/>
                  </a:cxn>
                  <a:cxn ang="0">
                    <a:pos x="392" y="320"/>
                  </a:cxn>
                  <a:cxn ang="0">
                    <a:pos x="365" y="333"/>
                  </a:cxn>
                  <a:cxn ang="0">
                    <a:pos x="337" y="344"/>
                  </a:cxn>
                  <a:cxn ang="0">
                    <a:pos x="310" y="350"/>
                  </a:cxn>
                  <a:cxn ang="0">
                    <a:pos x="283" y="354"/>
                  </a:cxn>
                  <a:cxn ang="0">
                    <a:pos x="255" y="357"/>
                  </a:cxn>
                  <a:cxn ang="0">
                    <a:pos x="223" y="354"/>
                  </a:cxn>
                  <a:cxn ang="0">
                    <a:pos x="190" y="348"/>
                  </a:cxn>
                  <a:cxn ang="0">
                    <a:pos x="158" y="338"/>
                  </a:cxn>
                  <a:cxn ang="0">
                    <a:pos x="126" y="323"/>
                  </a:cxn>
                  <a:cxn ang="0">
                    <a:pos x="94" y="305"/>
                  </a:cxn>
                  <a:cxn ang="0">
                    <a:pos x="62" y="284"/>
                  </a:cxn>
                  <a:cxn ang="0">
                    <a:pos x="31" y="258"/>
                  </a:cxn>
                  <a:cxn ang="0">
                    <a:pos x="0" y="230"/>
                  </a:cxn>
                </a:cxnLst>
                <a:pathLst>
                  <a:path w="1182" h="261">
                    <a:moveTo>
                      <a:pt x="1182" y="0"/>
                    </a:moveTo>
                    <a:lnTo>
                      <a:pt x="1141" y="31"/>
                    </a:lnTo>
                    <a:lnTo>
                      <a:pt x="1100" y="60"/>
                    </a:lnTo>
                    <a:lnTo>
                      <a:pt x="1057" y="87"/>
                    </a:lnTo>
                    <a:lnTo>
                      <a:pt x="1014" y="113"/>
                    </a:lnTo>
                    <a:lnTo>
                      <a:pt x="970" y="136"/>
                    </a:lnTo>
                    <a:lnTo>
                      <a:pt x="925" y="157"/>
                    </a:lnTo>
                    <a:lnTo>
                      <a:pt x="880" y="177"/>
                    </a:lnTo>
                    <a:lnTo>
                      <a:pt x="834" y="194"/>
                    </a:lnTo>
                    <a:lnTo>
                      <a:pt x="787" y="210"/>
                    </a:lnTo>
                    <a:lnTo>
                      <a:pt x="740" y="223"/>
                    </a:lnTo>
                    <a:lnTo>
                      <a:pt x="693" y="235"/>
                    </a:lnTo>
                    <a:lnTo>
                      <a:pt x="645" y="244"/>
                    </a:lnTo>
                    <a:lnTo>
                      <a:pt x="597" y="252"/>
                    </a:lnTo>
                    <a:lnTo>
                      <a:pt x="549" y="257"/>
                    </a:lnTo>
                    <a:lnTo>
                      <a:pt x="500" y="260"/>
                    </a:lnTo>
                    <a:lnTo>
                      <a:pt x="451" y="261"/>
                    </a:lnTo>
                    <a:lnTo>
                      <a:pt x="393" y="260"/>
                    </a:lnTo>
                    <a:lnTo>
                      <a:pt x="336" y="255"/>
                    </a:lnTo>
                    <a:lnTo>
                      <a:pt x="279" y="248"/>
                    </a:lnTo>
                    <a:lnTo>
                      <a:pt x="222" y="237"/>
                    </a:lnTo>
                    <a:lnTo>
                      <a:pt x="165" y="224"/>
                    </a:lnTo>
                    <a:lnTo>
                      <a:pt x="110" y="208"/>
                    </a:lnTo>
                    <a:lnTo>
                      <a:pt x="54" y="190"/>
                    </a:lnTo>
                    <a:lnTo>
                      <a:pt x="0" y="168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03" name="Freeform 31"/>
              <p:cNvSpPr/>
              <p:nvPr/>
            </p:nvSpPr>
            <p:spPr>
              <a:xfrm>
                <a:off x="2098" y="1013"/>
                <a:ext cx="1551" cy="1291"/>
              </a:xfrm>
              <a:custGeom>
                <a:avLst/>
                <a:gdLst/>
                <a:ahLst/>
                <a:cxnLst>
                  <a:cxn ang="0">
                    <a:pos x="1" y="739"/>
                  </a:cxn>
                  <a:cxn ang="0">
                    <a:pos x="1" y="679"/>
                  </a:cxn>
                  <a:cxn ang="0">
                    <a:pos x="6" y="607"/>
                  </a:cxn>
                  <a:cxn ang="0">
                    <a:pos x="18" y="537"/>
                  </a:cxn>
                  <a:cxn ang="0">
                    <a:pos x="37" y="471"/>
                  </a:cxn>
                  <a:cxn ang="0">
                    <a:pos x="61" y="406"/>
                  </a:cxn>
                  <a:cxn ang="0">
                    <a:pos x="89" y="346"/>
                  </a:cxn>
                  <a:cxn ang="0">
                    <a:pos x="121" y="288"/>
                  </a:cxn>
                  <a:cxn ang="0">
                    <a:pos x="159" y="235"/>
                  </a:cxn>
                  <a:cxn ang="0">
                    <a:pos x="199" y="185"/>
                  </a:cxn>
                  <a:cxn ang="0">
                    <a:pos x="245" y="143"/>
                  </a:cxn>
                  <a:cxn ang="0">
                    <a:pos x="294" y="104"/>
                  </a:cxn>
                  <a:cxn ang="0">
                    <a:pos x="345" y="71"/>
                  </a:cxn>
                  <a:cxn ang="0">
                    <a:pos x="401" y="44"/>
                  </a:cxn>
                  <a:cxn ang="0">
                    <a:pos x="458" y="23"/>
                  </a:cxn>
                  <a:cxn ang="0">
                    <a:pos x="517" y="8"/>
                  </a:cxn>
                  <a:cxn ang="0">
                    <a:pos x="579" y="2"/>
                  </a:cxn>
                  <a:cxn ang="0">
                    <a:pos x="641" y="2"/>
                  </a:cxn>
                  <a:cxn ang="0">
                    <a:pos x="703" y="8"/>
                  </a:cxn>
                  <a:cxn ang="0">
                    <a:pos x="763" y="23"/>
                  </a:cxn>
                  <a:cxn ang="0">
                    <a:pos x="820" y="44"/>
                  </a:cxn>
                  <a:cxn ang="0">
                    <a:pos x="875" y="71"/>
                  </a:cxn>
                  <a:cxn ang="0">
                    <a:pos x="927" y="104"/>
                  </a:cxn>
                  <a:cxn ang="0">
                    <a:pos x="976" y="143"/>
                  </a:cxn>
                  <a:cxn ang="0">
                    <a:pos x="1020" y="185"/>
                  </a:cxn>
                  <a:cxn ang="0">
                    <a:pos x="1062" y="235"/>
                  </a:cxn>
                  <a:cxn ang="0">
                    <a:pos x="1100" y="288"/>
                  </a:cxn>
                  <a:cxn ang="0">
                    <a:pos x="1132" y="346"/>
                  </a:cxn>
                  <a:cxn ang="0">
                    <a:pos x="1160" y="406"/>
                  </a:cxn>
                  <a:cxn ang="0">
                    <a:pos x="1184" y="471"/>
                  </a:cxn>
                  <a:cxn ang="0">
                    <a:pos x="1202" y="537"/>
                  </a:cxn>
                  <a:cxn ang="0">
                    <a:pos x="1214" y="607"/>
                  </a:cxn>
                  <a:cxn ang="0">
                    <a:pos x="1220" y="679"/>
                  </a:cxn>
                  <a:cxn ang="0">
                    <a:pos x="1220" y="727"/>
                  </a:cxn>
                </a:cxnLst>
                <a:pathLst>
                  <a:path w="1680" h="1539">
                    <a:moveTo>
                      <a:pt x="2" y="1539"/>
                    </a:moveTo>
                    <a:lnTo>
                      <a:pt x="1" y="1493"/>
                    </a:lnTo>
                    <a:lnTo>
                      <a:pt x="0" y="1447"/>
                    </a:lnTo>
                    <a:lnTo>
                      <a:pt x="1" y="1373"/>
                    </a:lnTo>
                    <a:lnTo>
                      <a:pt x="4" y="1299"/>
                    </a:lnTo>
                    <a:lnTo>
                      <a:pt x="10" y="1227"/>
                    </a:lnTo>
                    <a:lnTo>
                      <a:pt x="17" y="1155"/>
                    </a:lnTo>
                    <a:lnTo>
                      <a:pt x="26" y="1085"/>
                    </a:lnTo>
                    <a:lnTo>
                      <a:pt x="38" y="1017"/>
                    </a:lnTo>
                    <a:lnTo>
                      <a:pt x="51" y="950"/>
                    </a:lnTo>
                    <a:lnTo>
                      <a:pt x="66" y="884"/>
                    </a:lnTo>
                    <a:lnTo>
                      <a:pt x="83" y="820"/>
                    </a:lnTo>
                    <a:lnTo>
                      <a:pt x="101" y="757"/>
                    </a:lnTo>
                    <a:lnTo>
                      <a:pt x="122" y="697"/>
                    </a:lnTo>
                    <a:lnTo>
                      <a:pt x="143" y="638"/>
                    </a:lnTo>
                    <a:lnTo>
                      <a:pt x="167" y="581"/>
                    </a:lnTo>
                    <a:lnTo>
                      <a:pt x="192" y="527"/>
                    </a:lnTo>
                    <a:lnTo>
                      <a:pt x="218" y="474"/>
                    </a:lnTo>
                    <a:lnTo>
                      <a:pt x="246" y="424"/>
                    </a:lnTo>
                    <a:lnTo>
                      <a:pt x="275" y="376"/>
                    </a:lnTo>
                    <a:lnTo>
                      <a:pt x="306" y="331"/>
                    </a:lnTo>
                    <a:lnTo>
                      <a:pt x="337" y="288"/>
                    </a:lnTo>
                    <a:lnTo>
                      <a:pt x="370" y="247"/>
                    </a:lnTo>
                    <a:lnTo>
                      <a:pt x="404" y="210"/>
                    </a:lnTo>
                    <a:lnTo>
                      <a:pt x="440" y="175"/>
                    </a:lnTo>
                    <a:lnTo>
                      <a:pt x="476" y="143"/>
                    </a:lnTo>
                    <a:lnTo>
                      <a:pt x="513" y="114"/>
                    </a:lnTo>
                    <a:lnTo>
                      <a:pt x="551" y="88"/>
                    </a:lnTo>
                    <a:lnTo>
                      <a:pt x="590" y="65"/>
                    </a:lnTo>
                    <a:lnTo>
                      <a:pt x="630" y="46"/>
                    </a:lnTo>
                    <a:lnTo>
                      <a:pt x="671" y="29"/>
                    </a:lnTo>
                    <a:lnTo>
                      <a:pt x="712" y="17"/>
                    </a:lnTo>
                    <a:lnTo>
                      <a:pt x="754" y="8"/>
                    </a:lnTo>
                    <a:lnTo>
                      <a:pt x="797" y="2"/>
                    </a:lnTo>
                    <a:lnTo>
                      <a:pt x="840" y="0"/>
                    </a:lnTo>
                    <a:lnTo>
                      <a:pt x="883" y="2"/>
                    </a:lnTo>
                    <a:lnTo>
                      <a:pt x="926" y="8"/>
                    </a:lnTo>
                    <a:lnTo>
                      <a:pt x="968" y="17"/>
                    </a:lnTo>
                    <a:lnTo>
                      <a:pt x="1009" y="29"/>
                    </a:lnTo>
                    <a:lnTo>
                      <a:pt x="1050" y="46"/>
                    </a:lnTo>
                    <a:lnTo>
                      <a:pt x="1090" y="65"/>
                    </a:lnTo>
                    <a:lnTo>
                      <a:pt x="1129" y="88"/>
                    </a:lnTo>
                    <a:lnTo>
                      <a:pt x="1167" y="114"/>
                    </a:lnTo>
                    <a:lnTo>
                      <a:pt x="1204" y="143"/>
                    </a:lnTo>
                    <a:lnTo>
                      <a:pt x="1240" y="175"/>
                    </a:lnTo>
                    <a:lnTo>
                      <a:pt x="1276" y="210"/>
                    </a:lnTo>
                    <a:lnTo>
                      <a:pt x="1310" y="247"/>
                    </a:lnTo>
                    <a:lnTo>
                      <a:pt x="1343" y="288"/>
                    </a:lnTo>
                    <a:lnTo>
                      <a:pt x="1374" y="331"/>
                    </a:lnTo>
                    <a:lnTo>
                      <a:pt x="1405" y="376"/>
                    </a:lnTo>
                    <a:lnTo>
                      <a:pt x="1434" y="424"/>
                    </a:lnTo>
                    <a:lnTo>
                      <a:pt x="1462" y="474"/>
                    </a:lnTo>
                    <a:lnTo>
                      <a:pt x="1488" y="527"/>
                    </a:lnTo>
                    <a:lnTo>
                      <a:pt x="1513" y="581"/>
                    </a:lnTo>
                    <a:lnTo>
                      <a:pt x="1537" y="638"/>
                    </a:lnTo>
                    <a:lnTo>
                      <a:pt x="1558" y="697"/>
                    </a:lnTo>
                    <a:lnTo>
                      <a:pt x="1579" y="757"/>
                    </a:lnTo>
                    <a:lnTo>
                      <a:pt x="1597" y="820"/>
                    </a:lnTo>
                    <a:lnTo>
                      <a:pt x="1614" y="884"/>
                    </a:lnTo>
                    <a:lnTo>
                      <a:pt x="1629" y="950"/>
                    </a:lnTo>
                    <a:lnTo>
                      <a:pt x="1642" y="1017"/>
                    </a:lnTo>
                    <a:lnTo>
                      <a:pt x="1654" y="1085"/>
                    </a:lnTo>
                    <a:lnTo>
                      <a:pt x="1663" y="1155"/>
                    </a:lnTo>
                    <a:lnTo>
                      <a:pt x="1670" y="1227"/>
                    </a:lnTo>
                    <a:lnTo>
                      <a:pt x="1676" y="1299"/>
                    </a:lnTo>
                    <a:lnTo>
                      <a:pt x="1679" y="1373"/>
                    </a:lnTo>
                    <a:lnTo>
                      <a:pt x="1680" y="1447"/>
                    </a:lnTo>
                    <a:lnTo>
                      <a:pt x="1680" y="1467"/>
                    </a:lnTo>
                    <a:lnTo>
                      <a:pt x="1680" y="1487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04" name="Freeform 32"/>
              <p:cNvSpPr/>
              <p:nvPr/>
            </p:nvSpPr>
            <p:spPr>
              <a:xfrm>
                <a:off x="2175" y="1009"/>
                <a:ext cx="1473" cy="1292"/>
              </a:xfrm>
              <a:custGeom>
                <a:avLst/>
                <a:gdLst/>
                <a:ahLst/>
                <a:cxnLst>
                  <a:cxn ang="0">
                    <a:pos x="9" y="450"/>
                  </a:cxn>
                  <a:cxn ang="0">
                    <a:pos x="31" y="398"/>
                  </a:cxn>
                  <a:cxn ang="0">
                    <a:pos x="53" y="348"/>
                  </a:cxn>
                  <a:cxn ang="0">
                    <a:pos x="80" y="301"/>
                  </a:cxn>
                  <a:cxn ang="0">
                    <a:pos x="108" y="259"/>
                  </a:cxn>
                  <a:cxn ang="0">
                    <a:pos x="138" y="218"/>
                  </a:cxn>
                  <a:cxn ang="0">
                    <a:pos x="170" y="181"/>
                  </a:cxn>
                  <a:cxn ang="0">
                    <a:pos x="203" y="146"/>
                  </a:cxn>
                  <a:cxn ang="0">
                    <a:pos x="239" y="115"/>
                  </a:cxn>
                  <a:cxn ang="0">
                    <a:pos x="276" y="87"/>
                  </a:cxn>
                  <a:cxn ang="0">
                    <a:pos x="313" y="63"/>
                  </a:cxn>
                  <a:cxn ang="0">
                    <a:pos x="354" y="43"/>
                  </a:cxn>
                  <a:cxn ang="0">
                    <a:pos x="394" y="26"/>
                  </a:cxn>
                  <a:cxn ang="0">
                    <a:pos x="436" y="14"/>
                  </a:cxn>
                  <a:cxn ang="0">
                    <a:pos x="479" y="5"/>
                  </a:cxn>
                  <a:cxn ang="0">
                    <a:pos x="522" y="1"/>
                  </a:cxn>
                  <a:cxn ang="0">
                    <a:pos x="575" y="2"/>
                  </a:cxn>
                  <a:cxn ang="0">
                    <a:pos x="636" y="10"/>
                  </a:cxn>
                  <a:cxn ang="0">
                    <a:pos x="693" y="26"/>
                  </a:cxn>
                  <a:cxn ang="0">
                    <a:pos x="751" y="49"/>
                  </a:cxn>
                  <a:cxn ang="0">
                    <a:pos x="804" y="82"/>
                  </a:cxn>
                  <a:cxn ang="0">
                    <a:pos x="855" y="119"/>
                  </a:cxn>
                  <a:cxn ang="0">
                    <a:pos x="902" y="163"/>
                  </a:cxn>
                  <a:cxn ang="0">
                    <a:pos x="946" y="214"/>
                  </a:cxn>
                  <a:cxn ang="0">
                    <a:pos x="988" y="270"/>
                  </a:cxn>
                  <a:cxn ang="0">
                    <a:pos x="1025" y="330"/>
                  </a:cxn>
                  <a:cxn ang="0">
                    <a:pos x="1057" y="396"/>
                  </a:cxn>
                  <a:cxn ang="0">
                    <a:pos x="1084" y="466"/>
                  </a:cxn>
                  <a:cxn ang="0">
                    <a:pos x="1106" y="540"/>
                  </a:cxn>
                  <a:cxn ang="0">
                    <a:pos x="1124" y="617"/>
                  </a:cxn>
                  <a:cxn ang="0">
                    <a:pos x="1136" y="697"/>
                  </a:cxn>
                  <a:cxn ang="0">
                    <a:pos x="1142" y="781"/>
                  </a:cxn>
                  <a:cxn ang="0">
                    <a:pos x="1143" y="834"/>
                  </a:cxn>
                </a:cxnLst>
                <a:pathLst>
                  <a:path w="1603" h="1488">
                    <a:moveTo>
                      <a:pt x="0" y="838"/>
                    </a:moveTo>
                    <a:lnTo>
                      <a:pt x="13" y="791"/>
                    </a:lnTo>
                    <a:lnTo>
                      <a:pt x="28" y="745"/>
                    </a:lnTo>
                    <a:lnTo>
                      <a:pt x="43" y="700"/>
                    </a:lnTo>
                    <a:lnTo>
                      <a:pt x="59" y="656"/>
                    </a:lnTo>
                    <a:lnTo>
                      <a:pt x="75" y="613"/>
                    </a:lnTo>
                    <a:lnTo>
                      <a:pt x="93" y="572"/>
                    </a:lnTo>
                    <a:lnTo>
                      <a:pt x="112" y="531"/>
                    </a:lnTo>
                    <a:lnTo>
                      <a:pt x="131" y="492"/>
                    </a:lnTo>
                    <a:lnTo>
                      <a:pt x="151" y="455"/>
                    </a:lnTo>
                    <a:lnTo>
                      <a:pt x="171" y="418"/>
                    </a:lnTo>
                    <a:lnTo>
                      <a:pt x="193" y="383"/>
                    </a:lnTo>
                    <a:lnTo>
                      <a:pt x="215" y="349"/>
                    </a:lnTo>
                    <a:lnTo>
                      <a:pt x="238" y="317"/>
                    </a:lnTo>
                    <a:lnTo>
                      <a:pt x="261" y="286"/>
                    </a:lnTo>
                    <a:lnTo>
                      <a:pt x="285" y="256"/>
                    </a:lnTo>
                    <a:lnTo>
                      <a:pt x="310" y="228"/>
                    </a:lnTo>
                    <a:lnTo>
                      <a:pt x="335" y="202"/>
                    </a:lnTo>
                    <a:lnTo>
                      <a:pt x="360" y="176"/>
                    </a:lnTo>
                    <a:lnTo>
                      <a:pt x="386" y="153"/>
                    </a:lnTo>
                    <a:lnTo>
                      <a:pt x="413" y="131"/>
                    </a:lnTo>
                    <a:lnTo>
                      <a:pt x="440" y="111"/>
                    </a:lnTo>
                    <a:lnTo>
                      <a:pt x="468" y="92"/>
                    </a:lnTo>
                    <a:lnTo>
                      <a:pt x="496" y="75"/>
                    </a:lnTo>
                    <a:lnTo>
                      <a:pt x="524" y="59"/>
                    </a:lnTo>
                    <a:lnTo>
                      <a:pt x="553" y="46"/>
                    </a:lnTo>
                    <a:lnTo>
                      <a:pt x="582" y="34"/>
                    </a:lnTo>
                    <a:lnTo>
                      <a:pt x="612" y="24"/>
                    </a:lnTo>
                    <a:lnTo>
                      <a:pt x="641" y="15"/>
                    </a:lnTo>
                    <a:lnTo>
                      <a:pt x="671" y="9"/>
                    </a:lnTo>
                    <a:lnTo>
                      <a:pt x="702" y="4"/>
                    </a:lnTo>
                    <a:lnTo>
                      <a:pt x="732" y="1"/>
                    </a:lnTo>
                    <a:lnTo>
                      <a:pt x="763" y="0"/>
                    </a:lnTo>
                    <a:lnTo>
                      <a:pt x="806" y="2"/>
                    </a:lnTo>
                    <a:lnTo>
                      <a:pt x="849" y="8"/>
                    </a:lnTo>
                    <a:lnTo>
                      <a:pt x="891" y="17"/>
                    </a:lnTo>
                    <a:lnTo>
                      <a:pt x="932" y="29"/>
                    </a:lnTo>
                    <a:lnTo>
                      <a:pt x="973" y="46"/>
                    </a:lnTo>
                    <a:lnTo>
                      <a:pt x="1013" y="65"/>
                    </a:lnTo>
                    <a:lnTo>
                      <a:pt x="1052" y="88"/>
                    </a:lnTo>
                    <a:lnTo>
                      <a:pt x="1090" y="114"/>
                    </a:lnTo>
                    <a:lnTo>
                      <a:pt x="1127" y="143"/>
                    </a:lnTo>
                    <a:lnTo>
                      <a:pt x="1163" y="175"/>
                    </a:lnTo>
                    <a:lnTo>
                      <a:pt x="1199" y="210"/>
                    </a:lnTo>
                    <a:lnTo>
                      <a:pt x="1233" y="247"/>
                    </a:lnTo>
                    <a:lnTo>
                      <a:pt x="1266" y="288"/>
                    </a:lnTo>
                    <a:lnTo>
                      <a:pt x="1297" y="331"/>
                    </a:lnTo>
                    <a:lnTo>
                      <a:pt x="1328" y="376"/>
                    </a:lnTo>
                    <a:lnTo>
                      <a:pt x="1357" y="424"/>
                    </a:lnTo>
                    <a:lnTo>
                      <a:pt x="1385" y="474"/>
                    </a:lnTo>
                    <a:lnTo>
                      <a:pt x="1411" y="527"/>
                    </a:lnTo>
                    <a:lnTo>
                      <a:pt x="1436" y="582"/>
                    </a:lnTo>
                    <a:lnTo>
                      <a:pt x="1460" y="638"/>
                    </a:lnTo>
                    <a:lnTo>
                      <a:pt x="1481" y="697"/>
                    </a:lnTo>
                    <a:lnTo>
                      <a:pt x="1502" y="758"/>
                    </a:lnTo>
                    <a:lnTo>
                      <a:pt x="1520" y="820"/>
                    </a:lnTo>
                    <a:lnTo>
                      <a:pt x="1537" y="884"/>
                    </a:lnTo>
                    <a:lnTo>
                      <a:pt x="1552" y="950"/>
                    </a:lnTo>
                    <a:lnTo>
                      <a:pt x="1565" y="1017"/>
                    </a:lnTo>
                    <a:lnTo>
                      <a:pt x="1577" y="1086"/>
                    </a:lnTo>
                    <a:lnTo>
                      <a:pt x="1586" y="1156"/>
                    </a:lnTo>
                    <a:lnTo>
                      <a:pt x="1593" y="1227"/>
                    </a:lnTo>
                    <a:lnTo>
                      <a:pt x="1599" y="1300"/>
                    </a:lnTo>
                    <a:lnTo>
                      <a:pt x="1602" y="1373"/>
                    </a:lnTo>
                    <a:lnTo>
                      <a:pt x="1603" y="1448"/>
                    </a:lnTo>
                    <a:lnTo>
                      <a:pt x="1603" y="1468"/>
                    </a:lnTo>
                    <a:lnTo>
                      <a:pt x="1603" y="1488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05" name="Freeform 33"/>
              <p:cNvSpPr/>
              <p:nvPr/>
            </p:nvSpPr>
            <p:spPr>
              <a:xfrm>
                <a:off x="2148" y="1728"/>
                <a:ext cx="60" cy="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59"/>
                  </a:cxn>
                  <a:cxn ang="0">
                    <a:pos x="47" y="9"/>
                  </a:cxn>
                  <a:cxn ang="0">
                    <a:pos x="18" y="22"/>
                  </a:cxn>
                  <a:cxn ang="0">
                    <a:pos x="0" y="0"/>
                  </a:cxn>
                </a:cxnLst>
                <a:pathLst>
                  <a:path w="65" h="104">
                    <a:moveTo>
                      <a:pt x="0" y="0"/>
                    </a:moveTo>
                    <a:lnTo>
                      <a:pt x="8" y="104"/>
                    </a:lnTo>
                    <a:lnTo>
                      <a:pt x="65" y="16"/>
                    </a:lnTo>
                    <a:lnTo>
                      <a:pt x="25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06" name="Freeform 36"/>
              <p:cNvSpPr/>
              <p:nvPr/>
            </p:nvSpPr>
            <p:spPr>
              <a:xfrm>
                <a:off x="2184" y="2501"/>
                <a:ext cx="350" cy="176"/>
              </a:xfrm>
              <a:custGeom>
                <a:avLst/>
                <a:gdLst/>
                <a:ahLst/>
                <a:cxnLst>
                  <a:cxn ang="0">
                    <a:pos x="382" y="103"/>
                  </a:cxn>
                  <a:cxn ang="0">
                    <a:pos x="331" y="93"/>
                  </a:cxn>
                  <a:cxn ang="0">
                    <a:pos x="281" y="82"/>
                  </a:cxn>
                  <a:cxn ang="0">
                    <a:pos x="231" y="71"/>
                  </a:cxn>
                  <a:cxn ang="0">
                    <a:pos x="183" y="58"/>
                  </a:cxn>
                  <a:cxn ang="0">
                    <a:pos x="137" y="45"/>
                  </a:cxn>
                  <a:cxn ang="0">
                    <a:pos x="89" y="31"/>
                  </a:cxn>
                  <a:cxn ang="0">
                    <a:pos x="43" y="16"/>
                  </a:cxn>
                  <a:cxn ang="0">
                    <a:pos x="0" y="0"/>
                  </a:cxn>
                </a:cxnLst>
                <a:pathLst>
                  <a:path w="340" h="211">
                    <a:moveTo>
                      <a:pt x="340" y="211"/>
                    </a:moveTo>
                    <a:lnTo>
                      <a:pt x="295" y="191"/>
                    </a:lnTo>
                    <a:lnTo>
                      <a:pt x="250" y="170"/>
                    </a:lnTo>
                    <a:lnTo>
                      <a:pt x="206" y="146"/>
                    </a:lnTo>
                    <a:lnTo>
                      <a:pt x="163" y="121"/>
                    </a:lnTo>
                    <a:lnTo>
                      <a:pt x="121" y="93"/>
                    </a:lnTo>
                    <a:lnTo>
                      <a:pt x="80" y="64"/>
                    </a:lnTo>
                    <a:lnTo>
                      <a:pt x="39" y="33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07" name="Freeform 37"/>
              <p:cNvSpPr/>
              <p:nvPr/>
            </p:nvSpPr>
            <p:spPr>
              <a:xfrm>
                <a:off x="2563" y="2135"/>
                <a:ext cx="974" cy="219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28" y="22"/>
                  </a:cxn>
                  <a:cxn ang="0">
                    <a:pos x="57" y="16"/>
                  </a:cxn>
                  <a:cxn ang="0">
                    <a:pos x="85" y="11"/>
                  </a:cxn>
                  <a:cxn ang="0">
                    <a:pos x="114" y="7"/>
                  </a:cxn>
                  <a:cxn ang="0">
                    <a:pos x="144" y="4"/>
                  </a:cxn>
                  <a:cxn ang="0">
                    <a:pos x="172" y="3"/>
                  </a:cxn>
                  <a:cxn ang="0">
                    <a:pos x="202" y="1"/>
                  </a:cxn>
                  <a:cxn ang="0">
                    <a:pos x="231" y="0"/>
                  </a:cxn>
                  <a:cxn ang="0">
                    <a:pos x="262" y="1"/>
                  </a:cxn>
                  <a:cxn ang="0">
                    <a:pos x="294" y="3"/>
                  </a:cxn>
                  <a:cxn ang="0">
                    <a:pos x="325" y="5"/>
                  </a:cxn>
                  <a:cxn ang="0">
                    <a:pos x="357" y="8"/>
                  </a:cxn>
                  <a:cxn ang="0">
                    <a:pos x="388" y="13"/>
                  </a:cxn>
                  <a:cxn ang="0">
                    <a:pos x="419" y="19"/>
                  </a:cxn>
                  <a:cxn ang="0">
                    <a:pos x="449" y="25"/>
                  </a:cxn>
                  <a:cxn ang="0">
                    <a:pos x="480" y="33"/>
                  </a:cxn>
                  <a:cxn ang="0">
                    <a:pos x="510" y="42"/>
                  </a:cxn>
                  <a:cxn ang="0">
                    <a:pos x="539" y="51"/>
                  </a:cxn>
                  <a:cxn ang="0">
                    <a:pos x="569" y="62"/>
                  </a:cxn>
                  <a:cxn ang="0">
                    <a:pos x="597" y="74"/>
                  </a:cxn>
                  <a:cxn ang="0">
                    <a:pos x="625" y="86"/>
                  </a:cxn>
                  <a:cxn ang="0">
                    <a:pos x="653" y="100"/>
                  </a:cxn>
                  <a:cxn ang="0">
                    <a:pos x="680" y="114"/>
                  </a:cxn>
                  <a:cxn ang="0">
                    <a:pos x="706" y="129"/>
                  </a:cxn>
                </a:cxnLst>
                <a:pathLst>
                  <a:path w="1084" h="261">
                    <a:moveTo>
                      <a:pt x="0" y="57"/>
                    </a:moveTo>
                    <a:lnTo>
                      <a:pt x="43" y="44"/>
                    </a:lnTo>
                    <a:lnTo>
                      <a:pt x="87" y="32"/>
                    </a:lnTo>
                    <a:lnTo>
                      <a:pt x="131" y="22"/>
                    </a:lnTo>
                    <a:lnTo>
                      <a:pt x="175" y="14"/>
                    </a:lnTo>
                    <a:lnTo>
                      <a:pt x="220" y="8"/>
                    </a:lnTo>
                    <a:lnTo>
                      <a:pt x="264" y="4"/>
                    </a:lnTo>
                    <a:lnTo>
                      <a:pt x="309" y="1"/>
                    </a:lnTo>
                    <a:lnTo>
                      <a:pt x="354" y="0"/>
                    </a:lnTo>
                    <a:lnTo>
                      <a:pt x="403" y="1"/>
                    </a:lnTo>
                    <a:lnTo>
                      <a:pt x="451" y="4"/>
                    </a:lnTo>
                    <a:lnTo>
                      <a:pt x="500" y="10"/>
                    </a:lnTo>
                    <a:lnTo>
                      <a:pt x="548" y="17"/>
                    </a:lnTo>
                    <a:lnTo>
                      <a:pt x="595" y="26"/>
                    </a:lnTo>
                    <a:lnTo>
                      <a:pt x="643" y="38"/>
                    </a:lnTo>
                    <a:lnTo>
                      <a:pt x="689" y="51"/>
                    </a:lnTo>
                    <a:lnTo>
                      <a:pt x="736" y="67"/>
                    </a:lnTo>
                    <a:lnTo>
                      <a:pt x="782" y="84"/>
                    </a:lnTo>
                    <a:lnTo>
                      <a:pt x="827" y="104"/>
                    </a:lnTo>
                    <a:lnTo>
                      <a:pt x="872" y="125"/>
                    </a:lnTo>
                    <a:lnTo>
                      <a:pt x="916" y="149"/>
                    </a:lnTo>
                    <a:lnTo>
                      <a:pt x="959" y="174"/>
                    </a:lnTo>
                    <a:lnTo>
                      <a:pt x="1002" y="201"/>
                    </a:lnTo>
                    <a:lnTo>
                      <a:pt x="1043" y="230"/>
                    </a:lnTo>
                    <a:lnTo>
                      <a:pt x="1084" y="261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08" name="Freeform 38"/>
              <p:cNvSpPr/>
              <p:nvPr/>
            </p:nvSpPr>
            <p:spPr>
              <a:xfrm>
                <a:off x="2546" y="2134"/>
                <a:ext cx="94" cy="55"/>
              </a:xfrm>
              <a:custGeom>
                <a:avLst/>
                <a:gdLst/>
                <a:ahLst/>
                <a:cxnLst>
                  <a:cxn ang="0">
                    <a:pos x="54" y="0"/>
                  </a:cxn>
                  <a:cxn ang="0">
                    <a:pos x="0" y="32"/>
                  </a:cxn>
                  <a:cxn ang="0">
                    <a:pos x="70" y="30"/>
                  </a:cxn>
                  <a:cxn ang="0">
                    <a:pos x="42" y="21"/>
                  </a:cxn>
                  <a:cxn ang="0">
                    <a:pos x="54" y="0"/>
                  </a:cxn>
                </a:cxnLst>
                <a:pathLst>
                  <a:path w="104" h="66">
                    <a:moveTo>
                      <a:pt x="81" y="0"/>
                    </a:moveTo>
                    <a:lnTo>
                      <a:pt x="0" y="66"/>
                    </a:lnTo>
                    <a:lnTo>
                      <a:pt x="104" y="63"/>
                    </a:lnTo>
                    <a:lnTo>
                      <a:pt x="64" y="43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0000FF"/>
              </a:soli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09" name="Freeform 41"/>
              <p:cNvSpPr/>
              <p:nvPr/>
            </p:nvSpPr>
            <p:spPr>
              <a:xfrm>
                <a:off x="2197" y="1853"/>
                <a:ext cx="1374" cy="469"/>
              </a:xfrm>
              <a:custGeom>
                <a:avLst/>
                <a:gdLst/>
                <a:ahLst/>
                <a:cxnLst>
                  <a:cxn ang="0">
                    <a:pos x="0" y="268"/>
                  </a:cxn>
                  <a:cxn ang="0">
                    <a:pos x="22" y="238"/>
                  </a:cxn>
                  <a:cxn ang="0">
                    <a:pos x="45" y="208"/>
                  </a:cxn>
                  <a:cxn ang="0">
                    <a:pos x="69" y="181"/>
                  </a:cxn>
                  <a:cxn ang="0">
                    <a:pos x="95" y="155"/>
                  </a:cxn>
                  <a:cxn ang="0">
                    <a:pos x="123" y="132"/>
                  </a:cxn>
                  <a:cxn ang="0">
                    <a:pos x="152" y="110"/>
                  </a:cxn>
                  <a:cxn ang="0">
                    <a:pos x="182" y="90"/>
                  </a:cxn>
                  <a:cxn ang="0">
                    <a:pos x="214" y="72"/>
                  </a:cxn>
                  <a:cxn ang="0">
                    <a:pos x="230" y="64"/>
                  </a:cxn>
                  <a:cxn ang="0">
                    <a:pos x="246" y="55"/>
                  </a:cxn>
                  <a:cxn ang="0">
                    <a:pos x="263" y="48"/>
                  </a:cxn>
                  <a:cxn ang="0">
                    <a:pos x="279" y="41"/>
                  </a:cxn>
                  <a:cxn ang="0">
                    <a:pos x="295" y="34"/>
                  </a:cxn>
                  <a:cxn ang="0">
                    <a:pos x="313" y="29"/>
                  </a:cxn>
                  <a:cxn ang="0">
                    <a:pos x="331" y="23"/>
                  </a:cxn>
                  <a:cxn ang="0">
                    <a:pos x="349" y="18"/>
                  </a:cxn>
                  <a:cxn ang="0">
                    <a:pos x="365" y="13"/>
                  </a:cxn>
                  <a:cxn ang="0">
                    <a:pos x="384" y="11"/>
                  </a:cxn>
                  <a:cxn ang="0">
                    <a:pos x="402" y="8"/>
                  </a:cxn>
                  <a:cxn ang="0">
                    <a:pos x="420" y="5"/>
                  </a:cxn>
                  <a:cxn ang="0">
                    <a:pos x="439" y="3"/>
                  </a:cxn>
                  <a:cxn ang="0">
                    <a:pos x="457" y="2"/>
                  </a:cxn>
                  <a:cxn ang="0">
                    <a:pos x="475" y="1"/>
                  </a:cxn>
                  <a:cxn ang="0">
                    <a:pos x="494" y="0"/>
                  </a:cxn>
                  <a:cxn ang="0">
                    <a:pos x="512" y="1"/>
                  </a:cxn>
                  <a:cxn ang="0">
                    <a:pos x="531" y="2"/>
                  </a:cxn>
                  <a:cxn ang="0">
                    <a:pos x="550" y="3"/>
                  </a:cxn>
                  <a:cxn ang="0">
                    <a:pos x="569" y="5"/>
                  </a:cxn>
                  <a:cxn ang="0">
                    <a:pos x="587" y="8"/>
                  </a:cxn>
                  <a:cxn ang="0">
                    <a:pos x="606" y="11"/>
                  </a:cxn>
                  <a:cxn ang="0">
                    <a:pos x="625" y="15"/>
                  </a:cxn>
                  <a:cxn ang="0">
                    <a:pos x="642" y="19"/>
                  </a:cxn>
                  <a:cxn ang="0">
                    <a:pos x="660" y="24"/>
                  </a:cxn>
                  <a:cxn ang="0">
                    <a:pos x="678" y="29"/>
                  </a:cxn>
                  <a:cxn ang="0">
                    <a:pos x="695" y="35"/>
                  </a:cxn>
                  <a:cxn ang="0">
                    <a:pos x="712" y="42"/>
                  </a:cxn>
                  <a:cxn ang="0">
                    <a:pos x="730" y="50"/>
                  </a:cxn>
                  <a:cxn ang="0">
                    <a:pos x="746" y="57"/>
                  </a:cxn>
                  <a:cxn ang="0">
                    <a:pos x="763" y="65"/>
                  </a:cxn>
                  <a:cxn ang="0">
                    <a:pos x="779" y="74"/>
                  </a:cxn>
                  <a:cxn ang="0">
                    <a:pos x="794" y="83"/>
                  </a:cxn>
                  <a:cxn ang="0">
                    <a:pos x="810" y="93"/>
                  </a:cxn>
                  <a:cxn ang="0">
                    <a:pos x="841" y="113"/>
                  </a:cxn>
                  <a:cxn ang="0">
                    <a:pos x="870" y="137"/>
                  </a:cxn>
                  <a:cxn ang="0">
                    <a:pos x="898" y="161"/>
                  </a:cxn>
                  <a:cxn ang="0">
                    <a:pos x="924" y="187"/>
                  </a:cxn>
                  <a:cxn ang="0">
                    <a:pos x="949" y="216"/>
                  </a:cxn>
                  <a:cxn ang="0">
                    <a:pos x="971" y="245"/>
                  </a:cxn>
                  <a:cxn ang="0">
                    <a:pos x="993" y="277"/>
                  </a:cxn>
                </a:cxnLst>
                <a:pathLst>
                  <a:path w="1531" h="559">
                    <a:moveTo>
                      <a:pt x="0" y="542"/>
                    </a:moveTo>
                    <a:lnTo>
                      <a:pt x="33" y="480"/>
                    </a:lnTo>
                    <a:lnTo>
                      <a:pt x="69" y="421"/>
                    </a:lnTo>
                    <a:lnTo>
                      <a:pt x="107" y="366"/>
                    </a:lnTo>
                    <a:lnTo>
                      <a:pt x="147" y="314"/>
                    </a:lnTo>
                    <a:lnTo>
                      <a:pt x="190" y="266"/>
                    </a:lnTo>
                    <a:lnTo>
                      <a:pt x="234" y="222"/>
                    </a:lnTo>
                    <a:lnTo>
                      <a:pt x="281" y="181"/>
                    </a:lnTo>
                    <a:lnTo>
                      <a:pt x="329" y="144"/>
                    </a:lnTo>
                    <a:lnTo>
                      <a:pt x="354" y="127"/>
                    </a:lnTo>
                    <a:lnTo>
                      <a:pt x="379" y="111"/>
                    </a:lnTo>
                    <a:lnTo>
                      <a:pt x="404" y="96"/>
                    </a:lnTo>
                    <a:lnTo>
                      <a:pt x="430" y="82"/>
                    </a:lnTo>
                    <a:lnTo>
                      <a:pt x="456" y="69"/>
                    </a:lnTo>
                    <a:lnTo>
                      <a:pt x="483" y="57"/>
                    </a:lnTo>
                    <a:lnTo>
                      <a:pt x="510" y="47"/>
                    </a:lnTo>
                    <a:lnTo>
                      <a:pt x="537" y="37"/>
                    </a:lnTo>
                    <a:lnTo>
                      <a:pt x="564" y="28"/>
                    </a:lnTo>
                    <a:lnTo>
                      <a:pt x="592" y="21"/>
                    </a:lnTo>
                    <a:lnTo>
                      <a:pt x="619" y="15"/>
                    </a:lnTo>
                    <a:lnTo>
                      <a:pt x="647" y="9"/>
                    </a:lnTo>
                    <a:lnTo>
                      <a:pt x="676" y="5"/>
                    </a:lnTo>
                    <a:lnTo>
                      <a:pt x="704" y="2"/>
                    </a:lnTo>
                    <a:lnTo>
                      <a:pt x="732" y="1"/>
                    </a:lnTo>
                    <a:lnTo>
                      <a:pt x="761" y="0"/>
                    </a:lnTo>
                    <a:lnTo>
                      <a:pt x="790" y="1"/>
                    </a:lnTo>
                    <a:lnTo>
                      <a:pt x="819" y="2"/>
                    </a:lnTo>
                    <a:lnTo>
                      <a:pt x="848" y="6"/>
                    </a:lnTo>
                    <a:lnTo>
                      <a:pt x="877" y="10"/>
                    </a:lnTo>
                    <a:lnTo>
                      <a:pt x="905" y="15"/>
                    </a:lnTo>
                    <a:lnTo>
                      <a:pt x="934" y="22"/>
                    </a:lnTo>
                    <a:lnTo>
                      <a:pt x="962" y="30"/>
                    </a:lnTo>
                    <a:lnTo>
                      <a:pt x="989" y="38"/>
                    </a:lnTo>
                    <a:lnTo>
                      <a:pt x="1017" y="48"/>
                    </a:lnTo>
                    <a:lnTo>
                      <a:pt x="1044" y="60"/>
                    </a:lnTo>
                    <a:lnTo>
                      <a:pt x="1071" y="72"/>
                    </a:lnTo>
                    <a:lnTo>
                      <a:pt x="1098" y="85"/>
                    </a:lnTo>
                    <a:lnTo>
                      <a:pt x="1124" y="100"/>
                    </a:lnTo>
                    <a:lnTo>
                      <a:pt x="1150" y="115"/>
                    </a:lnTo>
                    <a:lnTo>
                      <a:pt x="1175" y="131"/>
                    </a:lnTo>
                    <a:lnTo>
                      <a:pt x="1200" y="149"/>
                    </a:lnTo>
                    <a:lnTo>
                      <a:pt x="1225" y="168"/>
                    </a:lnTo>
                    <a:lnTo>
                      <a:pt x="1249" y="187"/>
                    </a:lnTo>
                    <a:lnTo>
                      <a:pt x="1296" y="229"/>
                    </a:lnTo>
                    <a:lnTo>
                      <a:pt x="1341" y="275"/>
                    </a:lnTo>
                    <a:lnTo>
                      <a:pt x="1384" y="325"/>
                    </a:lnTo>
                    <a:lnTo>
                      <a:pt x="1425" y="378"/>
                    </a:lnTo>
                    <a:lnTo>
                      <a:pt x="1463" y="435"/>
                    </a:lnTo>
                    <a:lnTo>
                      <a:pt x="1498" y="495"/>
                    </a:lnTo>
                    <a:lnTo>
                      <a:pt x="1531" y="559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10" name="Freeform 43"/>
              <p:cNvSpPr/>
              <p:nvPr/>
            </p:nvSpPr>
            <p:spPr>
              <a:xfrm>
                <a:off x="2473" y="1853"/>
                <a:ext cx="1098" cy="469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17" y="69"/>
                  </a:cxn>
                  <a:cxn ang="0">
                    <a:pos x="35" y="60"/>
                  </a:cxn>
                  <a:cxn ang="0">
                    <a:pos x="51" y="53"/>
                  </a:cxn>
                  <a:cxn ang="0">
                    <a:pos x="69" y="45"/>
                  </a:cxn>
                  <a:cxn ang="0">
                    <a:pos x="87" y="38"/>
                  </a:cxn>
                  <a:cxn ang="0">
                    <a:pos x="105" y="31"/>
                  </a:cxn>
                  <a:cxn ang="0">
                    <a:pos x="122" y="25"/>
                  </a:cxn>
                  <a:cxn ang="0">
                    <a:pos x="142" y="20"/>
                  </a:cxn>
                  <a:cxn ang="0">
                    <a:pos x="161" y="15"/>
                  </a:cxn>
                  <a:cxn ang="0">
                    <a:pos x="179" y="11"/>
                  </a:cxn>
                  <a:cxn ang="0">
                    <a:pos x="199" y="8"/>
                  </a:cxn>
                  <a:cxn ang="0">
                    <a:pos x="217" y="5"/>
                  </a:cxn>
                  <a:cxn ang="0">
                    <a:pos x="236" y="3"/>
                  </a:cxn>
                  <a:cxn ang="0">
                    <a:pos x="255" y="3"/>
                  </a:cxn>
                  <a:cxn ang="0">
                    <a:pos x="275" y="1"/>
                  </a:cxn>
                  <a:cxn ang="0">
                    <a:pos x="293" y="0"/>
                  </a:cxn>
                  <a:cxn ang="0">
                    <a:pos x="312" y="1"/>
                  </a:cxn>
                  <a:cxn ang="0">
                    <a:pos x="332" y="2"/>
                  </a:cxn>
                  <a:cxn ang="0">
                    <a:pos x="350" y="3"/>
                  </a:cxn>
                  <a:cxn ang="0">
                    <a:pos x="369" y="5"/>
                  </a:cxn>
                  <a:cxn ang="0">
                    <a:pos x="387" y="8"/>
                  </a:cxn>
                  <a:cxn ang="0">
                    <a:pos x="405" y="11"/>
                  </a:cxn>
                  <a:cxn ang="0">
                    <a:pos x="424" y="15"/>
                  </a:cxn>
                  <a:cxn ang="0">
                    <a:pos x="441" y="19"/>
                  </a:cxn>
                  <a:cxn ang="0">
                    <a:pos x="459" y="24"/>
                  </a:cxn>
                  <a:cxn ang="0">
                    <a:pos x="477" y="29"/>
                  </a:cxn>
                  <a:cxn ang="0">
                    <a:pos x="494" y="35"/>
                  </a:cxn>
                  <a:cxn ang="0">
                    <a:pos x="512" y="42"/>
                  </a:cxn>
                  <a:cxn ang="0">
                    <a:pos x="529" y="50"/>
                  </a:cxn>
                  <a:cxn ang="0">
                    <a:pos x="545" y="57"/>
                  </a:cxn>
                  <a:cxn ang="0">
                    <a:pos x="562" y="65"/>
                  </a:cxn>
                  <a:cxn ang="0">
                    <a:pos x="579" y="74"/>
                  </a:cxn>
                  <a:cxn ang="0">
                    <a:pos x="594" y="83"/>
                  </a:cxn>
                  <a:cxn ang="0">
                    <a:pos x="610" y="93"/>
                  </a:cxn>
                  <a:cxn ang="0">
                    <a:pos x="640" y="113"/>
                  </a:cxn>
                  <a:cxn ang="0">
                    <a:pos x="669" y="137"/>
                  </a:cxn>
                  <a:cxn ang="0">
                    <a:pos x="698" y="161"/>
                  </a:cxn>
                  <a:cxn ang="0">
                    <a:pos x="724" y="187"/>
                  </a:cxn>
                  <a:cxn ang="0">
                    <a:pos x="748" y="216"/>
                  </a:cxn>
                  <a:cxn ang="0">
                    <a:pos x="771" y="245"/>
                  </a:cxn>
                  <a:cxn ang="0">
                    <a:pos x="793" y="277"/>
                  </a:cxn>
                </a:cxnLst>
                <a:pathLst>
                  <a:path w="1224" h="559">
                    <a:moveTo>
                      <a:pt x="0" y="159"/>
                    </a:moveTo>
                    <a:lnTo>
                      <a:pt x="26" y="140"/>
                    </a:lnTo>
                    <a:lnTo>
                      <a:pt x="53" y="122"/>
                    </a:lnTo>
                    <a:lnTo>
                      <a:pt x="79" y="106"/>
                    </a:lnTo>
                    <a:lnTo>
                      <a:pt x="107" y="90"/>
                    </a:lnTo>
                    <a:lnTo>
                      <a:pt x="134" y="76"/>
                    </a:lnTo>
                    <a:lnTo>
                      <a:pt x="162" y="63"/>
                    </a:lnTo>
                    <a:lnTo>
                      <a:pt x="190" y="51"/>
                    </a:lnTo>
                    <a:lnTo>
                      <a:pt x="219" y="41"/>
                    </a:lnTo>
                    <a:lnTo>
                      <a:pt x="248" y="31"/>
                    </a:lnTo>
                    <a:lnTo>
                      <a:pt x="276" y="23"/>
                    </a:lnTo>
                    <a:lnTo>
                      <a:pt x="306" y="16"/>
                    </a:lnTo>
                    <a:lnTo>
                      <a:pt x="335" y="10"/>
                    </a:lnTo>
                    <a:lnTo>
                      <a:pt x="365" y="6"/>
                    </a:lnTo>
                    <a:lnTo>
                      <a:pt x="394" y="3"/>
                    </a:lnTo>
                    <a:lnTo>
                      <a:pt x="424" y="1"/>
                    </a:lnTo>
                    <a:lnTo>
                      <a:pt x="454" y="0"/>
                    </a:lnTo>
                    <a:lnTo>
                      <a:pt x="483" y="1"/>
                    </a:lnTo>
                    <a:lnTo>
                      <a:pt x="512" y="2"/>
                    </a:lnTo>
                    <a:lnTo>
                      <a:pt x="541" y="6"/>
                    </a:lnTo>
                    <a:lnTo>
                      <a:pt x="570" y="10"/>
                    </a:lnTo>
                    <a:lnTo>
                      <a:pt x="598" y="15"/>
                    </a:lnTo>
                    <a:lnTo>
                      <a:pt x="627" y="22"/>
                    </a:lnTo>
                    <a:lnTo>
                      <a:pt x="655" y="30"/>
                    </a:lnTo>
                    <a:lnTo>
                      <a:pt x="682" y="38"/>
                    </a:lnTo>
                    <a:lnTo>
                      <a:pt x="710" y="48"/>
                    </a:lnTo>
                    <a:lnTo>
                      <a:pt x="737" y="60"/>
                    </a:lnTo>
                    <a:lnTo>
                      <a:pt x="764" y="72"/>
                    </a:lnTo>
                    <a:lnTo>
                      <a:pt x="791" y="85"/>
                    </a:lnTo>
                    <a:lnTo>
                      <a:pt x="817" y="100"/>
                    </a:lnTo>
                    <a:lnTo>
                      <a:pt x="843" y="115"/>
                    </a:lnTo>
                    <a:lnTo>
                      <a:pt x="868" y="131"/>
                    </a:lnTo>
                    <a:lnTo>
                      <a:pt x="893" y="149"/>
                    </a:lnTo>
                    <a:lnTo>
                      <a:pt x="918" y="168"/>
                    </a:lnTo>
                    <a:lnTo>
                      <a:pt x="942" y="187"/>
                    </a:lnTo>
                    <a:lnTo>
                      <a:pt x="989" y="229"/>
                    </a:lnTo>
                    <a:lnTo>
                      <a:pt x="1034" y="275"/>
                    </a:lnTo>
                    <a:lnTo>
                      <a:pt x="1077" y="325"/>
                    </a:lnTo>
                    <a:lnTo>
                      <a:pt x="1118" y="378"/>
                    </a:lnTo>
                    <a:lnTo>
                      <a:pt x="1156" y="435"/>
                    </a:lnTo>
                    <a:lnTo>
                      <a:pt x="1191" y="495"/>
                    </a:lnTo>
                    <a:lnTo>
                      <a:pt x="1224" y="559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11" name="Freeform 44"/>
              <p:cNvSpPr/>
              <p:nvPr/>
            </p:nvSpPr>
            <p:spPr>
              <a:xfrm>
                <a:off x="2427" y="1948"/>
                <a:ext cx="88" cy="75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0" y="45"/>
                  </a:cxn>
                  <a:cxn ang="0">
                    <a:pos x="64" y="26"/>
                  </a:cxn>
                  <a:cxn ang="0">
                    <a:pos x="35" y="24"/>
                  </a:cxn>
                  <a:cxn ang="0">
                    <a:pos x="36" y="0"/>
                  </a:cxn>
                </a:cxnLst>
                <a:pathLst>
                  <a:path w="98" h="89">
                    <a:moveTo>
                      <a:pt x="56" y="0"/>
                    </a:moveTo>
                    <a:lnTo>
                      <a:pt x="0" y="89"/>
                    </a:lnTo>
                    <a:lnTo>
                      <a:pt x="98" y="52"/>
                    </a:lnTo>
                    <a:lnTo>
                      <a:pt x="53" y="46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FF"/>
              </a:soli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12" name="Freeform 45"/>
              <p:cNvSpPr/>
              <p:nvPr/>
            </p:nvSpPr>
            <p:spPr>
              <a:xfrm>
                <a:off x="2533" y="2543"/>
                <a:ext cx="1067" cy="482"/>
              </a:xfrm>
              <a:custGeom>
                <a:avLst/>
                <a:gdLst/>
                <a:ahLst/>
                <a:cxnLst>
                  <a:cxn ang="0">
                    <a:pos x="711" y="0"/>
                  </a:cxn>
                  <a:cxn ang="0">
                    <a:pos x="693" y="34"/>
                  </a:cxn>
                  <a:cxn ang="0">
                    <a:pos x="673" y="64"/>
                  </a:cxn>
                  <a:cxn ang="0">
                    <a:pos x="650" y="95"/>
                  </a:cxn>
                  <a:cxn ang="0">
                    <a:pos x="627" y="122"/>
                  </a:cxn>
                  <a:cxn ang="0">
                    <a:pos x="601" y="147"/>
                  </a:cxn>
                  <a:cxn ang="0">
                    <a:pos x="575" y="172"/>
                  </a:cxn>
                  <a:cxn ang="0">
                    <a:pos x="562" y="183"/>
                  </a:cxn>
                  <a:cxn ang="0">
                    <a:pos x="548" y="194"/>
                  </a:cxn>
                  <a:cxn ang="0">
                    <a:pos x="534" y="204"/>
                  </a:cxn>
                  <a:cxn ang="0">
                    <a:pos x="519" y="214"/>
                  </a:cxn>
                  <a:cxn ang="0">
                    <a:pos x="505" y="223"/>
                  </a:cxn>
                  <a:cxn ang="0">
                    <a:pos x="489" y="232"/>
                  </a:cxn>
                  <a:cxn ang="0">
                    <a:pos x="474" y="239"/>
                  </a:cxn>
                  <a:cxn ang="0">
                    <a:pos x="458" y="247"/>
                  </a:cxn>
                  <a:cxn ang="0">
                    <a:pos x="443" y="254"/>
                  </a:cxn>
                  <a:cxn ang="0">
                    <a:pos x="426" y="260"/>
                  </a:cxn>
                  <a:cxn ang="0">
                    <a:pos x="411" y="266"/>
                  </a:cxn>
                  <a:cxn ang="0">
                    <a:pos x="395" y="271"/>
                  </a:cxn>
                  <a:cxn ang="0">
                    <a:pos x="378" y="276"/>
                  </a:cxn>
                  <a:cxn ang="0">
                    <a:pos x="363" y="280"/>
                  </a:cxn>
                  <a:cxn ang="0">
                    <a:pos x="345" y="284"/>
                  </a:cxn>
                  <a:cxn ang="0">
                    <a:pos x="329" y="287"/>
                  </a:cxn>
                  <a:cxn ang="0">
                    <a:pos x="312" y="288"/>
                  </a:cxn>
                  <a:cxn ang="0">
                    <a:pos x="294" y="290"/>
                  </a:cxn>
                  <a:cxn ang="0">
                    <a:pos x="278" y="291"/>
                  </a:cxn>
                  <a:cxn ang="0">
                    <a:pos x="260" y="292"/>
                  </a:cxn>
                  <a:cxn ang="0">
                    <a:pos x="243" y="291"/>
                  </a:cxn>
                  <a:cxn ang="0">
                    <a:pos x="225" y="290"/>
                  </a:cxn>
                  <a:cxn ang="0">
                    <a:pos x="209" y="288"/>
                  </a:cxn>
                  <a:cxn ang="0">
                    <a:pos x="192" y="287"/>
                  </a:cxn>
                  <a:cxn ang="0">
                    <a:pos x="175" y="284"/>
                  </a:cxn>
                  <a:cxn ang="0">
                    <a:pos x="159" y="280"/>
                  </a:cxn>
                  <a:cxn ang="0">
                    <a:pos x="142" y="276"/>
                  </a:cxn>
                  <a:cxn ang="0">
                    <a:pos x="125" y="271"/>
                  </a:cxn>
                  <a:cxn ang="0">
                    <a:pos x="108" y="266"/>
                  </a:cxn>
                  <a:cxn ang="0">
                    <a:pos x="93" y="260"/>
                  </a:cxn>
                  <a:cxn ang="0">
                    <a:pos x="76" y="254"/>
                  </a:cxn>
                  <a:cxn ang="0">
                    <a:pos x="61" y="247"/>
                  </a:cxn>
                  <a:cxn ang="0">
                    <a:pos x="45" y="239"/>
                  </a:cxn>
                  <a:cxn ang="0">
                    <a:pos x="30" y="231"/>
                  </a:cxn>
                  <a:cxn ang="0">
                    <a:pos x="15" y="222"/>
                  </a:cxn>
                  <a:cxn ang="0">
                    <a:pos x="0" y="213"/>
                  </a:cxn>
                </a:cxnLst>
                <a:pathLst>
                  <a:path w="1221" h="570">
                    <a:moveTo>
                      <a:pt x="1221" y="0"/>
                    </a:moveTo>
                    <a:lnTo>
                      <a:pt x="1188" y="65"/>
                    </a:lnTo>
                    <a:lnTo>
                      <a:pt x="1153" y="126"/>
                    </a:lnTo>
                    <a:lnTo>
                      <a:pt x="1115" y="184"/>
                    </a:lnTo>
                    <a:lnTo>
                      <a:pt x="1074" y="238"/>
                    </a:lnTo>
                    <a:lnTo>
                      <a:pt x="1031" y="289"/>
                    </a:lnTo>
                    <a:lnTo>
                      <a:pt x="986" y="336"/>
                    </a:lnTo>
                    <a:lnTo>
                      <a:pt x="963" y="358"/>
                    </a:lnTo>
                    <a:lnTo>
                      <a:pt x="939" y="379"/>
                    </a:lnTo>
                    <a:lnTo>
                      <a:pt x="915" y="399"/>
                    </a:lnTo>
                    <a:lnTo>
                      <a:pt x="890" y="418"/>
                    </a:lnTo>
                    <a:lnTo>
                      <a:pt x="865" y="436"/>
                    </a:lnTo>
                    <a:lnTo>
                      <a:pt x="839" y="453"/>
                    </a:lnTo>
                    <a:lnTo>
                      <a:pt x="813" y="468"/>
                    </a:lnTo>
                    <a:lnTo>
                      <a:pt x="786" y="483"/>
                    </a:lnTo>
                    <a:lnTo>
                      <a:pt x="760" y="497"/>
                    </a:lnTo>
                    <a:lnTo>
                      <a:pt x="732" y="509"/>
                    </a:lnTo>
                    <a:lnTo>
                      <a:pt x="705" y="521"/>
                    </a:lnTo>
                    <a:lnTo>
                      <a:pt x="677" y="531"/>
                    </a:lnTo>
                    <a:lnTo>
                      <a:pt x="649" y="540"/>
                    </a:lnTo>
                    <a:lnTo>
                      <a:pt x="621" y="548"/>
                    </a:lnTo>
                    <a:lnTo>
                      <a:pt x="592" y="555"/>
                    </a:lnTo>
                    <a:lnTo>
                      <a:pt x="563" y="560"/>
                    </a:lnTo>
                    <a:lnTo>
                      <a:pt x="534" y="564"/>
                    </a:lnTo>
                    <a:lnTo>
                      <a:pt x="505" y="568"/>
                    </a:lnTo>
                    <a:lnTo>
                      <a:pt x="476" y="569"/>
                    </a:lnTo>
                    <a:lnTo>
                      <a:pt x="446" y="570"/>
                    </a:lnTo>
                    <a:lnTo>
                      <a:pt x="417" y="569"/>
                    </a:lnTo>
                    <a:lnTo>
                      <a:pt x="387" y="568"/>
                    </a:lnTo>
                    <a:lnTo>
                      <a:pt x="358" y="564"/>
                    </a:lnTo>
                    <a:lnTo>
                      <a:pt x="329" y="560"/>
                    </a:lnTo>
                    <a:lnTo>
                      <a:pt x="300" y="555"/>
                    </a:lnTo>
                    <a:lnTo>
                      <a:pt x="272" y="548"/>
                    </a:lnTo>
                    <a:lnTo>
                      <a:pt x="243" y="540"/>
                    </a:lnTo>
                    <a:lnTo>
                      <a:pt x="215" y="531"/>
                    </a:lnTo>
                    <a:lnTo>
                      <a:pt x="187" y="521"/>
                    </a:lnTo>
                    <a:lnTo>
                      <a:pt x="159" y="509"/>
                    </a:lnTo>
                    <a:lnTo>
                      <a:pt x="132" y="497"/>
                    </a:lnTo>
                    <a:lnTo>
                      <a:pt x="105" y="483"/>
                    </a:lnTo>
                    <a:lnTo>
                      <a:pt x="78" y="468"/>
                    </a:lnTo>
                    <a:lnTo>
                      <a:pt x="52" y="452"/>
                    </a:lnTo>
                    <a:lnTo>
                      <a:pt x="26" y="434"/>
                    </a:lnTo>
                    <a:lnTo>
                      <a:pt x="0" y="416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13" name="Freeform 46"/>
              <p:cNvSpPr/>
              <p:nvPr/>
            </p:nvSpPr>
            <p:spPr>
              <a:xfrm>
                <a:off x="2448" y="2832"/>
                <a:ext cx="86" cy="75"/>
              </a:xfrm>
              <a:custGeom>
                <a:avLst/>
                <a:gdLst/>
                <a:ahLst/>
                <a:cxnLst>
                  <a:cxn ang="0">
                    <a:pos x="58" y="19"/>
                  </a:cxn>
                  <a:cxn ang="0">
                    <a:pos x="0" y="0"/>
                  </a:cxn>
                  <a:cxn ang="0">
                    <a:pos x="33" y="47"/>
                  </a:cxn>
                  <a:cxn ang="0">
                    <a:pos x="32" y="23"/>
                  </a:cxn>
                  <a:cxn ang="0">
                    <a:pos x="58" y="19"/>
                  </a:cxn>
                </a:cxnLst>
                <a:pathLst>
                  <a:path w="98" h="88">
                    <a:moveTo>
                      <a:pt x="98" y="36"/>
                    </a:moveTo>
                    <a:lnTo>
                      <a:pt x="0" y="0"/>
                    </a:lnTo>
                    <a:lnTo>
                      <a:pt x="56" y="88"/>
                    </a:lnTo>
                    <a:lnTo>
                      <a:pt x="53" y="43"/>
                    </a:lnTo>
                    <a:lnTo>
                      <a:pt x="98" y="36"/>
                    </a:lnTo>
                    <a:close/>
                  </a:path>
                </a:pathLst>
              </a:custGeom>
              <a:solidFill>
                <a:srgbClr val="0000FF"/>
              </a:soli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14" name="Freeform 47"/>
              <p:cNvSpPr/>
              <p:nvPr/>
            </p:nvSpPr>
            <p:spPr>
              <a:xfrm>
                <a:off x="2123" y="1451"/>
                <a:ext cx="1477" cy="849"/>
              </a:xfrm>
              <a:custGeom>
                <a:avLst/>
                <a:gdLst/>
                <a:ahLst/>
                <a:cxnLst>
                  <a:cxn ang="0">
                    <a:pos x="8" y="472"/>
                  </a:cxn>
                  <a:cxn ang="0">
                    <a:pos x="25" y="419"/>
                  </a:cxn>
                  <a:cxn ang="0">
                    <a:pos x="46" y="367"/>
                  </a:cxn>
                  <a:cxn ang="0">
                    <a:pos x="69" y="318"/>
                  </a:cxn>
                  <a:cxn ang="0">
                    <a:pos x="96" y="273"/>
                  </a:cxn>
                  <a:cxn ang="0">
                    <a:pos x="125" y="230"/>
                  </a:cxn>
                  <a:cxn ang="0">
                    <a:pos x="155" y="191"/>
                  </a:cxn>
                  <a:cxn ang="0">
                    <a:pos x="189" y="154"/>
                  </a:cxn>
                  <a:cxn ang="0">
                    <a:pos x="225" y="122"/>
                  </a:cxn>
                  <a:cxn ang="0">
                    <a:pos x="261" y="93"/>
                  </a:cxn>
                  <a:cxn ang="0">
                    <a:pos x="300" y="67"/>
                  </a:cxn>
                  <a:cxn ang="0">
                    <a:pos x="341" y="45"/>
                  </a:cxn>
                  <a:cxn ang="0">
                    <a:pos x="382" y="28"/>
                  </a:cxn>
                  <a:cxn ang="0">
                    <a:pos x="425" y="14"/>
                  </a:cxn>
                  <a:cxn ang="0">
                    <a:pos x="469" y="6"/>
                  </a:cxn>
                  <a:cxn ang="0">
                    <a:pos x="514" y="1"/>
                  </a:cxn>
                  <a:cxn ang="0">
                    <a:pos x="561" y="1"/>
                  </a:cxn>
                  <a:cxn ang="0">
                    <a:pos x="604" y="5"/>
                  </a:cxn>
                  <a:cxn ang="0">
                    <a:pos x="647" y="13"/>
                  </a:cxn>
                  <a:cxn ang="0">
                    <a:pos x="689" y="28"/>
                  </a:cxn>
                  <a:cxn ang="0">
                    <a:pos x="731" y="44"/>
                  </a:cxn>
                  <a:cxn ang="0">
                    <a:pos x="772" y="65"/>
                  </a:cxn>
                  <a:cxn ang="0">
                    <a:pos x="810" y="91"/>
                  </a:cxn>
                  <a:cxn ang="0">
                    <a:pos x="846" y="119"/>
                  </a:cxn>
                  <a:cxn ang="0">
                    <a:pos x="881" y="152"/>
                  </a:cxn>
                  <a:cxn ang="0">
                    <a:pos x="915" y="188"/>
                  </a:cxn>
                  <a:cxn ang="0">
                    <a:pos x="946" y="226"/>
                  </a:cxn>
                  <a:cxn ang="0">
                    <a:pos x="974" y="267"/>
                  </a:cxn>
                  <a:cxn ang="0">
                    <a:pos x="1001" y="313"/>
                  </a:cxn>
                  <a:cxn ang="0">
                    <a:pos x="1024" y="361"/>
                  </a:cxn>
                  <a:cxn ang="0">
                    <a:pos x="1045" y="411"/>
                  </a:cxn>
                  <a:cxn ang="0">
                    <a:pos x="1063" y="463"/>
                  </a:cxn>
                </a:cxnLst>
                <a:pathLst>
                  <a:path w="1644" h="1013">
                    <a:moveTo>
                      <a:pt x="0" y="1013"/>
                    </a:moveTo>
                    <a:lnTo>
                      <a:pt x="12" y="957"/>
                    </a:lnTo>
                    <a:lnTo>
                      <a:pt x="25" y="902"/>
                    </a:lnTo>
                    <a:lnTo>
                      <a:pt x="39" y="848"/>
                    </a:lnTo>
                    <a:lnTo>
                      <a:pt x="54" y="796"/>
                    </a:lnTo>
                    <a:lnTo>
                      <a:pt x="71" y="744"/>
                    </a:lnTo>
                    <a:lnTo>
                      <a:pt x="88" y="695"/>
                    </a:lnTo>
                    <a:lnTo>
                      <a:pt x="107" y="646"/>
                    </a:lnTo>
                    <a:lnTo>
                      <a:pt x="127" y="599"/>
                    </a:lnTo>
                    <a:lnTo>
                      <a:pt x="147" y="554"/>
                    </a:lnTo>
                    <a:lnTo>
                      <a:pt x="169" y="510"/>
                    </a:lnTo>
                    <a:lnTo>
                      <a:pt x="191" y="467"/>
                    </a:lnTo>
                    <a:lnTo>
                      <a:pt x="215" y="426"/>
                    </a:lnTo>
                    <a:lnTo>
                      <a:pt x="239" y="387"/>
                    </a:lnTo>
                    <a:lnTo>
                      <a:pt x="264" y="349"/>
                    </a:lnTo>
                    <a:lnTo>
                      <a:pt x="290" y="313"/>
                    </a:lnTo>
                    <a:lnTo>
                      <a:pt x="317" y="279"/>
                    </a:lnTo>
                    <a:lnTo>
                      <a:pt x="344" y="247"/>
                    </a:lnTo>
                    <a:lnTo>
                      <a:pt x="372" y="216"/>
                    </a:lnTo>
                    <a:lnTo>
                      <a:pt x="401" y="188"/>
                    </a:lnTo>
                    <a:lnTo>
                      <a:pt x="431" y="161"/>
                    </a:lnTo>
                    <a:lnTo>
                      <a:pt x="461" y="136"/>
                    </a:lnTo>
                    <a:lnTo>
                      <a:pt x="492" y="113"/>
                    </a:lnTo>
                    <a:lnTo>
                      <a:pt x="523" y="92"/>
                    </a:lnTo>
                    <a:lnTo>
                      <a:pt x="555" y="73"/>
                    </a:lnTo>
                    <a:lnTo>
                      <a:pt x="587" y="56"/>
                    </a:lnTo>
                    <a:lnTo>
                      <a:pt x="620" y="42"/>
                    </a:lnTo>
                    <a:lnTo>
                      <a:pt x="653" y="29"/>
                    </a:lnTo>
                    <a:lnTo>
                      <a:pt x="686" y="19"/>
                    </a:lnTo>
                    <a:lnTo>
                      <a:pt x="720" y="11"/>
                    </a:lnTo>
                    <a:lnTo>
                      <a:pt x="755" y="5"/>
                    </a:lnTo>
                    <a:lnTo>
                      <a:pt x="789" y="1"/>
                    </a:lnTo>
                    <a:lnTo>
                      <a:pt x="824" y="0"/>
                    </a:lnTo>
                    <a:lnTo>
                      <a:pt x="859" y="1"/>
                    </a:lnTo>
                    <a:lnTo>
                      <a:pt x="893" y="5"/>
                    </a:lnTo>
                    <a:lnTo>
                      <a:pt x="927" y="10"/>
                    </a:lnTo>
                    <a:lnTo>
                      <a:pt x="960" y="18"/>
                    </a:lnTo>
                    <a:lnTo>
                      <a:pt x="993" y="28"/>
                    </a:lnTo>
                    <a:lnTo>
                      <a:pt x="1026" y="41"/>
                    </a:lnTo>
                    <a:lnTo>
                      <a:pt x="1059" y="55"/>
                    </a:lnTo>
                    <a:lnTo>
                      <a:pt x="1091" y="72"/>
                    </a:lnTo>
                    <a:lnTo>
                      <a:pt x="1122" y="90"/>
                    </a:lnTo>
                    <a:lnTo>
                      <a:pt x="1153" y="111"/>
                    </a:lnTo>
                    <a:lnTo>
                      <a:pt x="1184" y="133"/>
                    </a:lnTo>
                    <a:lnTo>
                      <a:pt x="1213" y="158"/>
                    </a:lnTo>
                    <a:lnTo>
                      <a:pt x="1243" y="184"/>
                    </a:lnTo>
                    <a:lnTo>
                      <a:pt x="1271" y="212"/>
                    </a:lnTo>
                    <a:lnTo>
                      <a:pt x="1299" y="242"/>
                    </a:lnTo>
                    <a:lnTo>
                      <a:pt x="1327" y="274"/>
                    </a:lnTo>
                    <a:lnTo>
                      <a:pt x="1353" y="308"/>
                    </a:lnTo>
                    <a:lnTo>
                      <a:pt x="1379" y="343"/>
                    </a:lnTo>
                    <a:lnTo>
                      <a:pt x="1404" y="380"/>
                    </a:lnTo>
                    <a:lnTo>
                      <a:pt x="1428" y="418"/>
                    </a:lnTo>
                    <a:lnTo>
                      <a:pt x="1452" y="458"/>
                    </a:lnTo>
                    <a:lnTo>
                      <a:pt x="1474" y="500"/>
                    </a:lnTo>
                    <a:lnTo>
                      <a:pt x="1496" y="543"/>
                    </a:lnTo>
                    <a:lnTo>
                      <a:pt x="1516" y="588"/>
                    </a:lnTo>
                    <a:lnTo>
                      <a:pt x="1536" y="634"/>
                    </a:lnTo>
                    <a:lnTo>
                      <a:pt x="1555" y="682"/>
                    </a:lnTo>
                    <a:lnTo>
                      <a:pt x="1572" y="731"/>
                    </a:lnTo>
                    <a:lnTo>
                      <a:pt x="1589" y="781"/>
                    </a:lnTo>
                    <a:lnTo>
                      <a:pt x="1604" y="833"/>
                    </a:lnTo>
                    <a:lnTo>
                      <a:pt x="1619" y="886"/>
                    </a:lnTo>
                    <a:lnTo>
                      <a:pt x="1632" y="940"/>
                    </a:lnTo>
                    <a:lnTo>
                      <a:pt x="1644" y="995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15" name="Freeform 49"/>
              <p:cNvSpPr/>
              <p:nvPr/>
            </p:nvSpPr>
            <p:spPr>
              <a:xfrm>
                <a:off x="1810" y="2536"/>
                <a:ext cx="243" cy="674"/>
              </a:xfrm>
              <a:custGeom>
                <a:avLst/>
                <a:gdLst/>
                <a:ahLst/>
                <a:cxnLst>
                  <a:cxn ang="0">
                    <a:pos x="0" y="397"/>
                  </a:cxn>
                  <a:cxn ang="0">
                    <a:pos x="7" y="363"/>
                  </a:cxn>
                  <a:cxn ang="0">
                    <a:pos x="15" y="329"/>
                  </a:cxn>
                  <a:cxn ang="0">
                    <a:pos x="23" y="297"/>
                  </a:cxn>
                  <a:cxn ang="0">
                    <a:pos x="33" y="265"/>
                  </a:cxn>
                  <a:cxn ang="0">
                    <a:pos x="41" y="236"/>
                  </a:cxn>
                  <a:cxn ang="0">
                    <a:pos x="51" y="206"/>
                  </a:cxn>
                  <a:cxn ang="0">
                    <a:pos x="63" y="179"/>
                  </a:cxn>
                  <a:cxn ang="0">
                    <a:pos x="72" y="154"/>
                  </a:cxn>
                  <a:cxn ang="0">
                    <a:pos x="84" y="129"/>
                  </a:cxn>
                  <a:cxn ang="0">
                    <a:pos x="96" y="106"/>
                  </a:cxn>
                  <a:cxn ang="0">
                    <a:pos x="108" y="85"/>
                  </a:cxn>
                  <a:cxn ang="0">
                    <a:pos x="120" y="64"/>
                  </a:cxn>
                  <a:cxn ang="0">
                    <a:pos x="132" y="45"/>
                  </a:cxn>
                  <a:cxn ang="0">
                    <a:pos x="146" y="29"/>
                  </a:cxn>
                  <a:cxn ang="0">
                    <a:pos x="159" y="13"/>
                  </a:cxn>
                  <a:cxn ang="0">
                    <a:pos x="173" y="0"/>
                  </a:cxn>
                </a:cxnLst>
                <a:pathLst>
                  <a:path w="272" h="804">
                    <a:moveTo>
                      <a:pt x="0" y="804"/>
                    </a:moveTo>
                    <a:lnTo>
                      <a:pt x="11" y="734"/>
                    </a:lnTo>
                    <a:lnTo>
                      <a:pt x="24" y="666"/>
                    </a:lnTo>
                    <a:lnTo>
                      <a:pt x="37" y="600"/>
                    </a:lnTo>
                    <a:lnTo>
                      <a:pt x="51" y="537"/>
                    </a:lnTo>
                    <a:lnTo>
                      <a:pt x="65" y="477"/>
                    </a:lnTo>
                    <a:lnTo>
                      <a:pt x="81" y="419"/>
                    </a:lnTo>
                    <a:lnTo>
                      <a:pt x="97" y="363"/>
                    </a:lnTo>
                    <a:lnTo>
                      <a:pt x="114" y="311"/>
                    </a:lnTo>
                    <a:lnTo>
                      <a:pt x="132" y="261"/>
                    </a:lnTo>
                    <a:lnTo>
                      <a:pt x="150" y="214"/>
                    </a:lnTo>
                    <a:lnTo>
                      <a:pt x="169" y="170"/>
                    </a:lnTo>
                    <a:lnTo>
                      <a:pt x="188" y="130"/>
                    </a:lnTo>
                    <a:lnTo>
                      <a:pt x="208" y="92"/>
                    </a:lnTo>
                    <a:lnTo>
                      <a:pt x="229" y="58"/>
                    </a:lnTo>
                    <a:lnTo>
                      <a:pt x="250" y="27"/>
                    </a:lnTo>
                    <a:lnTo>
                      <a:pt x="272" y="0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16" name="Freeform 50"/>
              <p:cNvSpPr/>
              <p:nvPr/>
            </p:nvSpPr>
            <p:spPr>
              <a:xfrm>
                <a:off x="1803" y="1008"/>
                <a:ext cx="63" cy="732"/>
              </a:xfrm>
              <a:custGeom>
                <a:avLst/>
                <a:gdLst/>
                <a:ahLst/>
                <a:cxnLst>
                  <a:cxn ang="0">
                    <a:pos x="46" y="430"/>
                  </a:cxn>
                  <a:cxn ang="0">
                    <a:pos x="36" y="381"/>
                  </a:cxn>
                  <a:cxn ang="0">
                    <a:pos x="26" y="330"/>
                  </a:cxn>
                  <a:cxn ang="0">
                    <a:pos x="18" y="277"/>
                  </a:cxn>
                  <a:cxn ang="0">
                    <a:pos x="12" y="223"/>
                  </a:cxn>
                  <a:cxn ang="0">
                    <a:pos x="6" y="168"/>
                  </a:cxn>
                  <a:cxn ang="0">
                    <a:pos x="4" y="114"/>
                  </a:cxn>
                  <a:cxn ang="0">
                    <a:pos x="1" y="56"/>
                  </a:cxn>
                  <a:cxn ang="0">
                    <a:pos x="0" y="0"/>
                  </a:cxn>
                </a:cxnLst>
                <a:pathLst>
                  <a:path w="70" h="874">
                    <a:moveTo>
                      <a:pt x="70" y="874"/>
                    </a:moveTo>
                    <a:lnTo>
                      <a:pt x="54" y="774"/>
                    </a:lnTo>
                    <a:lnTo>
                      <a:pt x="40" y="670"/>
                    </a:lnTo>
                    <a:lnTo>
                      <a:pt x="28" y="563"/>
                    </a:lnTo>
                    <a:lnTo>
                      <a:pt x="18" y="454"/>
                    </a:lnTo>
                    <a:lnTo>
                      <a:pt x="10" y="343"/>
                    </a:lnTo>
                    <a:lnTo>
                      <a:pt x="5" y="230"/>
                    </a:lnTo>
                    <a:lnTo>
                      <a:pt x="1" y="115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17" name="Freeform 51"/>
              <p:cNvSpPr/>
              <p:nvPr/>
            </p:nvSpPr>
            <p:spPr>
              <a:xfrm>
                <a:off x="1831" y="1710"/>
                <a:ext cx="59" cy="87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33" y="52"/>
                  </a:cxn>
                  <a:cxn ang="0">
                    <a:pos x="42" y="0"/>
                  </a:cxn>
                  <a:cxn ang="0">
                    <a:pos x="25" y="18"/>
                  </a:cxn>
                  <a:cxn ang="0">
                    <a:pos x="0" y="6"/>
                  </a:cxn>
                </a:cxnLst>
                <a:pathLst>
                  <a:path w="66" h="103">
                    <a:moveTo>
                      <a:pt x="0" y="12"/>
                    </a:moveTo>
                    <a:lnTo>
                      <a:pt x="51" y="103"/>
                    </a:lnTo>
                    <a:lnTo>
                      <a:pt x="66" y="0"/>
                    </a:lnTo>
                    <a:lnTo>
                      <a:pt x="39" y="36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FF"/>
              </a:soli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18" name="Freeform 52"/>
              <p:cNvSpPr/>
              <p:nvPr/>
            </p:nvSpPr>
            <p:spPr>
              <a:xfrm>
                <a:off x="816" y="2458"/>
                <a:ext cx="1159" cy="518"/>
              </a:xfrm>
              <a:custGeom>
                <a:avLst/>
                <a:gdLst/>
                <a:ahLst/>
                <a:cxnLst>
                  <a:cxn ang="0">
                    <a:pos x="0" y="12137"/>
                  </a:cxn>
                  <a:cxn ang="0">
                    <a:pos x="375" y="10804"/>
                  </a:cxn>
                  <a:cxn ang="0">
                    <a:pos x="746" y="9467"/>
                  </a:cxn>
                  <a:cxn ang="0">
                    <a:pos x="1133" y="8248"/>
                  </a:cxn>
                  <a:cxn ang="0">
                    <a:pos x="1513" y="7100"/>
                  </a:cxn>
                  <a:cxn ang="0">
                    <a:pos x="1892" y="6093"/>
                  </a:cxn>
                  <a:cxn ang="0">
                    <a:pos x="2286" y="5111"/>
                  </a:cxn>
                  <a:cxn ang="0">
                    <a:pos x="2675" y="4218"/>
                  </a:cxn>
                  <a:cxn ang="0">
                    <a:pos x="3074" y="3423"/>
                  </a:cxn>
                  <a:cxn ang="0">
                    <a:pos x="3465" y="2670"/>
                  </a:cxn>
                  <a:cxn ang="0">
                    <a:pos x="3866" y="2089"/>
                  </a:cxn>
                  <a:cxn ang="0">
                    <a:pos x="4265" y="1548"/>
                  </a:cxn>
                  <a:cxn ang="0">
                    <a:pos x="4668" y="1082"/>
                  </a:cxn>
                  <a:cxn ang="0">
                    <a:pos x="5083" y="681"/>
                  </a:cxn>
                  <a:cxn ang="0">
                    <a:pos x="5484" y="326"/>
                  </a:cxn>
                  <a:cxn ang="0">
                    <a:pos x="5892" y="140"/>
                  </a:cxn>
                  <a:cxn ang="0">
                    <a:pos x="6303" y="0"/>
                  </a:cxn>
                </a:cxnLst>
                <a:pathLst>
                  <a:path w="659" h="181">
                    <a:moveTo>
                      <a:pt x="0" y="181"/>
                    </a:moveTo>
                    <a:lnTo>
                      <a:pt x="39" y="161"/>
                    </a:lnTo>
                    <a:lnTo>
                      <a:pt x="78" y="141"/>
                    </a:lnTo>
                    <a:lnTo>
                      <a:pt x="118" y="123"/>
                    </a:lnTo>
                    <a:lnTo>
                      <a:pt x="158" y="106"/>
                    </a:lnTo>
                    <a:lnTo>
                      <a:pt x="198" y="91"/>
                    </a:lnTo>
                    <a:lnTo>
                      <a:pt x="239" y="76"/>
                    </a:lnTo>
                    <a:lnTo>
                      <a:pt x="280" y="63"/>
                    </a:lnTo>
                    <a:lnTo>
                      <a:pt x="321" y="51"/>
                    </a:lnTo>
                    <a:lnTo>
                      <a:pt x="362" y="40"/>
                    </a:lnTo>
                    <a:lnTo>
                      <a:pt x="404" y="31"/>
                    </a:lnTo>
                    <a:lnTo>
                      <a:pt x="446" y="23"/>
                    </a:lnTo>
                    <a:lnTo>
                      <a:pt x="488" y="16"/>
                    </a:lnTo>
                    <a:lnTo>
                      <a:pt x="531" y="10"/>
                    </a:lnTo>
                    <a:lnTo>
                      <a:pt x="573" y="5"/>
                    </a:lnTo>
                    <a:lnTo>
                      <a:pt x="616" y="2"/>
                    </a:lnTo>
                    <a:lnTo>
                      <a:pt x="659" y="0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19" name="Freeform 53"/>
              <p:cNvSpPr/>
              <p:nvPr/>
            </p:nvSpPr>
            <p:spPr>
              <a:xfrm>
                <a:off x="1152" y="2388"/>
                <a:ext cx="90" cy="56"/>
              </a:xfrm>
              <a:custGeom>
                <a:avLst/>
                <a:gdLst/>
                <a:ahLst/>
                <a:cxnLst>
                  <a:cxn ang="0">
                    <a:pos x="0" y="33"/>
                  </a:cxn>
                  <a:cxn ang="0">
                    <a:pos x="68" y="16"/>
                  </a:cxn>
                  <a:cxn ang="0">
                    <a:pos x="0" y="0"/>
                  </a:cxn>
                  <a:cxn ang="0">
                    <a:pos x="21" y="16"/>
                  </a:cxn>
                  <a:cxn ang="0">
                    <a:pos x="0" y="33"/>
                  </a:cxn>
                </a:cxnLst>
                <a:pathLst>
                  <a:path w="99" h="67">
                    <a:moveTo>
                      <a:pt x="0" y="67"/>
                    </a:moveTo>
                    <a:lnTo>
                      <a:pt x="99" y="33"/>
                    </a:lnTo>
                    <a:lnTo>
                      <a:pt x="0" y="0"/>
                    </a:lnTo>
                    <a:lnTo>
                      <a:pt x="31" y="33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0000FF"/>
              </a:soli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20" name="Freeform 54"/>
              <p:cNvSpPr/>
              <p:nvPr/>
            </p:nvSpPr>
            <p:spPr>
              <a:xfrm>
                <a:off x="1200" y="2112"/>
                <a:ext cx="92" cy="67"/>
              </a:xfrm>
              <a:custGeom>
                <a:avLst/>
                <a:gdLst/>
                <a:ahLst/>
                <a:cxnLst>
                  <a:cxn ang="0">
                    <a:pos x="0" y="26"/>
                  </a:cxn>
                  <a:cxn ang="0">
                    <a:pos x="68" y="37"/>
                  </a:cxn>
                  <a:cxn ang="0">
                    <a:pos x="23" y="0"/>
                  </a:cxn>
                  <a:cxn ang="0">
                    <a:pos x="30" y="21"/>
                  </a:cxn>
                  <a:cxn ang="0">
                    <a:pos x="0" y="26"/>
                  </a:cxn>
                </a:cxnLst>
                <a:pathLst>
                  <a:path w="102" h="81">
                    <a:moveTo>
                      <a:pt x="0" y="56"/>
                    </a:moveTo>
                    <a:lnTo>
                      <a:pt x="102" y="81"/>
                    </a:lnTo>
                    <a:lnTo>
                      <a:pt x="36" y="0"/>
                    </a:lnTo>
                    <a:lnTo>
                      <a:pt x="45" y="44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FF"/>
              </a:soli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21" name="Freeform 55"/>
              <p:cNvSpPr/>
              <p:nvPr/>
            </p:nvSpPr>
            <p:spPr>
              <a:xfrm>
                <a:off x="1479" y="2481"/>
                <a:ext cx="500" cy="456"/>
              </a:xfrm>
              <a:custGeom>
                <a:avLst/>
                <a:gdLst/>
                <a:ahLst/>
                <a:cxnLst>
                  <a:cxn ang="0">
                    <a:pos x="0" y="268"/>
                  </a:cxn>
                  <a:cxn ang="0">
                    <a:pos x="19" y="245"/>
                  </a:cxn>
                  <a:cxn ang="0">
                    <a:pos x="39" y="224"/>
                  </a:cxn>
                  <a:cxn ang="0">
                    <a:pos x="59" y="203"/>
                  </a:cxn>
                  <a:cxn ang="0">
                    <a:pos x="79" y="184"/>
                  </a:cxn>
                  <a:cxn ang="0">
                    <a:pos x="99" y="164"/>
                  </a:cxn>
                  <a:cxn ang="0">
                    <a:pos x="122" y="146"/>
                  </a:cxn>
                  <a:cxn ang="0">
                    <a:pos x="144" y="127"/>
                  </a:cxn>
                  <a:cxn ang="0">
                    <a:pos x="166" y="110"/>
                  </a:cxn>
                  <a:cxn ang="0">
                    <a:pos x="189" y="95"/>
                  </a:cxn>
                  <a:cxn ang="0">
                    <a:pos x="213" y="79"/>
                  </a:cxn>
                  <a:cxn ang="0">
                    <a:pos x="237" y="64"/>
                  </a:cxn>
                  <a:cxn ang="0">
                    <a:pos x="260" y="49"/>
                  </a:cxn>
                  <a:cxn ang="0">
                    <a:pos x="285" y="36"/>
                  </a:cxn>
                  <a:cxn ang="0">
                    <a:pos x="311" y="23"/>
                  </a:cxn>
                  <a:cxn ang="0">
                    <a:pos x="336" y="11"/>
                  </a:cxn>
                  <a:cxn ang="0">
                    <a:pos x="362" y="0"/>
                  </a:cxn>
                </a:cxnLst>
                <a:pathLst>
                  <a:path w="557" h="545">
                    <a:moveTo>
                      <a:pt x="0" y="545"/>
                    </a:moveTo>
                    <a:lnTo>
                      <a:pt x="29" y="500"/>
                    </a:lnTo>
                    <a:lnTo>
                      <a:pt x="59" y="457"/>
                    </a:lnTo>
                    <a:lnTo>
                      <a:pt x="90" y="415"/>
                    </a:lnTo>
                    <a:lnTo>
                      <a:pt x="121" y="375"/>
                    </a:lnTo>
                    <a:lnTo>
                      <a:pt x="153" y="335"/>
                    </a:lnTo>
                    <a:lnTo>
                      <a:pt x="187" y="298"/>
                    </a:lnTo>
                    <a:lnTo>
                      <a:pt x="221" y="261"/>
                    </a:lnTo>
                    <a:lnTo>
                      <a:pt x="255" y="226"/>
                    </a:lnTo>
                    <a:lnTo>
                      <a:pt x="291" y="192"/>
                    </a:lnTo>
                    <a:lnTo>
                      <a:pt x="327" y="160"/>
                    </a:lnTo>
                    <a:lnTo>
                      <a:pt x="364" y="130"/>
                    </a:lnTo>
                    <a:lnTo>
                      <a:pt x="401" y="101"/>
                    </a:lnTo>
                    <a:lnTo>
                      <a:pt x="439" y="73"/>
                    </a:lnTo>
                    <a:lnTo>
                      <a:pt x="478" y="47"/>
                    </a:lnTo>
                    <a:lnTo>
                      <a:pt x="517" y="23"/>
                    </a:lnTo>
                    <a:lnTo>
                      <a:pt x="557" y="0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22" name="Freeform 56"/>
              <p:cNvSpPr/>
              <p:nvPr/>
            </p:nvSpPr>
            <p:spPr>
              <a:xfrm>
                <a:off x="2333" y="1451"/>
                <a:ext cx="1273" cy="850"/>
              </a:xfrm>
              <a:custGeom>
                <a:avLst/>
                <a:gdLst/>
                <a:ahLst/>
                <a:cxnLst>
                  <a:cxn ang="0">
                    <a:pos x="0" y="209"/>
                  </a:cxn>
                  <a:cxn ang="0">
                    <a:pos x="21" y="185"/>
                  </a:cxn>
                  <a:cxn ang="0">
                    <a:pos x="42" y="162"/>
                  </a:cxn>
                  <a:cxn ang="0">
                    <a:pos x="63" y="140"/>
                  </a:cxn>
                  <a:cxn ang="0">
                    <a:pos x="86" y="120"/>
                  </a:cxn>
                  <a:cxn ang="0">
                    <a:pos x="108" y="101"/>
                  </a:cxn>
                  <a:cxn ang="0">
                    <a:pos x="133" y="84"/>
                  </a:cxn>
                  <a:cxn ang="0">
                    <a:pos x="155" y="67"/>
                  </a:cxn>
                  <a:cxn ang="0">
                    <a:pos x="181" y="54"/>
                  </a:cxn>
                  <a:cxn ang="0">
                    <a:pos x="206" y="42"/>
                  </a:cxn>
                  <a:cxn ang="0">
                    <a:pos x="231" y="32"/>
                  </a:cxn>
                  <a:cxn ang="0">
                    <a:pos x="257" y="21"/>
                  </a:cxn>
                  <a:cxn ang="0">
                    <a:pos x="283" y="14"/>
                  </a:cxn>
                  <a:cxn ang="0">
                    <a:pos x="311" y="8"/>
                  </a:cxn>
                  <a:cxn ang="0">
                    <a:pos x="338" y="3"/>
                  </a:cxn>
                  <a:cxn ang="0">
                    <a:pos x="365" y="2"/>
                  </a:cxn>
                  <a:cxn ang="0">
                    <a:pos x="392" y="0"/>
                  </a:cxn>
                  <a:cxn ang="0">
                    <a:pos x="415" y="1"/>
                  </a:cxn>
                  <a:cxn ang="0">
                    <a:pos x="438" y="3"/>
                  </a:cxn>
                  <a:cxn ang="0">
                    <a:pos x="460" y="6"/>
                  </a:cxn>
                  <a:cxn ang="0">
                    <a:pos x="482" y="9"/>
                  </a:cxn>
                  <a:cxn ang="0">
                    <a:pos x="504" y="15"/>
                  </a:cxn>
                  <a:cxn ang="0">
                    <a:pos x="526" y="22"/>
                  </a:cxn>
                  <a:cxn ang="0">
                    <a:pos x="549" y="29"/>
                  </a:cxn>
                  <a:cxn ang="0">
                    <a:pos x="570" y="38"/>
                  </a:cxn>
                  <a:cxn ang="0">
                    <a:pos x="590" y="48"/>
                  </a:cxn>
                  <a:cxn ang="0">
                    <a:pos x="610" y="59"/>
                  </a:cxn>
                  <a:cxn ang="0">
                    <a:pos x="632" y="71"/>
                  </a:cxn>
                  <a:cxn ang="0">
                    <a:pos x="650" y="84"/>
                  </a:cxn>
                  <a:cxn ang="0">
                    <a:pos x="670" y="97"/>
                  </a:cxn>
                  <a:cxn ang="0">
                    <a:pos x="689" y="113"/>
                  </a:cxn>
                  <a:cxn ang="0">
                    <a:pos x="709" y="129"/>
                  </a:cxn>
                  <a:cxn ang="0">
                    <a:pos x="726" y="146"/>
                  </a:cxn>
                  <a:cxn ang="0">
                    <a:pos x="743" y="164"/>
                  </a:cxn>
                  <a:cxn ang="0">
                    <a:pos x="761" y="183"/>
                  </a:cxn>
                  <a:cxn ang="0">
                    <a:pos x="776" y="202"/>
                  </a:cxn>
                  <a:cxn ang="0">
                    <a:pos x="793" y="223"/>
                  </a:cxn>
                  <a:cxn ang="0">
                    <a:pos x="810" y="243"/>
                  </a:cxn>
                  <a:cxn ang="0">
                    <a:pos x="824" y="267"/>
                  </a:cxn>
                  <a:cxn ang="0">
                    <a:pos x="838" y="289"/>
                  </a:cxn>
                  <a:cxn ang="0">
                    <a:pos x="851" y="313"/>
                  </a:cxn>
                  <a:cxn ang="0">
                    <a:pos x="865" y="338"/>
                  </a:cxn>
                  <a:cxn ang="0">
                    <a:pos x="878" y="363"/>
                  </a:cxn>
                  <a:cxn ang="0">
                    <a:pos x="889" y="389"/>
                  </a:cxn>
                  <a:cxn ang="0">
                    <a:pos x="900" y="416"/>
                  </a:cxn>
                  <a:cxn ang="0">
                    <a:pos x="910" y="443"/>
                  </a:cxn>
                  <a:cxn ang="0">
                    <a:pos x="920" y="472"/>
                  </a:cxn>
                  <a:cxn ang="0">
                    <a:pos x="928" y="501"/>
                  </a:cxn>
                  <a:cxn ang="0">
                    <a:pos x="936" y="530"/>
                  </a:cxn>
                </a:cxnLst>
                <a:pathLst>
                  <a:path w="1410" h="995">
                    <a:moveTo>
                      <a:pt x="0" y="393"/>
                    </a:moveTo>
                    <a:lnTo>
                      <a:pt x="31" y="347"/>
                    </a:lnTo>
                    <a:lnTo>
                      <a:pt x="62" y="304"/>
                    </a:lnTo>
                    <a:lnTo>
                      <a:pt x="95" y="263"/>
                    </a:lnTo>
                    <a:lnTo>
                      <a:pt x="129" y="225"/>
                    </a:lnTo>
                    <a:lnTo>
                      <a:pt x="163" y="190"/>
                    </a:lnTo>
                    <a:lnTo>
                      <a:pt x="199" y="158"/>
                    </a:lnTo>
                    <a:lnTo>
                      <a:pt x="235" y="128"/>
                    </a:lnTo>
                    <a:lnTo>
                      <a:pt x="273" y="102"/>
                    </a:lnTo>
                    <a:lnTo>
                      <a:pt x="310" y="78"/>
                    </a:lnTo>
                    <a:lnTo>
                      <a:pt x="349" y="58"/>
                    </a:lnTo>
                    <a:lnTo>
                      <a:pt x="388" y="40"/>
                    </a:lnTo>
                    <a:lnTo>
                      <a:pt x="428" y="26"/>
                    </a:lnTo>
                    <a:lnTo>
                      <a:pt x="468" y="15"/>
                    </a:lnTo>
                    <a:lnTo>
                      <a:pt x="508" y="7"/>
                    </a:lnTo>
                    <a:lnTo>
                      <a:pt x="549" y="2"/>
                    </a:lnTo>
                    <a:lnTo>
                      <a:pt x="590" y="0"/>
                    </a:lnTo>
                    <a:lnTo>
                      <a:pt x="625" y="1"/>
                    </a:lnTo>
                    <a:lnTo>
                      <a:pt x="659" y="5"/>
                    </a:lnTo>
                    <a:lnTo>
                      <a:pt x="693" y="10"/>
                    </a:lnTo>
                    <a:lnTo>
                      <a:pt x="726" y="18"/>
                    </a:lnTo>
                    <a:lnTo>
                      <a:pt x="759" y="28"/>
                    </a:lnTo>
                    <a:lnTo>
                      <a:pt x="792" y="41"/>
                    </a:lnTo>
                    <a:lnTo>
                      <a:pt x="825" y="55"/>
                    </a:lnTo>
                    <a:lnTo>
                      <a:pt x="857" y="72"/>
                    </a:lnTo>
                    <a:lnTo>
                      <a:pt x="888" y="90"/>
                    </a:lnTo>
                    <a:lnTo>
                      <a:pt x="919" y="111"/>
                    </a:lnTo>
                    <a:lnTo>
                      <a:pt x="950" y="133"/>
                    </a:lnTo>
                    <a:lnTo>
                      <a:pt x="979" y="158"/>
                    </a:lnTo>
                    <a:lnTo>
                      <a:pt x="1009" y="184"/>
                    </a:lnTo>
                    <a:lnTo>
                      <a:pt x="1037" y="212"/>
                    </a:lnTo>
                    <a:lnTo>
                      <a:pt x="1065" y="242"/>
                    </a:lnTo>
                    <a:lnTo>
                      <a:pt x="1093" y="274"/>
                    </a:lnTo>
                    <a:lnTo>
                      <a:pt x="1119" y="308"/>
                    </a:lnTo>
                    <a:lnTo>
                      <a:pt x="1145" y="343"/>
                    </a:lnTo>
                    <a:lnTo>
                      <a:pt x="1170" y="380"/>
                    </a:lnTo>
                    <a:lnTo>
                      <a:pt x="1194" y="418"/>
                    </a:lnTo>
                    <a:lnTo>
                      <a:pt x="1218" y="458"/>
                    </a:lnTo>
                    <a:lnTo>
                      <a:pt x="1240" y="500"/>
                    </a:lnTo>
                    <a:lnTo>
                      <a:pt x="1262" y="543"/>
                    </a:lnTo>
                    <a:lnTo>
                      <a:pt x="1282" y="588"/>
                    </a:lnTo>
                    <a:lnTo>
                      <a:pt x="1302" y="634"/>
                    </a:lnTo>
                    <a:lnTo>
                      <a:pt x="1321" y="682"/>
                    </a:lnTo>
                    <a:lnTo>
                      <a:pt x="1338" y="731"/>
                    </a:lnTo>
                    <a:lnTo>
                      <a:pt x="1355" y="781"/>
                    </a:lnTo>
                    <a:lnTo>
                      <a:pt x="1370" y="833"/>
                    </a:lnTo>
                    <a:lnTo>
                      <a:pt x="1385" y="886"/>
                    </a:lnTo>
                    <a:lnTo>
                      <a:pt x="1398" y="940"/>
                    </a:lnTo>
                    <a:lnTo>
                      <a:pt x="1410" y="995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23" name="Freeform 57"/>
              <p:cNvSpPr/>
              <p:nvPr/>
            </p:nvSpPr>
            <p:spPr>
              <a:xfrm>
                <a:off x="2281" y="1785"/>
                <a:ext cx="71" cy="87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0" y="54"/>
                  </a:cxn>
                  <a:cxn ang="0">
                    <a:pos x="52" y="18"/>
                  </a:cxn>
                  <a:cxn ang="0">
                    <a:pos x="22" y="23"/>
                  </a:cxn>
                  <a:cxn ang="0">
                    <a:pos x="13" y="0"/>
                  </a:cxn>
                </a:cxnLst>
                <a:pathLst>
                  <a:path w="79" h="102">
                    <a:moveTo>
                      <a:pt x="21" y="0"/>
                    </a:moveTo>
                    <a:lnTo>
                      <a:pt x="0" y="102"/>
                    </a:lnTo>
                    <a:lnTo>
                      <a:pt x="79" y="34"/>
                    </a:lnTo>
                    <a:lnTo>
                      <a:pt x="35" y="44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000FF"/>
              </a:soli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24" name="Freeform 59"/>
              <p:cNvSpPr/>
              <p:nvPr/>
            </p:nvSpPr>
            <p:spPr>
              <a:xfrm>
                <a:off x="1457" y="1824"/>
                <a:ext cx="79" cy="81"/>
              </a:xfrm>
              <a:custGeom>
                <a:avLst/>
                <a:gdLst/>
                <a:ahLst/>
                <a:cxnLst>
                  <a:cxn ang="0">
                    <a:pos x="0" y="21"/>
                  </a:cxn>
                  <a:cxn ang="0">
                    <a:pos x="55" y="48"/>
                  </a:cxn>
                  <a:cxn ang="0">
                    <a:pos x="32" y="0"/>
                  </a:cxn>
                  <a:cxn ang="0">
                    <a:pos x="28" y="23"/>
                  </a:cxn>
                  <a:cxn ang="0">
                    <a:pos x="0" y="21"/>
                  </a:cxn>
                </a:cxnLst>
                <a:pathLst>
                  <a:path w="89" h="97">
                    <a:moveTo>
                      <a:pt x="0" y="43"/>
                    </a:moveTo>
                    <a:lnTo>
                      <a:pt x="89" y="97"/>
                    </a:lnTo>
                    <a:lnTo>
                      <a:pt x="51" y="0"/>
                    </a:lnTo>
                    <a:lnTo>
                      <a:pt x="46" y="45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0000FF"/>
              </a:soli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25" name="Freeform 60"/>
              <p:cNvSpPr/>
              <p:nvPr/>
            </p:nvSpPr>
            <p:spPr>
              <a:xfrm>
                <a:off x="1202" y="2640"/>
                <a:ext cx="94" cy="58"/>
              </a:xfrm>
              <a:custGeom>
                <a:avLst/>
                <a:gdLst/>
                <a:ahLst/>
                <a:cxnLst>
                  <a:cxn ang="0">
                    <a:pos x="17" y="34"/>
                  </a:cxn>
                  <a:cxn ang="0">
                    <a:pos x="70" y="0"/>
                  </a:cxn>
                  <a:cxn ang="0">
                    <a:pos x="0" y="3"/>
                  </a:cxn>
                  <a:cxn ang="0">
                    <a:pos x="27" y="13"/>
                  </a:cxn>
                  <a:cxn ang="0">
                    <a:pos x="17" y="34"/>
                  </a:cxn>
                </a:cxnLst>
                <a:pathLst>
                  <a:path w="104" h="69">
                    <a:moveTo>
                      <a:pt x="25" y="69"/>
                    </a:moveTo>
                    <a:lnTo>
                      <a:pt x="104" y="0"/>
                    </a:lnTo>
                    <a:lnTo>
                      <a:pt x="0" y="7"/>
                    </a:lnTo>
                    <a:lnTo>
                      <a:pt x="41" y="26"/>
                    </a:lnTo>
                    <a:lnTo>
                      <a:pt x="25" y="69"/>
                    </a:lnTo>
                    <a:close/>
                  </a:path>
                </a:pathLst>
              </a:custGeom>
              <a:solidFill>
                <a:srgbClr val="0000FF"/>
              </a:soli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26" name="Freeform 61"/>
              <p:cNvSpPr/>
              <p:nvPr/>
            </p:nvSpPr>
            <p:spPr>
              <a:xfrm>
                <a:off x="1236" y="2953"/>
                <a:ext cx="235" cy="684"/>
              </a:xfrm>
              <a:custGeom>
                <a:avLst/>
                <a:gdLst/>
                <a:ahLst/>
                <a:cxnLst>
                  <a:cxn ang="0">
                    <a:pos x="0" y="402"/>
                  </a:cxn>
                  <a:cxn ang="0">
                    <a:pos x="5" y="376"/>
                  </a:cxn>
                  <a:cxn ang="0">
                    <a:pos x="13" y="348"/>
                  </a:cxn>
                  <a:cxn ang="0">
                    <a:pos x="20" y="320"/>
                  </a:cxn>
                  <a:cxn ang="0">
                    <a:pos x="27" y="293"/>
                  </a:cxn>
                  <a:cxn ang="0">
                    <a:pos x="45" y="241"/>
                  </a:cxn>
                  <a:cxn ang="0">
                    <a:pos x="64" y="189"/>
                  </a:cxn>
                  <a:cxn ang="0">
                    <a:pos x="87" y="139"/>
                  </a:cxn>
                  <a:cxn ang="0">
                    <a:pos x="112" y="91"/>
                  </a:cxn>
                  <a:cxn ang="0">
                    <a:pos x="138" y="44"/>
                  </a:cxn>
                  <a:cxn ang="0">
                    <a:pos x="153" y="23"/>
                  </a:cxn>
                  <a:cxn ang="0">
                    <a:pos x="168" y="0"/>
                  </a:cxn>
                </a:cxnLst>
                <a:pathLst>
                  <a:path w="263" h="816">
                    <a:moveTo>
                      <a:pt x="0" y="816"/>
                    </a:moveTo>
                    <a:lnTo>
                      <a:pt x="9" y="760"/>
                    </a:lnTo>
                    <a:lnTo>
                      <a:pt x="20" y="704"/>
                    </a:lnTo>
                    <a:lnTo>
                      <a:pt x="31" y="649"/>
                    </a:lnTo>
                    <a:lnTo>
                      <a:pt x="43" y="594"/>
                    </a:lnTo>
                    <a:lnTo>
                      <a:pt x="71" y="487"/>
                    </a:lnTo>
                    <a:lnTo>
                      <a:pt x="102" y="383"/>
                    </a:lnTo>
                    <a:lnTo>
                      <a:pt x="137" y="282"/>
                    </a:lnTo>
                    <a:lnTo>
                      <a:pt x="176" y="184"/>
                    </a:lnTo>
                    <a:lnTo>
                      <a:pt x="218" y="90"/>
                    </a:lnTo>
                    <a:lnTo>
                      <a:pt x="240" y="45"/>
                    </a:lnTo>
                    <a:lnTo>
                      <a:pt x="263" y="0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27" name="Freeform 62"/>
              <p:cNvSpPr/>
              <p:nvPr/>
            </p:nvSpPr>
            <p:spPr>
              <a:xfrm>
                <a:off x="1432" y="2904"/>
                <a:ext cx="69" cy="87"/>
              </a:xfrm>
              <a:custGeom>
                <a:avLst/>
                <a:gdLst/>
                <a:ahLst/>
                <a:cxnLst>
                  <a:cxn ang="0">
                    <a:pos x="38" y="52"/>
                  </a:cxn>
                  <a:cxn ang="0">
                    <a:pos x="50" y="0"/>
                  </a:cxn>
                  <a:cxn ang="0">
                    <a:pos x="0" y="35"/>
                  </a:cxn>
                  <a:cxn ang="0">
                    <a:pos x="28" y="30"/>
                  </a:cxn>
                  <a:cxn ang="0">
                    <a:pos x="38" y="52"/>
                  </a:cxn>
                </a:cxnLst>
                <a:pathLst>
                  <a:path w="77" h="103">
                    <a:moveTo>
                      <a:pt x="58" y="103"/>
                    </a:moveTo>
                    <a:lnTo>
                      <a:pt x="77" y="0"/>
                    </a:lnTo>
                    <a:lnTo>
                      <a:pt x="0" y="70"/>
                    </a:lnTo>
                    <a:lnTo>
                      <a:pt x="44" y="59"/>
                    </a:lnTo>
                    <a:lnTo>
                      <a:pt x="58" y="103"/>
                    </a:lnTo>
                    <a:close/>
                  </a:path>
                </a:pathLst>
              </a:custGeom>
              <a:solidFill>
                <a:srgbClr val="0000FF"/>
              </a:soli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28" name="Freeform 63"/>
              <p:cNvSpPr/>
              <p:nvPr/>
            </p:nvSpPr>
            <p:spPr>
              <a:xfrm>
                <a:off x="1753" y="3216"/>
                <a:ext cx="49" cy="655"/>
              </a:xfrm>
              <a:custGeom>
                <a:avLst/>
                <a:gdLst/>
                <a:ahLst/>
                <a:cxnLst>
                  <a:cxn ang="0">
                    <a:pos x="0" y="383"/>
                  </a:cxn>
                  <a:cxn ang="0">
                    <a:pos x="1" y="334"/>
                  </a:cxn>
                  <a:cxn ang="0">
                    <a:pos x="4" y="284"/>
                  </a:cxn>
                  <a:cxn ang="0">
                    <a:pos x="4" y="234"/>
                  </a:cxn>
                  <a:cxn ang="0">
                    <a:pos x="9" y="186"/>
                  </a:cxn>
                  <a:cxn ang="0">
                    <a:pos x="14" y="138"/>
                  </a:cxn>
                  <a:cxn ang="0">
                    <a:pos x="20" y="91"/>
                  </a:cxn>
                  <a:cxn ang="0">
                    <a:pos x="26" y="45"/>
                  </a:cxn>
                  <a:cxn ang="0">
                    <a:pos x="35" y="0"/>
                  </a:cxn>
                </a:cxnLst>
                <a:pathLst>
                  <a:path w="55" h="783">
                    <a:moveTo>
                      <a:pt x="0" y="783"/>
                    </a:moveTo>
                    <a:lnTo>
                      <a:pt x="1" y="681"/>
                    </a:lnTo>
                    <a:lnTo>
                      <a:pt x="4" y="579"/>
                    </a:lnTo>
                    <a:lnTo>
                      <a:pt x="8" y="478"/>
                    </a:lnTo>
                    <a:lnTo>
                      <a:pt x="14" y="379"/>
                    </a:lnTo>
                    <a:lnTo>
                      <a:pt x="22" y="281"/>
                    </a:lnTo>
                    <a:lnTo>
                      <a:pt x="31" y="186"/>
                    </a:lnTo>
                    <a:lnTo>
                      <a:pt x="42" y="92"/>
                    </a:lnTo>
                    <a:lnTo>
                      <a:pt x="55" y="0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29" name="Freeform 64"/>
              <p:cNvSpPr/>
              <p:nvPr/>
            </p:nvSpPr>
            <p:spPr>
              <a:xfrm>
                <a:off x="1812" y="3033"/>
                <a:ext cx="60" cy="87"/>
              </a:xfrm>
              <a:custGeom>
                <a:avLst/>
                <a:gdLst/>
                <a:ahLst/>
                <a:cxnLst>
                  <a:cxn ang="0">
                    <a:pos x="43" y="52"/>
                  </a:cxn>
                  <a:cxn ang="0">
                    <a:pos x="31" y="0"/>
                  </a:cxn>
                  <a:cxn ang="0">
                    <a:pos x="0" y="47"/>
                  </a:cxn>
                  <a:cxn ang="0">
                    <a:pos x="24" y="35"/>
                  </a:cxn>
                  <a:cxn ang="0">
                    <a:pos x="43" y="52"/>
                  </a:cxn>
                </a:cxnLst>
                <a:pathLst>
                  <a:path w="67" h="103">
                    <a:moveTo>
                      <a:pt x="67" y="103"/>
                    </a:moveTo>
                    <a:lnTo>
                      <a:pt x="49" y="0"/>
                    </a:lnTo>
                    <a:lnTo>
                      <a:pt x="0" y="92"/>
                    </a:lnTo>
                    <a:lnTo>
                      <a:pt x="38" y="67"/>
                    </a:lnTo>
                    <a:lnTo>
                      <a:pt x="67" y="103"/>
                    </a:lnTo>
                    <a:close/>
                  </a:path>
                </a:pathLst>
              </a:custGeom>
              <a:solidFill>
                <a:srgbClr val="0000FF"/>
              </a:soli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30" name="Freeform 65"/>
              <p:cNvSpPr/>
              <p:nvPr/>
            </p:nvSpPr>
            <p:spPr>
              <a:xfrm>
                <a:off x="2299" y="2543"/>
                <a:ext cx="1324" cy="899"/>
              </a:xfrm>
              <a:custGeom>
                <a:avLst/>
                <a:gdLst/>
                <a:ahLst/>
                <a:cxnLst>
                  <a:cxn ang="0">
                    <a:pos x="923" y="0"/>
                  </a:cxn>
                  <a:cxn ang="0">
                    <a:pos x="915" y="34"/>
                  </a:cxn>
                  <a:cxn ang="0">
                    <a:pos x="908" y="66"/>
                  </a:cxn>
                  <a:cxn ang="0">
                    <a:pos x="899" y="98"/>
                  </a:cxn>
                  <a:cxn ang="0">
                    <a:pos x="889" y="130"/>
                  </a:cxn>
                  <a:cxn ang="0">
                    <a:pos x="879" y="160"/>
                  </a:cxn>
                  <a:cxn ang="0">
                    <a:pos x="867" y="189"/>
                  </a:cxn>
                  <a:cxn ang="0">
                    <a:pos x="856" y="219"/>
                  </a:cxn>
                  <a:cxn ang="0">
                    <a:pos x="844" y="247"/>
                  </a:cxn>
                  <a:cxn ang="0">
                    <a:pos x="830" y="274"/>
                  </a:cxn>
                  <a:cxn ang="0">
                    <a:pos x="817" y="301"/>
                  </a:cxn>
                  <a:cxn ang="0">
                    <a:pos x="803" y="326"/>
                  </a:cxn>
                  <a:cxn ang="0">
                    <a:pos x="787" y="350"/>
                  </a:cxn>
                  <a:cxn ang="0">
                    <a:pos x="772" y="373"/>
                  </a:cxn>
                  <a:cxn ang="0">
                    <a:pos x="756" y="395"/>
                  </a:cxn>
                  <a:cxn ang="0">
                    <a:pos x="740" y="417"/>
                  </a:cxn>
                  <a:cxn ang="0">
                    <a:pos x="723" y="437"/>
                  </a:cxn>
                  <a:cxn ang="0">
                    <a:pos x="705" y="457"/>
                  </a:cxn>
                  <a:cxn ang="0">
                    <a:pos x="687" y="475"/>
                  </a:cxn>
                  <a:cxn ang="0">
                    <a:pos x="669" y="493"/>
                  </a:cxn>
                  <a:cxn ang="0">
                    <a:pos x="650" y="508"/>
                  </a:cxn>
                  <a:cxn ang="0">
                    <a:pos x="631" y="524"/>
                  </a:cxn>
                  <a:cxn ang="0">
                    <a:pos x="610" y="536"/>
                  </a:cxn>
                  <a:cxn ang="0">
                    <a:pos x="591" y="550"/>
                  </a:cxn>
                  <a:cxn ang="0">
                    <a:pos x="570" y="562"/>
                  </a:cxn>
                  <a:cxn ang="0">
                    <a:pos x="550" y="571"/>
                  </a:cxn>
                  <a:cxn ang="0">
                    <a:pos x="529" y="580"/>
                  </a:cxn>
                  <a:cxn ang="0">
                    <a:pos x="508" y="588"/>
                  </a:cxn>
                  <a:cxn ang="0">
                    <a:pos x="486" y="593"/>
                  </a:cxn>
                  <a:cxn ang="0">
                    <a:pos x="465" y="598"/>
                  </a:cxn>
                  <a:cxn ang="0">
                    <a:pos x="442" y="602"/>
                  </a:cxn>
                  <a:cxn ang="0">
                    <a:pos x="420" y="605"/>
                  </a:cxn>
                  <a:cxn ang="0">
                    <a:pos x="397" y="605"/>
                  </a:cxn>
                  <a:cxn ang="0">
                    <a:pos x="370" y="604"/>
                  </a:cxn>
                  <a:cxn ang="0">
                    <a:pos x="342" y="600"/>
                  </a:cxn>
                  <a:cxn ang="0">
                    <a:pos x="314" y="595"/>
                  </a:cxn>
                  <a:cxn ang="0">
                    <a:pos x="286" y="587"/>
                  </a:cxn>
                  <a:cxn ang="0">
                    <a:pos x="260" y="577"/>
                  </a:cxn>
                  <a:cxn ang="0">
                    <a:pos x="232" y="565"/>
                  </a:cxn>
                  <a:cxn ang="0">
                    <a:pos x="207" y="551"/>
                  </a:cxn>
                  <a:cxn ang="0">
                    <a:pos x="182" y="535"/>
                  </a:cxn>
                  <a:cxn ang="0">
                    <a:pos x="156" y="518"/>
                  </a:cxn>
                  <a:cxn ang="0">
                    <a:pos x="132" y="498"/>
                  </a:cxn>
                  <a:cxn ang="0">
                    <a:pos x="107" y="475"/>
                  </a:cxn>
                  <a:cxn ang="0">
                    <a:pos x="84" y="452"/>
                  </a:cxn>
                  <a:cxn ang="0">
                    <a:pos x="63" y="427"/>
                  </a:cxn>
                  <a:cxn ang="0">
                    <a:pos x="41" y="400"/>
                  </a:cxn>
                  <a:cxn ang="0">
                    <a:pos x="20" y="369"/>
                  </a:cxn>
                  <a:cxn ang="0">
                    <a:pos x="0" y="339"/>
                  </a:cxn>
                </a:cxnLst>
                <a:pathLst>
                  <a:path w="1493" h="1026">
                    <a:moveTo>
                      <a:pt x="1493" y="0"/>
                    </a:moveTo>
                    <a:lnTo>
                      <a:pt x="1481" y="57"/>
                    </a:lnTo>
                    <a:lnTo>
                      <a:pt x="1468" y="112"/>
                    </a:lnTo>
                    <a:lnTo>
                      <a:pt x="1454" y="167"/>
                    </a:lnTo>
                    <a:lnTo>
                      <a:pt x="1438" y="220"/>
                    </a:lnTo>
                    <a:lnTo>
                      <a:pt x="1421" y="272"/>
                    </a:lnTo>
                    <a:lnTo>
                      <a:pt x="1403" y="322"/>
                    </a:lnTo>
                    <a:lnTo>
                      <a:pt x="1384" y="371"/>
                    </a:lnTo>
                    <a:lnTo>
                      <a:pt x="1364" y="419"/>
                    </a:lnTo>
                    <a:lnTo>
                      <a:pt x="1343" y="465"/>
                    </a:lnTo>
                    <a:lnTo>
                      <a:pt x="1321" y="509"/>
                    </a:lnTo>
                    <a:lnTo>
                      <a:pt x="1298" y="552"/>
                    </a:lnTo>
                    <a:lnTo>
                      <a:pt x="1273" y="594"/>
                    </a:lnTo>
                    <a:lnTo>
                      <a:pt x="1248" y="633"/>
                    </a:lnTo>
                    <a:lnTo>
                      <a:pt x="1222" y="671"/>
                    </a:lnTo>
                    <a:lnTo>
                      <a:pt x="1196" y="708"/>
                    </a:lnTo>
                    <a:lnTo>
                      <a:pt x="1168" y="743"/>
                    </a:lnTo>
                    <a:lnTo>
                      <a:pt x="1140" y="775"/>
                    </a:lnTo>
                    <a:lnTo>
                      <a:pt x="1111" y="806"/>
                    </a:lnTo>
                    <a:lnTo>
                      <a:pt x="1081" y="836"/>
                    </a:lnTo>
                    <a:lnTo>
                      <a:pt x="1050" y="863"/>
                    </a:lnTo>
                    <a:lnTo>
                      <a:pt x="1019" y="888"/>
                    </a:lnTo>
                    <a:lnTo>
                      <a:pt x="987" y="911"/>
                    </a:lnTo>
                    <a:lnTo>
                      <a:pt x="955" y="933"/>
                    </a:lnTo>
                    <a:lnTo>
                      <a:pt x="922" y="952"/>
                    </a:lnTo>
                    <a:lnTo>
                      <a:pt x="889" y="969"/>
                    </a:lnTo>
                    <a:lnTo>
                      <a:pt x="855" y="984"/>
                    </a:lnTo>
                    <a:lnTo>
                      <a:pt x="821" y="997"/>
                    </a:lnTo>
                    <a:lnTo>
                      <a:pt x="786" y="1007"/>
                    </a:lnTo>
                    <a:lnTo>
                      <a:pt x="751" y="1015"/>
                    </a:lnTo>
                    <a:lnTo>
                      <a:pt x="715" y="1021"/>
                    </a:lnTo>
                    <a:lnTo>
                      <a:pt x="679" y="1025"/>
                    </a:lnTo>
                    <a:lnTo>
                      <a:pt x="643" y="1026"/>
                    </a:lnTo>
                    <a:lnTo>
                      <a:pt x="598" y="1024"/>
                    </a:lnTo>
                    <a:lnTo>
                      <a:pt x="553" y="1018"/>
                    </a:lnTo>
                    <a:lnTo>
                      <a:pt x="508" y="1009"/>
                    </a:lnTo>
                    <a:lnTo>
                      <a:pt x="464" y="996"/>
                    </a:lnTo>
                    <a:lnTo>
                      <a:pt x="420" y="979"/>
                    </a:lnTo>
                    <a:lnTo>
                      <a:pt x="377" y="959"/>
                    </a:lnTo>
                    <a:lnTo>
                      <a:pt x="335" y="935"/>
                    </a:lnTo>
                    <a:lnTo>
                      <a:pt x="293" y="908"/>
                    </a:lnTo>
                    <a:lnTo>
                      <a:pt x="253" y="878"/>
                    </a:lnTo>
                    <a:lnTo>
                      <a:pt x="213" y="844"/>
                    </a:lnTo>
                    <a:lnTo>
                      <a:pt x="175" y="807"/>
                    </a:lnTo>
                    <a:lnTo>
                      <a:pt x="137" y="767"/>
                    </a:lnTo>
                    <a:lnTo>
                      <a:pt x="101" y="723"/>
                    </a:lnTo>
                    <a:lnTo>
                      <a:pt x="66" y="677"/>
                    </a:lnTo>
                    <a:lnTo>
                      <a:pt x="32" y="627"/>
                    </a:lnTo>
                    <a:lnTo>
                      <a:pt x="0" y="575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31" name="Freeform 66"/>
              <p:cNvSpPr/>
              <p:nvPr/>
            </p:nvSpPr>
            <p:spPr>
              <a:xfrm>
                <a:off x="2256" y="2976"/>
                <a:ext cx="70" cy="90"/>
              </a:xfrm>
              <a:custGeom>
                <a:avLst/>
                <a:gdLst/>
                <a:ahLst/>
                <a:cxnLst>
                  <a:cxn ang="0">
                    <a:pos x="51" y="40"/>
                  </a:cxn>
                  <a:cxn ang="0">
                    <a:pos x="0" y="0"/>
                  </a:cxn>
                  <a:cxn ang="0">
                    <a:pos x="13" y="60"/>
                  </a:cxn>
                  <a:cxn ang="0">
                    <a:pos x="22" y="34"/>
                  </a:cxn>
                  <a:cxn ang="0">
                    <a:pos x="51" y="40"/>
                  </a:cxn>
                </a:cxnLst>
                <a:pathLst>
                  <a:path w="78" h="103">
                    <a:moveTo>
                      <a:pt x="78" y="70"/>
                    </a:moveTo>
                    <a:lnTo>
                      <a:pt x="0" y="0"/>
                    </a:lnTo>
                    <a:lnTo>
                      <a:pt x="20" y="103"/>
                    </a:lnTo>
                    <a:lnTo>
                      <a:pt x="33" y="59"/>
                    </a:lnTo>
                    <a:lnTo>
                      <a:pt x="78" y="70"/>
                    </a:lnTo>
                    <a:close/>
                  </a:path>
                </a:pathLst>
              </a:custGeom>
              <a:solidFill>
                <a:srgbClr val="0000FF"/>
              </a:soli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32" name="Line 67"/>
              <p:cNvSpPr/>
              <p:nvPr/>
            </p:nvSpPr>
            <p:spPr>
              <a:xfrm>
                <a:off x="624" y="2421"/>
                <a:ext cx="4320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33" name="Group 74"/>
            <p:cNvGrpSpPr/>
            <p:nvPr/>
          </p:nvGrpSpPr>
          <p:grpSpPr>
            <a:xfrm>
              <a:off x="1241" y="1303"/>
              <a:ext cx="3378" cy="2601"/>
              <a:chOff x="768" y="768"/>
              <a:chExt cx="4176" cy="3216"/>
            </a:xfrm>
          </p:grpSpPr>
          <p:sp>
            <p:nvSpPr>
              <p:cNvPr id="7234" name="Oval 75"/>
              <p:cNvSpPr/>
              <p:nvPr/>
            </p:nvSpPr>
            <p:spPr>
              <a:xfrm>
                <a:off x="3408" y="2112"/>
                <a:ext cx="432" cy="432"/>
              </a:xfrm>
              <a:prstGeom prst="ellipse">
                <a:avLst/>
              </a:pr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35" name="Freeform 76"/>
              <p:cNvSpPr/>
              <p:nvPr/>
            </p:nvSpPr>
            <p:spPr>
              <a:xfrm>
                <a:off x="3360" y="1920"/>
                <a:ext cx="720" cy="817"/>
              </a:xfrm>
              <a:custGeom>
                <a:avLst/>
                <a:gdLst/>
                <a:ahLst/>
                <a:cxnLst>
                  <a:cxn ang="0">
                    <a:pos x="14" y="465"/>
                  </a:cxn>
                  <a:cxn ang="0">
                    <a:pos x="18" y="297"/>
                  </a:cxn>
                  <a:cxn ang="0">
                    <a:pos x="120" y="115"/>
                  </a:cxn>
                  <a:cxn ang="0">
                    <a:pos x="291" y="17"/>
                  </a:cxn>
                  <a:cxn ang="0">
                    <a:pos x="427" y="17"/>
                  </a:cxn>
                  <a:cxn ang="0">
                    <a:pos x="568" y="119"/>
                  </a:cxn>
                  <a:cxn ang="0">
                    <a:pos x="655" y="353"/>
                  </a:cxn>
                  <a:cxn ang="0">
                    <a:pos x="616" y="638"/>
                  </a:cxn>
                  <a:cxn ang="0">
                    <a:pos x="477" y="788"/>
                  </a:cxn>
                  <a:cxn ang="0">
                    <a:pos x="291" y="802"/>
                  </a:cxn>
                  <a:cxn ang="0">
                    <a:pos x="118" y="700"/>
                  </a:cxn>
                  <a:cxn ang="0">
                    <a:pos x="38" y="581"/>
                  </a:cxn>
                  <a:cxn ang="0">
                    <a:pos x="14" y="465"/>
                  </a:cxn>
                </a:cxnLst>
                <a:pathLst>
                  <a:path w="740" h="817">
                    <a:moveTo>
                      <a:pt x="14" y="465"/>
                    </a:moveTo>
                    <a:cubicBezTo>
                      <a:pt x="11" y="419"/>
                      <a:pt x="0" y="356"/>
                      <a:pt x="20" y="297"/>
                    </a:cubicBezTo>
                    <a:cubicBezTo>
                      <a:pt x="40" y="239"/>
                      <a:pt x="84" y="162"/>
                      <a:pt x="134" y="115"/>
                    </a:cubicBezTo>
                    <a:cubicBezTo>
                      <a:pt x="185" y="68"/>
                      <a:pt x="267" y="33"/>
                      <a:pt x="325" y="17"/>
                    </a:cubicBezTo>
                    <a:cubicBezTo>
                      <a:pt x="382" y="0"/>
                      <a:pt x="425" y="0"/>
                      <a:pt x="477" y="17"/>
                    </a:cubicBezTo>
                    <a:cubicBezTo>
                      <a:pt x="529" y="34"/>
                      <a:pt x="592" y="63"/>
                      <a:pt x="634" y="119"/>
                    </a:cubicBezTo>
                    <a:cubicBezTo>
                      <a:pt x="676" y="175"/>
                      <a:pt x="722" y="266"/>
                      <a:pt x="731" y="353"/>
                    </a:cubicBezTo>
                    <a:cubicBezTo>
                      <a:pt x="740" y="440"/>
                      <a:pt x="721" y="566"/>
                      <a:pt x="688" y="638"/>
                    </a:cubicBezTo>
                    <a:cubicBezTo>
                      <a:pt x="655" y="710"/>
                      <a:pt x="592" y="761"/>
                      <a:pt x="532" y="788"/>
                    </a:cubicBezTo>
                    <a:cubicBezTo>
                      <a:pt x="472" y="815"/>
                      <a:pt x="392" y="817"/>
                      <a:pt x="325" y="802"/>
                    </a:cubicBezTo>
                    <a:cubicBezTo>
                      <a:pt x="258" y="787"/>
                      <a:pt x="178" y="737"/>
                      <a:pt x="131" y="700"/>
                    </a:cubicBezTo>
                    <a:cubicBezTo>
                      <a:pt x="85" y="664"/>
                      <a:pt x="62" y="621"/>
                      <a:pt x="42" y="581"/>
                    </a:cubicBezTo>
                    <a:cubicBezTo>
                      <a:pt x="22" y="541"/>
                      <a:pt x="17" y="512"/>
                      <a:pt x="14" y="465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36" name="Oval 77"/>
              <p:cNvSpPr/>
              <p:nvPr/>
            </p:nvSpPr>
            <p:spPr>
              <a:xfrm>
                <a:off x="1872" y="2112"/>
                <a:ext cx="432" cy="432"/>
              </a:xfrm>
              <a:prstGeom prst="ellipse">
                <a:avLst/>
              </a:pr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37" name="Freeform 78"/>
              <p:cNvSpPr/>
              <p:nvPr/>
            </p:nvSpPr>
            <p:spPr>
              <a:xfrm flipH="1">
                <a:off x="1632" y="1920"/>
                <a:ext cx="720" cy="817"/>
              </a:xfrm>
              <a:custGeom>
                <a:avLst/>
                <a:gdLst/>
                <a:ahLst/>
                <a:cxnLst>
                  <a:cxn ang="0">
                    <a:pos x="14" y="465"/>
                  </a:cxn>
                  <a:cxn ang="0">
                    <a:pos x="18" y="297"/>
                  </a:cxn>
                  <a:cxn ang="0">
                    <a:pos x="120" y="115"/>
                  </a:cxn>
                  <a:cxn ang="0">
                    <a:pos x="291" y="17"/>
                  </a:cxn>
                  <a:cxn ang="0">
                    <a:pos x="427" y="17"/>
                  </a:cxn>
                  <a:cxn ang="0">
                    <a:pos x="568" y="119"/>
                  </a:cxn>
                  <a:cxn ang="0">
                    <a:pos x="655" y="353"/>
                  </a:cxn>
                  <a:cxn ang="0">
                    <a:pos x="616" y="638"/>
                  </a:cxn>
                  <a:cxn ang="0">
                    <a:pos x="477" y="788"/>
                  </a:cxn>
                  <a:cxn ang="0">
                    <a:pos x="291" y="802"/>
                  </a:cxn>
                  <a:cxn ang="0">
                    <a:pos x="118" y="700"/>
                  </a:cxn>
                  <a:cxn ang="0">
                    <a:pos x="38" y="581"/>
                  </a:cxn>
                  <a:cxn ang="0">
                    <a:pos x="14" y="465"/>
                  </a:cxn>
                </a:cxnLst>
                <a:pathLst>
                  <a:path w="740" h="817">
                    <a:moveTo>
                      <a:pt x="14" y="465"/>
                    </a:moveTo>
                    <a:cubicBezTo>
                      <a:pt x="11" y="419"/>
                      <a:pt x="0" y="356"/>
                      <a:pt x="20" y="297"/>
                    </a:cubicBezTo>
                    <a:cubicBezTo>
                      <a:pt x="40" y="239"/>
                      <a:pt x="84" y="162"/>
                      <a:pt x="134" y="115"/>
                    </a:cubicBezTo>
                    <a:cubicBezTo>
                      <a:pt x="185" y="68"/>
                      <a:pt x="267" y="33"/>
                      <a:pt x="325" y="17"/>
                    </a:cubicBezTo>
                    <a:cubicBezTo>
                      <a:pt x="382" y="0"/>
                      <a:pt x="425" y="0"/>
                      <a:pt x="477" y="17"/>
                    </a:cubicBezTo>
                    <a:cubicBezTo>
                      <a:pt x="529" y="34"/>
                      <a:pt x="592" y="63"/>
                      <a:pt x="634" y="119"/>
                    </a:cubicBezTo>
                    <a:cubicBezTo>
                      <a:pt x="676" y="175"/>
                      <a:pt x="722" y="266"/>
                      <a:pt x="731" y="353"/>
                    </a:cubicBezTo>
                    <a:cubicBezTo>
                      <a:pt x="740" y="440"/>
                      <a:pt x="721" y="566"/>
                      <a:pt x="688" y="638"/>
                    </a:cubicBezTo>
                    <a:cubicBezTo>
                      <a:pt x="655" y="710"/>
                      <a:pt x="592" y="761"/>
                      <a:pt x="532" y="788"/>
                    </a:cubicBezTo>
                    <a:cubicBezTo>
                      <a:pt x="472" y="815"/>
                      <a:pt x="392" y="817"/>
                      <a:pt x="325" y="802"/>
                    </a:cubicBezTo>
                    <a:cubicBezTo>
                      <a:pt x="258" y="787"/>
                      <a:pt x="178" y="737"/>
                      <a:pt x="131" y="700"/>
                    </a:cubicBezTo>
                    <a:cubicBezTo>
                      <a:pt x="85" y="664"/>
                      <a:pt x="62" y="621"/>
                      <a:pt x="42" y="581"/>
                    </a:cubicBezTo>
                    <a:cubicBezTo>
                      <a:pt x="22" y="541"/>
                      <a:pt x="17" y="512"/>
                      <a:pt x="14" y="465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38" name="Freeform 79"/>
              <p:cNvSpPr/>
              <p:nvPr/>
            </p:nvSpPr>
            <p:spPr>
              <a:xfrm>
                <a:off x="3264" y="1632"/>
                <a:ext cx="1200" cy="1345"/>
              </a:xfrm>
              <a:custGeom>
                <a:avLst/>
                <a:gdLst/>
                <a:ahLst/>
                <a:cxnLst>
                  <a:cxn ang="0">
                    <a:pos x="97" y="3418"/>
                  </a:cxn>
                  <a:cxn ang="0">
                    <a:pos x="136" y="2181"/>
                  </a:cxn>
                  <a:cxn ang="0">
                    <a:pos x="926" y="843"/>
                  </a:cxn>
                  <a:cxn ang="0">
                    <a:pos x="2248" y="125"/>
                  </a:cxn>
                  <a:cxn ang="0">
                    <a:pos x="3300" y="125"/>
                  </a:cxn>
                  <a:cxn ang="0">
                    <a:pos x="4383" y="876"/>
                  </a:cxn>
                  <a:cxn ang="0">
                    <a:pos x="5055" y="2591"/>
                  </a:cxn>
                  <a:cxn ang="0">
                    <a:pos x="4759" y="4685"/>
                  </a:cxn>
                  <a:cxn ang="0">
                    <a:pos x="3679" y="5787"/>
                  </a:cxn>
                  <a:cxn ang="0">
                    <a:pos x="2248" y="5889"/>
                  </a:cxn>
                  <a:cxn ang="0">
                    <a:pos x="905" y="5138"/>
                  </a:cxn>
                  <a:cxn ang="0">
                    <a:pos x="289" y="4265"/>
                  </a:cxn>
                  <a:cxn ang="0">
                    <a:pos x="97" y="3418"/>
                  </a:cxn>
                </a:cxnLst>
                <a:pathLst>
                  <a:path w="740" h="817">
                    <a:moveTo>
                      <a:pt x="14" y="465"/>
                    </a:moveTo>
                    <a:cubicBezTo>
                      <a:pt x="11" y="419"/>
                      <a:pt x="0" y="356"/>
                      <a:pt x="20" y="297"/>
                    </a:cubicBezTo>
                    <a:cubicBezTo>
                      <a:pt x="40" y="239"/>
                      <a:pt x="84" y="162"/>
                      <a:pt x="134" y="115"/>
                    </a:cubicBezTo>
                    <a:cubicBezTo>
                      <a:pt x="185" y="68"/>
                      <a:pt x="267" y="33"/>
                      <a:pt x="325" y="17"/>
                    </a:cubicBezTo>
                    <a:cubicBezTo>
                      <a:pt x="382" y="0"/>
                      <a:pt x="425" y="0"/>
                      <a:pt x="477" y="17"/>
                    </a:cubicBezTo>
                    <a:cubicBezTo>
                      <a:pt x="529" y="34"/>
                      <a:pt x="592" y="63"/>
                      <a:pt x="634" y="119"/>
                    </a:cubicBezTo>
                    <a:cubicBezTo>
                      <a:pt x="676" y="175"/>
                      <a:pt x="722" y="266"/>
                      <a:pt x="731" y="353"/>
                    </a:cubicBezTo>
                    <a:cubicBezTo>
                      <a:pt x="740" y="440"/>
                      <a:pt x="721" y="566"/>
                      <a:pt x="688" y="638"/>
                    </a:cubicBezTo>
                    <a:cubicBezTo>
                      <a:pt x="655" y="710"/>
                      <a:pt x="592" y="761"/>
                      <a:pt x="532" y="788"/>
                    </a:cubicBezTo>
                    <a:cubicBezTo>
                      <a:pt x="472" y="815"/>
                      <a:pt x="392" y="817"/>
                      <a:pt x="325" y="802"/>
                    </a:cubicBezTo>
                    <a:cubicBezTo>
                      <a:pt x="258" y="787"/>
                      <a:pt x="178" y="737"/>
                      <a:pt x="131" y="700"/>
                    </a:cubicBezTo>
                    <a:cubicBezTo>
                      <a:pt x="85" y="664"/>
                      <a:pt x="62" y="621"/>
                      <a:pt x="42" y="581"/>
                    </a:cubicBezTo>
                    <a:cubicBezTo>
                      <a:pt x="22" y="541"/>
                      <a:pt x="17" y="512"/>
                      <a:pt x="14" y="465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39" name="Line 80"/>
              <p:cNvSpPr/>
              <p:nvPr/>
            </p:nvSpPr>
            <p:spPr>
              <a:xfrm>
                <a:off x="2880" y="768"/>
                <a:ext cx="0" cy="3216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40" name="Freeform 81"/>
              <p:cNvSpPr/>
              <p:nvPr/>
            </p:nvSpPr>
            <p:spPr>
              <a:xfrm flipH="1">
                <a:off x="1248" y="1632"/>
                <a:ext cx="1200" cy="1345"/>
              </a:xfrm>
              <a:custGeom>
                <a:avLst/>
                <a:gdLst/>
                <a:ahLst/>
                <a:cxnLst>
                  <a:cxn ang="0">
                    <a:pos x="97" y="3418"/>
                  </a:cxn>
                  <a:cxn ang="0">
                    <a:pos x="136" y="2181"/>
                  </a:cxn>
                  <a:cxn ang="0">
                    <a:pos x="926" y="843"/>
                  </a:cxn>
                  <a:cxn ang="0">
                    <a:pos x="2248" y="125"/>
                  </a:cxn>
                  <a:cxn ang="0">
                    <a:pos x="3300" y="125"/>
                  </a:cxn>
                  <a:cxn ang="0">
                    <a:pos x="4383" y="876"/>
                  </a:cxn>
                  <a:cxn ang="0">
                    <a:pos x="5055" y="2591"/>
                  </a:cxn>
                  <a:cxn ang="0">
                    <a:pos x="4759" y="4685"/>
                  </a:cxn>
                  <a:cxn ang="0">
                    <a:pos x="3679" y="5787"/>
                  </a:cxn>
                  <a:cxn ang="0">
                    <a:pos x="2248" y="5889"/>
                  </a:cxn>
                  <a:cxn ang="0">
                    <a:pos x="905" y="5138"/>
                  </a:cxn>
                  <a:cxn ang="0">
                    <a:pos x="289" y="4265"/>
                  </a:cxn>
                  <a:cxn ang="0">
                    <a:pos x="97" y="3418"/>
                  </a:cxn>
                </a:cxnLst>
                <a:pathLst>
                  <a:path w="740" h="817">
                    <a:moveTo>
                      <a:pt x="14" y="465"/>
                    </a:moveTo>
                    <a:cubicBezTo>
                      <a:pt x="11" y="419"/>
                      <a:pt x="0" y="356"/>
                      <a:pt x="20" y="297"/>
                    </a:cubicBezTo>
                    <a:cubicBezTo>
                      <a:pt x="40" y="239"/>
                      <a:pt x="84" y="162"/>
                      <a:pt x="134" y="115"/>
                    </a:cubicBezTo>
                    <a:cubicBezTo>
                      <a:pt x="185" y="68"/>
                      <a:pt x="267" y="33"/>
                      <a:pt x="325" y="17"/>
                    </a:cubicBezTo>
                    <a:cubicBezTo>
                      <a:pt x="382" y="0"/>
                      <a:pt x="425" y="0"/>
                      <a:pt x="477" y="17"/>
                    </a:cubicBezTo>
                    <a:cubicBezTo>
                      <a:pt x="529" y="34"/>
                      <a:pt x="592" y="63"/>
                      <a:pt x="634" y="119"/>
                    </a:cubicBezTo>
                    <a:cubicBezTo>
                      <a:pt x="676" y="175"/>
                      <a:pt x="722" y="266"/>
                      <a:pt x="731" y="353"/>
                    </a:cubicBezTo>
                    <a:cubicBezTo>
                      <a:pt x="740" y="440"/>
                      <a:pt x="721" y="566"/>
                      <a:pt x="688" y="638"/>
                    </a:cubicBezTo>
                    <a:cubicBezTo>
                      <a:pt x="655" y="710"/>
                      <a:pt x="592" y="761"/>
                      <a:pt x="532" y="788"/>
                    </a:cubicBezTo>
                    <a:cubicBezTo>
                      <a:pt x="472" y="815"/>
                      <a:pt x="392" y="817"/>
                      <a:pt x="325" y="802"/>
                    </a:cubicBezTo>
                    <a:cubicBezTo>
                      <a:pt x="258" y="787"/>
                      <a:pt x="178" y="737"/>
                      <a:pt x="131" y="700"/>
                    </a:cubicBezTo>
                    <a:cubicBezTo>
                      <a:pt x="85" y="664"/>
                      <a:pt x="62" y="621"/>
                      <a:pt x="42" y="581"/>
                    </a:cubicBezTo>
                    <a:cubicBezTo>
                      <a:pt x="22" y="541"/>
                      <a:pt x="17" y="512"/>
                      <a:pt x="14" y="465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41" name="Freeform 82"/>
              <p:cNvSpPr/>
              <p:nvPr/>
            </p:nvSpPr>
            <p:spPr>
              <a:xfrm>
                <a:off x="3120" y="1200"/>
                <a:ext cx="1824" cy="2208"/>
              </a:xfrm>
              <a:custGeom>
                <a:avLst/>
                <a:gdLst/>
                <a:ahLst/>
                <a:cxnLst>
                  <a:cxn ang="0">
                    <a:pos x="523" y="24812"/>
                  </a:cxn>
                  <a:cxn ang="0">
                    <a:pos x="735" y="15851"/>
                  </a:cxn>
                  <a:cxn ang="0">
                    <a:pos x="4940" y="6135"/>
                  </a:cxn>
                  <a:cxn ang="0">
                    <a:pos x="11994" y="905"/>
                  </a:cxn>
                  <a:cxn ang="0">
                    <a:pos x="17614" y="905"/>
                  </a:cxn>
                  <a:cxn ang="0">
                    <a:pos x="23409" y="6354"/>
                  </a:cxn>
                  <a:cxn ang="0">
                    <a:pos x="26988" y="18829"/>
                  </a:cxn>
                  <a:cxn ang="0">
                    <a:pos x="25396" y="34028"/>
                  </a:cxn>
                  <a:cxn ang="0">
                    <a:pos x="19630" y="42041"/>
                  </a:cxn>
                  <a:cxn ang="0">
                    <a:pos x="11994" y="42771"/>
                  </a:cxn>
                  <a:cxn ang="0">
                    <a:pos x="4836" y="37344"/>
                  </a:cxn>
                  <a:cxn ang="0">
                    <a:pos x="1555" y="30990"/>
                  </a:cxn>
                  <a:cxn ang="0">
                    <a:pos x="523" y="24812"/>
                  </a:cxn>
                </a:cxnLst>
                <a:pathLst>
                  <a:path w="740" h="817">
                    <a:moveTo>
                      <a:pt x="14" y="465"/>
                    </a:moveTo>
                    <a:cubicBezTo>
                      <a:pt x="11" y="419"/>
                      <a:pt x="0" y="356"/>
                      <a:pt x="20" y="297"/>
                    </a:cubicBezTo>
                    <a:cubicBezTo>
                      <a:pt x="40" y="239"/>
                      <a:pt x="84" y="162"/>
                      <a:pt x="134" y="115"/>
                    </a:cubicBezTo>
                    <a:cubicBezTo>
                      <a:pt x="185" y="68"/>
                      <a:pt x="267" y="33"/>
                      <a:pt x="325" y="17"/>
                    </a:cubicBezTo>
                    <a:cubicBezTo>
                      <a:pt x="382" y="0"/>
                      <a:pt x="425" y="0"/>
                      <a:pt x="477" y="17"/>
                    </a:cubicBezTo>
                    <a:cubicBezTo>
                      <a:pt x="529" y="34"/>
                      <a:pt x="592" y="63"/>
                      <a:pt x="634" y="119"/>
                    </a:cubicBezTo>
                    <a:cubicBezTo>
                      <a:pt x="676" y="175"/>
                      <a:pt x="722" y="266"/>
                      <a:pt x="731" y="353"/>
                    </a:cubicBezTo>
                    <a:cubicBezTo>
                      <a:pt x="740" y="440"/>
                      <a:pt x="721" y="566"/>
                      <a:pt x="688" y="638"/>
                    </a:cubicBezTo>
                    <a:cubicBezTo>
                      <a:pt x="655" y="710"/>
                      <a:pt x="592" y="761"/>
                      <a:pt x="532" y="788"/>
                    </a:cubicBezTo>
                    <a:cubicBezTo>
                      <a:pt x="472" y="815"/>
                      <a:pt x="392" y="817"/>
                      <a:pt x="325" y="802"/>
                    </a:cubicBezTo>
                    <a:cubicBezTo>
                      <a:pt x="258" y="787"/>
                      <a:pt x="178" y="737"/>
                      <a:pt x="131" y="700"/>
                    </a:cubicBezTo>
                    <a:cubicBezTo>
                      <a:pt x="85" y="664"/>
                      <a:pt x="62" y="621"/>
                      <a:pt x="42" y="581"/>
                    </a:cubicBezTo>
                    <a:cubicBezTo>
                      <a:pt x="22" y="541"/>
                      <a:pt x="17" y="512"/>
                      <a:pt x="14" y="465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42" name="Freeform 83"/>
              <p:cNvSpPr/>
              <p:nvPr/>
            </p:nvSpPr>
            <p:spPr>
              <a:xfrm flipH="1">
                <a:off x="768" y="1200"/>
                <a:ext cx="1824" cy="2208"/>
              </a:xfrm>
              <a:custGeom>
                <a:avLst/>
                <a:gdLst/>
                <a:ahLst/>
                <a:cxnLst>
                  <a:cxn ang="0">
                    <a:pos x="523" y="24812"/>
                  </a:cxn>
                  <a:cxn ang="0">
                    <a:pos x="735" y="15851"/>
                  </a:cxn>
                  <a:cxn ang="0">
                    <a:pos x="4940" y="6135"/>
                  </a:cxn>
                  <a:cxn ang="0">
                    <a:pos x="11994" y="905"/>
                  </a:cxn>
                  <a:cxn ang="0">
                    <a:pos x="17614" y="905"/>
                  </a:cxn>
                  <a:cxn ang="0">
                    <a:pos x="23409" y="6354"/>
                  </a:cxn>
                  <a:cxn ang="0">
                    <a:pos x="26988" y="18829"/>
                  </a:cxn>
                  <a:cxn ang="0">
                    <a:pos x="25396" y="34028"/>
                  </a:cxn>
                  <a:cxn ang="0">
                    <a:pos x="19630" y="42041"/>
                  </a:cxn>
                  <a:cxn ang="0">
                    <a:pos x="11994" y="42771"/>
                  </a:cxn>
                  <a:cxn ang="0">
                    <a:pos x="4836" y="37344"/>
                  </a:cxn>
                  <a:cxn ang="0">
                    <a:pos x="1555" y="30990"/>
                  </a:cxn>
                  <a:cxn ang="0">
                    <a:pos x="523" y="24812"/>
                  </a:cxn>
                </a:cxnLst>
                <a:pathLst>
                  <a:path w="740" h="817">
                    <a:moveTo>
                      <a:pt x="14" y="465"/>
                    </a:moveTo>
                    <a:cubicBezTo>
                      <a:pt x="11" y="419"/>
                      <a:pt x="0" y="356"/>
                      <a:pt x="20" y="297"/>
                    </a:cubicBezTo>
                    <a:cubicBezTo>
                      <a:pt x="40" y="239"/>
                      <a:pt x="84" y="162"/>
                      <a:pt x="134" y="115"/>
                    </a:cubicBezTo>
                    <a:cubicBezTo>
                      <a:pt x="185" y="68"/>
                      <a:pt x="267" y="33"/>
                      <a:pt x="325" y="17"/>
                    </a:cubicBezTo>
                    <a:cubicBezTo>
                      <a:pt x="382" y="0"/>
                      <a:pt x="425" y="0"/>
                      <a:pt x="477" y="17"/>
                    </a:cubicBezTo>
                    <a:cubicBezTo>
                      <a:pt x="529" y="34"/>
                      <a:pt x="592" y="63"/>
                      <a:pt x="634" y="119"/>
                    </a:cubicBezTo>
                    <a:cubicBezTo>
                      <a:pt x="676" y="175"/>
                      <a:pt x="722" y="266"/>
                      <a:pt x="731" y="353"/>
                    </a:cubicBezTo>
                    <a:cubicBezTo>
                      <a:pt x="740" y="440"/>
                      <a:pt x="721" y="566"/>
                      <a:pt x="688" y="638"/>
                    </a:cubicBezTo>
                    <a:cubicBezTo>
                      <a:pt x="655" y="710"/>
                      <a:pt x="592" y="761"/>
                      <a:pt x="532" y="788"/>
                    </a:cubicBezTo>
                    <a:cubicBezTo>
                      <a:pt x="472" y="815"/>
                      <a:pt x="392" y="817"/>
                      <a:pt x="325" y="802"/>
                    </a:cubicBezTo>
                    <a:cubicBezTo>
                      <a:pt x="258" y="787"/>
                      <a:pt x="178" y="737"/>
                      <a:pt x="131" y="700"/>
                    </a:cubicBezTo>
                    <a:cubicBezTo>
                      <a:pt x="85" y="664"/>
                      <a:pt x="62" y="621"/>
                      <a:pt x="42" y="581"/>
                    </a:cubicBezTo>
                    <a:cubicBezTo>
                      <a:pt x="22" y="541"/>
                      <a:pt x="17" y="512"/>
                      <a:pt x="14" y="465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43" name="Freeform 84"/>
              <p:cNvSpPr/>
              <p:nvPr/>
            </p:nvSpPr>
            <p:spPr>
              <a:xfrm>
                <a:off x="3024" y="816"/>
                <a:ext cx="568" cy="3024"/>
              </a:xfrm>
              <a:custGeom>
                <a:avLst/>
                <a:gdLst/>
                <a:ahLst/>
                <a:cxnLst>
                  <a:cxn ang="0">
                    <a:pos x="544" y="0"/>
                  </a:cxn>
                  <a:cxn ang="0">
                    <a:pos x="400" y="144"/>
                  </a:cxn>
                  <a:cxn ang="0">
                    <a:pos x="304" y="240"/>
                  </a:cxn>
                  <a:cxn ang="0">
                    <a:pos x="208" y="384"/>
                  </a:cxn>
                  <a:cxn ang="0">
                    <a:pos x="112" y="576"/>
                  </a:cxn>
                  <a:cxn ang="0">
                    <a:pos x="16" y="960"/>
                  </a:cxn>
                  <a:cxn ang="0">
                    <a:pos x="16" y="1872"/>
                  </a:cxn>
                  <a:cxn ang="0">
                    <a:pos x="64" y="2352"/>
                  </a:cxn>
                  <a:cxn ang="0">
                    <a:pos x="208" y="2688"/>
                  </a:cxn>
                  <a:cxn ang="0">
                    <a:pos x="352" y="2880"/>
                  </a:cxn>
                  <a:cxn ang="0">
                    <a:pos x="568" y="3024"/>
                  </a:cxn>
                </a:cxnLst>
                <a:pathLst>
                  <a:path w="568" h="3024">
                    <a:moveTo>
                      <a:pt x="544" y="0"/>
                    </a:moveTo>
                    <a:cubicBezTo>
                      <a:pt x="492" y="52"/>
                      <a:pt x="440" y="104"/>
                      <a:pt x="400" y="144"/>
                    </a:cubicBezTo>
                    <a:cubicBezTo>
                      <a:pt x="360" y="184"/>
                      <a:pt x="336" y="200"/>
                      <a:pt x="304" y="240"/>
                    </a:cubicBezTo>
                    <a:cubicBezTo>
                      <a:pt x="272" y="280"/>
                      <a:pt x="240" y="328"/>
                      <a:pt x="208" y="384"/>
                    </a:cubicBezTo>
                    <a:cubicBezTo>
                      <a:pt x="176" y="440"/>
                      <a:pt x="144" y="480"/>
                      <a:pt x="112" y="576"/>
                    </a:cubicBezTo>
                    <a:cubicBezTo>
                      <a:pt x="80" y="672"/>
                      <a:pt x="32" y="744"/>
                      <a:pt x="16" y="960"/>
                    </a:cubicBezTo>
                    <a:cubicBezTo>
                      <a:pt x="0" y="1176"/>
                      <a:pt x="8" y="1640"/>
                      <a:pt x="16" y="1872"/>
                    </a:cubicBezTo>
                    <a:cubicBezTo>
                      <a:pt x="24" y="2104"/>
                      <a:pt x="32" y="2216"/>
                      <a:pt x="64" y="2352"/>
                    </a:cubicBezTo>
                    <a:cubicBezTo>
                      <a:pt x="96" y="2488"/>
                      <a:pt x="160" y="2600"/>
                      <a:pt x="208" y="2688"/>
                    </a:cubicBezTo>
                    <a:cubicBezTo>
                      <a:pt x="256" y="2776"/>
                      <a:pt x="292" y="2824"/>
                      <a:pt x="352" y="2880"/>
                    </a:cubicBezTo>
                    <a:cubicBezTo>
                      <a:pt x="412" y="2936"/>
                      <a:pt x="523" y="2994"/>
                      <a:pt x="568" y="3024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44" name="Freeform 85"/>
              <p:cNvSpPr/>
              <p:nvPr/>
            </p:nvSpPr>
            <p:spPr>
              <a:xfrm flipH="1">
                <a:off x="2160" y="816"/>
                <a:ext cx="576" cy="3024"/>
              </a:xfrm>
              <a:custGeom>
                <a:avLst/>
                <a:gdLst/>
                <a:ahLst/>
                <a:cxnLst>
                  <a:cxn ang="0">
                    <a:pos x="576" y="0"/>
                  </a:cxn>
                  <a:cxn ang="0">
                    <a:pos x="424" y="144"/>
                  </a:cxn>
                  <a:cxn ang="0">
                    <a:pos x="320" y="240"/>
                  </a:cxn>
                  <a:cxn ang="0">
                    <a:pos x="220" y="384"/>
                  </a:cxn>
                  <a:cxn ang="0">
                    <a:pos x="120" y="576"/>
                  </a:cxn>
                  <a:cxn ang="0">
                    <a:pos x="16" y="960"/>
                  </a:cxn>
                  <a:cxn ang="0">
                    <a:pos x="16" y="1872"/>
                  </a:cxn>
                  <a:cxn ang="0">
                    <a:pos x="68" y="2352"/>
                  </a:cxn>
                  <a:cxn ang="0">
                    <a:pos x="220" y="2688"/>
                  </a:cxn>
                  <a:cxn ang="0">
                    <a:pos x="372" y="2880"/>
                  </a:cxn>
                  <a:cxn ang="0">
                    <a:pos x="600" y="3024"/>
                  </a:cxn>
                </a:cxnLst>
                <a:pathLst>
                  <a:path w="568" h="3024">
                    <a:moveTo>
                      <a:pt x="544" y="0"/>
                    </a:moveTo>
                    <a:cubicBezTo>
                      <a:pt x="492" y="52"/>
                      <a:pt x="440" y="104"/>
                      <a:pt x="400" y="144"/>
                    </a:cubicBezTo>
                    <a:cubicBezTo>
                      <a:pt x="360" y="184"/>
                      <a:pt x="336" y="200"/>
                      <a:pt x="304" y="240"/>
                    </a:cubicBezTo>
                    <a:cubicBezTo>
                      <a:pt x="272" y="280"/>
                      <a:pt x="240" y="328"/>
                      <a:pt x="208" y="384"/>
                    </a:cubicBezTo>
                    <a:cubicBezTo>
                      <a:pt x="176" y="440"/>
                      <a:pt x="144" y="480"/>
                      <a:pt x="112" y="576"/>
                    </a:cubicBezTo>
                    <a:cubicBezTo>
                      <a:pt x="80" y="672"/>
                      <a:pt x="32" y="744"/>
                      <a:pt x="16" y="960"/>
                    </a:cubicBezTo>
                    <a:cubicBezTo>
                      <a:pt x="0" y="1176"/>
                      <a:pt x="8" y="1640"/>
                      <a:pt x="16" y="1872"/>
                    </a:cubicBezTo>
                    <a:cubicBezTo>
                      <a:pt x="24" y="2104"/>
                      <a:pt x="32" y="2216"/>
                      <a:pt x="64" y="2352"/>
                    </a:cubicBezTo>
                    <a:cubicBezTo>
                      <a:pt x="96" y="2488"/>
                      <a:pt x="160" y="2600"/>
                      <a:pt x="208" y="2688"/>
                    </a:cubicBezTo>
                    <a:cubicBezTo>
                      <a:pt x="256" y="2776"/>
                      <a:pt x="292" y="2824"/>
                      <a:pt x="352" y="2880"/>
                    </a:cubicBezTo>
                    <a:cubicBezTo>
                      <a:pt x="412" y="2936"/>
                      <a:pt x="523" y="2994"/>
                      <a:pt x="568" y="3024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7245" name="Group 90"/>
            <p:cNvGrpSpPr/>
            <p:nvPr/>
          </p:nvGrpSpPr>
          <p:grpSpPr>
            <a:xfrm>
              <a:off x="2187" y="2461"/>
              <a:ext cx="1418" cy="214"/>
              <a:chOff x="1985" y="2296"/>
              <a:chExt cx="1753" cy="264"/>
            </a:xfrm>
          </p:grpSpPr>
          <p:grpSp>
            <p:nvGrpSpPr>
              <p:cNvPr id="7246" name="Group 71"/>
              <p:cNvGrpSpPr/>
              <p:nvPr/>
            </p:nvGrpSpPr>
            <p:grpSpPr>
              <a:xfrm>
                <a:off x="1985" y="2296"/>
                <a:ext cx="255" cy="264"/>
                <a:chOff x="1440" y="2851"/>
                <a:chExt cx="255" cy="264"/>
              </a:xfrm>
            </p:grpSpPr>
            <p:sp>
              <p:nvSpPr>
                <p:cNvPr id="7247" name="Oval 72"/>
                <p:cNvSpPr/>
                <p:nvPr/>
              </p:nvSpPr>
              <p:spPr>
                <a:xfrm>
                  <a:off x="1440" y="2851"/>
                  <a:ext cx="255" cy="264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5E7676"/>
                    </a:gs>
                    <a:gs pos="100000">
                      <a:srgbClr val="CCFFFF"/>
                    </a:gs>
                  </a:gsLst>
                  <a:lin ang="2700000" scaled="1"/>
                  <a:tileRect/>
                </a:gradFill>
                <a:ln w="28575">
                  <a:noFill/>
                </a:ln>
              </p:spPr>
              <p:txBody>
                <a:bodyPr anchor="t" anchorCtr="0"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248" name="Rectangle 73"/>
                <p:cNvSpPr/>
                <p:nvPr/>
              </p:nvSpPr>
              <p:spPr>
                <a:xfrm>
                  <a:off x="1487" y="2967"/>
                  <a:ext cx="155" cy="56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76"/>
                    </a:gs>
                    <a:gs pos="100000">
                      <a:srgbClr val="0000FF"/>
                    </a:gs>
                  </a:gsLst>
                  <a:lin ang="2700000" scaled="1"/>
                  <a:tileRect/>
                </a:gradFill>
                <a:ln w="9525">
                  <a:noFill/>
                </a:ln>
              </p:spPr>
              <p:txBody>
                <a:bodyPr anchor="t" anchorCtr="0"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249" name="Group 89"/>
              <p:cNvGrpSpPr/>
              <p:nvPr/>
            </p:nvGrpSpPr>
            <p:grpSpPr>
              <a:xfrm>
                <a:off x="3512" y="2302"/>
                <a:ext cx="226" cy="242"/>
                <a:chOff x="3512" y="2302"/>
                <a:chExt cx="226" cy="242"/>
              </a:xfrm>
            </p:grpSpPr>
            <p:sp>
              <p:nvSpPr>
                <p:cNvPr id="7250" name="Oval 69"/>
                <p:cNvSpPr/>
                <p:nvPr/>
              </p:nvSpPr>
              <p:spPr>
                <a:xfrm>
                  <a:off x="3512" y="2302"/>
                  <a:ext cx="226" cy="242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767600"/>
                    </a:gs>
                    <a:gs pos="100000">
                      <a:srgbClr val="FFFF00"/>
                    </a:gs>
                  </a:gsLst>
                  <a:lin ang="2700000" scaled="1"/>
                  <a:tileRect/>
                </a:gradFill>
                <a:ln w="28575">
                  <a:noFill/>
                </a:ln>
              </p:spPr>
              <p:txBody>
                <a:bodyPr anchor="t" anchorCtr="0"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7251" name="Group 88"/>
                <p:cNvGrpSpPr/>
                <p:nvPr/>
              </p:nvGrpSpPr>
              <p:grpSpPr>
                <a:xfrm>
                  <a:off x="3552" y="2352"/>
                  <a:ext cx="160" cy="160"/>
                  <a:chOff x="296" y="3248"/>
                  <a:chExt cx="160" cy="160"/>
                </a:xfrm>
              </p:grpSpPr>
              <p:sp>
                <p:nvSpPr>
                  <p:cNvPr id="7252" name="Line 86"/>
                  <p:cNvSpPr/>
                  <p:nvPr/>
                </p:nvSpPr>
                <p:spPr>
                  <a:xfrm>
                    <a:off x="296" y="3320"/>
                    <a:ext cx="160" cy="0"/>
                  </a:xfrm>
                  <a:prstGeom prst="line">
                    <a:avLst/>
                  </a:prstGeom>
                  <a:ln w="571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253" name="Line 87"/>
                  <p:cNvSpPr/>
                  <p:nvPr/>
                </p:nvSpPr>
                <p:spPr>
                  <a:xfrm rot="-5400000">
                    <a:off x="296" y="3328"/>
                    <a:ext cx="160" cy="0"/>
                  </a:xfrm>
                  <a:prstGeom prst="line">
                    <a:avLst/>
                  </a:prstGeom>
                  <a:ln w="571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</p:grpSp>
        </p:grpSp>
      </p:grp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0469" name="Text Box 5"/>
          <p:cNvSpPr txBox="1">
            <a:spLocks noChangeArrowheads="1"/>
          </p:cNvSpPr>
          <p:nvPr/>
        </p:nvSpPr>
        <p:spPr bwMode="auto">
          <a:xfrm>
            <a:off x="1455738" y="1398588"/>
            <a:ext cx="64770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两平行带电平板的电场线和等势面</a:t>
            </a:r>
            <a:endParaRPr lang="zh-CN" altLang="en-US" sz="3200" b="1" noProof="1" dirty="0">
              <a:solidFill>
                <a:srgbClr val="CC00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Group 142"/>
          <p:cNvGrpSpPr/>
          <p:nvPr/>
        </p:nvGrpSpPr>
        <p:grpSpPr>
          <a:xfrm>
            <a:off x="990600" y="2754313"/>
            <a:ext cx="7239000" cy="2617787"/>
            <a:chOff x="624" y="1735"/>
            <a:chExt cx="4560" cy="1649"/>
          </a:xfrm>
        </p:grpSpPr>
        <p:grpSp>
          <p:nvGrpSpPr>
            <p:cNvPr id="9219" name="Group 6"/>
            <p:cNvGrpSpPr/>
            <p:nvPr/>
          </p:nvGrpSpPr>
          <p:grpSpPr>
            <a:xfrm>
              <a:off x="768" y="1760"/>
              <a:ext cx="4272" cy="1536"/>
              <a:chOff x="768" y="1680"/>
              <a:chExt cx="4272" cy="1536"/>
            </a:xfrm>
          </p:grpSpPr>
          <p:grpSp>
            <p:nvGrpSpPr>
              <p:cNvPr id="9220" name="Group 7"/>
              <p:cNvGrpSpPr/>
              <p:nvPr/>
            </p:nvGrpSpPr>
            <p:grpSpPr>
              <a:xfrm>
                <a:off x="768" y="1920"/>
                <a:ext cx="4272" cy="1190"/>
                <a:chOff x="912" y="2074"/>
                <a:chExt cx="3744" cy="960"/>
              </a:xfrm>
            </p:grpSpPr>
            <p:sp>
              <p:nvSpPr>
                <p:cNvPr id="9221" name="Line 8"/>
                <p:cNvSpPr/>
                <p:nvPr/>
              </p:nvSpPr>
              <p:spPr>
                <a:xfrm>
                  <a:off x="2305" y="2170"/>
                  <a:ext cx="1" cy="306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22" name="Freeform 9"/>
                <p:cNvSpPr/>
                <p:nvPr/>
              </p:nvSpPr>
              <p:spPr>
                <a:xfrm>
                  <a:off x="2256" y="2458"/>
                  <a:ext cx="96" cy="10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3" y="145"/>
                    </a:cxn>
                    <a:cxn ang="0">
                      <a:pos x="284" y="0"/>
                    </a:cxn>
                    <a:cxn ang="0">
                      <a:pos x="143" y="45"/>
                    </a:cxn>
                    <a:cxn ang="0">
                      <a:pos x="0" y="0"/>
                    </a:cxn>
                  </a:cxnLst>
                  <a:pathLst>
                    <a:path w="67" h="99">
                      <a:moveTo>
                        <a:pt x="0" y="0"/>
                      </a:moveTo>
                      <a:lnTo>
                        <a:pt x="34" y="99"/>
                      </a:lnTo>
                      <a:lnTo>
                        <a:pt x="67" y="0"/>
                      </a:lnTo>
                      <a:lnTo>
                        <a:pt x="3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00CC"/>
                </a:solidFill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223" name="Line 10"/>
                <p:cNvSpPr/>
                <p:nvPr/>
              </p:nvSpPr>
              <p:spPr>
                <a:xfrm>
                  <a:off x="2305" y="2567"/>
                  <a:ext cx="1" cy="463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9224" name="Group 11"/>
                <p:cNvGrpSpPr/>
                <p:nvPr/>
              </p:nvGrpSpPr>
              <p:grpSpPr>
                <a:xfrm>
                  <a:off x="4176" y="2122"/>
                  <a:ext cx="143" cy="866"/>
                  <a:chOff x="4224" y="2016"/>
                  <a:chExt cx="143" cy="818"/>
                </a:xfrm>
              </p:grpSpPr>
              <p:sp>
                <p:nvSpPr>
                  <p:cNvPr id="9225" name="Freeform 12"/>
                  <p:cNvSpPr/>
                  <p:nvPr/>
                </p:nvSpPr>
                <p:spPr>
                  <a:xfrm>
                    <a:off x="4224" y="2352"/>
                    <a:ext cx="96" cy="482"/>
                  </a:xfrm>
                  <a:custGeom>
                    <a:avLst/>
                    <a:gdLst/>
                    <a:ahLst/>
                    <a:cxnLst>
                      <a:cxn ang="0">
                        <a:pos x="133" y="0"/>
                      </a:cxn>
                      <a:cxn ang="0">
                        <a:pos x="133" y="14"/>
                      </a:cxn>
                      <a:cxn ang="0">
                        <a:pos x="133" y="24"/>
                      </a:cxn>
                      <a:cxn ang="0">
                        <a:pos x="132" y="97"/>
                      </a:cxn>
                      <a:cxn ang="0">
                        <a:pos x="124" y="169"/>
                      </a:cxn>
                      <a:cxn ang="0">
                        <a:pos x="116" y="240"/>
                      </a:cxn>
                      <a:cxn ang="0">
                        <a:pos x="98" y="309"/>
                      </a:cxn>
                      <a:cxn ang="0">
                        <a:pos x="81" y="377"/>
                      </a:cxn>
                      <a:cxn ang="0">
                        <a:pos x="57" y="442"/>
                      </a:cxn>
                      <a:cxn ang="0">
                        <a:pos x="31" y="503"/>
                      </a:cxn>
                      <a:cxn ang="0">
                        <a:pos x="0" y="562"/>
                      </a:cxn>
                    </a:cxnLst>
                    <a:pathLst>
                      <a:path w="86" h="458">
                        <a:moveTo>
                          <a:pt x="86" y="0"/>
                        </a:moveTo>
                        <a:lnTo>
                          <a:pt x="86" y="10"/>
                        </a:lnTo>
                        <a:lnTo>
                          <a:pt x="86" y="20"/>
                        </a:lnTo>
                        <a:lnTo>
                          <a:pt x="85" y="79"/>
                        </a:lnTo>
                        <a:lnTo>
                          <a:pt x="80" y="138"/>
                        </a:lnTo>
                        <a:lnTo>
                          <a:pt x="74" y="196"/>
                        </a:lnTo>
                        <a:lnTo>
                          <a:pt x="64" y="252"/>
                        </a:lnTo>
                        <a:lnTo>
                          <a:pt x="52" y="307"/>
                        </a:lnTo>
                        <a:lnTo>
                          <a:pt x="37" y="360"/>
                        </a:lnTo>
                        <a:lnTo>
                          <a:pt x="20" y="410"/>
                        </a:lnTo>
                        <a:lnTo>
                          <a:pt x="0" y="45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9226" name="Freeform 13"/>
                  <p:cNvSpPr/>
                  <p:nvPr/>
                </p:nvSpPr>
                <p:spPr>
                  <a:xfrm>
                    <a:off x="4229" y="2016"/>
                    <a:ext cx="91" cy="38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7" y="56"/>
                      </a:cxn>
                      <a:cxn ang="0">
                        <a:pos x="55" y="115"/>
                      </a:cxn>
                      <a:cxn ang="0">
                        <a:pos x="76" y="175"/>
                      </a:cxn>
                      <a:cxn ang="0">
                        <a:pos x="97" y="238"/>
                      </a:cxn>
                      <a:cxn ang="0">
                        <a:pos x="113" y="303"/>
                      </a:cxn>
                      <a:cxn ang="0">
                        <a:pos x="128" y="368"/>
                      </a:cxn>
                      <a:cxn ang="0">
                        <a:pos x="136" y="433"/>
                      </a:cxn>
                      <a:cxn ang="0">
                        <a:pos x="145" y="502"/>
                      </a:cxn>
                    </a:cxnLst>
                    <a:pathLst>
                      <a:path w="78" h="351">
                        <a:moveTo>
                          <a:pt x="0" y="0"/>
                        </a:moveTo>
                        <a:lnTo>
                          <a:pt x="15" y="39"/>
                        </a:lnTo>
                        <a:lnTo>
                          <a:pt x="29" y="80"/>
                        </a:lnTo>
                        <a:lnTo>
                          <a:pt x="41" y="122"/>
                        </a:lnTo>
                        <a:lnTo>
                          <a:pt x="52" y="166"/>
                        </a:lnTo>
                        <a:lnTo>
                          <a:pt x="61" y="211"/>
                        </a:lnTo>
                        <a:lnTo>
                          <a:pt x="69" y="257"/>
                        </a:lnTo>
                        <a:lnTo>
                          <a:pt x="74" y="303"/>
                        </a:lnTo>
                        <a:lnTo>
                          <a:pt x="78" y="351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9227" name="Freeform 14"/>
                  <p:cNvSpPr/>
                  <p:nvPr/>
                </p:nvSpPr>
                <p:spPr>
                  <a:xfrm>
                    <a:off x="4272" y="2352"/>
                    <a:ext cx="95" cy="96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49" y="84"/>
                      </a:cxn>
                      <a:cxn ang="0">
                        <a:pos x="271" y="0"/>
                      </a:cxn>
                      <a:cxn ang="0">
                        <a:pos x="143" y="28"/>
                      </a:cxn>
                      <a:cxn ang="0">
                        <a:pos x="0" y="2"/>
                      </a:cxn>
                    </a:cxnLst>
                    <a:pathLst>
                      <a:path w="67" h="100">
                        <a:moveTo>
                          <a:pt x="0" y="2"/>
                        </a:moveTo>
                        <a:lnTo>
                          <a:pt x="37" y="100"/>
                        </a:lnTo>
                        <a:lnTo>
                          <a:pt x="67" y="0"/>
                        </a:lnTo>
                        <a:lnTo>
                          <a:pt x="35" y="32"/>
                        </a:lnTo>
                        <a:lnTo>
                          <a:pt x="0" y="2"/>
                        </a:lnTo>
                        <a:close/>
                      </a:path>
                    </a:pathLst>
                  </a:custGeom>
                  <a:solidFill>
                    <a:srgbClr val="CC00CC"/>
                  </a:solidFill>
                  <a:ln w="2857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9228" name="Group 15"/>
                <p:cNvGrpSpPr/>
                <p:nvPr/>
              </p:nvGrpSpPr>
              <p:grpSpPr>
                <a:xfrm>
                  <a:off x="4176" y="2074"/>
                  <a:ext cx="480" cy="960"/>
                  <a:chOff x="4224" y="1960"/>
                  <a:chExt cx="480" cy="869"/>
                </a:xfrm>
              </p:grpSpPr>
              <p:sp>
                <p:nvSpPr>
                  <p:cNvPr id="9229" name="Freeform 16"/>
                  <p:cNvSpPr/>
                  <p:nvPr/>
                </p:nvSpPr>
                <p:spPr>
                  <a:xfrm>
                    <a:off x="4224" y="2448"/>
                    <a:ext cx="393" cy="381"/>
                  </a:xfrm>
                  <a:custGeom>
                    <a:avLst/>
                    <a:gdLst/>
                    <a:ahLst/>
                    <a:cxnLst>
                      <a:cxn ang="0">
                        <a:pos x="393" y="0"/>
                      </a:cxn>
                      <a:cxn ang="0">
                        <a:pos x="387" y="40"/>
                      </a:cxn>
                      <a:cxn ang="0">
                        <a:pos x="378" y="79"/>
                      </a:cxn>
                      <a:cxn ang="0">
                        <a:pos x="366" y="116"/>
                      </a:cxn>
                      <a:cxn ang="0">
                        <a:pos x="351" y="152"/>
                      </a:cxn>
                      <a:cxn ang="0">
                        <a:pos x="333" y="185"/>
                      </a:cxn>
                      <a:cxn ang="0">
                        <a:pos x="313" y="216"/>
                      </a:cxn>
                      <a:cxn ang="0">
                        <a:pos x="291" y="246"/>
                      </a:cxn>
                      <a:cxn ang="0">
                        <a:pos x="266" y="272"/>
                      </a:cxn>
                      <a:cxn ang="0">
                        <a:pos x="240" y="296"/>
                      </a:cxn>
                      <a:cxn ang="0">
                        <a:pos x="212" y="318"/>
                      </a:cxn>
                      <a:cxn ang="0">
                        <a:pos x="182" y="337"/>
                      </a:cxn>
                      <a:cxn ang="0">
                        <a:pos x="150" y="352"/>
                      </a:cxn>
                      <a:cxn ang="0">
                        <a:pos x="117" y="365"/>
                      </a:cxn>
                      <a:cxn ang="0">
                        <a:pos x="83" y="374"/>
                      </a:cxn>
                      <a:cxn ang="0">
                        <a:pos x="48" y="379"/>
                      </a:cxn>
                      <a:cxn ang="0">
                        <a:pos x="12" y="381"/>
                      </a:cxn>
                      <a:cxn ang="0">
                        <a:pos x="0" y="381"/>
                      </a:cxn>
                    </a:cxnLst>
                    <a:pathLst>
                      <a:path w="393" h="381">
                        <a:moveTo>
                          <a:pt x="393" y="0"/>
                        </a:moveTo>
                        <a:lnTo>
                          <a:pt x="387" y="40"/>
                        </a:lnTo>
                        <a:lnTo>
                          <a:pt x="378" y="79"/>
                        </a:lnTo>
                        <a:lnTo>
                          <a:pt x="366" y="116"/>
                        </a:lnTo>
                        <a:lnTo>
                          <a:pt x="351" y="152"/>
                        </a:lnTo>
                        <a:lnTo>
                          <a:pt x="333" y="185"/>
                        </a:lnTo>
                        <a:lnTo>
                          <a:pt x="313" y="216"/>
                        </a:lnTo>
                        <a:lnTo>
                          <a:pt x="291" y="246"/>
                        </a:lnTo>
                        <a:lnTo>
                          <a:pt x="266" y="272"/>
                        </a:lnTo>
                        <a:lnTo>
                          <a:pt x="240" y="296"/>
                        </a:lnTo>
                        <a:lnTo>
                          <a:pt x="212" y="318"/>
                        </a:lnTo>
                        <a:lnTo>
                          <a:pt x="182" y="337"/>
                        </a:lnTo>
                        <a:lnTo>
                          <a:pt x="150" y="352"/>
                        </a:lnTo>
                        <a:lnTo>
                          <a:pt x="117" y="365"/>
                        </a:lnTo>
                        <a:lnTo>
                          <a:pt x="83" y="374"/>
                        </a:lnTo>
                        <a:lnTo>
                          <a:pt x="48" y="379"/>
                        </a:lnTo>
                        <a:lnTo>
                          <a:pt x="12" y="381"/>
                        </a:lnTo>
                        <a:lnTo>
                          <a:pt x="0" y="381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9230" name="Freeform 17"/>
                  <p:cNvSpPr/>
                  <p:nvPr/>
                </p:nvSpPr>
                <p:spPr>
                  <a:xfrm>
                    <a:off x="4236" y="1960"/>
                    <a:ext cx="384" cy="447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0" y="1"/>
                      </a:cxn>
                      <a:cxn ang="0">
                        <a:pos x="39" y="2"/>
                      </a:cxn>
                      <a:cxn ang="0">
                        <a:pos x="58" y="5"/>
                      </a:cxn>
                      <a:cxn ang="0">
                        <a:pos x="77" y="9"/>
                      </a:cxn>
                      <a:cxn ang="0">
                        <a:pos x="96" y="14"/>
                      </a:cxn>
                      <a:cxn ang="0">
                        <a:pos x="114" y="20"/>
                      </a:cxn>
                      <a:cxn ang="0">
                        <a:pos x="149" y="34"/>
                      </a:cxn>
                      <a:cxn ang="0">
                        <a:pos x="183" y="53"/>
                      </a:cxn>
                      <a:cxn ang="0">
                        <a:pos x="215" y="74"/>
                      </a:cxn>
                      <a:cxn ang="0">
                        <a:pos x="244" y="99"/>
                      </a:cxn>
                      <a:cxn ang="0">
                        <a:pos x="272" y="128"/>
                      </a:cxn>
                      <a:cxn ang="0">
                        <a:pos x="296" y="158"/>
                      </a:cxn>
                      <a:cxn ang="0">
                        <a:pos x="318" y="192"/>
                      </a:cxn>
                      <a:cxn ang="0">
                        <a:pos x="338" y="228"/>
                      </a:cxn>
                      <a:cxn ang="0">
                        <a:pos x="354" y="266"/>
                      </a:cxn>
                      <a:cxn ang="0">
                        <a:pos x="367" y="306"/>
                      </a:cxn>
                      <a:cxn ang="0">
                        <a:pos x="376" y="347"/>
                      </a:cxn>
                      <a:cxn ang="0">
                        <a:pos x="382" y="391"/>
                      </a:cxn>
                      <a:cxn ang="0">
                        <a:pos x="384" y="413"/>
                      </a:cxn>
                      <a:cxn ang="0">
                        <a:pos x="384" y="435"/>
                      </a:cxn>
                      <a:cxn ang="0">
                        <a:pos x="384" y="441"/>
                      </a:cxn>
                      <a:cxn ang="0">
                        <a:pos x="383" y="447"/>
                      </a:cxn>
                    </a:cxnLst>
                    <a:pathLst>
                      <a:path w="384" h="447">
                        <a:moveTo>
                          <a:pt x="0" y="0"/>
                        </a:moveTo>
                        <a:lnTo>
                          <a:pt x="20" y="1"/>
                        </a:lnTo>
                        <a:lnTo>
                          <a:pt x="39" y="2"/>
                        </a:lnTo>
                        <a:lnTo>
                          <a:pt x="58" y="5"/>
                        </a:lnTo>
                        <a:lnTo>
                          <a:pt x="77" y="9"/>
                        </a:lnTo>
                        <a:lnTo>
                          <a:pt x="96" y="14"/>
                        </a:lnTo>
                        <a:lnTo>
                          <a:pt x="114" y="20"/>
                        </a:lnTo>
                        <a:lnTo>
                          <a:pt x="149" y="34"/>
                        </a:lnTo>
                        <a:lnTo>
                          <a:pt x="183" y="53"/>
                        </a:lnTo>
                        <a:lnTo>
                          <a:pt x="215" y="74"/>
                        </a:lnTo>
                        <a:lnTo>
                          <a:pt x="244" y="99"/>
                        </a:lnTo>
                        <a:lnTo>
                          <a:pt x="272" y="128"/>
                        </a:lnTo>
                        <a:lnTo>
                          <a:pt x="296" y="158"/>
                        </a:lnTo>
                        <a:lnTo>
                          <a:pt x="318" y="192"/>
                        </a:lnTo>
                        <a:lnTo>
                          <a:pt x="338" y="228"/>
                        </a:lnTo>
                        <a:lnTo>
                          <a:pt x="354" y="266"/>
                        </a:lnTo>
                        <a:lnTo>
                          <a:pt x="367" y="306"/>
                        </a:lnTo>
                        <a:lnTo>
                          <a:pt x="376" y="347"/>
                        </a:lnTo>
                        <a:lnTo>
                          <a:pt x="382" y="391"/>
                        </a:lnTo>
                        <a:lnTo>
                          <a:pt x="384" y="413"/>
                        </a:lnTo>
                        <a:lnTo>
                          <a:pt x="384" y="435"/>
                        </a:lnTo>
                        <a:lnTo>
                          <a:pt x="384" y="441"/>
                        </a:lnTo>
                        <a:lnTo>
                          <a:pt x="383" y="447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9231" name="Freeform 18"/>
                  <p:cNvSpPr/>
                  <p:nvPr/>
                </p:nvSpPr>
                <p:spPr>
                  <a:xfrm>
                    <a:off x="4560" y="2352"/>
                    <a:ext cx="144" cy="14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535" y="453"/>
                      </a:cxn>
                      <a:cxn ang="0">
                        <a:pos x="1427" y="28"/>
                      </a:cxn>
                      <a:cxn ang="0">
                        <a:pos x="664" y="149"/>
                      </a:cxn>
                      <a:cxn ang="0">
                        <a:pos x="0" y="0"/>
                      </a:cxn>
                    </a:cxnLst>
                    <a:pathLst>
                      <a:path w="67" h="102">
                        <a:moveTo>
                          <a:pt x="0" y="0"/>
                        </a:moveTo>
                        <a:lnTo>
                          <a:pt x="25" y="102"/>
                        </a:lnTo>
                        <a:lnTo>
                          <a:pt x="67" y="6"/>
                        </a:lnTo>
                        <a:lnTo>
                          <a:pt x="31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00CC"/>
                  </a:solidFill>
                  <a:ln w="952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9232" name="Line 19"/>
                <p:cNvSpPr/>
                <p:nvPr/>
              </p:nvSpPr>
              <p:spPr>
                <a:xfrm>
                  <a:off x="1585" y="2170"/>
                  <a:ext cx="1" cy="306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33" name="Freeform 20"/>
                <p:cNvSpPr/>
                <p:nvPr/>
              </p:nvSpPr>
              <p:spPr>
                <a:xfrm>
                  <a:off x="1536" y="2458"/>
                  <a:ext cx="96" cy="10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3" y="145"/>
                    </a:cxn>
                    <a:cxn ang="0">
                      <a:pos x="284" y="0"/>
                    </a:cxn>
                    <a:cxn ang="0">
                      <a:pos x="143" y="45"/>
                    </a:cxn>
                    <a:cxn ang="0">
                      <a:pos x="0" y="0"/>
                    </a:cxn>
                  </a:cxnLst>
                  <a:pathLst>
                    <a:path w="67" h="99">
                      <a:moveTo>
                        <a:pt x="0" y="0"/>
                      </a:moveTo>
                      <a:lnTo>
                        <a:pt x="34" y="99"/>
                      </a:lnTo>
                      <a:lnTo>
                        <a:pt x="67" y="0"/>
                      </a:lnTo>
                      <a:lnTo>
                        <a:pt x="3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00CC"/>
                </a:solidFill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234" name="Line 21"/>
                <p:cNvSpPr/>
                <p:nvPr/>
              </p:nvSpPr>
              <p:spPr>
                <a:xfrm>
                  <a:off x="1585" y="2567"/>
                  <a:ext cx="1" cy="463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35" name="Line 22"/>
                <p:cNvSpPr/>
                <p:nvPr/>
              </p:nvSpPr>
              <p:spPr>
                <a:xfrm>
                  <a:off x="1825" y="2170"/>
                  <a:ext cx="1" cy="306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36" name="Freeform 23"/>
                <p:cNvSpPr/>
                <p:nvPr/>
              </p:nvSpPr>
              <p:spPr>
                <a:xfrm>
                  <a:off x="1776" y="2458"/>
                  <a:ext cx="96" cy="10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3" y="145"/>
                    </a:cxn>
                    <a:cxn ang="0">
                      <a:pos x="284" y="0"/>
                    </a:cxn>
                    <a:cxn ang="0">
                      <a:pos x="143" y="45"/>
                    </a:cxn>
                    <a:cxn ang="0">
                      <a:pos x="0" y="0"/>
                    </a:cxn>
                  </a:cxnLst>
                  <a:pathLst>
                    <a:path w="67" h="99">
                      <a:moveTo>
                        <a:pt x="0" y="0"/>
                      </a:moveTo>
                      <a:lnTo>
                        <a:pt x="34" y="99"/>
                      </a:lnTo>
                      <a:lnTo>
                        <a:pt x="67" y="0"/>
                      </a:lnTo>
                      <a:lnTo>
                        <a:pt x="3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00CC"/>
                </a:solidFill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237" name="Line 24"/>
                <p:cNvSpPr/>
                <p:nvPr/>
              </p:nvSpPr>
              <p:spPr>
                <a:xfrm>
                  <a:off x="1825" y="2567"/>
                  <a:ext cx="1" cy="463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38" name="Line 25"/>
                <p:cNvSpPr/>
                <p:nvPr/>
              </p:nvSpPr>
              <p:spPr>
                <a:xfrm>
                  <a:off x="2065" y="2170"/>
                  <a:ext cx="1" cy="306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39" name="Freeform 26"/>
                <p:cNvSpPr/>
                <p:nvPr/>
              </p:nvSpPr>
              <p:spPr>
                <a:xfrm>
                  <a:off x="2016" y="2458"/>
                  <a:ext cx="96" cy="10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3" y="145"/>
                    </a:cxn>
                    <a:cxn ang="0">
                      <a:pos x="284" y="0"/>
                    </a:cxn>
                    <a:cxn ang="0">
                      <a:pos x="143" y="45"/>
                    </a:cxn>
                    <a:cxn ang="0">
                      <a:pos x="0" y="0"/>
                    </a:cxn>
                  </a:cxnLst>
                  <a:pathLst>
                    <a:path w="67" h="99">
                      <a:moveTo>
                        <a:pt x="0" y="0"/>
                      </a:moveTo>
                      <a:lnTo>
                        <a:pt x="34" y="99"/>
                      </a:lnTo>
                      <a:lnTo>
                        <a:pt x="67" y="0"/>
                      </a:lnTo>
                      <a:lnTo>
                        <a:pt x="3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00CC"/>
                </a:solidFill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240" name="Line 27"/>
                <p:cNvSpPr/>
                <p:nvPr/>
              </p:nvSpPr>
              <p:spPr>
                <a:xfrm>
                  <a:off x="2065" y="2567"/>
                  <a:ext cx="1" cy="463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41" name="Line 28"/>
                <p:cNvSpPr/>
                <p:nvPr/>
              </p:nvSpPr>
              <p:spPr>
                <a:xfrm>
                  <a:off x="2545" y="2170"/>
                  <a:ext cx="1" cy="306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42" name="Freeform 29"/>
                <p:cNvSpPr/>
                <p:nvPr/>
              </p:nvSpPr>
              <p:spPr>
                <a:xfrm>
                  <a:off x="2496" y="2458"/>
                  <a:ext cx="96" cy="10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3" y="145"/>
                    </a:cxn>
                    <a:cxn ang="0">
                      <a:pos x="284" y="0"/>
                    </a:cxn>
                    <a:cxn ang="0">
                      <a:pos x="143" y="45"/>
                    </a:cxn>
                    <a:cxn ang="0">
                      <a:pos x="0" y="0"/>
                    </a:cxn>
                  </a:cxnLst>
                  <a:pathLst>
                    <a:path w="67" h="99">
                      <a:moveTo>
                        <a:pt x="0" y="0"/>
                      </a:moveTo>
                      <a:lnTo>
                        <a:pt x="34" y="99"/>
                      </a:lnTo>
                      <a:lnTo>
                        <a:pt x="67" y="0"/>
                      </a:lnTo>
                      <a:lnTo>
                        <a:pt x="3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00CC"/>
                </a:solidFill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243" name="Line 30"/>
                <p:cNvSpPr/>
                <p:nvPr/>
              </p:nvSpPr>
              <p:spPr>
                <a:xfrm>
                  <a:off x="2545" y="2567"/>
                  <a:ext cx="1" cy="463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44" name="Line 31"/>
                <p:cNvSpPr/>
                <p:nvPr/>
              </p:nvSpPr>
              <p:spPr>
                <a:xfrm>
                  <a:off x="2785" y="2170"/>
                  <a:ext cx="1" cy="306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45" name="Freeform 32"/>
                <p:cNvSpPr/>
                <p:nvPr/>
              </p:nvSpPr>
              <p:spPr>
                <a:xfrm>
                  <a:off x="2736" y="2458"/>
                  <a:ext cx="96" cy="10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3" y="145"/>
                    </a:cxn>
                    <a:cxn ang="0">
                      <a:pos x="284" y="0"/>
                    </a:cxn>
                    <a:cxn ang="0">
                      <a:pos x="143" y="45"/>
                    </a:cxn>
                    <a:cxn ang="0">
                      <a:pos x="0" y="0"/>
                    </a:cxn>
                  </a:cxnLst>
                  <a:pathLst>
                    <a:path w="67" h="99">
                      <a:moveTo>
                        <a:pt x="0" y="0"/>
                      </a:moveTo>
                      <a:lnTo>
                        <a:pt x="34" y="99"/>
                      </a:lnTo>
                      <a:lnTo>
                        <a:pt x="67" y="0"/>
                      </a:lnTo>
                      <a:lnTo>
                        <a:pt x="3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00CC"/>
                </a:solidFill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246" name="Line 33"/>
                <p:cNvSpPr/>
                <p:nvPr/>
              </p:nvSpPr>
              <p:spPr>
                <a:xfrm>
                  <a:off x="2785" y="2567"/>
                  <a:ext cx="1" cy="463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47" name="Line 34"/>
                <p:cNvSpPr/>
                <p:nvPr/>
              </p:nvSpPr>
              <p:spPr>
                <a:xfrm>
                  <a:off x="3025" y="2170"/>
                  <a:ext cx="1" cy="306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48" name="Freeform 35"/>
                <p:cNvSpPr/>
                <p:nvPr/>
              </p:nvSpPr>
              <p:spPr>
                <a:xfrm>
                  <a:off x="2976" y="2458"/>
                  <a:ext cx="96" cy="10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3" y="145"/>
                    </a:cxn>
                    <a:cxn ang="0">
                      <a:pos x="284" y="0"/>
                    </a:cxn>
                    <a:cxn ang="0">
                      <a:pos x="143" y="45"/>
                    </a:cxn>
                    <a:cxn ang="0">
                      <a:pos x="0" y="0"/>
                    </a:cxn>
                  </a:cxnLst>
                  <a:pathLst>
                    <a:path w="67" h="99">
                      <a:moveTo>
                        <a:pt x="0" y="0"/>
                      </a:moveTo>
                      <a:lnTo>
                        <a:pt x="34" y="99"/>
                      </a:lnTo>
                      <a:lnTo>
                        <a:pt x="67" y="0"/>
                      </a:lnTo>
                      <a:lnTo>
                        <a:pt x="3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00CC"/>
                </a:solidFill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249" name="Line 36"/>
                <p:cNvSpPr/>
                <p:nvPr/>
              </p:nvSpPr>
              <p:spPr>
                <a:xfrm>
                  <a:off x="3025" y="2567"/>
                  <a:ext cx="1" cy="463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50" name="Line 37"/>
                <p:cNvSpPr/>
                <p:nvPr/>
              </p:nvSpPr>
              <p:spPr>
                <a:xfrm>
                  <a:off x="3265" y="2170"/>
                  <a:ext cx="1" cy="306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51" name="Freeform 38"/>
                <p:cNvSpPr/>
                <p:nvPr/>
              </p:nvSpPr>
              <p:spPr>
                <a:xfrm>
                  <a:off x="3216" y="2458"/>
                  <a:ext cx="96" cy="10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3" y="145"/>
                    </a:cxn>
                    <a:cxn ang="0">
                      <a:pos x="284" y="0"/>
                    </a:cxn>
                    <a:cxn ang="0">
                      <a:pos x="143" y="45"/>
                    </a:cxn>
                    <a:cxn ang="0">
                      <a:pos x="0" y="0"/>
                    </a:cxn>
                  </a:cxnLst>
                  <a:pathLst>
                    <a:path w="67" h="99">
                      <a:moveTo>
                        <a:pt x="0" y="0"/>
                      </a:moveTo>
                      <a:lnTo>
                        <a:pt x="34" y="99"/>
                      </a:lnTo>
                      <a:lnTo>
                        <a:pt x="67" y="0"/>
                      </a:lnTo>
                      <a:lnTo>
                        <a:pt x="3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00CC"/>
                </a:solidFill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252" name="Line 39"/>
                <p:cNvSpPr/>
                <p:nvPr/>
              </p:nvSpPr>
              <p:spPr>
                <a:xfrm>
                  <a:off x="3265" y="2567"/>
                  <a:ext cx="1" cy="463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53" name="Line 40"/>
                <p:cNvSpPr/>
                <p:nvPr/>
              </p:nvSpPr>
              <p:spPr>
                <a:xfrm>
                  <a:off x="3505" y="2170"/>
                  <a:ext cx="1" cy="306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54" name="Freeform 41"/>
                <p:cNvSpPr/>
                <p:nvPr/>
              </p:nvSpPr>
              <p:spPr>
                <a:xfrm>
                  <a:off x="3456" y="2458"/>
                  <a:ext cx="96" cy="10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3" y="145"/>
                    </a:cxn>
                    <a:cxn ang="0">
                      <a:pos x="284" y="0"/>
                    </a:cxn>
                    <a:cxn ang="0">
                      <a:pos x="143" y="45"/>
                    </a:cxn>
                    <a:cxn ang="0">
                      <a:pos x="0" y="0"/>
                    </a:cxn>
                  </a:cxnLst>
                  <a:pathLst>
                    <a:path w="67" h="99">
                      <a:moveTo>
                        <a:pt x="0" y="0"/>
                      </a:moveTo>
                      <a:lnTo>
                        <a:pt x="34" y="99"/>
                      </a:lnTo>
                      <a:lnTo>
                        <a:pt x="67" y="0"/>
                      </a:lnTo>
                      <a:lnTo>
                        <a:pt x="3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00CC"/>
                </a:solidFill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255" name="Line 42"/>
                <p:cNvSpPr/>
                <p:nvPr/>
              </p:nvSpPr>
              <p:spPr>
                <a:xfrm>
                  <a:off x="3505" y="2567"/>
                  <a:ext cx="1" cy="463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56" name="Line 43"/>
                <p:cNvSpPr/>
                <p:nvPr/>
              </p:nvSpPr>
              <p:spPr>
                <a:xfrm>
                  <a:off x="3745" y="2170"/>
                  <a:ext cx="1" cy="306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57" name="Freeform 44"/>
                <p:cNvSpPr/>
                <p:nvPr/>
              </p:nvSpPr>
              <p:spPr>
                <a:xfrm>
                  <a:off x="3696" y="2458"/>
                  <a:ext cx="96" cy="10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3" y="145"/>
                    </a:cxn>
                    <a:cxn ang="0">
                      <a:pos x="284" y="0"/>
                    </a:cxn>
                    <a:cxn ang="0">
                      <a:pos x="143" y="45"/>
                    </a:cxn>
                    <a:cxn ang="0">
                      <a:pos x="0" y="0"/>
                    </a:cxn>
                  </a:cxnLst>
                  <a:pathLst>
                    <a:path w="67" h="99">
                      <a:moveTo>
                        <a:pt x="0" y="0"/>
                      </a:moveTo>
                      <a:lnTo>
                        <a:pt x="34" y="99"/>
                      </a:lnTo>
                      <a:lnTo>
                        <a:pt x="67" y="0"/>
                      </a:lnTo>
                      <a:lnTo>
                        <a:pt x="3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00CC"/>
                </a:solidFill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258" name="Line 45"/>
                <p:cNvSpPr/>
                <p:nvPr/>
              </p:nvSpPr>
              <p:spPr>
                <a:xfrm>
                  <a:off x="3745" y="2567"/>
                  <a:ext cx="1" cy="463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59" name="Line 46"/>
                <p:cNvSpPr/>
                <p:nvPr/>
              </p:nvSpPr>
              <p:spPr>
                <a:xfrm>
                  <a:off x="3985" y="2170"/>
                  <a:ext cx="1" cy="306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60" name="Freeform 47"/>
                <p:cNvSpPr/>
                <p:nvPr/>
              </p:nvSpPr>
              <p:spPr>
                <a:xfrm>
                  <a:off x="3936" y="2458"/>
                  <a:ext cx="96" cy="10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3" y="145"/>
                    </a:cxn>
                    <a:cxn ang="0">
                      <a:pos x="284" y="0"/>
                    </a:cxn>
                    <a:cxn ang="0">
                      <a:pos x="143" y="45"/>
                    </a:cxn>
                    <a:cxn ang="0">
                      <a:pos x="0" y="0"/>
                    </a:cxn>
                  </a:cxnLst>
                  <a:pathLst>
                    <a:path w="67" h="99">
                      <a:moveTo>
                        <a:pt x="0" y="0"/>
                      </a:moveTo>
                      <a:lnTo>
                        <a:pt x="34" y="99"/>
                      </a:lnTo>
                      <a:lnTo>
                        <a:pt x="67" y="0"/>
                      </a:lnTo>
                      <a:lnTo>
                        <a:pt x="3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00CC"/>
                </a:solidFill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261" name="Line 48"/>
                <p:cNvSpPr/>
                <p:nvPr/>
              </p:nvSpPr>
              <p:spPr>
                <a:xfrm>
                  <a:off x="3985" y="2567"/>
                  <a:ext cx="1" cy="463"/>
                </a:xfrm>
                <a:prstGeom prst="line">
                  <a:avLst/>
                </a:prstGeom>
                <a:ln w="2857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9262" name="Group 49"/>
                <p:cNvGrpSpPr/>
                <p:nvPr/>
              </p:nvGrpSpPr>
              <p:grpSpPr>
                <a:xfrm flipH="1">
                  <a:off x="1248" y="2122"/>
                  <a:ext cx="144" cy="866"/>
                  <a:chOff x="4224" y="2016"/>
                  <a:chExt cx="143" cy="818"/>
                </a:xfrm>
              </p:grpSpPr>
              <p:sp>
                <p:nvSpPr>
                  <p:cNvPr id="9263" name="Freeform 50"/>
                  <p:cNvSpPr/>
                  <p:nvPr/>
                </p:nvSpPr>
                <p:spPr>
                  <a:xfrm>
                    <a:off x="4224" y="2352"/>
                    <a:ext cx="96" cy="482"/>
                  </a:xfrm>
                  <a:custGeom>
                    <a:avLst/>
                    <a:gdLst/>
                    <a:ahLst/>
                    <a:cxnLst>
                      <a:cxn ang="0">
                        <a:pos x="133" y="0"/>
                      </a:cxn>
                      <a:cxn ang="0">
                        <a:pos x="133" y="14"/>
                      </a:cxn>
                      <a:cxn ang="0">
                        <a:pos x="133" y="24"/>
                      </a:cxn>
                      <a:cxn ang="0">
                        <a:pos x="132" y="97"/>
                      </a:cxn>
                      <a:cxn ang="0">
                        <a:pos x="124" y="169"/>
                      </a:cxn>
                      <a:cxn ang="0">
                        <a:pos x="116" y="240"/>
                      </a:cxn>
                      <a:cxn ang="0">
                        <a:pos x="98" y="309"/>
                      </a:cxn>
                      <a:cxn ang="0">
                        <a:pos x="81" y="377"/>
                      </a:cxn>
                      <a:cxn ang="0">
                        <a:pos x="57" y="442"/>
                      </a:cxn>
                      <a:cxn ang="0">
                        <a:pos x="31" y="503"/>
                      </a:cxn>
                      <a:cxn ang="0">
                        <a:pos x="0" y="562"/>
                      </a:cxn>
                    </a:cxnLst>
                    <a:pathLst>
                      <a:path w="86" h="458">
                        <a:moveTo>
                          <a:pt x="86" y="0"/>
                        </a:moveTo>
                        <a:lnTo>
                          <a:pt x="86" y="10"/>
                        </a:lnTo>
                        <a:lnTo>
                          <a:pt x="86" y="20"/>
                        </a:lnTo>
                        <a:lnTo>
                          <a:pt x="85" y="79"/>
                        </a:lnTo>
                        <a:lnTo>
                          <a:pt x="80" y="138"/>
                        </a:lnTo>
                        <a:lnTo>
                          <a:pt x="74" y="196"/>
                        </a:lnTo>
                        <a:lnTo>
                          <a:pt x="64" y="252"/>
                        </a:lnTo>
                        <a:lnTo>
                          <a:pt x="52" y="307"/>
                        </a:lnTo>
                        <a:lnTo>
                          <a:pt x="37" y="360"/>
                        </a:lnTo>
                        <a:lnTo>
                          <a:pt x="20" y="410"/>
                        </a:lnTo>
                        <a:lnTo>
                          <a:pt x="0" y="45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9264" name="Freeform 51"/>
                  <p:cNvSpPr/>
                  <p:nvPr/>
                </p:nvSpPr>
                <p:spPr>
                  <a:xfrm>
                    <a:off x="4229" y="2016"/>
                    <a:ext cx="91" cy="38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7" y="56"/>
                      </a:cxn>
                      <a:cxn ang="0">
                        <a:pos x="55" y="115"/>
                      </a:cxn>
                      <a:cxn ang="0">
                        <a:pos x="76" y="175"/>
                      </a:cxn>
                      <a:cxn ang="0">
                        <a:pos x="97" y="238"/>
                      </a:cxn>
                      <a:cxn ang="0">
                        <a:pos x="113" y="303"/>
                      </a:cxn>
                      <a:cxn ang="0">
                        <a:pos x="128" y="368"/>
                      </a:cxn>
                      <a:cxn ang="0">
                        <a:pos x="136" y="433"/>
                      </a:cxn>
                      <a:cxn ang="0">
                        <a:pos x="145" y="502"/>
                      </a:cxn>
                    </a:cxnLst>
                    <a:pathLst>
                      <a:path w="78" h="351">
                        <a:moveTo>
                          <a:pt x="0" y="0"/>
                        </a:moveTo>
                        <a:lnTo>
                          <a:pt x="15" y="39"/>
                        </a:lnTo>
                        <a:lnTo>
                          <a:pt x="29" y="80"/>
                        </a:lnTo>
                        <a:lnTo>
                          <a:pt x="41" y="122"/>
                        </a:lnTo>
                        <a:lnTo>
                          <a:pt x="52" y="166"/>
                        </a:lnTo>
                        <a:lnTo>
                          <a:pt x="61" y="211"/>
                        </a:lnTo>
                        <a:lnTo>
                          <a:pt x="69" y="257"/>
                        </a:lnTo>
                        <a:lnTo>
                          <a:pt x="74" y="303"/>
                        </a:lnTo>
                        <a:lnTo>
                          <a:pt x="78" y="351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9265" name="Freeform 52"/>
                  <p:cNvSpPr/>
                  <p:nvPr/>
                </p:nvSpPr>
                <p:spPr>
                  <a:xfrm>
                    <a:off x="4272" y="2352"/>
                    <a:ext cx="95" cy="96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49" y="84"/>
                      </a:cxn>
                      <a:cxn ang="0">
                        <a:pos x="271" y="0"/>
                      </a:cxn>
                      <a:cxn ang="0">
                        <a:pos x="143" y="28"/>
                      </a:cxn>
                      <a:cxn ang="0">
                        <a:pos x="0" y="2"/>
                      </a:cxn>
                    </a:cxnLst>
                    <a:pathLst>
                      <a:path w="67" h="100">
                        <a:moveTo>
                          <a:pt x="0" y="2"/>
                        </a:moveTo>
                        <a:lnTo>
                          <a:pt x="37" y="100"/>
                        </a:lnTo>
                        <a:lnTo>
                          <a:pt x="67" y="0"/>
                        </a:lnTo>
                        <a:lnTo>
                          <a:pt x="35" y="32"/>
                        </a:lnTo>
                        <a:lnTo>
                          <a:pt x="0" y="2"/>
                        </a:lnTo>
                        <a:close/>
                      </a:path>
                    </a:pathLst>
                  </a:custGeom>
                  <a:solidFill>
                    <a:srgbClr val="CC00CC"/>
                  </a:solidFill>
                  <a:ln w="2857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9266" name="Group 53"/>
                <p:cNvGrpSpPr/>
                <p:nvPr/>
              </p:nvGrpSpPr>
              <p:grpSpPr>
                <a:xfrm flipH="1">
                  <a:off x="912" y="2074"/>
                  <a:ext cx="480" cy="960"/>
                  <a:chOff x="4224" y="1960"/>
                  <a:chExt cx="480" cy="869"/>
                </a:xfrm>
              </p:grpSpPr>
              <p:sp>
                <p:nvSpPr>
                  <p:cNvPr id="9267" name="Freeform 54"/>
                  <p:cNvSpPr/>
                  <p:nvPr/>
                </p:nvSpPr>
                <p:spPr>
                  <a:xfrm>
                    <a:off x="4224" y="2448"/>
                    <a:ext cx="393" cy="381"/>
                  </a:xfrm>
                  <a:custGeom>
                    <a:avLst/>
                    <a:gdLst/>
                    <a:ahLst/>
                    <a:cxnLst>
                      <a:cxn ang="0">
                        <a:pos x="393" y="0"/>
                      </a:cxn>
                      <a:cxn ang="0">
                        <a:pos x="387" y="40"/>
                      </a:cxn>
                      <a:cxn ang="0">
                        <a:pos x="378" y="79"/>
                      </a:cxn>
                      <a:cxn ang="0">
                        <a:pos x="366" y="116"/>
                      </a:cxn>
                      <a:cxn ang="0">
                        <a:pos x="351" y="152"/>
                      </a:cxn>
                      <a:cxn ang="0">
                        <a:pos x="333" y="185"/>
                      </a:cxn>
                      <a:cxn ang="0">
                        <a:pos x="313" y="216"/>
                      </a:cxn>
                      <a:cxn ang="0">
                        <a:pos x="291" y="246"/>
                      </a:cxn>
                      <a:cxn ang="0">
                        <a:pos x="266" y="272"/>
                      </a:cxn>
                      <a:cxn ang="0">
                        <a:pos x="240" y="296"/>
                      </a:cxn>
                      <a:cxn ang="0">
                        <a:pos x="212" y="318"/>
                      </a:cxn>
                      <a:cxn ang="0">
                        <a:pos x="182" y="337"/>
                      </a:cxn>
                      <a:cxn ang="0">
                        <a:pos x="150" y="352"/>
                      </a:cxn>
                      <a:cxn ang="0">
                        <a:pos x="117" y="365"/>
                      </a:cxn>
                      <a:cxn ang="0">
                        <a:pos x="83" y="374"/>
                      </a:cxn>
                      <a:cxn ang="0">
                        <a:pos x="48" y="379"/>
                      </a:cxn>
                      <a:cxn ang="0">
                        <a:pos x="12" y="381"/>
                      </a:cxn>
                      <a:cxn ang="0">
                        <a:pos x="0" y="381"/>
                      </a:cxn>
                    </a:cxnLst>
                    <a:pathLst>
                      <a:path w="393" h="381">
                        <a:moveTo>
                          <a:pt x="393" y="0"/>
                        </a:moveTo>
                        <a:lnTo>
                          <a:pt x="387" y="40"/>
                        </a:lnTo>
                        <a:lnTo>
                          <a:pt x="378" y="79"/>
                        </a:lnTo>
                        <a:lnTo>
                          <a:pt x="366" y="116"/>
                        </a:lnTo>
                        <a:lnTo>
                          <a:pt x="351" y="152"/>
                        </a:lnTo>
                        <a:lnTo>
                          <a:pt x="333" y="185"/>
                        </a:lnTo>
                        <a:lnTo>
                          <a:pt x="313" y="216"/>
                        </a:lnTo>
                        <a:lnTo>
                          <a:pt x="291" y="246"/>
                        </a:lnTo>
                        <a:lnTo>
                          <a:pt x="266" y="272"/>
                        </a:lnTo>
                        <a:lnTo>
                          <a:pt x="240" y="296"/>
                        </a:lnTo>
                        <a:lnTo>
                          <a:pt x="212" y="318"/>
                        </a:lnTo>
                        <a:lnTo>
                          <a:pt x="182" y="337"/>
                        </a:lnTo>
                        <a:lnTo>
                          <a:pt x="150" y="352"/>
                        </a:lnTo>
                        <a:lnTo>
                          <a:pt x="117" y="365"/>
                        </a:lnTo>
                        <a:lnTo>
                          <a:pt x="83" y="374"/>
                        </a:lnTo>
                        <a:lnTo>
                          <a:pt x="48" y="379"/>
                        </a:lnTo>
                        <a:lnTo>
                          <a:pt x="12" y="381"/>
                        </a:lnTo>
                        <a:lnTo>
                          <a:pt x="0" y="381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9268" name="Freeform 55"/>
                  <p:cNvSpPr/>
                  <p:nvPr/>
                </p:nvSpPr>
                <p:spPr>
                  <a:xfrm>
                    <a:off x="4236" y="1960"/>
                    <a:ext cx="384" cy="447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0" y="1"/>
                      </a:cxn>
                      <a:cxn ang="0">
                        <a:pos x="39" y="2"/>
                      </a:cxn>
                      <a:cxn ang="0">
                        <a:pos x="58" y="5"/>
                      </a:cxn>
                      <a:cxn ang="0">
                        <a:pos x="77" y="9"/>
                      </a:cxn>
                      <a:cxn ang="0">
                        <a:pos x="96" y="14"/>
                      </a:cxn>
                      <a:cxn ang="0">
                        <a:pos x="114" y="20"/>
                      </a:cxn>
                      <a:cxn ang="0">
                        <a:pos x="149" y="34"/>
                      </a:cxn>
                      <a:cxn ang="0">
                        <a:pos x="183" y="53"/>
                      </a:cxn>
                      <a:cxn ang="0">
                        <a:pos x="215" y="74"/>
                      </a:cxn>
                      <a:cxn ang="0">
                        <a:pos x="244" y="99"/>
                      </a:cxn>
                      <a:cxn ang="0">
                        <a:pos x="272" y="128"/>
                      </a:cxn>
                      <a:cxn ang="0">
                        <a:pos x="296" y="158"/>
                      </a:cxn>
                      <a:cxn ang="0">
                        <a:pos x="318" y="192"/>
                      </a:cxn>
                      <a:cxn ang="0">
                        <a:pos x="338" y="228"/>
                      </a:cxn>
                      <a:cxn ang="0">
                        <a:pos x="354" y="266"/>
                      </a:cxn>
                      <a:cxn ang="0">
                        <a:pos x="367" y="306"/>
                      </a:cxn>
                      <a:cxn ang="0">
                        <a:pos x="376" y="347"/>
                      </a:cxn>
                      <a:cxn ang="0">
                        <a:pos x="382" y="391"/>
                      </a:cxn>
                      <a:cxn ang="0">
                        <a:pos x="384" y="413"/>
                      </a:cxn>
                      <a:cxn ang="0">
                        <a:pos x="384" y="435"/>
                      </a:cxn>
                      <a:cxn ang="0">
                        <a:pos x="384" y="441"/>
                      </a:cxn>
                      <a:cxn ang="0">
                        <a:pos x="383" y="447"/>
                      </a:cxn>
                    </a:cxnLst>
                    <a:pathLst>
                      <a:path w="384" h="447">
                        <a:moveTo>
                          <a:pt x="0" y="0"/>
                        </a:moveTo>
                        <a:lnTo>
                          <a:pt x="20" y="1"/>
                        </a:lnTo>
                        <a:lnTo>
                          <a:pt x="39" y="2"/>
                        </a:lnTo>
                        <a:lnTo>
                          <a:pt x="58" y="5"/>
                        </a:lnTo>
                        <a:lnTo>
                          <a:pt x="77" y="9"/>
                        </a:lnTo>
                        <a:lnTo>
                          <a:pt x="96" y="14"/>
                        </a:lnTo>
                        <a:lnTo>
                          <a:pt x="114" y="20"/>
                        </a:lnTo>
                        <a:lnTo>
                          <a:pt x="149" y="34"/>
                        </a:lnTo>
                        <a:lnTo>
                          <a:pt x="183" y="53"/>
                        </a:lnTo>
                        <a:lnTo>
                          <a:pt x="215" y="74"/>
                        </a:lnTo>
                        <a:lnTo>
                          <a:pt x="244" y="99"/>
                        </a:lnTo>
                        <a:lnTo>
                          <a:pt x="272" y="128"/>
                        </a:lnTo>
                        <a:lnTo>
                          <a:pt x="296" y="158"/>
                        </a:lnTo>
                        <a:lnTo>
                          <a:pt x="318" y="192"/>
                        </a:lnTo>
                        <a:lnTo>
                          <a:pt x="338" y="228"/>
                        </a:lnTo>
                        <a:lnTo>
                          <a:pt x="354" y="266"/>
                        </a:lnTo>
                        <a:lnTo>
                          <a:pt x="367" y="306"/>
                        </a:lnTo>
                        <a:lnTo>
                          <a:pt x="376" y="347"/>
                        </a:lnTo>
                        <a:lnTo>
                          <a:pt x="382" y="391"/>
                        </a:lnTo>
                        <a:lnTo>
                          <a:pt x="384" y="413"/>
                        </a:lnTo>
                        <a:lnTo>
                          <a:pt x="384" y="435"/>
                        </a:lnTo>
                        <a:lnTo>
                          <a:pt x="384" y="441"/>
                        </a:lnTo>
                        <a:lnTo>
                          <a:pt x="383" y="447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9269" name="Freeform 56"/>
                  <p:cNvSpPr/>
                  <p:nvPr/>
                </p:nvSpPr>
                <p:spPr>
                  <a:xfrm>
                    <a:off x="4560" y="2352"/>
                    <a:ext cx="144" cy="14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535" y="453"/>
                      </a:cxn>
                      <a:cxn ang="0">
                        <a:pos x="1427" y="28"/>
                      </a:cxn>
                      <a:cxn ang="0">
                        <a:pos x="664" y="149"/>
                      </a:cxn>
                      <a:cxn ang="0">
                        <a:pos x="0" y="0"/>
                      </a:cxn>
                    </a:cxnLst>
                    <a:pathLst>
                      <a:path w="67" h="102">
                        <a:moveTo>
                          <a:pt x="0" y="0"/>
                        </a:moveTo>
                        <a:lnTo>
                          <a:pt x="25" y="102"/>
                        </a:lnTo>
                        <a:lnTo>
                          <a:pt x="67" y="6"/>
                        </a:lnTo>
                        <a:lnTo>
                          <a:pt x="31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00CC"/>
                  </a:solidFill>
                  <a:ln w="952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sp>
            <p:nvSpPr>
              <p:cNvPr id="9270" name="Rectangle 57" descr="蓝色砂纸"/>
              <p:cNvSpPr/>
              <p:nvPr/>
            </p:nvSpPr>
            <p:spPr>
              <a:xfrm>
                <a:off x="1296" y="3024"/>
                <a:ext cx="3264" cy="192"/>
              </a:xfrm>
              <a:prstGeom prst="rect">
                <a:avLst/>
              </a:prstGeom>
              <a:blipFill rotWithShape="0">
                <a:blip r:embed="rId1"/>
              </a:blipFill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71" name="Line 58"/>
              <p:cNvSpPr/>
              <p:nvPr/>
            </p:nvSpPr>
            <p:spPr>
              <a:xfrm>
                <a:off x="1392" y="3120"/>
                <a:ext cx="3120" cy="0"/>
              </a:xfrm>
              <a:prstGeom prst="line">
                <a:avLst/>
              </a:prstGeom>
              <a:ln w="571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72" name="Rectangle 59" descr="25%"/>
              <p:cNvSpPr/>
              <p:nvPr/>
            </p:nvSpPr>
            <p:spPr>
              <a:xfrm>
                <a:off x="1248" y="1833"/>
                <a:ext cx="3370" cy="204"/>
              </a:xfrm>
              <a:prstGeom prst="rect">
                <a:avLst/>
              </a:prstGeom>
              <a:pattFill prst="pct25">
                <a:fgClr>
                  <a:schemeClr val="bg1"/>
                </a:fgClr>
                <a:bgClr>
                  <a:srgbClr val="FFE7FF"/>
                </a:bgClr>
              </a:pattFill>
              <a:ln w="28575" cap="flat" cmpd="sng">
                <a:solidFill>
                  <a:srgbClr val="CC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73" name="Text Box 60"/>
              <p:cNvSpPr txBox="1"/>
              <p:nvPr/>
            </p:nvSpPr>
            <p:spPr>
              <a:xfrm>
                <a:off x="1296" y="1680"/>
                <a:ext cx="3356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  +  +  +  +  +  +  +  +  +  +  +</a:t>
                </a:r>
                <a:r>
                  <a:rPr lang="en-US" altLang="zh-CN" sz="4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274" name="Rectangle 61"/>
            <p:cNvSpPr/>
            <p:nvPr/>
          </p:nvSpPr>
          <p:spPr>
            <a:xfrm>
              <a:off x="4017" y="1735"/>
              <a:ext cx="350" cy="77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75" name="Rectangle 62"/>
            <p:cNvSpPr/>
            <p:nvPr/>
          </p:nvSpPr>
          <p:spPr>
            <a:xfrm>
              <a:off x="1571" y="1735"/>
              <a:ext cx="350" cy="77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276" name="Group 63"/>
            <p:cNvGrpSpPr/>
            <p:nvPr/>
          </p:nvGrpSpPr>
          <p:grpSpPr>
            <a:xfrm>
              <a:off x="624" y="1800"/>
              <a:ext cx="4560" cy="1584"/>
              <a:chOff x="624" y="1536"/>
              <a:chExt cx="4560" cy="1584"/>
            </a:xfrm>
          </p:grpSpPr>
          <p:sp>
            <p:nvSpPr>
              <p:cNvPr id="9277" name="Line 64"/>
              <p:cNvSpPr/>
              <p:nvPr/>
            </p:nvSpPr>
            <p:spPr>
              <a:xfrm>
                <a:off x="624" y="2400"/>
                <a:ext cx="4560" cy="0"/>
              </a:xfrm>
              <a:prstGeom prst="line">
                <a:avLst/>
              </a:prstGeom>
              <a:ln w="38100" cap="flat" cmpd="sng">
                <a:solidFill>
                  <a:srgbClr val="FF66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9278" name="Group 65"/>
              <p:cNvGrpSpPr/>
              <p:nvPr/>
            </p:nvGrpSpPr>
            <p:grpSpPr>
              <a:xfrm>
                <a:off x="960" y="1536"/>
                <a:ext cx="3888" cy="1584"/>
                <a:chOff x="960" y="1536"/>
                <a:chExt cx="3888" cy="1584"/>
              </a:xfrm>
            </p:grpSpPr>
            <p:sp>
              <p:nvSpPr>
                <p:cNvPr id="9279" name="Line 66"/>
                <p:cNvSpPr/>
                <p:nvPr/>
              </p:nvSpPr>
              <p:spPr>
                <a:xfrm>
                  <a:off x="1536" y="2640"/>
                  <a:ext cx="2736" cy="0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80" name="Line 67"/>
                <p:cNvSpPr/>
                <p:nvPr/>
              </p:nvSpPr>
              <p:spPr>
                <a:xfrm>
                  <a:off x="1536" y="2112"/>
                  <a:ext cx="2832" cy="0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81" name="Arc 68"/>
                <p:cNvSpPr/>
                <p:nvPr/>
              </p:nvSpPr>
              <p:spPr>
                <a:xfrm>
                  <a:off x="4320" y="2640"/>
                  <a:ext cx="480" cy="48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282" name="Arc 69"/>
                <p:cNvSpPr/>
                <p:nvPr/>
              </p:nvSpPr>
              <p:spPr>
                <a:xfrm flipH="1">
                  <a:off x="960" y="2640"/>
                  <a:ext cx="528" cy="48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283" name="Arc 70"/>
                <p:cNvSpPr/>
                <p:nvPr/>
              </p:nvSpPr>
              <p:spPr>
                <a:xfrm flipV="1">
                  <a:off x="4368" y="1584"/>
                  <a:ext cx="480" cy="52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284" name="Arc 71"/>
                <p:cNvSpPr/>
                <p:nvPr/>
              </p:nvSpPr>
              <p:spPr>
                <a:xfrm flipH="1" flipV="1">
                  <a:off x="1008" y="1536"/>
                  <a:ext cx="528" cy="57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sp>
        <p:nvSpPr>
          <p:cNvPr id="184341" name="文本框 184340"/>
          <p:cNvSpPr txBox="1"/>
          <p:nvPr/>
        </p:nvSpPr>
        <p:spPr>
          <a:xfrm>
            <a:off x="541338" y="3375025"/>
            <a:ext cx="122555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>
                <a:schemeClr val="bg1"/>
              </a:buClr>
            </a:pPr>
            <a:r>
              <a:rPr lang="zh-CN" altLang="en-US" sz="2000" b="1" dirty="0">
                <a:solidFill>
                  <a:srgbClr val="FF0066"/>
                </a:solidFill>
                <a:latin typeface="Times New Roman" panose="02020603050405020304" pitchFamily="18" charset="0"/>
                <a:ea typeface="仿宋_GB2312" pitchFamily="49" charset="-122"/>
              </a:rPr>
              <a:t>电场线</a:t>
            </a:r>
            <a:endParaRPr lang="zh-CN" altLang="en-US" sz="2000" b="1" dirty="0">
              <a:solidFill>
                <a:srgbClr val="FF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84342" name="文本框 184341"/>
          <p:cNvSpPr txBox="1"/>
          <p:nvPr/>
        </p:nvSpPr>
        <p:spPr>
          <a:xfrm>
            <a:off x="7740650" y="5056188"/>
            <a:ext cx="10795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>
                <a:schemeClr val="bg1"/>
              </a:buClr>
            </a:pPr>
            <a:r>
              <a:rPr lang="zh-CN" altLang="en-US" sz="2000" b="1" dirty="0">
                <a:latin typeface="Times New Roman" panose="02020603050405020304" pitchFamily="18" charset="0"/>
                <a:ea typeface="仿宋_GB2312" pitchFamily="49" charset="-122"/>
              </a:rPr>
              <a:t>等势面</a:t>
            </a:r>
            <a:endParaRPr lang="zh-CN" altLang="en-US" sz="2000" b="1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9" grpId="0" bldLvl="0" animBg="1"/>
      <p:bldP spid="184341" grpId="0"/>
      <p:bldP spid="1843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24" name="文本框 184323"/>
          <p:cNvSpPr txBox="1"/>
          <p:nvPr/>
        </p:nvSpPr>
        <p:spPr>
          <a:xfrm>
            <a:off x="2371725" y="4551363"/>
            <a:ext cx="37115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Clr>
                <a:schemeClr val="bg1"/>
              </a:buClr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示波管内部的电场</a:t>
            </a:r>
            <a:endParaRPr lang="zh-CN" altLang="en-US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4325" name="矩形 184324"/>
          <p:cNvSpPr/>
          <p:nvPr/>
        </p:nvSpPr>
        <p:spPr>
          <a:xfrm>
            <a:off x="2387600" y="1525588"/>
            <a:ext cx="3776663" cy="2752725"/>
          </a:xfrm>
          <a:prstGeom prst="rect">
            <a:avLst/>
          </a:prstGeom>
          <a:solidFill>
            <a:srgbClr val="00CC99">
              <a:alpha val="28998"/>
            </a:srgbClr>
          </a:solidFill>
          <a:ln w="9525" cap="flat" cmpd="sng">
            <a:solidFill>
              <a:srgbClr val="00CC99">
                <a:alpha val="46001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43" name="任意多边形 184342"/>
          <p:cNvSpPr/>
          <p:nvPr/>
        </p:nvSpPr>
        <p:spPr>
          <a:xfrm>
            <a:off x="3302000" y="2216150"/>
            <a:ext cx="438150" cy="1393825"/>
          </a:xfrm>
          <a:custGeom>
            <a:avLst/>
            <a:gdLst/>
            <a:ahLst/>
            <a:cxnLst/>
            <a:pathLst>
              <a:path w="276" h="878">
                <a:moveTo>
                  <a:pt x="276" y="0"/>
                </a:moveTo>
                <a:cubicBezTo>
                  <a:pt x="257" y="13"/>
                  <a:pt x="196" y="44"/>
                  <a:pt x="160" y="80"/>
                </a:cubicBezTo>
                <a:cubicBezTo>
                  <a:pt x="124" y="116"/>
                  <a:pt x="85" y="167"/>
                  <a:pt x="60" y="214"/>
                </a:cubicBezTo>
                <a:cubicBezTo>
                  <a:pt x="35" y="261"/>
                  <a:pt x="16" y="307"/>
                  <a:pt x="8" y="360"/>
                </a:cubicBezTo>
                <a:cubicBezTo>
                  <a:pt x="0" y="413"/>
                  <a:pt x="8" y="456"/>
                  <a:pt x="12" y="532"/>
                </a:cubicBezTo>
                <a:cubicBezTo>
                  <a:pt x="16" y="608"/>
                  <a:pt x="50" y="652"/>
                  <a:pt x="86" y="706"/>
                </a:cubicBezTo>
                <a:cubicBezTo>
                  <a:pt x="122" y="760"/>
                  <a:pt x="151" y="783"/>
                  <a:pt x="182" y="812"/>
                </a:cubicBezTo>
                <a:cubicBezTo>
                  <a:pt x="213" y="841"/>
                  <a:pt x="252" y="864"/>
                  <a:pt x="270" y="878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84344" name="任意多边形 184343"/>
          <p:cNvSpPr/>
          <p:nvPr/>
        </p:nvSpPr>
        <p:spPr>
          <a:xfrm>
            <a:off x="3505200" y="1843088"/>
            <a:ext cx="511175" cy="2138362"/>
          </a:xfrm>
          <a:custGeom>
            <a:avLst/>
            <a:gdLst/>
            <a:ahLst/>
            <a:cxnLst/>
            <a:pathLst>
              <a:path w="322" h="1347">
                <a:moveTo>
                  <a:pt x="322" y="0"/>
                </a:moveTo>
                <a:cubicBezTo>
                  <a:pt x="321" y="10"/>
                  <a:pt x="322" y="39"/>
                  <a:pt x="316" y="63"/>
                </a:cubicBezTo>
                <a:cubicBezTo>
                  <a:pt x="310" y="87"/>
                  <a:pt x="296" y="119"/>
                  <a:pt x="283" y="147"/>
                </a:cubicBezTo>
                <a:cubicBezTo>
                  <a:pt x="270" y="175"/>
                  <a:pt x="258" y="197"/>
                  <a:pt x="238" y="228"/>
                </a:cubicBezTo>
                <a:cubicBezTo>
                  <a:pt x="218" y="259"/>
                  <a:pt x="187" y="299"/>
                  <a:pt x="160" y="336"/>
                </a:cubicBezTo>
                <a:cubicBezTo>
                  <a:pt x="133" y="373"/>
                  <a:pt x="97" y="413"/>
                  <a:pt x="73" y="450"/>
                </a:cubicBezTo>
                <a:cubicBezTo>
                  <a:pt x="49" y="487"/>
                  <a:pt x="27" y="525"/>
                  <a:pt x="16" y="561"/>
                </a:cubicBezTo>
                <a:cubicBezTo>
                  <a:pt x="5" y="597"/>
                  <a:pt x="0" y="620"/>
                  <a:pt x="4" y="666"/>
                </a:cubicBezTo>
                <a:cubicBezTo>
                  <a:pt x="8" y="712"/>
                  <a:pt x="15" y="782"/>
                  <a:pt x="40" y="840"/>
                </a:cubicBezTo>
                <a:cubicBezTo>
                  <a:pt x="65" y="898"/>
                  <a:pt x="119" y="959"/>
                  <a:pt x="157" y="1014"/>
                </a:cubicBezTo>
                <a:cubicBezTo>
                  <a:pt x="195" y="1069"/>
                  <a:pt x="246" y="1131"/>
                  <a:pt x="271" y="1170"/>
                </a:cubicBezTo>
                <a:cubicBezTo>
                  <a:pt x="296" y="1209"/>
                  <a:pt x="300" y="1219"/>
                  <a:pt x="307" y="1248"/>
                </a:cubicBezTo>
                <a:cubicBezTo>
                  <a:pt x="314" y="1277"/>
                  <a:pt x="315" y="1312"/>
                  <a:pt x="316" y="1347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84345" name="任意多边形 184344"/>
          <p:cNvSpPr/>
          <p:nvPr/>
        </p:nvSpPr>
        <p:spPr>
          <a:xfrm>
            <a:off x="3725863" y="1843088"/>
            <a:ext cx="357187" cy="2133600"/>
          </a:xfrm>
          <a:custGeom>
            <a:avLst/>
            <a:gdLst/>
            <a:ahLst/>
            <a:cxnLst/>
            <a:pathLst>
              <a:path w="225" h="1344">
                <a:moveTo>
                  <a:pt x="225" y="0"/>
                </a:moveTo>
                <a:cubicBezTo>
                  <a:pt x="221" y="21"/>
                  <a:pt x="215" y="84"/>
                  <a:pt x="204" y="123"/>
                </a:cubicBezTo>
                <a:cubicBezTo>
                  <a:pt x="193" y="162"/>
                  <a:pt x="177" y="193"/>
                  <a:pt x="156" y="237"/>
                </a:cubicBezTo>
                <a:cubicBezTo>
                  <a:pt x="135" y="281"/>
                  <a:pt x="98" y="337"/>
                  <a:pt x="75" y="387"/>
                </a:cubicBezTo>
                <a:cubicBezTo>
                  <a:pt x="52" y="437"/>
                  <a:pt x="30" y="493"/>
                  <a:pt x="18" y="540"/>
                </a:cubicBezTo>
                <a:cubicBezTo>
                  <a:pt x="6" y="587"/>
                  <a:pt x="0" y="624"/>
                  <a:pt x="0" y="669"/>
                </a:cubicBezTo>
                <a:cubicBezTo>
                  <a:pt x="0" y="714"/>
                  <a:pt x="2" y="759"/>
                  <a:pt x="18" y="813"/>
                </a:cubicBezTo>
                <a:cubicBezTo>
                  <a:pt x="34" y="867"/>
                  <a:pt x="72" y="934"/>
                  <a:pt x="99" y="993"/>
                </a:cubicBezTo>
                <a:cubicBezTo>
                  <a:pt x="126" y="1052"/>
                  <a:pt x="163" y="1126"/>
                  <a:pt x="180" y="1167"/>
                </a:cubicBezTo>
                <a:cubicBezTo>
                  <a:pt x="197" y="1208"/>
                  <a:pt x="197" y="1210"/>
                  <a:pt x="204" y="1239"/>
                </a:cubicBezTo>
                <a:cubicBezTo>
                  <a:pt x="211" y="1268"/>
                  <a:pt x="218" y="1322"/>
                  <a:pt x="222" y="1344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84346" name="任意多边形 184345"/>
          <p:cNvSpPr/>
          <p:nvPr/>
        </p:nvSpPr>
        <p:spPr>
          <a:xfrm>
            <a:off x="3924300" y="1843088"/>
            <a:ext cx="201613" cy="2133600"/>
          </a:xfrm>
          <a:custGeom>
            <a:avLst/>
            <a:gdLst/>
            <a:ahLst/>
            <a:cxnLst/>
            <a:pathLst>
              <a:path w="127" h="1344">
                <a:moveTo>
                  <a:pt x="127" y="0"/>
                </a:moveTo>
                <a:cubicBezTo>
                  <a:pt x="125" y="20"/>
                  <a:pt x="121" y="78"/>
                  <a:pt x="115" y="120"/>
                </a:cubicBezTo>
                <a:cubicBezTo>
                  <a:pt x="109" y="162"/>
                  <a:pt x="101" y="205"/>
                  <a:pt x="88" y="252"/>
                </a:cubicBezTo>
                <a:cubicBezTo>
                  <a:pt x="75" y="299"/>
                  <a:pt x="49" y="362"/>
                  <a:pt x="37" y="405"/>
                </a:cubicBezTo>
                <a:cubicBezTo>
                  <a:pt x="25" y="448"/>
                  <a:pt x="22" y="470"/>
                  <a:pt x="16" y="513"/>
                </a:cubicBezTo>
                <a:cubicBezTo>
                  <a:pt x="10" y="556"/>
                  <a:pt x="0" y="605"/>
                  <a:pt x="1" y="663"/>
                </a:cubicBezTo>
                <a:cubicBezTo>
                  <a:pt x="2" y="721"/>
                  <a:pt x="12" y="804"/>
                  <a:pt x="22" y="864"/>
                </a:cubicBezTo>
                <a:cubicBezTo>
                  <a:pt x="32" y="924"/>
                  <a:pt x="52" y="983"/>
                  <a:pt x="64" y="1026"/>
                </a:cubicBezTo>
                <a:cubicBezTo>
                  <a:pt x="76" y="1069"/>
                  <a:pt x="85" y="1089"/>
                  <a:pt x="94" y="1125"/>
                </a:cubicBezTo>
                <a:cubicBezTo>
                  <a:pt x="103" y="1161"/>
                  <a:pt x="116" y="1206"/>
                  <a:pt x="121" y="1242"/>
                </a:cubicBezTo>
                <a:cubicBezTo>
                  <a:pt x="126" y="1278"/>
                  <a:pt x="124" y="1327"/>
                  <a:pt x="124" y="1344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84347" name="任意多边形 184346"/>
          <p:cNvSpPr/>
          <p:nvPr/>
        </p:nvSpPr>
        <p:spPr>
          <a:xfrm>
            <a:off x="4157663" y="1847850"/>
            <a:ext cx="203200" cy="2133600"/>
          </a:xfrm>
          <a:custGeom>
            <a:avLst/>
            <a:gdLst/>
            <a:ahLst/>
            <a:cxnLst/>
            <a:pathLst>
              <a:path w="128" h="1344">
                <a:moveTo>
                  <a:pt x="7" y="0"/>
                </a:moveTo>
                <a:cubicBezTo>
                  <a:pt x="7" y="23"/>
                  <a:pt x="3" y="94"/>
                  <a:pt x="10" y="141"/>
                </a:cubicBezTo>
                <a:cubicBezTo>
                  <a:pt x="17" y="188"/>
                  <a:pt x="32" y="233"/>
                  <a:pt x="46" y="282"/>
                </a:cubicBezTo>
                <a:cubicBezTo>
                  <a:pt x="60" y="331"/>
                  <a:pt x="84" y="385"/>
                  <a:pt x="97" y="438"/>
                </a:cubicBezTo>
                <a:cubicBezTo>
                  <a:pt x="110" y="491"/>
                  <a:pt x="120" y="555"/>
                  <a:pt x="124" y="603"/>
                </a:cubicBezTo>
                <a:cubicBezTo>
                  <a:pt x="128" y="651"/>
                  <a:pt x="125" y="684"/>
                  <a:pt x="121" y="729"/>
                </a:cubicBezTo>
                <a:cubicBezTo>
                  <a:pt x="117" y="774"/>
                  <a:pt x="112" y="821"/>
                  <a:pt x="103" y="870"/>
                </a:cubicBezTo>
                <a:cubicBezTo>
                  <a:pt x="94" y="919"/>
                  <a:pt x="76" y="978"/>
                  <a:pt x="64" y="1026"/>
                </a:cubicBezTo>
                <a:cubicBezTo>
                  <a:pt x="52" y="1074"/>
                  <a:pt x="38" y="1120"/>
                  <a:pt x="28" y="1158"/>
                </a:cubicBezTo>
                <a:cubicBezTo>
                  <a:pt x="18" y="1196"/>
                  <a:pt x="8" y="1223"/>
                  <a:pt x="4" y="1254"/>
                </a:cubicBezTo>
                <a:cubicBezTo>
                  <a:pt x="0" y="1285"/>
                  <a:pt x="4" y="1325"/>
                  <a:pt x="4" y="1344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84348" name="任意多边形 184347"/>
          <p:cNvSpPr/>
          <p:nvPr/>
        </p:nvSpPr>
        <p:spPr>
          <a:xfrm>
            <a:off x="4202113" y="1838325"/>
            <a:ext cx="360362" cy="2138363"/>
          </a:xfrm>
          <a:custGeom>
            <a:avLst/>
            <a:gdLst/>
            <a:ahLst/>
            <a:cxnLst/>
            <a:pathLst>
              <a:path w="227" h="1347">
                <a:moveTo>
                  <a:pt x="0" y="0"/>
                </a:moveTo>
                <a:cubicBezTo>
                  <a:pt x="3" y="22"/>
                  <a:pt x="7" y="90"/>
                  <a:pt x="21" y="135"/>
                </a:cubicBezTo>
                <a:cubicBezTo>
                  <a:pt x="35" y="180"/>
                  <a:pt x="63" y="227"/>
                  <a:pt x="84" y="273"/>
                </a:cubicBezTo>
                <a:cubicBezTo>
                  <a:pt x="105" y="319"/>
                  <a:pt x="128" y="360"/>
                  <a:pt x="150" y="411"/>
                </a:cubicBezTo>
                <a:cubicBezTo>
                  <a:pt x="172" y="462"/>
                  <a:pt x="205" y="526"/>
                  <a:pt x="216" y="579"/>
                </a:cubicBezTo>
                <a:cubicBezTo>
                  <a:pt x="227" y="632"/>
                  <a:pt x="222" y="676"/>
                  <a:pt x="216" y="729"/>
                </a:cubicBezTo>
                <a:cubicBezTo>
                  <a:pt x="210" y="782"/>
                  <a:pt x="199" y="846"/>
                  <a:pt x="180" y="897"/>
                </a:cubicBezTo>
                <a:cubicBezTo>
                  <a:pt x="161" y="948"/>
                  <a:pt x="126" y="990"/>
                  <a:pt x="102" y="1038"/>
                </a:cubicBezTo>
                <a:cubicBezTo>
                  <a:pt x="78" y="1086"/>
                  <a:pt x="47" y="1152"/>
                  <a:pt x="33" y="1188"/>
                </a:cubicBezTo>
                <a:cubicBezTo>
                  <a:pt x="19" y="1224"/>
                  <a:pt x="20" y="1230"/>
                  <a:pt x="15" y="1257"/>
                </a:cubicBezTo>
                <a:cubicBezTo>
                  <a:pt x="10" y="1284"/>
                  <a:pt x="7" y="1315"/>
                  <a:pt x="3" y="1347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84349" name="任意多边形 184348"/>
          <p:cNvSpPr/>
          <p:nvPr/>
        </p:nvSpPr>
        <p:spPr>
          <a:xfrm>
            <a:off x="4267200" y="1843088"/>
            <a:ext cx="511175" cy="2147887"/>
          </a:xfrm>
          <a:custGeom>
            <a:avLst/>
            <a:gdLst/>
            <a:ahLst/>
            <a:cxnLst/>
            <a:pathLst>
              <a:path w="322" h="1353">
                <a:moveTo>
                  <a:pt x="4" y="0"/>
                </a:moveTo>
                <a:cubicBezTo>
                  <a:pt x="5" y="12"/>
                  <a:pt x="1" y="43"/>
                  <a:pt x="10" y="75"/>
                </a:cubicBezTo>
                <a:cubicBezTo>
                  <a:pt x="19" y="107"/>
                  <a:pt x="37" y="155"/>
                  <a:pt x="61" y="195"/>
                </a:cubicBezTo>
                <a:cubicBezTo>
                  <a:pt x="85" y="235"/>
                  <a:pt x="120" y="271"/>
                  <a:pt x="154" y="318"/>
                </a:cubicBezTo>
                <a:cubicBezTo>
                  <a:pt x="188" y="365"/>
                  <a:pt x="237" y="417"/>
                  <a:pt x="265" y="474"/>
                </a:cubicBezTo>
                <a:cubicBezTo>
                  <a:pt x="293" y="531"/>
                  <a:pt x="322" y="597"/>
                  <a:pt x="322" y="663"/>
                </a:cubicBezTo>
                <a:cubicBezTo>
                  <a:pt x="322" y="729"/>
                  <a:pt x="297" y="810"/>
                  <a:pt x="268" y="873"/>
                </a:cubicBezTo>
                <a:cubicBezTo>
                  <a:pt x="239" y="936"/>
                  <a:pt x="182" y="994"/>
                  <a:pt x="145" y="1044"/>
                </a:cubicBezTo>
                <a:cubicBezTo>
                  <a:pt x="108" y="1094"/>
                  <a:pt x="69" y="1135"/>
                  <a:pt x="46" y="1173"/>
                </a:cubicBezTo>
                <a:cubicBezTo>
                  <a:pt x="23" y="1211"/>
                  <a:pt x="14" y="1245"/>
                  <a:pt x="7" y="1275"/>
                </a:cubicBezTo>
                <a:cubicBezTo>
                  <a:pt x="0" y="1305"/>
                  <a:pt x="5" y="1337"/>
                  <a:pt x="4" y="1353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84350" name="任意多边形 184349"/>
          <p:cNvSpPr/>
          <p:nvPr/>
        </p:nvSpPr>
        <p:spPr>
          <a:xfrm>
            <a:off x="4564063" y="2219325"/>
            <a:ext cx="434975" cy="1385888"/>
          </a:xfrm>
          <a:custGeom>
            <a:avLst/>
            <a:gdLst/>
            <a:ahLst/>
            <a:cxnLst/>
            <a:pathLst>
              <a:path w="274" h="873">
                <a:moveTo>
                  <a:pt x="0" y="0"/>
                </a:moveTo>
                <a:cubicBezTo>
                  <a:pt x="19" y="14"/>
                  <a:pt x="75" y="43"/>
                  <a:pt x="114" y="84"/>
                </a:cubicBezTo>
                <a:cubicBezTo>
                  <a:pt x="153" y="125"/>
                  <a:pt x="208" y="185"/>
                  <a:pt x="234" y="246"/>
                </a:cubicBezTo>
                <a:cubicBezTo>
                  <a:pt x="260" y="307"/>
                  <a:pt x="274" y="383"/>
                  <a:pt x="273" y="450"/>
                </a:cubicBezTo>
                <a:cubicBezTo>
                  <a:pt x="272" y="517"/>
                  <a:pt x="253" y="593"/>
                  <a:pt x="225" y="651"/>
                </a:cubicBezTo>
                <a:cubicBezTo>
                  <a:pt x="197" y="709"/>
                  <a:pt x="138" y="764"/>
                  <a:pt x="102" y="801"/>
                </a:cubicBezTo>
                <a:cubicBezTo>
                  <a:pt x="66" y="838"/>
                  <a:pt x="26" y="858"/>
                  <a:pt x="6" y="873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84351" name="任意多边形 184350"/>
          <p:cNvSpPr/>
          <p:nvPr/>
        </p:nvSpPr>
        <p:spPr>
          <a:xfrm>
            <a:off x="4645025" y="2138363"/>
            <a:ext cx="658813" cy="1552575"/>
          </a:xfrm>
          <a:custGeom>
            <a:avLst/>
            <a:gdLst/>
            <a:ahLst/>
            <a:cxnLst/>
            <a:pathLst>
              <a:path w="415" h="978">
                <a:moveTo>
                  <a:pt x="6" y="0"/>
                </a:moveTo>
                <a:cubicBezTo>
                  <a:pt x="22" y="7"/>
                  <a:pt x="66" y="20"/>
                  <a:pt x="105" y="42"/>
                </a:cubicBezTo>
                <a:cubicBezTo>
                  <a:pt x="144" y="64"/>
                  <a:pt x="195" y="78"/>
                  <a:pt x="240" y="132"/>
                </a:cubicBezTo>
                <a:cubicBezTo>
                  <a:pt x="285" y="186"/>
                  <a:pt x="371" y="298"/>
                  <a:pt x="393" y="384"/>
                </a:cubicBezTo>
                <a:cubicBezTo>
                  <a:pt x="415" y="470"/>
                  <a:pt x="402" y="573"/>
                  <a:pt x="375" y="651"/>
                </a:cubicBezTo>
                <a:cubicBezTo>
                  <a:pt x="348" y="729"/>
                  <a:pt x="279" y="806"/>
                  <a:pt x="231" y="855"/>
                </a:cubicBezTo>
                <a:cubicBezTo>
                  <a:pt x="183" y="904"/>
                  <a:pt x="126" y="927"/>
                  <a:pt x="87" y="948"/>
                </a:cubicBezTo>
                <a:cubicBezTo>
                  <a:pt x="48" y="969"/>
                  <a:pt x="24" y="973"/>
                  <a:pt x="0" y="978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84352" name="任意多边形 184351"/>
          <p:cNvSpPr/>
          <p:nvPr/>
        </p:nvSpPr>
        <p:spPr>
          <a:xfrm>
            <a:off x="4673600" y="2052638"/>
            <a:ext cx="1023938" cy="1733550"/>
          </a:xfrm>
          <a:custGeom>
            <a:avLst/>
            <a:gdLst/>
            <a:ahLst/>
            <a:cxnLst/>
            <a:pathLst>
              <a:path w="645" h="1092">
                <a:moveTo>
                  <a:pt x="0" y="0"/>
                </a:moveTo>
                <a:cubicBezTo>
                  <a:pt x="29" y="8"/>
                  <a:pt x="101" y="16"/>
                  <a:pt x="174" y="48"/>
                </a:cubicBezTo>
                <a:cubicBezTo>
                  <a:pt x="247" y="80"/>
                  <a:pt x="369" y="142"/>
                  <a:pt x="438" y="192"/>
                </a:cubicBezTo>
                <a:cubicBezTo>
                  <a:pt x="507" y="242"/>
                  <a:pt x="557" y="290"/>
                  <a:pt x="591" y="351"/>
                </a:cubicBezTo>
                <a:cubicBezTo>
                  <a:pt x="625" y="412"/>
                  <a:pt x="645" y="493"/>
                  <a:pt x="642" y="561"/>
                </a:cubicBezTo>
                <a:cubicBezTo>
                  <a:pt x="639" y="629"/>
                  <a:pt x="609" y="703"/>
                  <a:pt x="570" y="762"/>
                </a:cubicBezTo>
                <a:cubicBezTo>
                  <a:pt x="531" y="821"/>
                  <a:pt x="475" y="868"/>
                  <a:pt x="408" y="915"/>
                </a:cubicBezTo>
                <a:cubicBezTo>
                  <a:pt x="341" y="962"/>
                  <a:pt x="235" y="1015"/>
                  <a:pt x="168" y="1044"/>
                </a:cubicBezTo>
                <a:cubicBezTo>
                  <a:pt x="101" y="1073"/>
                  <a:pt x="40" y="1082"/>
                  <a:pt x="6" y="109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84353" name="组合 184352"/>
          <p:cNvGrpSpPr/>
          <p:nvPr/>
        </p:nvGrpSpPr>
        <p:grpSpPr>
          <a:xfrm>
            <a:off x="2538413" y="1846263"/>
            <a:ext cx="3552825" cy="2160587"/>
            <a:chOff x="3227" y="1409"/>
            <a:chExt cx="2238" cy="1361"/>
          </a:xfrm>
        </p:grpSpPr>
        <p:grpSp>
          <p:nvGrpSpPr>
            <p:cNvPr id="11278" name="组合 184353"/>
            <p:cNvGrpSpPr/>
            <p:nvPr/>
          </p:nvGrpSpPr>
          <p:grpSpPr>
            <a:xfrm>
              <a:off x="3227" y="1409"/>
              <a:ext cx="2238" cy="1361"/>
              <a:chOff x="3227" y="1409"/>
              <a:chExt cx="2238" cy="1361"/>
            </a:xfrm>
          </p:grpSpPr>
          <p:grpSp>
            <p:nvGrpSpPr>
              <p:cNvPr id="11279" name="组合 184354"/>
              <p:cNvGrpSpPr/>
              <p:nvPr/>
            </p:nvGrpSpPr>
            <p:grpSpPr>
              <a:xfrm>
                <a:off x="4422" y="1409"/>
                <a:ext cx="1043" cy="1361"/>
                <a:chOff x="677" y="1409"/>
                <a:chExt cx="2295" cy="1361"/>
              </a:xfrm>
            </p:grpSpPr>
            <p:sp>
              <p:nvSpPr>
                <p:cNvPr id="11280" name="矩形 184355"/>
                <p:cNvSpPr/>
                <p:nvPr/>
              </p:nvSpPr>
              <p:spPr>
                <a:xfrm>
                  <a:off x="677" y="1409"/>
                  <a:ext cx="2295" cy="66"/>
                </a:xfrm>
                <a:prstGeom prst="rect">
                  <a:avLst/>
                </a:prstGeom>
                <a:pattFill prst="dkUpDiag">
                  <a:fgClr>
                    <a:schemeClr val="bg1"/>
                  </a:fgClr>
                  <a:bgClr>
                    <a:schemeClr val="bg2"/>
                  </a:bgClr>
                </a:pattFill>
                <a:ln w="31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281" name="矩形 184356"/>
                <p:cNvSpPr/>
                <p:nvPr/>
              </p:nvSpPr>
              <p:spPr>
                <a:xfrm>
                  <a:off x="677" y="2704"/>
                  <a:ext cx="2295" cy="66"/>
                </a:xfrm>
                <a:prstGeom prst="rect">
                  <a:avLst/>
                </a:prstGeom>
                <a:pattFill prst="dkUpDiag">
                  <a:fgClr>
                    <a:schemeClr val="bg1"/>
                  </a:fgClr>
                  <a:bgClr>
                    <a:schemeClr val="bg2"/>
                  </a:bgClr>
                </a:pattFill>
                <a:ln w="31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282" name="组合 184357"/>
              <p:cNvGrpSpPr/>
              <p:nvPr/>
            </p:nvGrpSpPr>
            <p:grpSpPr>
              <a:xfrm>
                <a:off x="3227" y="1544"/>
                <a:ext cx="787" cy="1076"/>
                <a:chOff x="3227" y="1544"/>
                <a:chExt cx="787" cy="1076"/>
              </a:xfrm>
            </p:grpSpPr>
            <p:grpSp>
              <p:nvGrpSpPr>
                <p:cNvPr id="11283" name="组合 184358"/>
                <p:cNvGrpSpPr/>
                <p:nvPr/>
              </p:nvGrpSpPr>
              <p:grpSpPr>
                <a:xfrm>
                  <a:off x="3227" y="1544"/>
                  <a:ext cx="787" cy="1076"/>
                  <a:chOff x="3227" y="1544"/>
                  <a:chExt cx="787" cy="1076"/>
                </a:xfrm>
              </p:grpSpPr>
              <p:sp>
                <p:nvSpPr>
                  <p:cNvPr id="11284" name="矩形 184359"/>
                  <p:cNvSpPr/>
                  <p:nvPr/>
                </p:nvSpPr>
                <p:spPr>
                  <a:xfrm>
                    <a:off x="3227" y="1544"/>
                    <a:ext cx="787" cy="66"/>
                  </a:xfrm>
                  <a:prstGeom prst="rect">
                    <a:avLst/>
                  </a:prstGeom>
                  <a:pattFill prst="dkUpDiag">
                    <a:fgClr>
                      <a:schemeClr val="bg1"/>
                    </a:fgClr>
                    <a:bgClr>
                      <a:schemeClr val="bg2"/>
                    </a:bgClr>
                  </a:pattFill>
                  <a:ln w="317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t" anchorCtr="0"/>
                  <a:p>
                    <a:endParaRPr lang="zh-CN" altLang="en-US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285" name="矩形 184360"/>
                  <p:cNvSpPr/>
                  <p:nvPr/>
                </p:nvSpPr>
                <p:spPr>
                  <a:xfrm>
                    <a:off x="3227" y="2554"/>
                    <a:ext cx="787" cy="66"/>
                  </a:xfrm>
                  <a:prstGeom prst="rect">
                    <a:avLst/>
                  </a:prstGeom>
                  <a:pattFill prst="dkUpDiag">
                    <a:fgClr>
                      <a:schemeClr val="bg1"/>
                    </a:fgClr>
                    <a:bgClr>
                      <a:schemeClr val="bg2"/>
                    </a:bgClr>
                  </a:pattFill>
                  <a:ln w="317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t" anchorCtr="0"/>
                  <a:p>
                    <a:endParaRPr lang="zh-CN" altLang="en-US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1286" name="组合 184361"/>
                <p:cNvGrpSpPr/>
                <p:nvPr/>
              </p:nvGrpSpPr>
              <p:grpSpPr>
                <a:xfrm>
                  <a:off x="3596" y="2298"/>
                  <a:ext cx="67" cy="274"/>
                  <a:chOff x="3696" y="2338"/>
                  <a:chExt cx="67" cy="274"/>
                </a:xfrm>
              </p:grpSpPr>
              <p:sp>
                <p:nvSpPr>
                  <p:cNvPr id="11287" name="矩形 184362"/>
                  <p:cNvSpPr/>
                  <p:nvPr/>
                </p:nvSpPr>
                <p:spPr>
                  <a:xfrm rot="-5400000">
                    <a:off x="3592" y="2442"/>
                    <a:ext cx="274" cy="66"/>
                  </a:xfrm>
                  <a:prstGeom prst="rect">
                    <a:avLst/>
                  </a:prstGeom>
                  <a:pattFill prst="dkUpDiag">
                    <a:fgClr>
                      <a:schemeClr val="bg1"/>
                    </a:fgClr>
                    <a:bgClr>
                      <a:schemeClr val="bg2"/>
                    </a:bgClr>
                  </a:pattFill>
                  <a:ln w="317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t" anchorCtr="0"/>
                  <a:p>
                    <a:endParaRPr lang="zh-CN" altLang="en-US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1288" name="组合 184363"/>
                  <p:cNvGrpSpPr/>
                  <p:nvPr/>
                </p:nvGrpSpPr>
                <p:grpSpPr>
                  <a:xfrm>
                    <a:off x="3696" y="2338"/>
                    <a:ext cx="67" cy="257"/>
                    <a:chOff x="3696" y="3432"/>
                    <a:chExt cx="67" cy="269"/>
                  </a:xfrm>
                </p:grpSpPr>
                <p:sp>
                  <p:nvSpPr>
                    <p:cNvPr id="11289" name="直接连接符 184364"/>
                    <p:cNvSpPr/>
                    <p:nvPr/>
                  </p:nvSpPr>
                  <p:spPr>
                    <a:xfrm>
                      <a:off x="3696" y="3433"/>
                      <a:ext cx="0" cy="268"/>
                    </a:xfrm>
                    <a:prstGeom prst="line">
                      <a:avLst/>
                    </a:prstGeom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1290" name="直接连接符 184365"/>
                    <p:cNvSpPr/>
                    <p:nvPr/>
                  </p:nvSpPr>
                  <p:spPr>
                    <a:xfrm>
                      <a:off x="3763" y="3433"/>
                      <a:ext cx="0" cy="268"/>
                    </a:xfrm>
                    <a:prstGeom prst="line">
                      <a:avLst/>
                    </a:prstGeom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1291" name="直接连接符 184366"/>
                    <p:cNvSpPr/>
                    <p:nvPr/>
                  </p:nvSpPr>
                  <p:spPr>
                    <a:xfrm>
                      <a:off x="3698" y="3432"/>
                      <a:ext cx="64" cy="0"/>
                    </a:xfrm>
                    <a:prstGeom prst="line">
                      <a:avLst/>
                    </a:prstGeom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11292" name="组合 184367"/>
                <p:cNvGrpSpPr/>
                <p:nvPr/>
              </p:nvGrpSpPr>
              <p:grpSpPr>
                <a:xfrm rot="10800000">
                  <a:off x="3596" y="1593"/>
                  <a:ext cx="67" cy="274"/>
                  <a:chOff x="3696" y="2338"/>
                  <a:chExt cx="67" cy="274"/>
                </a:xfrm>
              </p:grpSpPr>
              <p:sp>
                <p:nvSpPr>
                  <p:cNvPr id="11293" name="矩形 184368"/>
                  <p:cNvSpPr/>
                  <p:nvPr/>
                </p:nvSpPr>
                <p:spPr>
                  <a:xfrm rot="-5400000">
                    <a:off x="3592" y="2442"/>
                    <a:ext cx="274" cy="66"/>
                  </a:xfrm>
                  <a:prstGeom prst="rect">
                    <a:avLst/>
                  </a:prstGeom>
                  <a:pattFill prst="dkUpDiag">
                    <a:fgClr>
                      <a:schemeClr val="bg1"/>
                    </a:fgClr>
                    <a:bgClr>
                      <a:schemeClr val="bg2"/>
                    </a:bgClr>
                  </a:pattFill>
                  <a:ln w="317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t" anchorCtr="0"/>
                  <a:p>
                    <a:endParaRPr lang="zh-CN" altLang="en-US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1294" name="组合 184369"/>
                  <p:cNvGrpSpPr/>
                  <p:nvPr/>
                </p:nvGrpSpPr>
                <p:grpSpPr>
                  <a:xfrm>
                    <a:off x="3696" y="2338"/>
                    <a:ext cx="67" cy="257"/>
                    <a:chOff x="3696" y="3432"/>
                    <a:chExt cx="67" cy="269"/>
                  </a:xfrm>
                </p:grpSpPr>
                <p:sp>
                  <p:nvSpPr>
                    <p:cNvPr id="11295" name="直接连接符 184370"/>
                    <p:cNvSpPr/>
                    <p:nvPr/>
                  </p:nvSpPr>
                  <p:spPr>
                    <a:xfrm>
                      <a:off x="3696" y="3433"/>
                      <a:ext cx="0" cy="268"/>
                    </a:xfrm>
                    <a:prstGeom prst="line">
                      <a:avLst/>
                    </a:prstGeom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1296" name="直接连接符 184371"/>
                    <p:cNvSpPr/>
                    <p:nvPr/>
                  </p:nvSpPr>
                  <p:spPr>
                    <a:xfrm>
                      <a:off x="3763" y="3433"/>
                      <a:ext cx="0" cy="268"/>
                    </a:xfrm>
                    <a:prstGeom prst="line">
                      <a:avLst/>
                    </a:prstGeom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1297" name="直接连接符 184372"/>
                    <p:cNvSpPr/>
                    <p:nvPr/>
                  </p:nvSpPr>
                  <p:spPr>
                    <a:xfrm>
                      <a:off x="3698" y="3432"/>
                      <a:ext cx="64" cy="0"/>
                    </a:xfrm>
                    <a:prstGeom prst="line">
                      <a:avLst/>
                    </a:prstGeom>
                    <a:ln w="31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</p:grpSp>
        <p:grpSp>
          <p:nvGrpSpPr>
            <p:cNvPr id="11298" name="组合 184373"/>
            <p:cNvGrpSpPr/>
            <p:nvPr/>
          </p:nvGrpSpPr>
          <p:grpSpPr>
            <a:xfrm>
              <a:off x="3241" y="1473"/>
              <a:ext cx="2177" cy="1230"/>
              <a:chOff x="3241" y="1473"/>
              <a:chExt cx="2177" cy="1230"/>
            </a:xfrm>
          </p:grpSpPr>
          <p:grpSp>
            <p:nvGrpSpPr>
              <p:cNvPr id="11299" name="组合 184374"/>
              <p:cNvGrpSpPr/>
              <p:nvPr/>
            </p:nvGrpSpPr>
            <p:grpSpPr>
              <a:xfrm>
                <a:off x="3726" y="1473"/>
                <a:ext cx="1593" cy="1230"/>
                <a:chOff x="3726" y="1473"/>
                <a:chExt cx="1593" cy="1230"/>
              </a:xfrm>
            </p:grpSpPr>
            <p:sp>
              <p:nvSpPr>
                <p:cNvPr id="11300" name="任意多边形 184375"/>
                <p:cNvSpPr/>
                <p:nvPr/>
              </p:nvSpPr>
              <p:spPr>
                <a:xfrm>
                  <a:off x="3980" y="1476"/>
                  <a:ext cx="600" cy="253"/>
                </a:xfrm>
                <a:custGeom>
                  <a:avLst/>
                  <a:gdLst/>
                  <a:ahLst/>
                  <a:cxnLst/>
                  <a:pathLst>
                    <a:path w="600" h="253">
                      <a:moveTo>
                        <a:pt x="0" y="138"/>
                      </a:moveTo>
                      <a:cubicBezTo>
                        <a:pt x="6" y="173"/>
                        <a:pt x="25" y="212"/>
                        <a:pt x="79" y="230"/>
                      </a:cubicBezTo>
                      <a:cubicBezTo>
                        <a:pt x="134" y="248"/>
                        <a:pt x="220" y="253"/>
                        <a:pt x="295" y="246"/>
                      </a:cubicBezTo>
                      <a:cubicBezTo>
                        <a:pt x="370" y="239"/>
                        <a:pt x="433" y="218"/>
                        <a:pt x="481" y="188"/>
                      </a:cubicBezTo>
                      <a:cubicBezTo>
                        <a:pt x="551" y="145"/>
                        <a:pt x="564" y="131"/>
                        <a:pt x="582" y="69"/>
                      </a:cubicBezTo>
                      <a:cubicBezTo>
                        <a:pt x="600" y="7"/>
                        <a:pt x="592" y="14"/>
                        <a:pt x="594" y="0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1301" name="任意多边形 184376"/>
                <p:cNvSpPr/>
                <p:nvPr/>
              </p:nvSpPr>
              <p:spPr>
                <a:xfrm>
                  <a:off x="3856" y="1474"/>
                  <a:ext cx="1128" cy="372"/>
                </a:xfrm>
                <a:custGeom>
                  <a:avLst/>
                  <a:gdLst/>
                  <a:ahLst/>
                  <a:cxnLst/>
                  <a:pathLst>
                    <a:path w="1128" h="372">
                      <a:moveTo>
                        <a:pt x="0" y="138"/>
                      </a:moveTo>
                      <a:cubicBezTo>
                        <a:pt x="4" y="152"/>
                        <a:pt x="0" y="188"/>
                        <a:pt x="22" y="224"/>
                      </a:cubicBezTo>
                      <a:cubicBezTo>
                        <a:pt x="44" y="260"/>
                        <a:pt x="70" y="276"/>
                        <a:pt x="134" y="302"/>
                      </a:cubicBezTo>
                      <a:cubicBezTo>
                        <a:pt x="198" y="328"/>
                        <a:pt x="306" y="356"/>
                        <a:pt x="406" y="364"/>
                      </a:cubicBezTo>
                      <a:cubicBezTo>
                        <a:pt x="506" y="372"/>
                        <a:pt x="649" y="360"/>
                        <a:pt x="734" y="348"/>
                      </a:cubicBezTo>
                      <a:cubicBezTo>
                        <a:pt x="819" y="336"/>
                        <a:pt x="860" y="319"/>
                        <a:pt x="916" y="290"/>
                      </a:cubicBezTo>
                      <a:cubicBezTo>
                        <a:pt x="972" y="261"/>
                        <a:pt x="1036" y="206"/>
                        <a:pt x="1068" y="172"/>
                      </a:cubicBezTo>
                      <a:cubicBezTo>
                        <a:pt x="1100" y="138"/>
                        <a:pt x="1100" y="115"/>
                        <a:pt x="1110" y="86"/>
                      </a:cubicBezTo>
                      <a:cubicBezTo>
                        <a:pt x="1120" y="57"/>
                        <a:pt x="1124" y="28"/>
                        <a:pt x="1128" y="0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1302" name="任意多边形 184377"/>
                <p:cNvSpPr/>
                <p:nvPr/>
              </p:nvSpPr>
              <p:spPr>
                <a:xfrm>
                  <a:off x="3735" y="1473"/>
                  <a:ext cx="1584" cy="503"/>
                </a:xfrm>
                <a:custGeom>
                  <a:avLst/>
                  <a:gdLst/>
                  <a:ahLst/>
                  <a:cxnLst/>
                  <a:pathLst>
                    <a:path w="1584" h="503">
                      <a:moveTo>
                        <a:pt x="0" y="144"/>
                      </a:moveTo>
                      <a:cubicBezTo>
                        <a:pt x="4" y="162"/>
                        <a:pt x="6" y="213"/>
                        <a:pt x="27" y="255"/>
                      </a:cubicBezTo>
                      <a:cubicBezTo>
                        <a:pt x="48" y="297"/>
                        <a:pt x="69" y="327"/>
                        <a:pt x="141" y="369"/>
                      </a:cubicBezTo>
                      <a:cubicBezTo>
                        <a:pt x="213" y="411"/>
                        <a:pt x="286" y="449"/>
                        <a:pt x="411" y="468"/>
                      </a:cubicBezTo>
                      <a:cubicBezTo>
                        <a:pt x="536" y="487"/>
                        <a:pt x="739" y="503"/>
                        <a:pt x="891" y="486"/>
                      </a:cubicBezTo>
                      <a:cubicBezTo>
                        <a:pt x="1043" y="469"/>
                        <a:pt x="1215" y="423"/>
                        <a:pt x="1326" y="363"/>
                      </a:cubicBezTo>
                      <a:cubicBezTo>
                        <a:pt x="1437" y="303"/>
                        <a:pt x="1446" y="288"/>
                        <a:pt x="1512" y="213"/>
                      </a:cubicBezTo>
                      <a:cubicBezTo>
                        <a:pt x="1578" y="138"/>
                        <a:pt x="1560" y="131"/>
                        <a:pt x="1572" y="96"/>
                      </a:cubicBezTo>
                      <a:cubicBezTo>
                        <a:pt x="1584" y="61"/>
                        <a:pt x="1582" y="20"/>
                        <a:pt x="1584" y="0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1303" name="任意多边形 184378"/>
                <p:cNvSpPr/>
                <p:nvPr/>
              </p:nvSpPr>
              <p:spPr>
                <a:xfrm>
                  <a:off x="3726" y="2193"/>
                  <a:ext cx="1590" cy="507"/>
                </a:xfrm>
                <a:custGeom>
                  <a:avLst/>
                  <a:gdLst/>
                  <a:ahLst/>
                  <a:cxnLst/>
                  <a:pathLst>
                    <a:path w="1590" h="507">
                      <a:moveTo>
                        <a:pt x="3" y="354"/>
                      </a:moveTo>
                      <a:cubicBezTo>
                        <a:pt x="7" y="337"/>
                        <a:pt x="0" y="303"/>
                        <a:pt x="27" y="249"/>
                      </a:cubicBezTo>
                      <a:cubicBezTo>
                        <a:pt x="54" y="195"/>
                        <a:pt x="61" y="188"/>
                        <a:pt x="99" y="159"/>
                      </a:cubicBezTo>
                      <a:cubicBezTo>
                        <a:pt x="137" y="130"/>
                        <a:pt x="189" y="99"/>
                        <a:pt x="255" y="75"/>
                      </a:cubicBezTo>
                      <a:cubicBezTo>
                        <a:pt x="321" y="51"/>
                        <a:pt x="390" y="25"/>
                        <a:pt x="495" y="15"/>
                      </a:cubicBezTo>
                      <a:cubicBezTo>
                        <a:pt x="600" y="5"/>
                        <a:pt x="767" y="0"/>
                        <a:pt x="888" y="12"/>
                      </a:cubicBezTo>
                      <a:cubicBezTo>
                        <a:pt x="1009" y="24"/>
                        <a:pt x="1128" y="54"/>
                        <a:pt x="1221" y="87"/>
                      </a:cubicBezTo>
                      <a:cubicBezTo>
                        <a:pt x="1314" y="120"/>
                        <a:pt x="1386" y="158"/>
                        <a:pt x="1446" y="210"/>
                      </a:cubicBezTo>
                      <a:cubicBezTo>
                        <a:pt x="1506" y="262"/>
                        <a:pt x="1581" y="351"/>
                        <a:pt x="1584" y="399"/>
                      </a:cubicBezTo>
                      <a:cubicBezTo>
                        <a:pt x="1587" y="447"/>
                        <a:pt x="1590" y="484"/>
                        <a:pt x="1590" y="507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1304" name="任意多边形 184379"/>
                <p:cNvSpPr/>
                <p:nvPr/>
              </p:nvSpPr>
              <p:spPr>
                <a:xfrm>
                  <a:off x="3852" y="2314"/>
                  <a:ext cx="1134" cy="389"/>
                </a:xfrm>
                <a:custGeom>
                  <a:avLst/>
                  <a:gdLst/>
                  <a:ahLst/>
                  <a:cxnLst/>
                  <a:pathLst>
                    <a:path w="1134" h="389">
                      <a:moveTo>
                        <a:pt x="3" y="239"/>
                      </a:moveTo>
                      <a:cubicBezTo>
                        <a:pt x="7" y="225"/>
                        <a:pt x="0" y="200"/>
                        <a:pt x="27" y="155"/>
                      </a:cubicBezTo>
                      <a:cubicBezTo>
                        <a:pt x="54" y="110"/>
                        <a:pt x="85" y="92"/>
                        <a:pt x="141" y="68"/>
                      </a:cubicBezTo>
                      <a:cubicBezTo>
                        <a:pt x="197" y="44"/>
                        <a:pt x="276" y="20"/>
                        <a:pt x="363" y="11"/>
                      </a:cubicBezTo>
                      <a:cubicBezTo>
                        <a:pt x="450" y="2"/>
                        <a:pt x="571" y="0"/>
                        <a:pt x="663" y="11"/>
                      </a:cubicBezTo>
                      <a:cubicBezTo>
                        <a:pt x="755" y="22"/>
                        <a:pt x="852" y="53"/>
                        <a:pt x="915" y="80"/>
                      </a:cubicBezTo>
                      <a:cubicBezTo>
                        <a:pt x="978" y="107"/>
                        <a:pt x="1007" y="138"/>
                        <a:pt x="1041" y="173"/>
                      </a:cubicBezTo>
                      <a:cubicBezTo>
                        <a:pt x="1075" y="208"/>
                        <a:pt x="1107" y="254"/>
                        <a:pt x="1122" y="290"/>
                      </a:cubicBezTo>
                      <a:cubicBezTo>
                        <a:pt x="1134" y="344"/>
                        <a:pt x="1129" y="369"/>
                        <a:pt x="1131" y="389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1305" name="任意多边形 184380"/>
                <p:cNvSpPr/>
                <p:nvPr/>
              </p:nvSpPr>
              <p:spPr>
                <a:xfrm>
                  <a:off x="3981" y="2432"/>
                  <a:ext cx="594" cy="271"/>
                </a:xfrm>
                <a:custGeom>
                  <a:avLst/>
                  <a:gdLst/>
                  <a:ahLst/>
                  <a:cxnLst/>
                  <a:pathLst>
                    <a:path w="594" h="271">
                      <a:moveTo>
                        <a:pt x="0" y="121"/>
                      </a:moveTo>
                      <a:cubicBezTo>
                        <a:pt x="2" y="113"/>
                        <a:pt x="2" y="86"/>
                        <a:pt x="14" y="70"/>
                      </a:cubicBezTo>
                      <a:cubicBezTo>
                        <a:pt x="26" y="54"/>
                        <a:pt x="42" y="33"/>
                        <a:pt x="72" y="22"/>
                      </a:cubicBezTo>
                      <a:cubicBezTo>
                        <a:pt x="102" y="11"/>
                        <a:pt x="155" y="6"/>
                        <a:pt x="192" y="3"/>
                      </a:cubicBezTo>
                      <a:cubicBezTo>
                        <a:pt x="229" y="0"/>
                        <a:pt x="260" y="1"/>
                        <a:pt x="297" y="6"/>
                      </a:cubicBezTo>
                      <a:cubicBezTo>
                        <a:pt x="334" y="11"/>
                        <a:pt x="378" y="19"/>
                        <a:pt x="413" y="31"/>
                      </a:cubicBezTo>
                      <a:cubicBezTo>
                        <a:pt x="448" y="43"/>
                        <a:pt x="483" y="62"/>
                        <a:pt x="506" y="78"/>
                      </a:cubicBezTo>
                      <a:cubicBezTo>
                        <a:pt x="529" y="94"/>
                        <a:pt x="538" y="106"/>
                        <a:pt x="551" y="127"/>
                      </a:cubicBezTo>
                      <a:cubicBezTo>
                        <a:pt x="564" y="148"/>
                        <a:pt x="580" y="161"/>
                        <a:pt x="587" y="205"/>
                      </a:cubicBezTo>
                      <a:cubicBezTo>
                        <a:pt x="594" y="249"/>
                        <a:pt x="592" y="257"/>
                        <a:pt x="593" y="271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1306" name="直接连接符 184381"/>
              <p:cNvSpPr/>
              <p:nvPr/>
            </p:nvSpPr>
            <p:spPr>
              <a:xfrm>
                <a:off x="3241" y="2082"/>
                <a:ext cx="2177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184383" name="文本框 184382"/>
          <p:cNvSpPr txBox="1"/>
          <p:nvPr/>
        </p:nvSpPr>
        <p:spPr>
          <a:xfrm>
            <a:off x="5795963" y="2216150"/>
            <a:ext cx="122555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>
                <a:schemeClr val="bg1"/>
              </a:buClr>
            </a:pPr>
            <a:r>
              <a:rPr lang="zh-CN" altLang="en-US" sz="2000" b="1" dirty="0">
                <a:solidFill>
                  <a:srgbClr val="FF0066"/>
                </a:solidFill>
                <a:latin typeface="Times New Roman" panose="02020603050405020304" pitchFamily="18" charset="0"/>
                <a:ea typeface="仿宋_GB2312" pitchFamily="49" charset="-122"/>
              </a:rPr>
              <a:t>电场线</a:t>
            </a:r>
            <a:endParaRPr lang="zh-CN" altLang="en-US" sz="2000" b="1" dirty="0">
              <a:solidFill>
                <a:srgbClr val="FF00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84384" name="文本框 184383"/>
          <p:cNvSpPr txBox="1"/>
          <p:nvPr/>
        </p:nvSpPr>
        <p:spPr>
          <a:xfrm>
            <a:off x="3213100" y="3865563"/>
            <a:ext cx="10795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>
                <a:schemeClr val="bg1"/>
              </a:buClr>
            </a:pPr>
            <a:r>
              <a:rPr lang="zh-CN" altLang="en-US" sz="2000" b="1" dirty="0">
                <a:latin typeface="Times New Roman" panose="02020603050405020304" pitchFamily="18" charset="0"/>
                <a:ea typeface="仿宋_GB2312" pitchFamily="49" charset="-122"/>
              </a:rPr>
              <a:t>等势面</a:t>
            </a:r>
            <a:endParaRPr lang="zh-CN" altLang="en-US" sz="2000" b="1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8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8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1000"/>
                                        <p:tgtEl>
                                          <p:spTgt spid="18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8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8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1000"/>
                                        <p:tgtEl>
                                          <p:spTgt spid="18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8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18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8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0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18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8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8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8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8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4" grpId="0"/>
      <p:bldP spid="184383" grpId="0"/>
      <p:bldP spid="18438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289" name="Picture 2" descr="心脏等电位线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0188" y="1430338"/>
            <a:ext cx="3529012" cy="4208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9091" name="Text Box 3"/>
          <p:cNvSpPr txBox="1"/>
          <p:nvPr/>
        </p:nvSpPr>
        <p:spPr>
          <a:xfrm>
            <a:off x="5334000" y="2468563"/>
            <a:ext cx="3429000" cy="13731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人心脏的等电势面，类似于电偶极子的等势面。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0"/>
          <p:cNvSpPr>
            <a:spLocks noChangeArrowheads="1"/>
          </p:cNvSpPr>
          <p:nvPr/>
        </p:nvSpPr>
        <p:spPr bwMode="auto">
          <a:xfrm>
            <a:off x="1241782" y="1035391"/>
            <a:ext cx="1615719" cy="106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00" b="0" dirty="0">
                <a:latin typeface="黑体" panose="02010609060101010101" pitchFamily="49" charset="-122"/>
                <a:ea typeface="黑体" panose="02010609060101010101" pitchFamily="49" charset="-122"/>
              </a:rPr>
              <a:t>一 等势面</a:t>
            </a:r>
            <a:endParaRPr lang="zh-CN" altLang="en-US" sz="1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Picture 6" descr="T1160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54000" contrast="7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878" y="914698"/>
            <a:ext cx="3077753" cy="2136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8" name="Object 7"/>
          <p:cNvGraphicFramePr/>
          <p:nvPr/>
        </p:nvGraphicFramePr>
        <p:xfrm>
          <a:off x="1752600" y="1600200"/>
          <a:ext cx="3562985" cy="63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name="公式" r:id="rId2" imgW="1333500" imgH="228600" progId="Equation.3">
                  <p:embed/>
                </p:oleObj>
              </mc:Choice>
              <mc:Fallback>
                <p:oleObj name="公式" r:id="rId2" imgW="1333500" imgH="22860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600200"/>
                        <a:ext cx="3562985" cy="63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FFFF99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rgbClr val="FFFF99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8"/>
          <p:cNvSpPr txBox="1">
            <a:spLocks noChangeArrowheads="1"/>
          </p:cNvSpPr>
          <p:nvPr/>
        </p:nvSpPr>
        <p:spPr bwMode="auto">
          <a:xfrm>
            <a:off x="685800" y="914400"/>
            <a:ext cx="59328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规定：相邻等势面之间的电势差相等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kumimoji="1" lang="zh-CN" altLang="en-US" sz="2800" b="1" dirty="0"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Text Box 32"/>
          <p:cNvSpPr txBox="1">
            <a:spLocks noChangeArrowheads="1"/>
          </p:cNvSpPr>
          <p:nvPr/>
        </p:nvSpPr>
        <p:spPr bwMode="auto">
          <a:xfrm>
            <a:off x="381000" y="2514600"/>
            <a:ext cx="50482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等势面与电场线的关系：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" name="Text Box 33"/>
          <p:cNvSpPr txBox="1">
            <a:spLocks noChangeArrowheads="1"/>
          </p:cNvSpPr>
          <p:nvPr/>
        </p:nvSpPr>
        <p:spPr bwMode="auto">
          <a:xfrm>
            <a:off x="583032" y="3276877"/>
            <a:ext cx="464343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en-US" altLang="zh-CN" sz="21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等势面与电场线处处正交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kumimoji="1"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Text Box 34"/>
          <p:cNvSpPr txBox="1">
            <a:spLocks noChangeArrowheads="1"/>
          </p:cNvSpPr>
          <p:nvPr/>
        </p:nvSpPr>
        <p:spPr bwMode="auto">
          <a:xfrm>
            <a:off x="533502" y="3962438"/>
            <a:ext cx="4913709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en-US" altLang="zh-CN" sz="21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电场线指向电势降低的方向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kumimoji="1"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Text Box 35"/>
          <p:cNvSpPr txBox="1">
            <a:spLocks noChangeArrowheads="1"/>
          </p:cNvSpPr>
          <p:nvPr/>
        </p:nvSpPr>
        <p:spPr bwMode="auto">
          <a:xfrm>
            <a:off x="516992" y="4648080"/>
            <a:ext cx="6101953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en-US" altLang="zh-CN" sz="21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等势面和电场线密集处场强量值大，稀疏处场强量值小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kumimoji="1"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6400800" y="3657600"/>
            <a:ext cx="2550160" cy="2574925"/>
            <a:chOff x="3264" y="1728"/>
            <a:chExt cx="2016" cy="1968"/>
          </a:xfrm>
        </p:grpSpPr>
        <p:sp>
          <p:nvSpPr>
            <p:cNvPr id="5124" name="Line 7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3264" y="2750"/>
              <a:ext cx="201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olid"/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5" name="Line 8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 flipH="1" flipV="1">
              <a:off x="3298" y="2381"/>
              <a:ext cx="1869" cy="73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olid"/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6" name="Line 9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 flipH="1" flipV="1">
              <a:off x="3508" y="2067"/>
              <a:ext cx="1476" cy="135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olid"/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" name="Line 10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 flipH="1">
              <a:off x="3862" y="1821"/>
              <a:ext cx="797" cy="178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olid"/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8" name="Line 11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H="1">
              <a:off x="3326" y="2414"/>
              <a:ext cx="1894" cy="6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olid"/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9" name="Line 12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flipV="1">
              <a:off x="3547" y="2028"/>
              <a:ext cx="1451" cy="136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olid"/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" name="Line 13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V="1">
              <a:off x="4232" y="1728"/>
              <a:ext cx="0" cy="196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olid"/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1" name="Line 14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H="1" flipV="1">
              <a:off x="3823" y="1812"/>
              <a:ext cx="820" cy="179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olid"/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2" name="Oval 15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157" y="2657"/>
              <a:ext cx="191" cy="186"/>
            </a:xfrm>
            <a:prstGeom prst="ellipse">
              <a:avLst/>
            </a:prstGeom>
            <a:solidFill>
              <a:srgbClr val="CC0066"/>
            </a:solidFill>
            <a:ln w="12700">
              <a:solidFill>
                <a:schemeClr val="tx1"/>
              </a:solidFill>
              <a:prstDash val="dash"/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33" name="Rectangle 1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128" y="2544"/>
              <a:ext cx="295" cy="493"/>
            </a:xfrm>
            <a:prstGeom prst="rect">
              <a:avLst/>
            </a:prstGeom>
            <a:noFill/>
            <a:ln w="9525">
              <a:noFill/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3600" b="1">
                  <a:latin typeface="Bookman Old Style" panose="02050604050505020204" pitchFamily="18" charset="0"/>
                </a:rPr>
                <a:t>+</a:t>
              </a:r>
              <a:endParaRPr lang="en-US" altLang="zh-CN" sz="3600" b="1">
                <a:latin typeface="Bookman Old Style" panose="02050604050505020204" pitchFamily="18" charset="0"/>
              </a:endParaRPr>
            </a:p>
          </p:txBody>
        </p:sp>
        <p:sp>
          <p:nvSpPr>
            <p:cNvPr id="5134" name="Oval 17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761" y="2271"/>
              <a:ext cx="982" cy="958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>
                <a:solidFill>
                  <a:srgbClr val="CC3300"/>
                </a:solidFill>
              </a:endParaRPr>
            </a:p>
          </p:txBody>
        </p:sp>
        <p:sp>
          <p:nvSpPr>
            <p:cNvPr id="5135" name="Oval 18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959" y="2464"/>
              <a:ext cx="586" cy="572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36" name="Oval 19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445" y="1923"/>
              <a:ext cx="1654" cy="1615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37" name="Oval 20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078" y="2579"/>
              <a:ext cx="349" cy="341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>
                <a:solidFill>
                  <a:srgbClr val="CC3300"/>
                </a:solidFill>
              </a:endParaRPr>
            </a:p>
          </p:txBody>
        </p:sp>
      </p:grpSp>
    </p:spTree>
    <p:custDataLst>
      <p:tags r:id="rId18"/>
    </p:custDataLst>
  </p:cSld>
  <p:clrMapOvr>
    <a:masterClrMapping/>
  </p:clrMapOvr>
  <p:transition spd="med" advTm="112630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 autoUpdateAnimBg="0"/>
      <p:bldP spid="40" grpId="0" bldLvl="0" animBg="1" autoUpdateAnimBg="0"/>
      <p:bldP spid="41" grpId="0" bldLvl="0" animBg="1" autoUpdateAnimBg="0"/>
      <p:bldP spid="42" grpId="0" bldLvl="0" animBg="1" autoUpdateAnimBg="0"/>
      <p:bldP spid="43" grpId="0" bldLvl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1" name="Text Box 3"/>
          <p:cNvSpPr txBox="1"/>
          <p:nvPr/>
        </p:nvSpPr>
        <p:spPr>
          <a:xfrm>
            <a:off x="457200" y="914400"/>
            <a:ext cx="6858000" cy="682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  <a:buBlip>
                <a:blip r:embed="rId1"/>
              </a:buBlip>
            </a:pPr>
            <a:r>
              <a:rPr lang="en-US" altLang="zh-CN" sz="3200" b="1" dirty="0">
                <a:solidFill>
                  <a:srgbClr val="2146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电荷沿等势面移动时，电场力做功为零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3732" name="Object 4"/>
          <p:cNvGraphicFramePr/>
          <p:nvPr/>
        </p:nvGraphicFramePr>
        <p:xfrm>
          <a:off x="736600" y="1600200"/>
          <a:ext cx="48260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2" imgW="1892300" imgH="330200" progId="Equation.3">
                  <p:embed/>
                </p:oleObj>
              </mc:Choice>
              <mc:Fallback>
                <p:oleObj name="" r:id="rId2" imgW="1892300" imgH="3302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6600" y="1600200"/>
                        <a:ext cx="4826000" cy="831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20"/>
          <p:cNvSpPr/>
          <p:nvPr/>
        </p:nvSpPr>
        <p:spPr>
          <a:xfrm>
            <a:off x="1143000" y="152400"/>
            <a:ext cx="417512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等势面的性质</a:t>
            </a:r>
            <a:endParaRPr lang="zh-CN" altLang="en-US" sz="3200" b="1" dirty="0">
              <a:solidFill>
                <a:srgbClr val="CC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" name="Group 121"/>
          <p:cNvGrpSpPr/>
          <p:nvPr/>
        </p:nvGrpSpPr>
        <p:grpSpPr>
          <a:xfrm>
            <a:off x="5638800" y="1295400"/>
            <a:ext cx="3741738" cy="3302000"/>
            <a:chOff x="2640" y="838"/>
            <a:chExt cx="2357" cy="2080"/>
          </a:xfrm>
        </p:grpSpPr>
        <p:grpSp>
          <p:nvGrpSpPr>
            <p:cNvPr id="15365" name="Group 122"/>
            <p:cNvGrpSpPr/>
            <p:nvPr/>
          </p:nvGrpSpPr>
          <p:grpSpPr>
            <a:xfrm>
              <a:off x="3088" y="1622"/>
              <a:ext cx="1200" cy="1296"/>
              <a:chOff x="3744" y="1392"/>
              <a:chExt cx="1200" cy="1296"/>
            </a:xfrm>
          </p:grpSpPr>
          <p:sp>
            <p:nvSpPr>
              <p:cNvPr id="15366" name="Freeform 123"/>
              <p:cNvSpPr/>
              <p:nvPr/>
            </p:nvSpPr>
            <p:spPr>
              <a:xfrm>
                <a:off x="3744" y="1488"/>
                <a:ext cx="144" cy="1008"/>
              </a:xfrm>
              <a:custGeom>
                <a:avLst/>
                <a:gdLst/>
                <a:ahLst/>
                <a:cxnLst>
                  <a:cxn ang="0">
                    <a:pos x="144" y="0"/>
                  </a:cxn>
                  <a:cxn ang="0">
                    <a:pos x="48" y="480"/>
                  </a:cxn>
                  <a:cxn ang="0">
                    <a:pos x="0" y="1008"/>
                  </a:cxn>
                </a:cxnLst>
                <a:pathLst>
                  <a:path w="144" h="1008">
                    <a:moveTo>
                      <a:pt x="144" y="0"/>
                    </a:moveTo>
                    <a:cubicBezTo>
                      <a:pt x="108" y="156"/>
                      <a:pt x="72" y="312"/>
                      <a:pt x="48" y="480"/>
                    </a:cubicBezTo>
                    <a:cubicBezTo>
                      <a:pt x="24" y="648"/>
                      <a:pt x="12" y="828"/>
                      <a:pt x="0" y="1008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lg"/>
                <a:tailEnd type="none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67" name="Freeform 124"/>
              <p:cNvSpPr/>
              <p:nvPr/>
            </p:nvSpPr>
            <p:spPr>
              <a:xfrm>
                <a:off x="3984" y="1680"/>
                <a:ext cx="144" cy="1008"/>
              </a:xfrm>
              <a:custGeom>
                <a:avLst/>
                <a:gdLst/>
                <a:ahLst/>
                <a:cxnLst>
                  <a:cxn ang="0">
                    <a:pos x="144" y="0"/>
                  </a:cxn>
                  <a:cxn ang="0">
                    <a:pos x="48" y="480"/>
                  </a:cxn>
                  <a:cxn ang="0">
                    <a:pos x="0" y="1008"/>
                  </a:cxn>
                </a:cxnLst>
                <a:pathLst>
                  <a:path w="144" h="1008">
                    <a:moveTo>
                      <a:pt x="144" y="0"/>
                    </a:moveTo>
                    <a:cubicBezTo>
                      <a:pt x="108" y="156"/>
                      <a:pt x="72" y="312"/>
                      <a:pt x="48" y="480"/>
                    </a:cubicBezTo>
                    <a:cubicBezTo>
                      <a:pt x="24" y="648"/>
                      <a:pt x="12" y="828"/>
                      <a:pt x="0" y="1008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lg"/>
                <a:tailEnd type="none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68" name="Freeform 125"/>
              <p:cNvSpPr/>
              <p:nvPr/>
            </p:nvSpPr>
            <p:spPr>
              <a:xfrm>
                <a:off x="4320" y="1392"/>
                <a:ext cx="144" cy="1008"/>
              </a:xfrm>
              <a:custGeom>
                <a:avLst/>
                <a:gdLst/>
                <a:ahLst/>
                <a:cxnLst>
                  <a:cxn ang="0">
                    <a:pos x="144" y="0"/>
                  </a:cxn>
                  <a:cxn ang="0">
                    <a:pos x="48" y="480"/>
                  </a:cxn>
                  <a:cxn ang="0">
                    <a:pos x="0" y="1008"/>
                  </a:cxn>
                </a:cxnLst>
                <a:pathLst>
                  <a:path w="144" h="1008">
                    <a:moveTo>
                      <a:pt x="144" y="0"/>
                    </a:moveTo>
                    <a:cubicBezTo>
                      <a:pt x="108" y="156"/>
                      <a:pt x="72" y="312"/>
                      <a:pt x="48" y="480"/>
                    </a:cubicBezTo>
                    <a:cubicBezTo>
                      <a:pt x="24" y="648"/>
                      <a:pt x="12" y="828"/>
                      <a:pt x="0" y="1008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lg"/>
                <a:tailEnd type="none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69" name="Freeform 126"/>
              <p:cNvSpPr/>
              <p:nvPr/>
            </p:nvSpPr>
            <p:spPr>
              <a:xfrm>
                <a:off x="4800" y="1680"/>
                <a:ext cx="144" cy="1008"/>
              </a:xfrm>
              <a:custGeom>
                <a:avLst/>
                <a:gdLst/>
                <a:ahLst/>
                <a:cxnLst>
                  <a:cxn ang="0">
                    <a:pos x="144" y="0"/>
                  </a:cxn>
                  <a:cxn ang="0">
                    <a:pos x="48" y="480"/>
                  </a:cxn>
                  <a:cxn ang="0">
                    <a:pos x="0" y="1008"/>
                  </a:cxn>
                </a:cxnLst>
                <a:pathLst>
                  <a:path w="144" h="1008">
                    <a:moveTo>
                      <a:pt x="144" y="0"/>
                    </a:moveTo>
                    <a:cubicBezTo>
                      <a:pt x="108" y="156"/>
                      <a:pt x="72" y="312"/>
                      <a:pt x="48" y="480"/>
                    </a:cubicBezTo>
                    <a:cubicBezTo>
                      <a:pt x="24" y="648"/>
                      <a:pt x="12" y="828"/>
                      <a:pt x="0" y="1008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lg"/>
                <a:tailEnd type="none" w="med" len="lg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5370" name="Freeform 127"/>
            <p:cNvSpPr/>
            <p:nvPr/>
          </p:nvSpPr>
          <p:spPr>
            <a:xfrm>
              <a:off x="2640" y="1440"/>
              <a:ext cx="2357" cy="921"/>
            </a:xfrm>
            <a:custGeom>
              <a:avLst/>
              <a:gdLst/>
              <a:ahLst/>
              <a:cxnLst>
                <a:cxn ang="0">
                  <a:pos x="112" y="424"/>
                </a:cxn>
                <a:cxn ang="0">
                  <a:pos x="688" y="568"/>
                </a:cxn>
                <a:cxn ang="0">
                  <a:pos x="1091" y="921"/>
                </a:cxn>
                <a:cxn ang="0">
                  <a:pos x="1504" y="616"/>
                </a:cxn>
                <a:cxn ang="0">
                  <a:pos x="1936" y="568"/>
                </a:cxn>
                <a:cxn ang="0">
                  <a:pos x="2113" y="410"/>
                </a:cxn>
                <a:cxn ang="0">
                  <a:pos x="1552" y="88"/>
                </a:cxn>
                <a:cxn ang="0">
                  <a:pos x="784" y="40"/>
                </a:cxn>
                <a:cxn ang="0">
                  <a:pos x="112" y="328"/>
                </a:cxn>
                <a:cxn ang="0">
                  <a:pos x="112" y="424"/>
                </a:cxn>
              </a:cxnLst>
              <a:pathLst>
                <a:path w="2357" h="921">
                  <a:moveTo>
                    <a:pt x="112" y="424"/>
                  </a:moveTo>
                  <a:cubicBezTo>
                    <a:pt x="208" y="464"/>
                    <a:pt x="525" y="485"/>
                    <a:pt x="688" y="568"/>
                  </a:cubicBezTo>
                  <a:cubicBezTo>
                    <a:pt x="851" y="651"/>
                    <a:pt x="831" y="610"/>
                    <a:pt x="1091" y="921"/>
                  </a:cubicBezTo>
                  <a:cubicBezTo>
                    <a:pt x="1328" y="610"/>
                    <a:pt x="1363" y="675"/>
                    <a:pt x="1504" y="616"/>
                  </a:cubicBezTo>
                  <a:cubicBezTo>
                    <a:pt x="1645" y="557"/>
                    <a:pt x="1835" y="602"/>
                    <a:pt x="1936" y="568"/>
                  </a:cubicBezTo>
                  <a:cubicBezTo>
                    <a:pt x="2037" y="534"/>
                    <a:pt x="2357" y="573"/>
                    <a:pt x="2113" y="410"/>
                  </a:cubicBezTo>
                  <a:cubicBezTo>
                    <a:pt x="1920" y="232"/>
                    <a:pt x="1773" y="150"/>
                    <a:pt x="1552" y="88"/>
                  </a:cubicBezTo>
                  <a:cubicBezTo>
                    <a:pt x="1331" y="26"/>
                    <a:pt x="1024" y="0"/>
                    <a:pt x="784" y="40"/>
                  </a:cubicBezTo>
                  <a:cubicBezTo>
                    <a:pt x="544" y="80"/>
                    <a:pt x="224" y="264"/>
                    <a:pt x="112" y="328"/>
                  </a:cubicBezTo>
                  <a:cubicBezTo>
                    <a:pt x="0" y="392"/>
                    <a:pt x="16" y="384"/>
                    <a:pt x="112" y="42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FFFF"/>
                </a:gs>
                <a:gs pos="100000">
                  <a:srgbClr val="009090"/>
                </a:gs>
              </a:gsLst>
              <a:path path="rect">
                <a:fillToRect r="100000" b="100000"/>
              </a:path>
              <a:tileRect/>
            </a:gradFill>
            <a:ln w="12700" cap="flat" cmpd="sng">
              <a:solidFill>
                <a:schemeClr val="tx1"/>
              </a:solidFill>
              <a:prstDash val="solid"/>
              <a:round/>
              <a:headEnd type="none" w="med" len="lg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15371" name="Object 128"/>
            <p:cNvGraphicFramePr/>
            <p:nvPr/>
          </p:nvGraphicFramePr>
          <p:xfrm>
            <a:off x="3775" y="838"/>
            <a:ext cx="21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4" imgW="152400" imgH="152400" progId="Equation.3">
                    <p:embed/>
                  </p:oleObj>
                </mc:Choice>
                <mc:Fallback>
                  <p:oleObj name="" r:id="rId4" imgW="152400" imgH="1524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775" y="838"/>
                          <a:ext cx="216" cy="2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372" name="Group 129"/>
            <p:cNvGrpSpPr/>
            <p:nvPr/>
          </p:nvGrpSpPr>
          <p:grpSpPr>
            <a:xfrm>
              <a:off x="3232" y="854"/>
              <a:ext cx="1296" cy="1104"/>
              <a:chOff x="3888" y="624"/>
              <a:chExt cx="1296" cy="1104"/>
            </a:xfrm>
          </p:grpSpPr>
          <p:sp>
            <p:nvSpPr>
              <p:cNvPr id="15373" name="Freeform 130"/>
              <p:cNvSpPr/>
              <p:nvPr/>
            </p:nvSpPr>
            <p:spPr>
              <a:xfrm>
                <a:off x="3888" y="720"/>
                <a:ext cx="240" cy="768"/>
              </a:xfrm>
              <a:custGeom>
                <a:avLst/>
                <a:gdLst/>
                <a:ahLst/>
                <a:cxnLst>
                  <a:cxn ang="0">
                    <a:pos x="0" y="768"/>
                  </a:cxn>
                  <a:cxn ang="0">
                    <a:pos x="96" y="384"/>
                  </a:cxn>
                  <a:cxn ang="0">
                    <a:pos x="240" y="0"/>
                  </a:cxn>
                </a:cxnLst>
                <a:pathLst>
                  <a:path w="240" h="768">
                    <a:moveTo>
                      <a:pt x="0" y="768"/>
                    </a:moveTo>
                    <a:cubicBezTo>
                      <a:pt x="28" y="640"/>
                      <a:pt x="56" y="512"/>
                      <a:pt x="96" y="384"/>
                    </a:cubicBezTo>
                    <a:cubicBezTo>
                      <a:pt x="136" y="256"/>
                      <a:pt x="188" y="128"/>
                      <a:pt x="240" y="0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lg"/>
                <a:tailEnd type="stealth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74" name="Freeform 131"/>
              <p:cNvSpPr/>
              <p:nvPr/>
            </p:nvSpPr>
            <p:spPr>
              <a:xfrm>
                <a:off x="4128" y="960"/>
                <a:ext cx="240" cy="768"/>
              </a:xfrm>
              <a:custGeom>
                <a:avLst/>
                <a:gdLst/>
                <a:ahLst/>
                <a:cxnLst>
                  <a:cxn ang="0">
                    <a:pos x="0" y="768"/>
                  </a:cxn>
                  <a:cxn ang="0">
                    <a:pos x="96" y="384"/>
                  </a:cxn>
                  <a:cxn ang="0">
                    <a:pos x="240" y="0"/>
                  </a:cxn>
                </a:cxnLst>
                <a:pathLst>
                  <a:path w="240" h="768">
                    <a:moveTo>
                      <a:pt x="0" y="768"/>
                    </a:moveTo>
                    <a:cubicBezTo>
                      <a:pt x="28" y="640"/>
                      <a:pt x="56" y="512"/>
                      <a:pt x="96" y="384"/>
                    </a:cubicBezTo>
                    <a:cubicBezTo>
                      <a:pt x="136" y="256"/>
                      <a:pt x="188" y="128"/>
                      <a:pt x="240" y="0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lg"/>
                <a:tailEnd type="stealth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75" name="Freeform 132"/>
              <p:cNvSpPr/>
              <p:nvPr/>
            </p:nvSpPr>
            <p:spPr>
              <a:xfrm>
                <a:off x="4464" y="624"/>
                <a:ext cx="240" cy="768"/>
              </a:xfrm>
              <a:custGeom>
                <a:avLst/>
                <a:gdLst/>
                <a:ahLst/>
                <a:cxnLst>
                  <a:cxn ang="0">
                    <a:pos x="0" y="768"/>
                  </a:cxn>
                  <a:cxn ang="0">
                    <a:pos x="96" y="384"/>
                  </a:cxn>
                  <a:cxn ang="0">
                    <a:pos x="240" y="0"/>
                  </a:cxn>
                </a:cxnLst>
                <a:pathLst>
                  <a:path w="240" h="768">
                    <a:moveTo>
                      <a:pt x="0" y="768"/>
                    </a:moveTo>
                    <a:cubicBezTo>
                      <a:pt x="28" y="640"/>
                      <a:pt x="56" y="512"/>
                      <a:pt x="96" y="384"/>
                    </a:cubicBezTo>
                    <a:cubicBezTo>
                      <a:pt x="136" y="256"/>
                      <a:pt x="188" y="128"/>
                      <a:pt x="240" y="0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lg"/>
                <a:tailEnd type="stealth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76" name="Freeform 133"/>
              <p:cNvSpPr/>
              <p:nvPr/>
            </p:nvSpPr>
            <p:spPr>
              <a:xfrm>
                <a:off x="4944" y="912"/>
                <a:ext cx="240" cy="768"/>
              </a:xfrm>
              <a:custGeom>
                <a:avLst/>
                <a:gdLst/>
                <a:ahLst/>
                <a:cxnLst>
                  <a:cxn ang="0">
                    <a:pos x="0" y="768"/>
                  </a:cxn>
                  <a:cxn ang="0">
                    <a:pos x="96" y="384"/>
                  </a:cxn>
                  <a:cxn ang="0">
                    <a:pos x="240" y="0"/>
                  </a:cxn>
                </a:cxnLst>
                <a:pathLst>
                  <a:path w="240" h="768">
                    <a:moveTo>
                      <a:pt x="0" y="768"/>
                    </a:moveTo>
                    <a:cubicBezTo>
                      <a:pt x="28" y="640"/>
                      <a:pt x="56" y="512"/>
                      <a:pt x="96" y="384"/>
                    </a:cubicBezTo>
                    <a:cubicBezTo>
                      <a:pt x="136" y="256"/>
                      <a:pt x="188" y="128"/>
                      <a:pt x="240" y="0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lg"/>
                <a:tailEnd type="stealth" w="med" len="lg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6" name="Group 135"/>
          <p:cNvGrpSpPr/>
          <p:nvPr/>
        </p:nvGrpSpPr>
        <p:grpSpPr>
          <a:xfrm>
            <a:off x="6172200" y="2406650"/>
            <a:ext cx="1974850" cy="858838"/>
            <a:chOff x="2976" y="1536"/>
            <a:chExt cx="1244" cy="541"/>
          </a:xfrm>
        </p:grpSpPr>
        <p:sp>
          <p:nvSpPr>
            <p:cNvPr id="15378" name="Oval 136"/>
            <p:cNvSpPr/>
            <p:nvPr/>
          </p:nvSpPr>
          <p:spPr>
            <a:xfrm>
              <a:off x="3264" y="1774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79" name="Oval 137"/>
            <p:cNvSpPr/>
            <p:nvPr/>
          </p:nvSpPr>
          <p:spPr>
            <a:xfrm>
              <a:off x="4142" y="1822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5380" name="Group 138"/>
            <p:cNvGrpSpPr/>
            <p:nvPr/>
          </p:nvGrpSpPr>
          <p:grpSpPr>
            <a:xfrm>
              <a:off x="2976" y="1536"/>
              <a:ext cx="1244" cy="541"/>
              <a:chOff x="2976" y="1536"/>
              <a:chExt cx="1244" cy="541"/>
            </a:xfrm>
          </p:grpSpPr>
          <p:sp>
            <p:nvSpPr>
              <p:cNvPr id="15381" name="Freeform 139"/>
              <p:cNvSpPr/>
              <p:nvPr/>
            </p:nvSpPr>
            <p:spPr>
              <a:xfrm>
                <a:off x="3312" y="1536"/>
                <a:ext cx="908" cy="286"/>
              </a:xfrm>
              <a:custGeom>
                <a:avLst/>
                <a:gdLst/>
                <a:ahLst/>
                <a:cxnLst>
                  <a:cxn ang="0">
                    <a:pos x="0" y="238"/>
                  </a:cxn>
                  <a:cxn ang="0">
                    <a:pos x="441" y="38"/>
                  </a:cxn>
                  <a:cxn ang="0">
                    <a:pos x="816" y="94"/>
                  </a:cxn>
                  <a:cxn ang="0">
                    <a:pos x="864" y="286"/>
                  </a:cxn>
                </a:cxnLst>
                <a:pathLst>
                  <a:path w="908" h="286">
                    <a:moveTo>
                      <a:pt x="0" y="238"/>
                    </a:moveTo>
                    <a:cubicBezTo>
                      <a:pt x="73" y="205"/>
                      <a:pt x="305" y="65"/>
                      <a:pt x="441" y="38"/>
                    </a:cubicBezTo>
                    <a:cubicBezTo>
                      <a:pt x="671" y="0"/>
                      <a:pt x="684" y="36"/>
                      <a:pt x="816" y="94"/>
                    </a:cubicBezTo>
                    <a:cubicBezTo>
                      <a:pt x="908" y="141"/>
                      <a:pt x="864" y="210"/>
                      <a:pt x="864" y="286"/>
                    </a:cubicBezTo>
                  </a:path>
                </a:pathLst>
              </a:custGeom>
              <a:noFill/>
              <a:ln w="3175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aphicFrame>
            <p:nvGraphicFramePr>
              <p:cNvPr id="15382" name="Object 140"/>
              <p:cNvGraphicFramePr/>
              <p:nvPr/>
            </p:nvGraphicFramePr>
            <p:xfrm>
              <a:off x="2976" y="1678"/>
              <a:ext cx="191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4" name="" r:id="rId6" imgW="304800" imgH="279400" progId="Equation.3">
                      <p:embed/>
                    </p:oleObj>
                  </mc:Choice>
                  <mc:Fallback>
                    <p:oleObj name="" r:id="rId6" imgW="304800" imgH="279400" progId="Equation.3">
                      <p:embed/>
                      <p:pic>
                        <p:nvPicPr>
                          <p:cNvPr id="0" name="图片 3083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976" y="1678"/>
                            <a:ext cx="191" cy="1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83" name="Object 141"/>
              <p:cNvGraphicFramePr/>
              <p:nvPr/>
            </p:nvGraphicFramePr>
            <p:xfrm>
              <a:off x="3936" y="1822"/>
              <a:ext cx="159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9" name="" r:id="rId8" imgW="254000" imgH="405765" progId="Equation.3">
                      <p:embed/>
                    </p:oleObj>
                  </mc:Choice>
                  <mc:Fallback>
                    <p:oleObj name="" r:id="rId8" imgW="254000" imgH="405765" progId="Equation.3">
                      <p:embed/>
                      <p:pic>
                        <p:nvPicPr>
                          <p:cNvPr id="0" name="图片 3088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936" y="1822"/>
                            <a:ext cx="159" cy="25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60" name="Text Box 9"/>
          <p:cNvSpPr txBox="1"/>
          <p:nvPr/>
        </p:nvSpPr>
        <p:spPr>
          <a:xfrm>
            <a:off x="517525" y="2692400"/>
            <a:ext cx="4800600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buBlip>
                <a:blip r:embed="rId1"/>
              </a:buBlip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某点的电场强度与通过该点的等势面垂直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2" name="Object 20"/>
          <p:cNvGraphicFramePr/>
          <p:nvPr/>
        </p:nvGraphicFramePr>
        <p:xfrm>
          <a:off x="762000" y="4114800"/>
          <a:ext cx="44862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0" imgW="1917065" imgH="241300" progId="Equation.3">
                  <p:embed/>
                </p:oleObj>
              </mc:Choice>
              <mc:Fallback>
                <p:oleObj name="" r:id="rId10" imgW="1917065" imgH="2413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62000" y="4114800"/>
                        <a:ext cx="4486275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21"/>
          <p:cNvGraphicFramePr/>
          <p:nvPr/>
        </p:nvGraphicFramePr>
        <p:xfrm>
          <a:off x="1371600" y="4953000"/>
          <a:ext cx="14478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2" imgW="671830" imgH="177800" progId="Equation.3">
                  <p:embed/>
                </p:oleObj>
              </mc:Choice>
              <mc:Fallback>
                <p:oleObj name="" r:id="rId12" imgW="671830" imgH="1778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71600" y="4953000"/>
                        <a:ext cx="144780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/>
          <p:nvPr/>
        </p:nvGraphicFramePr>
        <p:xfrm>
          <a:off x="3200400" y="4953000"/>
          <a:ext cx="18288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4" imgW="685800" imgH="228600" progId="Equation.3">
                  <p:embed/>
                </p:oleObj>
              </mc:Choice>
              <mc:Fallback>
                <p:oleObj name="" r:id="rId14" imgW="685800" imgH="2286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200400" y="4953000"/>
                        <a:ext cx="1828800" cy="6080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2"/>
          <p:cNvGrpSpPr/>
          <p:nvPr/>
        </p:nvGrpSpPr>
        <p:grpSpPr>
          <a:xfrm>
            <a:off x="6019800" y="4572000"/>
            <a:ext cx="1649413" cy="1938338"/>
            <a:chOff x="4730" y="1623"/>
            <a:chExt cx="1039" cy="1221"/>
          </a:xfrm>
        </p:grpSpPr>
        <p:sp>
          <p:nvSpPr>
            <p:cNvPr id="15389" name="Freeform 13"/>
            <p:cNvSpPr/>
            <p:nvPr/>
          </p:nvSpPr>
          <p:spPr>
            <a:xfrm>
              <a:off x="4730" y="1632"/>
              <a:ext cx="744" cy="1062"/>
            </a:xfrm>
            <a:custGeom>
              <a:avLst/>
              <a:gdLst/>
              <a:ahLst/>
              <a:cxnLst>
                <a:cxn ang="0">
                  <a:pos x="0" y="1062"/>
                </a:cxn>
                <a:cxn ang="0">
                  <a:pos x="744" y="0"/>
                </a:cxn>
              </a:cxnLst>
              <a:pathLst>
                <a:path w="744" h="1062">
                  <a:moveTo>
                    <a:pt x="0" y="1062"/>
                  </a:moveTo>
                  <a:cubicBezTo>
                    <a:pt x="0" y="1062"/>
                    <a:pt x="711" y="1005"/>
                    <a:pt x="744" y="0"/>
                  </a:cubicBezTo>
                </a:path>
              </a:pathLst>
            </a:custGeom>
            <a:noFill/>
            <a:ln w="412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15390" name="Object 14"/>
            <p:cNvGraphicFramePr/>
            <p:nvPr/>
          </p:nvGraphicFramePr>
          <p:xfrm>
            <a:off x="5018" y="1974"/>
            <a:ext cx="359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16" imgW="203200" imgH="203200" progId="Equation.3">
                    <p:embed/>
                  </p:oleObj>
                </mc:Choice>
                <mc:Fallback>
                  <p:oleObj name="" r:id="rId16" imgW="203200" imgH="2032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018" y="1974"/>
                          <a:ext cx="359" cy="3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91" name="Object 15"/>
            <p:cNvGraphicFramePr/>
            <p:nvPr/>
          </p:nvGraphicFramePr>
          <p:xfrm>
            <a:off x="4889" y="2613"/>
            <a:ext cx="210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8" imgW="127000" imgH="139700" progId="Equation.3">
                    <p:embed/>
                  </p:oleObj>
                </mc:Choice>
                <mc:Fallback>
                  <p:oleObj name="" r:id="rId18" imgW="127000" imgH="1397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889" y="2613"/>
                          <a:ext cx="210" cy="2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92" name="Object 16"/>
            <p:cNvGraphicFramePr/>
            <p:nvPr/>
          </p:nvGraphicFramePr>
          <p:xfrm>
            <a:off x="5534" y="1623"/>
            <a:ext cx="180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20" imgW="127000" imgH="177165" progId="Equation.3">
                    <p:embed/>
                  </p:oleObj>
                </mc:Choice>
                <mc:Fallback>
                  <p:oleObj name="" r:id="rId20" imgW="127000" imgH="177165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534" y="1623"/>
                          <a:ext cx="180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3" name="Line 17"/>
            <p:cNvSpPr/>
            <p:nvPr/>
          </p:nvSpPr>
          <p:spPr>
            <a:xfrm>
              <a:off x="5306" y="2310"/>
              <a:ext cx="240" cy="192"/>
            </a:xfrm>
            <a:prstGeom prst="line">
              <a:avLst/>
            </a:prstGeom>
            <a:ln w="412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15394" name="Object 18"/>
            <p:cNvGraphicFramePr/>
            <p:nvPr/>
          </p:nvGraphicFramePr>
          <p:xfrm>
            <a:off x="5537" y="2160"/>
            <a:ext cx="232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22" imgW="165100" imgH="190500" progId="Equation.3">
                    <p:embed/>
                  </p:oleObj>
                </mc:Choice>
                <mc:Fallback>
                  <p:oleObj name="" r:id="rId22" imgW="165100" imgH="1905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5537" y="2160"/>
                          <a:ext cx="232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" name="Rectangle 11"/>
          <p:cNvSpPr/>
          <p:nvPr/>
        </p:nvSpPr>
        <p:spPr>
          <a:xfrm>
            <a:off x="457200" y="5638800"/>
            <a:ext cx="5595938" cy="523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/>
            <a:r>
              <a:rPr lang="zh-CN" altLang="en-US" sz="2800" b="1" dirty="0">
                <a:solidFill>
                  <a:srgbClr val="CC33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电场线与等势面处处垂直（正交）</a:t>
            </a:r>
            <a:endParaRPr lang="zh-CN" altLang="en-US" sz="2800" b="1" dirty="0">
              <a:solidFill>
                <a:srgbClr val="CC3300"/>
              </a:solidFill>
              <a:latin typeface="Bookman Old Style" panose="020506040505050202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/>
      <p:bldP spid="60" grpId="0"/>
      <p:bldP spid="7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20"/>
          <p:cNvSpPr/>
          <p:nvPr/>
        </p:nvSpPr>
        <p:spPr>
          <a:xfrm>
            <a:off x="1143000" y="152400"/>
            <a:ext cx="417512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等势面的性质</a:t>
            </a:r>
            <a:endParaRPr lang="zh-CN" altLang="en-US" sz="3200" b="1" dirty="0">
              <a:solidFill>
                <a:srgbClr val="CC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883" name="Text Box 43"/>
          <p:cNvSpPr txBox="1"/>
          <p:nvPr/>
        </p:nvSpPr>
        <p:spPr>
          <a:xfrm>
            <a:off x="949325" y="1524000"/>
            <a:ext cx="75501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2400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因沿电场线方向移动正电荷场力做正功，电势能减少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800" b="1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84" name="Text Box 44"/>
          <p:cNvSpPr txBox="1"/>
          <p:nvPr/>
        </p:nvSpPr>
        <p:spPr>
          <a:xfrm>
            <a:off x="685800" y="838200"/>
            <a:ext cx="8077200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buBlip>
                <a:blip r:embed="rId1"/>
              </a:buBlip>
            </a:pPr>
            <a:r>
              <a:rPr lang="zh-CN" altLang="en-US" sz="28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sz="28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电场线的方向指向电势降落的方向</a:t>
            </a:r>
            <a:endParaRPr lang="en-US" altLang="zh-CN" sz="28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87" name="Text Box 47"/>
          <p:cNvSpPr txBox="1"/>
          <p:nvPr/>
        </p:nvSpPr>
        <p:spPr>
          <a:xfrm>
            <a:off x="701675" y="2990215"/>
            <a:ext cx="8077200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buBlip>
                <a:blip r:embed="rId1"/>
              </a:buBlip>
            </a:pPr>
            <a:r>
              <a:rPr lang="zh-CN" altLang="en-US" sz="28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zh-CN" sz="2800" b="1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规定两个相邻等势面的电势差相等</a:t>
            </a:r>
            <a:endParaRPr lang="en-US" altLang="zh-CN" sz="28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4876800" y="3554730"/>
            <a:ext cx="3886200" cy="3200400"/>
            <a:chOff x="1680" y="1776"/>
            <a:chExt cx="2496" cy="2160"/>
          </a:xfrm>
        </p:grpSpPr>
        <p:sp>
          <p:nvSpPr>
            <p:cNvPr id="16390" name="Rectangle 6"/>
            <p:cNvSpPr/>
            <p:nvPr/>
          </p:nvSpPr>
          <p:spPr>
            <a:xfrm>
              <a:off x="1680" y="1776"/>
              <a:ext cx="2496" cy="216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759" name="Text Box 7"/>
            <p:cNvSpPr txBox="1">
              <a:spLocks noChangeArrowheads="1"/>
            </p:cNvSpPr>
            <p:nvPr/>
          </p:nvSpPr>
          <p:spPr bwMode="auto">
            <a:xfrm>
              <a:off x="1920" y="1824"/>
              <a:ext cx="2169" cy="26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000" b="1" kern="1200" cap="none" spc="0" normalizeH="0" baseline="0" noProof="0" dirty="0">
                  <a:solidFill>
                    <a:srgbClr val="21468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点电荷的电场线与等势面</a:t>
              </a:r>
              <a:endParaRPr kumimoji="1" lang="zh-CN" altLang="en-US" sz="2000" b="1" kern="1200" cap="none" spc="0" normalizeH="0" baseline="0" noProof="0" dirty="0">
                <a:solidFill>
                  <a:srgbClr val="21468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6392" name="Group 8"/>
            <p:cNvGrpSpPr/>
            <p:nvPr/>
          </p:nvGrpSpPr>
          <p:grpSpPr>
            <a:xfrm>
              <a:off x="2080" y="2104"/>
              <a:ext cx="1728" cy="1728"/>
              <a:chOff x="1200" y="1440"/>
              <a:chExt cx="2256" cy="2256"/>
            </a:xfrm>
          </p:grpSpPr>
          <p:sp>
            <p:nvSpPr>
              <p:cNvPr id="16393" name="Oval 9"/>
              <p:cNvSpPr/>
              <p:nvPr/>
            </p:nvSpPr>
            <p:spPr>
              <a:xfrm>
                <a:off x="1632" y="1872"/>
                <a:ext cx="1392" cy="1392"/>
              </a:xfrm>
              <a:prstGeom prst="ellipse">
                <a:avLst/>
              </a:pr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94" name="Oval 10"/>
              <p:cNvSpPr/>
              <p:nvPr/>
            </p:nvSpPr>
            <p:spPr>
              <a:xfrm>
                <a:off x="1920" y="2160"/>
                <a:ext cx="816" cy="816"/>
              </a:xfrm>
              <a:prstGeom prst="ellipse">
                <a:avLst/>
              </a:pr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95" name="Oval 11"/>
              <p:cNvSpPr/>
              <p:nvPr/>
            </p:nvSpPr>
            <p:spPr>
              <a:xfrm>
                <a:off x="2064" y="2304"/>
                <a:ext cx="528" cy="528"/>
              </a:xfrm>
              <a:prstGeom prst="ellipse">
                <a:avLst/>
              </a:pr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96" name="Oval 12"/>
              <p:cNvSpPr/>
              <p:nvPr/>
            </p:nvSpPr>
            <p:spPr>
              <a:xfrm>
                <a:off x="2160" y="2400"/>
                <a:ext cx="336" cy="336"/>
              </a:xfrm>
              <a:prstGeom prst="ellipse">
                <a:avLst/>
              </a:pr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97" name="Oval 13"/>
              <p:cNvSpPr/>
              <p:nvPr/>
            </p:nvSpPr>
            <p:spPr>
              <a:xfrm>
                <a:off x="1200" y="1440"/>
                <a:ext cx="2256" cy="2256"/>
              </a:xfrm>
              <a:prstGeom prst="ellipse">
                <a:avLst/>
              </a:pr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398" name="Group 14"/>
            <p:cNvGrpSpPr/>
            <p:nvPr/>
          </p:nvGrpSpPr>
          <p:grpSpPr>
            <a:xfrm>
              <a:off x="1968" y="2064"/>
              <a:ext cx="1920" cy="1824"/>
              <a:chOff x="2544" y="1488"/>
              <a:chExt cx="2544" cy="2496"/>
            </a:xfrm>
          </p:grpSpPr>
          <p:grpSp>
            <p:nvGrpSpPr>
              <p:cNvPr id="16399" name="Group 15"/>
              <p:cNvGrpSpPr/>
              <p:nvPr/>
            </p:nvGrpSpPr>
            <p:grpSpPr>
              <a:xfrm>
                <a:off x="2544" y="2703"/>
                <a:ext cx="576" cy="48"/>
                <a:chOff x="1495" y="3126"/>
                <a:chExt cx="528" cy="67"/>
              </a:xfrm>
            </p:grpSpPr>
            <p:sp>
              <p:nvSpPr>
                <p:cNvPr id="16400" name="Line 16"/>
                <p:cNvSpPr/>
                <p:nvPr/>
              </p:nvSpPr>
              <p:spPr>
                <a:xfrm flipH="1">
                  <a:off x="1495" y="3159"/>
                  <a:ext cx="462" cy="1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01" name="Freeform 17"/>
                <p:cNvSpPr/>
                <p:nvPr/>
              </p:nvSpPr>
              <p:spPr>
                <a:xfrm>
                  <a:off x="1924" y="3126"/>
                  <a:ext cx="99" cy="67"/>
                </a:xfrm>
                <a:custGeom>
                  <a:avLst/>
                  <a:gdLst/>
                  <a:ahLst/>
                  <a:cxnLst>
                    <a:cxn ang="0">
                      <a:pos x="0" y="67"/>
                    </a:cxn>
                    <a:cxn ang="0">
                      <a:pos x="99" y="33"/>
                    </a:cxn>
                    <a:cxn ang="0">
                      <a:pos x="0" y="0"/>
                    </a:cxn>
                    <a:cxn ang="0">
                      <a:pos x="31" y="33"/>
                    </a:cxn>
                    <a:cxn ang="0">
                      <a:pos x="0" y="67"/>
                    </a:cxn>
                  </a:cxnLst>
                  <a:pathLst>
                    <a:path w="99" h="67">
                      <a:moveTo>
                        <a:pt x="0" y="67"/>
                      </a:moveTo>
                      <a:lnTo>
                        <a:pt x="99" y="33"/>
                      </a:lnTo>
                      <a:lnTo>
                        <a:pt x="0" y="0"/>
                      </a:lnTo>
                      <a:lnTo>
                        <a:pt x="31" y="33"/>
                      </a:lnTo>
                      <a:lnTo>
                        <a:pt x="0" y="67"/>
                      </a:lnTo>
                      <a:close/>
                    </a:path>
                  </a:pathLst>
                </a:custGeom>
                <a:solidFill>
                  <a:srgbClr val="0033CC"/>
                </a:solidFill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16402" name="Group 18"/>
              <p:cNvGrpSpPr/>
              <p:nvPr/>
            </p:nvGrpSpPr>
            <p:grpSpPr>
              <a:xfrm>
                <a:off x="2640" y="2224"/>
                <a:ext cx="528" cy="240"/>
                <a:chOff x="1543" y="2727"/>
                <a:chExt cx="480" cy="192"/>
              </a:xfrm>
            </p:grpSpPr>
            <p:sp>
              <p:nvSpPr>
                <p:cNvPr id="16403" name="Line 19"/>
                <p:cNvSpPr/>
                <p:nvPr/>
              </p:nvSpPr>
              <p:spPr>
                <a:xfrm flipH="1" flipV="1">
                  <a:off x="1543" y="2727"/>
                  <a:ext cx="419" cy="167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04" name="Freeform 20"/>
                <p:cNvSpPr/>
                <p:nvPr/>
              </p:nvSpPr>
              <p:spPr>
                <a:xfrm>
                  <a:off x="1918" y="2852"/>
                  <a:ext cx="105" cy="67"/>
                </a:xfrm>
                <a:custGeom>
                  <a:avLst/>
                  <a:gdLst/>
                  <a:ahLst/>
                  <a:cxnLst>
                    <a:cxn ang="0">
                      <a:pos x="0" y="62"/>
                    </a:cxn>
                    <a:cxn ang="0">
                      <a:pos x="105" y="67"/>
                    </a:cxn>
                    <a:cxn ang="0">
                      <a:pos x="25" y="0"/>
                    </a:cxn>
                    <a:cxn ang="0">
                      <a:pos x="42" y="42"/>
                    </a:cxn>
                    <a:cxn ang="0">
                      <a:pos x="0" y="62"/>
                    </a:cxn>
                  </a:cxnLst>
                  <a:pathLst>
                    <a:path w="105" h="67">
                      <a:moveTo>
                        <a:pt x="0" y="62"/>
                      </a:moveTo>
                      <a:lnTo>
                        <a:pt x="105" y="67"/>
                      </a:lnTo>
                      <a:lnTo>
                        <a:pt x="25" y="0"/>
                      </a:lnTo>
                      <a:lnTo>
                        <a:pt x="42" y="42"/>
                      </a:lnTo>
                      <a:lnTo>
                        <a:pt x="0" y="62"/>
                      </a:lnTo>
                      <a:close/>
                    </a:path>
                  </a:pathLst>
                </a:custGeom>
                <a:solidFill>
                  <a:srgbClr val="0033CC"/>
                </a:solidFill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16405" name="Group 21"/>
              <p:cNvGrpSpPr/>
              <p:nvPr/>
            </p:nvGrpSpPr>
            <p:grpSpPr>
              <a:xfrm>
                <a:off x="2928" y="1824"/>
                <a:ext cx="400" cy="393"/>
                <a:chOff x="1767" y="2286"/>
                <a:chExt cx="400" cy="393"/>
              </a:xfrm>
            </p:grpSpPr>
            <p:sp>
              <p:nvSpPr>
                <p:cNvPr id="16406" name="Line 22"/>
                <p:cNvSpPr/>
                <p:nvPr/>
              </p:nvSpPr>
              <p:spPr>
                <a:xfrm flipH="1" flipV="1">
                  <a:off x="1767" y="2286"/>
                  <a:ext cx="353" cy="347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07" name="Freeform 23"/>
                <p:cNvSpPr/>
                <p:nvPr/>
              </p:nvSpPr>
              <p:spPr>
                <a:xfrm>
                  <a:off x="2072" y="2586"/>
                  <a:ext cx="95" cy="93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95" y="93"/>
                    </a:cxn>
                    <a:cxn ang="0">
                      <a:pos x="47" y="0"/>
                    </a:cxn>
                    <a:cxn ang="0">
                      <a:pos x="46" y="45"/>
                    </a:cxn>
                    <a:cxn ang="0">
                      <a:pos x="0" y="48"/>
                    </a:cxn>
                  </a:cxnLst>
                  <a:pathLst>
                    <a:path w="95" h="93">
                      <a:moveTo>
                        <a:pt x="0" y="48"/>
                      </a:moveTo>
                      <a:lnTo>
                        <a:pt x="95" y="93"/>
                      </a:lnTo>
                      <a:lnTo>
                        <a:pt x="47" y="0"/>
                      </a:lnTo>
                      <a:lnTo>
                        <a:pt x="46" y="45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rgbClr val="0033CC"/>
                </a:solidFill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16408" name="Group 24"/>
              <p:cNvGrpSpPr/>
              <p:nvPr/>
            </p:nvGrpSpPr>
            <p:grpSpPr>
              <a:xfrm>
                <a:off x="3312" y="3360"/>
                <a:ext cx="240" cy="528"/>
                <a:chOff x="2197" y="3735"/>
                <a:chExt cx="210" cy="470"/>
              </a:xfrm>
            </p:grpSpPr>
            <p:sp>
              <p:nvSpPr>
                <p:cNvPr id="16409" name="Line 25"/>
                <p:cNvSpPr/>
                <p:nvPr/>
              </p:nvSpPr>
              <p:spPr>
                <a:xfrm flipH="1">
                  <a:off x="2197" y="3795"/>
                  <a:ext cx="182" cy="41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10" name="Freeform 26"/>
                <p:cNvSpPr/>
                <p:nvPr/>
              </p:nvSpPr>
              <p:spPr>
                <a:xfrm>
                  <a:off x="2336" y="3735"/>
                  <a:ext cx="71" cy="104"/>
                </a:xfrm>
                <a:custGeom>
                  <a:avLst/>
                  <a:gdLst/>
                  <a:ahLst/>
                  <a:cxnLst>
                    <a:cxn ang="0">
                      <a:pos x="61" y="104"/>
                    </a:cxn>
                    <a:cxn ang="0">
                      <a:pos x="71" y="0"/>
                    </a:cxn>
                    <a:cxn ang="0">
                      <a:pos x="0" y="77"/>
                    </a:cxn>
                    <a:cxn ang="0">
                      <a:pos x="43" y="62"/>
                    </a:cxn>
                    <a:cxn ang="0">
                      <a:pos x="61" y="104"/>
                    </a:cxn>
                  </a:cxnLst>
                  <a:pathLst>
                    <a:path w="71" h="104">
                      <a:moveTo>
                        <a:pt x="61" y="104"/>
                      </a:moveTo>
                      <a:lnTo>
                        <a:pt x="71" y="0"/>
                      </a:lnTo>
                      <a:lnTo>
                        <a:pt x="0" y="77"/>
                      </a:lnTo>
                      <a:lnTo>
                        <a:pt x="43" y="62"/>
                      </a:lnTo>
                      <a:lnTo>
                        <a:pt x="61" y="104"/>
                      </a:lnTo>
                      <a:close/>
                    </a:path>
                  </a:pathLst>
                </a:custGeom>
                <a:solidFill>
                  <a:srgbClr val="0033CC"/>
                </a:solidFill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16411" name="Group 27"/>
              <p:cNvGrpSpPr/>
              <p:nvPr/>
            </p:nvGrpSpPr>
            <p:grpSpPr>
              <a:xfrm>
                <a:off x="2592" y="2984"/>
                <a:ext cx="576" cy="196"/>
                <a:chOff x="1546" y="3395"/>
                <a:chExt cx="525" cy="158"/>
              </a:xfrm>
            </p:grpSpPr>
            <p:sp>
              <p:nvSpPr>
                <p:cNvPr id="16412" name="Line 28"/>
                <p:cNvSpPr/>
                <p:nvPr/>
              </p:nvSpPr>
              <p:spPr>
                <a:xfrm flipH="1">
                  <a:off x="1546" y="3418"/>
                  <a:ext cx="462" cy="135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13" name="Freeform 29"/>
                <p:cNvSpPr/>
                <p:nvPr/>
              </p:nvSpPr>
              <p:spPr>
                <a:xfrm>
                  <a:off x="1967" y="3395"/>
                  <a:ext cx="104" cy="64"/>
                </a:xfrm>
                <a:custGeom>
                  <a:avLst/>
                  <a:gdLst/>
                  <a:ahLst/>
                  <a:cxnLst>
                    <a:cxn ang="0">
                      <a:pos x="19" y="64"/>
                    </a:cxn>
                    <a:cxn ang="0">
                      <a:pos x="104" y="4"/>
                    </a:cxn>
                    <a:cxn ang="0">
                      <a:pos x="0" y="0"/>
                    </a:cxn>
                    <a:cxn ang="0">
                      <a:pos x="39" y="23"/>
                    </a:cxn>
                    <a:cxn ang="0">
                      <a:pos x="19" y="64"/>
                    </a:cxn>
                  </a:cxnLst>
                  <a:pathLst>
                    <a:path w="104" h="64">
                      <a:moveTo>
                        <a:pt x="19" y="64"/>
                      </a:moveTo>
                      <a:lnTo>
                        <a:pt x="104" y="4"/>
                      </a:lnTo>
                      <a:lnTo>
                        <a:pt x="0" y="0"/>
                      </a:lnTo>
                      <a:lnTo>
                        <a:pt x="39" y="23"/>
                      </a:lnTo>
                      <a:lnTo>
                        <a:pt x="19" y="64"/>
                      </a:lnTo>
                      <a:close/>
                    </a:path>
                  </a:pathLst>
                </a:custGeom>
                <a:solidFill>
                  <a:srgbClr val="0033CC"/>
                </a:solidFill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16414" name="Group 30"/>
              <p:cNvGrpSpPr/>
              <p:nvPr/>
            </p:nvGrpSpPr>
            <p:grpSpPr>
              <a:xfrm>
                <a:off x="2880" y="3216"/>
                <a:ext cx="432" cy="432"/>
                <a:chOff x="1815" y="3591"/>
                <a:chExt cx="352" cy="346"/>
              </a:xfrm>
            </p:grpSpPr>
            <p:sp>
              <p:nvSpPr>
                <p:cNvPr id="16415" name="Line 31"/>
                <p:cNvSpPr/>
                <p:nvPr/>
              </p:nvSpPr>
              <p:spPr>
                <a:xfrm flipV="1">
                  <a:off x="1815" y="3637"/>
                  <a:ext cx="306" cy="30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16" name="Freeform 32"/>
                <p:cNvSpPr/>
                <p:nvPr/>
              </p:nvSpPr>
              <p:spPr>
                <a:xfrm>
                  <a:off x="2074" y="3591"/>
                  <a:ext cx="93" cy="94"/>
                </a:xfrm>
                <a:custGeom>
                  <a:avLst/>
                  <a:gdLst/>
                  <a:ahLst/>
                  <a:cxnLst>
                    <a:cxn ang="0">
                      <a:pos x="47" y="94"/>
                    </a:cxn>
                    <a:cxn ang="0">
                      <a:pos x="93" y="0"/>
                    </a:cxn>
                    <a:cxn ang="0">
                      <a:pos x="0" y="47"/>
                    </a:cxn>
                    <a:cxn ang="0">
                      <a:pos x="45" y="48"/>
                    </a:cxn>
                    <a:cxn ang="0">
                      <a:pos x="47" y="94"/>
                    </a:cxn>
                  </a:cxnLst>
                  <a:pathLst>
                    <a:path w="93" h="94">
                      <a:moveTo>
                        <a:pt x="47" y="94"/>
                      </a:moveTo>
                      <a:lnTo>
                        <a:pt x="93" y="0"/>
                      </a:lnTo>
                      <a:lnTo>
                        <a:pt x="0" y="47"/>
                      </a:lnTo>
                      <a:lnTo>
                        <a:pt x="45" y="48"/>
                      </a:lnTo>
                      <a:lnTo>
                        <a:pt x="47" y="94"/>
                      </a:lnTo>
                      <a:close/>
                    </a:path>
                  </a:pathLst>
                </a:custGeom>
                <a:solidFill>
                  <a:srgbClr val="0033CC"/>
                </a:solidFill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16417" name="Group 33"/>
              <p:cNvGrpSpPr/>
              <p:nvPr/>
            </p:nvGrpSpPr>
            <p:grpSpPr>
              <a:xfrm>
                <a:off x="3792" y="3408"/>
                <a:ext cx="82" cy="576"/>
                <a:chOff x="2614" y="3783"/>
                <a:chExt cx="67" cy="529"/>
              </a:xfrm>
            </p:grpSpPr>
            <p:sp>
              <p:nvSpPr>
                <p:cNvPr id="16418" name="Line 34"/>
                <p:cNvSpPr/>
                <p:nvPr/>
              </p:nvSpPr>
              <p:spPr>
                <a:xfrm flipV="1">
                  <a:off x="2647" y="3849"/>
                  <a:ext cx="1" cy="463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19" name="Freeform 35"/>
                <p:cNvSpPr/>
                <p:nvPr/>
              </p:nvSpPr>
              <p:spPr>
                <a:xfrm>
                  <a:off x="2614" y="3783"/>
                  <a:ext cx="67" cy="99"/>
                </a:xfrm>
                <a:custGeom>
                  <a:avLst/>
                  <a:gdLst/>
                  <a:ahLst/>
                  <a:cxnLst>
                    <a:cxn ang="0">
                      <a:pos x="67" y="99"/>
                    </a:cxn>
                    <a:cxn ang="0">
                      <a:pos x="33" y="0"/>
                    </a:cxn>
                    <a:cxn ang="0">
                      <a:pos x="0" y="99"/>
                    </a:cxn>
                    <a:cxn ang="0">
                      <a:pos x="33" y="68"/>
                    </a:cxn>
                    <a:cxn ang="0">
                      <a:pos x="67" y="99"/>
                    </a:cxn>
                  </a:cxnLst>
                  <a:pathLst>
                    <a:path w="67" h="99">
                      <a:moveTo>
                        <a:pt x="67" y="99"/>
                      </a:moveTo>
                      <a:lnTo>
                        <a:pt x="33" y="0"/>
                      </a:lnTo>
                      <a:lnTo>
                        <a:pt x="0" y="99"/>
                      </a:lnTo>
                      <a:lnTo>
                        <a:pt x="33" y="68"/>
                      </a:lnTo>
                      <a:lnTo>
                        <a:pt x="67" y="99"/>
                      </a:lnTo>
                      <a:close/>
                    </a:path>
                  </a:pathLst>
                </a:custGeom>
                <a:solidFill>
                  <a:srgbClr val="0033CC"/>
                </a:solidFill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16420" name="Group 36"/>
              <p:cNvGrpSpPr/>
              <p:nvPr/>
            </p:nvGrpSpPr>
            <p:grpSpPr>
              <a:xfrm>
                <a:off x="3343" y="1546"/>
                <a:ext cx="209" cy="518"/>
                <a:chOff x="2150" y="1969"/>
                <a:chExt cx="209" cy="518"/>
              </a:xfrm>
            </p:grpSpPr>
            <p:sp>
              <p:nvSpPr>
                <p:cNvPr id="16421" name="Line 37"/>
                <p:cNvSpPr/>
                <p:nvPr/>
              </p:nvSpPr>
              <p:spPr>
                <a:xfrm flipH="1" flipV="1">
                  <a:off x="2150" y="1969"/>
                  <a:ext cx="184" cy="457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2" name="Freeform 38"/>
                <p:cNvSpPr/>
                <p:nvPr/>
              </p:nvSpPr>
              <p:spPr>
                <a:xfrm>
                  <a:off x="2291" y="2383"/>
                  <a:ext cx="68" cy="104"/>
                </a:xfrm>
                <a:custGeom>
                  <a:avLst/>
                  <a:gdLst/>
                  <a:ahLst/>
                  <a:cxnLst>
                    <a:cxn ang="0">
                      <a:pos x="0" y="25"/>
                    </a:cxn>
                    <a:cxn ang="0">
                      <a:pos x="68" y="104"/>
                    </a:cxn>
                    <a:cxn ang="0">
                      <a:pos x="62" y="0"/>
                    </a:cxn>
                    <a:cxn ang="0">
                      <a:pos x="43" y="41"/>
                    </a:cxn>
                    <a:cxn ang="0">
                      <a:pos x="0" y="25"/>
                    </a:cxn>
                  </a:cxnLst>
                  <a:pathLst>
                    <a:path w="68" h="104">
                      <a:moveTo>
                        <a:pt x="0" y="25"/>
                      </a:moveTo>
                      <a:lnTo>
                        <a:pt x="68" y="104"/>
                      </a:lnTo>
                      <a:lnTo>
                        <a:pt x="62" y="0"/>
                      </a:lnTo>
                      <a:lnTo>
                        <a:pt x="43" y="41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33CC"/>
                </a:solidFill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16423" name="Group 39"/>
              <p:cNvGrpSpPr/>
              <p:nvPr/>
            </p:nvGrpSpPr>
            <p:grpSpPr>
              <a:xfrm>
                <a:off x="4560" y="2702"/>
                <a:ext cx="528" cy="67"/>
                <a:chOff x="3415" y="3125"/>
                <a:chExt cx="528" cy="67"/>
              </a:xfrm>
            </p:grpSpPr>
            <p:sp>
              <p:nvSpPr>
                <p:cNvPr id="16424" name="Line 40"/>
                <p:cNvSpPr/>
                <p:nvPr/>
              </p:nvSpPr>
              <p:spPr>
                <a:xfrm>
                  <a:off x="3481" y="3159"/>
                  <a:ext cx="462" cy="1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5" name="Freeform 41"/>
                <p:cNvSpPr/>
                <p:nvPr/>
              </p:nvSpPr>
              <p:spPr>
                <a:xfrm>
                  <a:off x="3415" y="3125"/>
                  <a:ext cx="99" cy="67"/>
                </a:xfrm>
                <a:custGeom>
                  <a:avLst/>
                  <a:gdLst/>
                  <a:ahLst/>
                  <a:cxnLst>
                    <a:cxn ang="0">
                      <a:pos x="99" y="0"/>
                    </a:cxn>
                    <a:cxn ang="0">
                      <a:pos x="0" y="34"/>
                    </a:cxn>
                    <a:cxn ang="0">
                      <a:pos x="99" y="67"/>
                    </a:cxn>
                    <a:cxn ang="0">
                      <a:pos x="68" y="34"/>
                    </a:cxn>
                    <a:cxn ang="0">
                      <a:pos x="99" y="0"/>
                    </a:cxn>
                  </a:cxnLst>
                  <a:pathLst>
                    <a:path w="99" h="67">
                      <a:moveTo>
                        <a:pt x="99" y="0"/>
                      </a:moveTo>
                      <a:lnTo>
                        <a:pt x="0" y="34"/>
                      </a:lnTo>
                      <a:lnTo>
                        <a:pt x="99" y="67"/>
                      </a:lnTo>
                      <a:lnTo>
                        <a:pt x="68" y="34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solidFill>
                  <a:srgbClr val="0033CC"/>
                </a:solidFill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16426" name="Group 42"/>
              <p:cNvGrpSpPr/>
              <p:nvPr/>
            </p:nvGrpSpPr>
            <p:grpSpPr>
              <a:xfrm>
                <a:off x="4320" y="3216"/>
                <a:ext cx="432" cy="384"/>
                <a:chOff x="3127" y="3639"/>
                <a:chExt cx="384" cy="336"/>
              </a:xfrm>
            </p:grpSpPr>
            <p:sp>
              <p:nvSpPr>
                <p:cNvPr id="16427" name="Line 43"/>
                <p:cNvSpPr/>
                <p:nvPr/>
              </p:nvSpPr>
              <p:spPr>
                <a:xfrm>
                  <a:off x="3176" y="3682"/>
                  <a:ext cx="335" cy="293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28" name="Freeform 44"/>
                <p:cNvSpPr/>
                <p:nvPr/>
              </p:nvSpPr>
              <p:spPr>
                <a:xfrm>
                  <a:off x="3127" y="3639"/>
                  <a:ext cx="97" cy="90"/>
                </a:xfrm>
                <a:custGeom>
                  <a:avLst/>
                  <a:gdLst/>
                  <a:ahLst/>
                  <a:cxnLst>
                    <a:cxn ang="0">
                      <a:pos x="97" y="40"/>
                    </a:cxn>
                    <a:cxn ang="0">
                      <a:pos x="0" y="0"/>
                    </a:cxn>
                    <a:cxn ang="0">
                      <a:pos x="52" y="90"/>
                    </a:cxn>
                    <a:cxn ang="0">
                      <a:pos x="51" y="45"/>
                    </a:cxn>
                    <a:cxn ang="0">
                      <a:pos x="97" y="40"/>
                    </a:cxn>
                  </a:cxnLst>
                  <a:pathLst>
                    <a:path w="97" h="90">
                      <a:moveTo>
                        <a:pt x="97" y="40"/>
                      </a:moveTo>
                      <a:lnTo>
                        <a:pt x="0" y="0"/>
                      </a:lnTo>
                      <a:lnTo>
                        <a:pt x="52" y="90"/>
                      </a:lnTo>
                      <a:lnTo>
                        <a:pt x="51" y="45"/>
                      </a:lnTo>
                      <a:lnTo>
                        <a:pt x="97" y="40"/>
                      </a:lnTo>
                      <a:close/>
                    </a:path>
                  </a:pathLst>
                </a:custGeom>
                <a:solidFill>
                  <a:srgbClr val="0033CC"/>
                </a:solidFill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16429" name="Group 45"/>
              <p:cNvGrpSpPr/>
              <p:nvPr/>
            </p:nvGrpSpPr>
            <p:grpSpPr>
              <a:xfrm>
                <a:off x="3814" y="1488"/>
                <a:ext cx="52" cy="528"/>
                <a:chOff x="2613" y="1815"/>
                <a:chExt cx="67" cy="576"/>
              </a:xfrm>
            </p:grpSpPr>
            <p:sp>
              <p:nvSpPr>
                <p:cNvPr id="16430" name="Line 46"/>
                <p:cNvSpPr/>
                <p:nvPr/>
              </p:nvSpPr>
              <p:spPr>
                <a:xfrm flipV="1">
                  <a:off x="2647" y="1815"/>
                  <a:ext cx="1" cy="51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31" name="Freeform 47"/>
                <p:cNvSpPr/>
                <p:nvPr/>
              </p:nvSpPr>
              <p:spPr>
                <a:xfrm>
                  <a:off x="2613" y="2292"/>
                  <a:ext cx="67" cy="9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4" y="99"/>
                    </a:cxn>
                    <a:cxn ang="0">
                      <a:pos x="67" y="0"/>
                    </a:cxn>
                    <a:cxn ang="0">
                      <a:pos x="34" y="31"/>
                    </a:cxn>
                    <a:cxn ang="0">
                      <a:pos x="0" y="0"/>
                    </a:cxn>
                  </a:cxnLst>
                  <a:pathLst>
                    <a:path w="67" h="99">
                      <a:moveTo>
                        <a:pt x="0" y="0"/>
                      </a:moveTo>
                      <a:lnTo>
                        <a:pt x="34" y="99"/>
                      </a:lnTo>
                      <a:lnTo>
                        <a:pt x="67" y="0"/>
                      </a:lnTo>
                      <a:lnTo>
                        <a:pt x="3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3CC"/>
                </a:solidFill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16432" name="Group 48"/>
              <p:cNvGrpSpPr/>
              <p:nvPr/>
            </p:nvGrpSpPr>
            <p:grpSpPr>
              <a:xfrm>
                <a:off x="4368" y="1872"/>
                <a:ext cx="432" cy="384"/>
                <a:chOff x="3223" y="2247"/>
                <a:chExt cx="432" cy="384"/>
              </a:xfrm>
            </p:grpSpPr>
            <p:sp>
              <p:nvSpPr>
                <p:cNvPr id="16433" name="Line 49"/>
                <p:cNvSpPr/>
                <p:nvPr/>
              </p:nvSpPr>
              <p:spPr>
                <a:xfrm flipV="1">
                  <a:off x="3272" y="2247"/>
                  <a:ext cx="383" cy="341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34" name="Freeform 50"/>
                <p:cNvSpPr/>
                <p:nvPr/>
              </p:nvSpPr>
              <p:spPr>
                <a:xfrm>
                  <a:off x="3223" y="2540"/>
                  <a:ext cx="96" cy="91"/>
                </a:xfrm>
                <a:custGeom>
                  <a:avLst/>
                  <a:gdLst/>
                  <a:ahLst/>
                  <a:cxnLst>
                    <a:cxn ang="0">
                      <a:pos x="52" y="0"/>
                    </a:cxn>
                    <a:cxn ang="0">
                      <a:pos x="0" y="91"/>
                    </a:cxn>
                    <a:cxn ang="0">
                      <a:pos x="96" y="50"/>
                    </a:cxn>
                    <a:cxn ang="0">
                      <a:pos x="51" y="46"/>
                    </a:cxn>
                    <a:cxn ang="0">
                      <a:pos x="52" y="0"/>
                    </a:cxn>
                  </a:cxnLst>
                  <a:pathLst>
                    <a:path w="96" h="91">
                      <a:moveTo>
                        <a:pt x="52" y="0"/>
                      </a:moveTo>
                      <a:lnTo>
                        <a:pt x="0" y="91"/>
                      </a:lnTo>
                      <a:lnTo>
                        <a:pt x="96" y="50"/>
                      </a:lnTo>
                      <a:lnTo>
                        <a:pt x="51" y="46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0033CC"/>
                </a:solidFill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16435" name="Group 51"/>
              <p:cNvGrpSpPr/>
              <p:nvPr/>
            </p:nvGrpSpPr>
            <p:grpSpPr>
              <a:xfrm>
                <a:off x="4512" y="2304"/>
                <a:ext cx="528" cy="192"/>
                <a:chOff x="3367" y="2727"/>
                <a:chExt cx="528" cy="192"/>
              </a:xfrm>
            </p:grpSpPr>
            <p:sp>
              <p:nvSpPr>
                <p:cNvPr id="16436" name="Line 52"/>
                <p:cNvSpPr/>
                <p:nvPr/>
              </p:nvSpPr>
              <p:spPr>
                <a:xfrm flipV="1">
                  <a:off x="3429" y="2727"/>
                  <a:ext cx="466" cy="169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37" name="Freeform 53"/>
                <p:cNvSpPr/>
                <p:nvPr/>
              </p:nvSpPr>
              <p:spPr>
                <a:xfrm>
                  <a:off x="3367" y="2854"/>
                  <a:ext cx="104" cy="65"/>
                </a:xfrm>
                <a:custGeom>
                  <a:avLst/>
                  <a:gdLst/>
                  <a:ahLst/>
                  <a:cxnLst>
                    <a:cxn ang="0">
                      <a:pos x="82" y="0"/>
                    </a:cxn>
                    <a:cxn ang="0">
                      <a:pos x="0" y="65"/>
                    </a:cxn>
                    <a:cxn ang="0">
                      <a:pos x="104" y="63"/>
                    </a:cxn>
                    <a:cxn ang="0">
                      <a:pos x="64" y="42"/>
                    </a:cxn>
                    <a:cxn ang="0">
                      <a:pos x="82" y="0"/>
                    </a:cxn>
                  </a:cxnLst>
                  <a:pathLst>
                    <a:path w="104" h="65">
                      <a:moveTo>
                        <a:pt x="82" y="0"/>
                      </a:moveTo>
                      <a:lnTo>
                        <a:pt x="0" y="65"/>
                      </a:lnTo>
                      <a:lnTo>
                        <a:pt x="104" y="63"/>
                      </a:lnTo>
                      <a:lnTo>
                        <a:pt x="64" y="42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0033CC"/>
                </a:solidFill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16438" name="Group 54"/>
              <p:cNvGrpSpPr/>
              <p:nvPr/>
            </p:nvGrpSpPr>
            <p:grpSpPr>
              <a:xfrm>
                <a:off x="4080" y="3360"/>
                <a:ext cx="192" cy="576"/>
                <a:chOff x="2887" y="3735"/>
                <a:chExt cx="192" cy="528"/>
              </a:xfrm>
            </p:grpSpPr>
            <p:sp>
              <p:nvSpPr>
                <p:cNvPr id="16439" name="Line 55"/>
                <p:cNvSpPr/>
                <p:nvPr/>
              </p:nvSpPr>
              <p:spPr>
                <a:xfrm>
                  <a:off x="2910" y="3797"/>
                  <a:ext cx="169" cy="466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40" name="Freeform 56"/>
                <p:cNvSpPr/>
                <p:nvPr/>
              </p:nvSpPr>
              <p:spPr>
                <a:xfrm>
                  <a:off x="2887" y="3735"/>
                  <a:ext cx="65" cy="104"/>
                </a:xfrm>
                <a:custGeom>
                  <a:avLst/>
                  <a:gdLst/>
                  <a:ahLst/>
                  <a:cxnLst>
                    <a:cxn ang="0">
                      <a:pos x="65" y="82"/>
                    </a:cxn>
                    <a:cxn ang="0">
                      <a:pos x="0" y="0"/>
                    </a:cxn>
                    <a:cxn ang="0">
                      <a:pos x="2" y="104"/>
                    </a:cxn>
                    <a:cxn ang="0">
                      <a:pos x="23" y="64"/>
                    </a:cxn>
                    <a:cxn ang="0">
                      <a:pos x="65" y="82"/>
                    </a:cxn>
                  </a:cxnLst>
                  <a:pathLst>
                    <a:path w="65" h="104">
                      <a:moveTo>
                        <a:pt x="65" y="82"/>
                      </a:moveTo>
                      <a:lnTo>
                        <a:pt x="0" y="0"/>
                      </a:lnTo>
                      <a:lnTo>
                        <a:pt x="2" y="104"/>
                      </a:lnTo>
                      <a:lnTo>
                        <a:pt x="23" y="64"/>
                      </a:lnTo>
                      <a:lnTo>
                        <a:pt x="65" y="82"/>
                      </a:lnTo>
                      <a:close/>
                    </a:path>
                  </a:pathLst>
                </a:custGeom>
                <a:solidFill>
                  <a:srgbClr val="0033CC"/>
                </a:solidFill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16441" name="Group 57"/>
              <p:cNvGrpSpPr/>
              <p:nvPr/>
            </p:nvGrpSpPr>
            <p:grpSpPr>
              <a:xfrm>
                <a:off x="4464" y="3024"/>
                <a:ext cx="480" cy="192"/>
                <a:chOff x="3319" y="3447"/>
                <a:chExt cx="480" cy="192"/>
              </a:xfrm>
            </p:grpSpPr>
            <p:sp>
              <p:nvSpPr>
                <p:cNvPr id="16442" name="Line 58"/>
                <p:cNvSpPr/>
                <p:nvPr/>
              </p:nvSpPr>
              <p:spPr>
                <a:xfrm>
                  <a:off x="3380" y="3472"/>
                  <a:ext cx="419" cy="167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43" name="Freeform 59"/>
                <p:cNvSpPr/>
                <p:nvPr/>
              </p:nvSpPr>
              <p:spPr>
                <a:xfrm>
                  <a:off x="3319" y="3447"/>
                  <a:ext cx="105" cy="67"/>
                </a:xfrm>
                <a:custGeom>
                  <a:avLst/>
                  <a:gdLst/>
                  <a:ahLst/>
                  <a:cxnLst>
                    <a:cxn ang="0">
                      <a:pos x="105" y="5"/>
                    </a:cxn>
                    <a:cxn ang="0">
                      <a:pos x="0" y="0"/>
                    </a:cxn>
                    <a:cxn ang="0">
                      <a:pos x="80" y="67"/>
                    </a:cxn>
                    <a:cxn ang="0">
                      <a:pos x="63" y="25"/>
                    </a:cxn>
                    <a:cxn ang="0">
                      <a:pos x="105" y="5"/>
                    </a:cxn>
                  </a:cxnLst>
                  <a:pathLst>
                    <a:path w="105" h="67">
                      <a:moveTo>
                        <a:pt x="105" y="5"/>
                      </a:moveTo>
                      <a:lnTo>
                        <a:pt x="0" y="0"/>
                      </a:lnTo>
                      <a:lnTo>
                        <a:pt x="80" y="67"/>
                      </a:lnTo>
                      <a:lnTo>
                        <a:pt x="63" y="25"/>
                      </a:lnTo>
                      <a:lnTo>
                        <a:pt x="105" y="5"/>
                      </a:lnTo>
                      <a:close/>
                    </a:path>
                  </a:pathLst>
                </a:custGeom>
                <a:solidFill>
                  <a:srgbClr val="0033CC"/>
                </a:solidFill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16444" name="Group 60"/>
              <p:cNvGrpSpPr/>
              <p:nvPr/>
            </p:nvGrpSpPr>
            <p:grpSpPr>
              <a:xfrm>
                <a:off x="4160" y="1632"/>
                <a:ext cx="240" cy="480"/>
                <a:chOff x="2998" y="1985"/>
                <a:chExt cx="240" cy="480"/>
              </a:xfrm>
            </p:grpSpPr>
            <p:sp>
              <p:nvSpPr>
                <p:cNvPr id="16445" name="Line 61"/>
                <p:cNvSpPr/>
                <p:nvPr/>
              </p:nvSpPr>
              <p:spPr>
                <a:xfrm flipV="1">
                  <a:off x="3028" y="1985"/>
                  <a:ext cx="210" cy="421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46" name="Freeform 62"/>
                <p:cNvSpPr/>
                <p:nvPr/>
              </p:nvSpPr>
              <p:spPr>
                <a:xfrm>
                  <a:off x="2998" y="2361"/>
                  <a:ext cx="73" cy="104"/>
                </a:xfrm>
                <a:custGeom>
                  <a:avLst/>
                  <a:gdLst/>
                  <a:ahLst/>
                  <a:cxnLst>
                    <a:cxn ang="0">
                      <a:pos x="13" y="0"/>
                    </a:cxn>
                    <a:cxn ang="0">
                      <a:pos x="0" y="104"/>
                    </a:cxn>
                    <a:cxn ang="0">
                      <a:pos x="73" y="30"/>
                    </a:cxn>
                    <a:cxn ang="0">
                      <a:pos x="30" y="43"/>
                    </a:cxn>
                    <a:cxn ang="0">
                      <a:pos x="13" y="0"/>
                    </a:cxn>
                  </a:cxnLst>
                  <a:pathLst>
                    <a:path w="73" h="104">
                      <a:moveTo>
                        <a:pt x="13" y="0"/>
                      </a:moveTo>
                      <a:lnTo>
                        <a:pt x="0" y="104"/>
                      </a:lnTo>
                      <a:lnTo>
                        <a:pt x="73" y="30"/>
                      </a:lnTo>
                      <a:lnTo>
                        <a:pt x="30" y="43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0033CC"/>
                </a:solidFill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6447" name="Line 63"/>
              <p:cNvSpPr/>
              <p:nvPr/>
            </p:nvSpPr>
            <p:spPr>
              <a:xfrm>
                <a:off x="3936" y="2736"/>
                <a:ext cx="624" cy="1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48" name="Line 64"/>
              <p:cNvSpPr/>
              <p:nvPr/>
            </p:nvSpPr>
            <p:spPr>
              <a:xfrm flipH="1">
                <a:off x="3936" y="2496"/>
                <a:ext cx="576" cy="19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49" name="Line 65"/>
              <p:cNvSpPr/>
              <p:nvPr/>
            </p:nvSpPr>
            <p:spPr>
              <a:xfrm flipH="1">
                <a:off x="3936" y="2208"/>
                <a:ext cx="480" cy="43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0" name="Line 66"/>
              <p:cNvSpPr/>
              <p:nvPr/>
            </p:nvSpPr>
            <p:spPr>
              <a:xfrm flipH="1">
                <a:off x="3888" y="2064"/>
                <a:ext cx="288" cy="52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1" name="Line 67"/>
              <p:cNvSpPr/>
              <p:nvPr/>
            </p:nvSpPr>
            <p:spPr>
              <a:xfrm>
                <a:off x="3840" y="1968"/>
                <a:ext cx="1" cy="624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2" name="Line 68"/>
              <p:cNvSpPr/>
              <p:nvPr/>
            </p:nvSpPr>
            <p:spPr>
              <a:xfrm>
                <a:off x="3552" y="2064"/>
                <a:ext cx="240" cy="52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3" name="Line 69"/>
              <p:cNvSpPr/>
              <p:nvPr/>
            </p:nvSpPr>
            <p:spPr>
              <a:xfrm>
                <a:off x="3072" y="2736"/>
                <a:ext cx="672" cy="1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4" name="Line 70"/>
              <p:cNvSpPr/>
              <p:nvPr/>
            </p:nvSpPr>
            <p:spPr>
              <a:xfrm>
                <a:off x="3120" y="2448"/>
                <a:ext cx="624" cy="24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5" name="Line 71"/>
              <p:cNvSpPr/>
              <p:nvPr/>
            </p:nvSpPr>
            <p:spPr>
              <a:xfrm>
                <a:off x="3168" y="2064"/>
                <a:ext cx="576" cy="57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6" name="Line 72"/>
              <p:cNvSpPr/>
              <p:nvPr/>
            </p:nvSpPr>
            <p:spPr>
              <a:xfrm flipV="1">
                <a:off x="2928" y="2784"/>
                <a:ext cx="816" cy="28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7" name="Line 73"/>
              <p:cNvSpPr/>
              <p:nvPr/>
            </p:nvSpPr>
            <p:spPr>
              <a:xfrm flipV="1">
                <a:off x="3264" y="2784"/>
                <a:ext cx="528" cy="48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8" name="Line 74"/>
              <p:cNvSpPr/>
              <p:nvPr/>
            </p:nvSpPr>
            <p:spPr>
              <a:xfrm flipV="1">
                <a:off x="3552" y="2832"/>
                <a:ext cx="240" cy="52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9" name="Line 75"/>
              <p:cNvSpPr/>
              <p:nvPr/>
            </p:nvSpPr>
            <p:spPr>
              <a:xfrm flipV="1">
                <a:off x="3840" y="2832"/>
                <a:ext cx="1" cy="624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60" name="Line 76"/>
              <p:cNvSpPr/>
              <p:nvPr/>
            </p:nvSpPr>
            <p:spPr>
              <a:xfrm>
                <a:off x="3888" y="2832"/>
                <a:ext cx="192" cy="52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61" name="Line 77"/>
              <p:cNvSpPr/>
              <p:nvPr/>
            </p:nvSpPr>
            <p:spPr>
              <a:xfrm>
                <a:off x="3888" y="2784"/>
                <a:ext cx="432" cy="43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62" name="Line 78"/>
              <p:cNvSpPr/>
              <p:nvPr/>
            </p:nvSpPr>
            <p:spPr>
              <a:xfrm>
                <a:off x="3936" y="2784"/>
                <a:ext cx="528" cy="24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63" name="Oval 79"/>
              <p:cNvSpPr/>
              <p:nvPr/>
            </p:nvSpPr>
            <p:spPr>
              <a:xfrm>
                <a:off x="3712" y="2592"/>
                <a:ext cx="240" cy="24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00FF"/>
                  </a:gs>
                </a:gsLst>
                <a:path path="shape">
                  <a:fillToRect l="50000" t="50000" r="50000" b="50000"/>
                </a:path>
                <a:tileRect/>
              </a:gradFill>
              <a:ln w="127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dirty="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-</a:t>
                </a:r>
                <a:endParaRPr lang="en-US" altLang="zh-CN" sz="2800" dirty="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802640" y="3962400"/>
            <a:ext cx="2852738" cy="958850"/>
            <a:chOff x="2108" y="4295"/>
            <a:chExt cx="4492" cy="1510"/>
          </a:xfrm>
        </p:grpSpPr>
        <p:sp>
          <p:nvSpPr>
            <p:cNvPr id="16465" name="文本框 186398"/>
            <p:cNvSpPr txBox="1"/>
            <p:nvPr/>
          </p:nvSpPr>
          <p:spPr>
            <a:xfrm>
              <a:off x="2107" y="4295"/>
              <a:ext cx="2515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>
                  <a:schemeClr val="bg1"/>
                </a:buClr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等势面密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66" name="直接连接符 186399"/>
            <p:cNvSpPr/>
            <p:nvPr/>
          </p:nvSpPr>
          <p:spPr>
            <a:xfrm>
              <a:off x="4387" y="4692"/>
              <a:ext cx="960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16467" name="文本框 186400"/>
            <p:cNvSpPr txBox="1"/>
            <p:nvPr/>
          </p:nvSpPr>
          <p:spPr>
            <a:xfrm>
              <a:off x="5830" y="4297"/>
              <a:ext cx="770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>
                  <a:schemeClr val="bg1"/>
                </a:buClr>
              </a:pPr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68" name="文本框 186401"/>
            <p:cNvSpPr txBox="1"/>
            <p:nvPr/>
          </p:nvSpPr>
          <p:spPr>
            <a:xfrm>
              <a:off x="2112" y="5040"/>
              <a:ext cx="2510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>
                  <a:schemeClr val="bg1"/>
                </a:buClr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等势面疏</a:t>
              </a:r>
              <a:endPara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69" name="直接连接符 186402"/>
            <p:cNvSpPr/>
            <p:nvPr/>
          </p:nvSpPr>
          <p:spPr>
            <a:xfrm>
              <a:off x="4387" y="5400"/>
              <a:ext cx="960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16470" name="文本框 186403"/>
            <p:cNvSpPr txBox="1"/>
            <p:nvPr/>
          </p:nvSpPr>
          <p:spPr>
            <a:xfrm>
              <a:off x="5829" y="5085"/>
              <a:ext cx="770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>
                  <a:schemeClr val="bg1"/>
                </a:buClr>
              </a:pPr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小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6471" name="对象 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5462" y="4297"/>
            <a:ext cx="505" cy="6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2" imgW="152400" imgH="190500" progId="Equation.KSEE3">
                    <p:embed/>
                  </p:oleObj>
                </mc:Choice>
                <mc:Fallback>
                  <p:oleObj name="" r:id="rId2" imgW="152400" imgH="190500" progId="Equation.KSEE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462" y="4297"/>
                          <a:ext cx="505" cy="6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72" name="对象 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5462" y="5085"/>
            <a:ext cx="505" cy="6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4" imgW="152400" imgH="190500" progId="Equation.KSEE3">
                    <p:embed/>
                  </p:oleObj>
                </mc:Choice>
                <mc:Fallback>
                  <p:oleObj name="" r:id="rId4" imgW="152400" imgH="190500" progId="Equation.KSEE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462" y="5085"/>
                          <a:ext cx="505" cy="6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Object 20"/>
              <p:cNvSpPr txBox="1"/>
              <p:nvPr>
                <p:custDataLst>
                  <p:tags r:id="rId5"/>
                </p:custDataLst>
              </p:nvPr>
            </p:nvSpPr>
            <p:spPr bwMode="auto">
              <a:xfrm>
                <a:off x="533149" y="2160176"/>
                <a:ext cx="3733694" cy="5699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𝑐𝑑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)&gt;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91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533149" y="2160176"/>
                <a:ext cx="3733694" cy="569913"/>
              </a:xfrm>
              <a:prstGeom prst="rect">
                <a:avLst/>
              </a:prstGeom>
              <a:blipFill rotWithShape="1">
                <a:blip r:embed="rId7"/>
                <a:stretch>
                  <a:fillRect l="-10" t="-95" r="7" b="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Object 31"/>
              <p:cNvSpPr txBox="1"/>
              <p:nvPr>
                <p:custDataLst>
                  <p:tags r:id="rId8"/>
                </p:custDataLst>
              </p:nvPr>
            </p:nvSpPr>
            <p:spPr bwMode="auto">
              <a:xfrm>
                <a:off x="4414536" y="2160518"/>
                <a:ext cx="1739900" cy="609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92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414536" y="2160518"/>
                <a:ext cx="1739900" cy="609600"/>
              </a:xfrm>
              <a:prstGeom prst="rect">
                <a:avLst/>
              </a:prstGeom>
              <a:blipFill rotWithShape="1">
                <a:blip r:embed="rId10"/>
                <a:stretch>
                  <a:fillRect l="-1" t="-41" r="1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Group 24"/>
          <p:cNvGrpSpPr/>
          <p:nvPr/>
        </p:nvGrpSpPr>
        <p:grpSpPr bwMode="auto">
          <a:xfrm>
            <a:off x="6779359" y="2160525"/>
            <a:ext cx="2305051" cy="1130301"/>
            <a:chOff x="3696" y="3187"/>
            <a:chExt cx="1452" cy="712"/>
          </a:xfrm>
        </p:grpSpPr>
        <p:sp>
          <p:nvSpPr>
            <p:cNvPr id="94" name="Arc 25"/>
            <p:cNvSpPr/>
            <p:nvPr>
              <p:custDataLst>
                <p:tags r:id="rId11"/>
              </p:custDataLst>
            </p:nvPr>
          </p:nvSpPr>
          <p:spPr bwMode="auto">
            <a:xfrm rot="2361401" flipV="1">
              <a:off x="3696" y="3187"/>
              <a:ext cx="864" cy="48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95" name="Oval 26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792" y="345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96" name="Oval 27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176" y="3600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Object 28"/>
                <p:cNvSpPr txBox="1"/>
                <p:nvPr>
                  <p:custDataLst>
                    <p:tags r:id="rId14"/>
                  </p:custDataLst>
                </p:nvPr>
              </p:nvSpPr>
              <p:spPr bwMode="auto">
                <a:xfrm>
                  <a:off x="3803" y="3190"/>
                  <a:ext cx="194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7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5"/>
                  </p:custDataLst>
                </p:nvPr>
              </p:nvSpPr>
              <p:spPr bwMode="auto">
                <a:xfrm>
                  <a:off x="3803" y="3190"/>
                  <a:ext cx="194" cy="240"/>
                </a:xfrm>
                <a:prstGeom prst="rect">
                  <a:avLst/>
                </a:prstGeom>
                <a:blipFill rotWithShape="1">
                  <a:blip r:embed="rId1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Object 29"/>
                <p:cNvSpPr txBox="1"/>
                <p:nvPr/>
              </p:nvSpPr>
              <p:spPr bwMode="auto">
                <a:xfrm>
                  <a:off x="4218" y="3391"/>
                  <a:ext cx="152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8" name="Object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18" y="3391"/>
                  <a:ext cx="152" cy="192"/>
                </a:xfrm>
                <a:prstGeom prst="rect">
                  <a:avLst/>
                </a:prstGeom>
                <a:blipFill rotWithShape="1">
                  <a:blip r:embed="rId1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Object 30"/>
                <p:cNvSpPr txBox="1"/>
                <p:nvPr/>
              </p:nvSpPr>
              <p:spPr bwMode="auto">
                <a:xfrm>
                  <a:off x="4704" y="3456"/>
                  <a:ext cx="444" cy="4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99" name="Object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04" y="3456"/>
                  <a:ext cx="444" cy="443"/>
                </a:xfrm>
                <a:prstGeom prst="rect">
                  <a:avLst/>
                </a:prstGeom>
                <a:blipFill rotWithShape="1">
                  <a:blip r:embed="rId1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5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35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83" grpId="0"/>
      <p:bldP spid="35884" grpId="0"/>
      <p:bldP spid="35887" grpId="0"/>
      <p:bldP spid="91" grpId="0" bldLvl="0" animBg="1"/>
      <p:bldP spid="9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6"/>
          <p:cNvSpPr/>
          <p:nvPr/>
        </p:nvSpPr>
        <p:spPr>
          <a:xfrm>
            <a:off x="5070475" y="1524000"/>
            <a:ext cx="3733800" cy="3810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0" name="Arc 7"/>
          <p:cNvSpPr/>
          <p:nvPr/>
        </p:nvSpPr>
        <p:spPr>
          <a:xfrm>
            <a:off x="5638800" y="1852613"/>
            <a:ext cx="3200400" cy="2921000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21600" h="20787" fill="none">
                <a:moveTo>
                  <a:pt x="5870" y="0"/>
                </a:moveTo>
                <a:cubicBezTo>
                  <a:pt x="15175" y="2628"/>
                  <a:pt x="21600" y="11118"/>
                  <a:pt x="21600" y="20787"/>
                </a:cubicBezTo>
              </a:path>
              <a:path w="21600" h="20787" stroke="0">
                <a:moveTo>
                  <a:pt x="5870" y="0"/>
                </a:moveTo>
                <a:cubicBezTo>
                  <a:pt x="15175" y="2628"/>
                  <a:pt x="21600" y="11118"/>
                  <a:pt x="21600" y="20787"/>
                </a:cubicBezTo>
                <a:lnTo>
                  <a:pt x="0" y="20787"/>
                </a:lnTo>
                <a:close/>
              </a:path>
            </a:pathLst>
          </a:custGeom>
          <a:noFill/>
          <a:ln w="28575" cap="flat" cmpd="sng">
            <a:solidFill>
              <a:srgbClr val="9900CC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7411" name="Arc 8"/>
          <p:cNvSpPr/>
          <p:nvPr/>
        </p:nvSpPr>
        <p:spPr>
          <a:xfrm>
            <a:off x="5257800" y="2636838"/>
            <a:ext cx="2667000" cy="2559050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21600" h="20607" fill="none">
                <a:moveTo>
                  <a:pt x="6473" y="-1"/>
                </a:moveTo>
                <a:cubicBezTo>
                  <a:pt x="15475" y="2827"/>
                  <a:pt x="21600" y="11171"/>
                  <a:pt x="21600" y="20607"/>
                </a:cubicBezTo>
              </a:path>
              <a:path w="21600" h="20607" stroke="0">
                <a:moveTo>
                  <a:pt x="6473" y="-1"/>
                </a:moveTo>
                <a:cubicBezTo>
                  <a:pt x="15475" y="2827"/>
                  <a:pt x="21600" y="11171"/>
                  <a:pt x="21600" y="20607"/>
                </a:cubicBezTo>
                <a:lnTo>
                  <a:pt x="0" y="20607"/>
                </a:lnTo>
                <a:close/>
              </a:path>
            </a:pathLst>
          </a:custGeom>
          <a:noFill/>
          <a:ln w="28575" cap="flat" cmpd="sng">
            <a:solidFill>
              <a:srgbClr val="9900CC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7412" name="Object 9"/>
          <p:cNvGraphicFramePr/>
          <p:nvPr/>
        </p:nvGraphicFramePr>
        <p:xfrm>
          <a:off x="6096000" y="1600200"/>
          <a:ext cx="36036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52400" imgH="177800" progId="Equation.3">
                  <p:embed/>
                </p:oleObj>
              </mc:Choice>
              <mc:Fallback>
                <p:oleObj name="" r:id="rId1" imgW="152400" imgH="1778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0" y="1600200"/>
                        <a:ext cx="360363" cy="388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10"/>
          <p:cNvGraphicFramePr/>
          <p:nvPr/>
        </p:nvGraphicFramePr>
        <p:xfrm>
          <a:off x="5334000" y="2133600"/>
          <a:ext cx="10668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507365" imgH="177800" progId="Equation.3">
                  <p:embed/>
                </p:oleObj>
              </mc:Choice>
              <mc:Fallback>
                <p:oleObj name="" r:id="rId3" imgW="507365" imgH="1778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4000" y="2133600"/>
                        <a:ext cx="1066800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Line 11"/>
          <p:cNvSpPr/>
          <p:nvPr/>
        </p:nvSpPr>
        <p:spPr>
          <a:xfrm flipH="1">
            <a:off x="6172200" y="2946400"/>
            <a:ext cx="2006600" cy="1473200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grpSp>
        <p:nvGrpSpPr>
          <p:cNvPr id="2" name="Group 13"/>
          <p:cNvGrpSpPr/>
          <p:nvPr/>
        </p:nvGrpSpPr>
        <p:grpSpPr>
          <a:xfrm>
            <a:off x="6019800" y="2921000"/>
            <a:ext cx="2171700" cy="1498600"/>
            <a:chOff x="3552" y="2032"/>
            <a:chExt cx="1368" cy="944"/>
          </a:xfrm>
        </p:grpSpPr>
        <p:sp>
          <p:nvSpPr>
            <p:cNvPr id="17417" name="Line 14"/>
            <p:cNvSpPr/>
            <p:nvPr/>
          </p:nvSpPr>
          <p:spPr>
            <a:xfrm flipH="1">
              <a:off x="3552" y="2032"/>
              <a:ext cx="1368" cy="22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7418" name="Line 15"/>
            <p:cNvSpPr/>
            <p:nvPr/>
          </p:nvSpPr>
          <p:spPr>
            <a:xfrm>
              <a:off x="3552" y="2256"/>
              <a:ext cx="96" cy="72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sm" len="lg"/>
            </a:ln>
          </p:spPr>
        </p:sp>
      </p:grpSp>
      <p:graphicFrame>
        <p:nvGraphicFramePr>
          <p:cNvPr id="17420" name="Object 17"/>
          <p:cNvGraphicFramePr/>
          <p:nvPr/>
        </p:nvGraphicFramePr>
        <p:xfrm>
          <a:off x="6629400" y="3200400"/>
          <a:ext cx="3508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152400" imgH="165100" progId="Equation.3">
                  <p:embed/>
                </p:oleObj>
              </mc:Choice>
              <mc:Fallback>
                <p:oleObj name="" r:id="rId5" imgW="152400" imgH="1651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29400" y="3200400"/>
                        <a:ext cx="350838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20"/>
          <p:cNvGraphicFramePr/>
          <p:nvPr/>
        </p:nvGraphicFramePr>
        <p:xfrm>
          <a:off x="8564563" y="4572000"/>
          <a:ext cx="23971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7" imgW="101600" imgH="165100" progId="Equation.3">
                  <p:embed/>
                </p:oleObj>
              </mc:Choice>
              <mc:Fallback>
                <p:oleObj name="" r:id="rId7" imgW="101600" imgH="1651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64563" y="4572000"/>
                        <a:ext cx="239712" cy="36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21"/>
          <p:cNvGraphicFramePr/>
          <p:nvPr/>
        </p:nvGraphicFramePr>
        <p:xfrm>
          <a:off x="7558088" y="4800600"/>
          <a:ext cx="35877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9" imgW="152400" imgH="165100" progId="Equation.3">
                  <p:embed/>
                </p:oleObj>
              </mc:Choice>
              <mc:Fallback>
                <p:oleObj name="" r:id="rId9" imgW="152400" imgH="1651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58088" y="4800600"/>
                        <a:ext cx="358775" cy="36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3" name="Oval 22"/>
          <p:cNvSpPr/>
          <p:nvPr/>
        </p:nvSpPr>
        <p:spPr>
          <a:xfrm flipH="1">
            <a:off x="8153400" y="2895600"/>
            <a:ext cx="76200" cy="76200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7424" name="Object 23"/>
          <p:cNvGraphicFramePr/>
          <p:nvPr/>
        </p:nvGraphicFramePr>
        <p:xfrm>
          <a:off x="8305800" y="2590800"/>
          <a:ext cx="3508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1" imgW="152400" imgH="165100" progId="Equation.3">
                  <p:embed/>
                </p:oleObj>
              </mc:Choice>
              <mc:Fallback>
                <p:oleObj name="" r:id="rId11" imgW="152400" imgH="1651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305800" y="2590800"/>
                        <a:ext cx="350838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4"/>
          <p:cNvGrpSpPr/>
          <p:nvPr/>
        </p:nvGrpSpPr>
        <p:grpSpPr>
          <a:xfrm>
            <a:off x="6934200" y="2933700"/>
            <a:ext cx="1257300" cy="495300"/>
            <a:chOff x="4128" y="2040"/>
            <a:chExt cx="792" cy="312"/>
          </a:xfrm>
        </p:grpSpPr>
        <p:graphicFrame>
          <p:nvGraphicFramePr>
            <p:cNvPr id="17426" name="Object 25"/>
            <p:cNvGraphicFramePr/>
            <p:nvPr/>
          </p:nvGraphicFramePr>
          <p:xfrm>
            <a:off x="4416" y="2112"/>
            <a:ext cx="17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13" imgW="127000" imgH="177165" progId="Equation.3">
                    <p:embed/>
                  </p:oleObj>
                </mc:Choice>
                <mc:Fallback>
                  <p:oleObj name="" r:id="rId13" imgW="127000" imgH="177165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416" y="2112"/>
                          <a:ext cx="171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8" name="Line 27"/>
            <p:cNvSpPr/>
            <p:nvPr/>
          </p:nvSpPr>
          <p:spPr>
            <a:xfrm flipH="1">
              <a:off x="4128" y="2040"/>
              <a:ext cx="792" cy="12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7430" name="Arc 29"/>
            <p:cNvSpPr/>
            <p:nvPr/>
          </p:nvSpPr>
          <p:spPr>
            <a:xfrm flipH="1" flipV="1">
              <a:off x="4608" y="2096"/>
              <a:ext cx="48" cy="1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7431" name="Oval 30"/>
          <p:cNvSpPr/>
          <p:nvPr/>
        </p:nvSpPr>
        <p:spPr>
          <a:xfrm flipH="1">
            <a:off x="6934200" y="3098800"/>
            <a:ext cx="76200" cy="76200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32" name="Rectangle 20"/>
          <p:cNvSpPr/>
          <p:nvPr/>
        </p:nvSpPr>
        <p:spPr>
          <a:xfrm>
            <a:off x="1230313" y="212725"/>
            <a:ext cx="5399087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电场强度和电势的关系</a:t>
            </a:r>
            <a:endParaRPr lang="zh-CN" altLang="en-US" sz="3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091" name="Text Box 3"/>
          <p:cNvSpPr txBox="1"/>
          <p:nvPr/>
        </p:nvSpPr>
        <p:spPr>
          <a:xfrm>
            <a:off x="366713" y="1562100"/>
            <a:ext cx="4584700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将单位正电荷从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移到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，电场力所作的功：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84" name="Text Box 36"/>
          <p:cNvSpPr txBox="1"/>
          <p:nvPr/>
        </p:nvSpPr>
        <p:spPr>
          <a:xfrm>
            <a:off x="762000" y="912813"/>
            <a:ext cx="8108950" cy="52228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spcBef>
                <a:spcPct val="20000"/>
              </a:spcBef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设静电场中两个靠得很近的等势面（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V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+Δ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8720" name="Object 0"/>
          <p:cNvGraphicFramePr/>
          <p:nvPr/>
        </p:nvGraphicFramePr>
        <p:xfrm>
          <a:off x="512763" y="2544763"/>
          <a:ext cx="4071937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5" imgW="1548765" imgH="431800" progId="Equation.3">
                  <p:embed/>
                </p:oleObj>
              </mc:Choice>
              <mc:Fallback>
                <p:oleObj name="" r:id="rId15" imgW="1548765" imgH="4318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2763" y="2544763"/>
                        <a:ext cx="4071937" cy="1128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9" name="Object 33"/>
          <p:cNvGraphicFramePr/>
          <p:nvPr/>
        </p:nvGraphicFramePr>
        <p:xfrm>
          <a:off x="1295400" y="3810000"/>
          <a:ext cx="2341563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7" imgW="901065" imgH="228600" progId="Equation.3">
                  <p:embed/>
                </p:oleObj>
              </mc:Choice>
              <mc:Fallback>
                <p:oleObj name="" r:id="rId17" imgW="901065" imgH="2286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95400" y="3810000"/>
                        <a:ext cx="2341563" cy="595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0" name="Object 34"/>
          <p:cNvGraphicFramePr/>
          <p:nvPr/>
        </p:nvGraphicFramePr>
        <p:xfrm>
          <a:off x="1600200" y="4343400"/>
          <a:ext cx="18510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9" imgW="685800" imgH="393700" progId="Equation.3">
                  <p:embed/>
                </p:oleObj>
              </mc:Choice>
              <mc:Fallback>
                <p:oleObj name="" r:id="rId19" imgW="685800" imgH="3937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00200" y="4343400"/>
                        <a:ext cx="1851025" cy="99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8" name="Object 35"/>
          <p:cNvGraphicFramePr/>
          <p:nvPr/>
        </p:nvGraphicFramePr>
        <p:xfrm>
          <a:off x="366713" y="5334000"/>
          <a:ext cx="36179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21" imgW="1484630" imgH="405765" progId="Equation.3">
                  <p:embed/>
                </p:oleObj>
              </mc:Choice>
              <mc:Fallback>
                <p:oleObj name="" r:id="rId21" imgW="1484630" imgH="405765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66713" y="5334000"/>
                        <a:ext cx="3617912" cy="9906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7111365" y="2514600"/>
          <a:ext cx="584835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3" imgW="724535" imgH="622935" progId="Equation.DSMT4">
                  <p:embed/>
                </p:oleObj>
              </mc:Choice>
              <mc:Fallback>
                <p:oleObj name="" r:id="rId23" imgW="724535" imgH="622935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11365" y="2514600"/>
                        <a:ext cx="584835" cy="502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5445760" y="2933700"/>
          <a:ext cx="574040" cy="659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5" imgW="401955" imgH="476885" progId="Equation.DSMT4">
                  <p:embed/>
                </p:oleObj>
              </mc:Choice>
              <mc:Fallback>
                <p:oleObj name="" r:id="rId25" imgW="401955" imgH="476885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445760" y="2933700"/>
                        <a:ext cx="574040" cy="659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6019800" y="4421505"/>
          <a:ext cx="65913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27" imgW="563880" imgH="605790" progId="Equation.DSMT4">
                  <p:embed/>
                </p:oleObj>
              </mc:Choice>
              <mc:Fallback>
                <p:oleObj name="" r:id="rId27" imgW="563880" imgH="60579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019800" y="4421505"/>
                        <a:ext cx="659130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5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/>
      <p:bldP spid="208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Text Box 2"/>
          <p:cNvSpPr txBox="1"/>
          <p:nvPr/>
        </p:nvSpPr>
        <p:spPr>
          <a:xfrm>
            <a:off x="625475" y="2609850"/>
            <a:ext cx="3810000" cy="2736850"/>
          </a:xfrm>
          <a:prstGeom prst="rect">
            <a:avLst/>
          </a:prstGeom>
          <a:noFill/>
          <a:ln w="9525" cap="flat" cmpd="sng">
            <a:solidFill>
              <a:srgbClr val="009999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2146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电场中某一点的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电场强度沿任一方向的分量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，等于这一点的电势沿该方向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电势变化率的负值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8434" name="Group 4"/>
          <p:cNvGrpSpPr/>
          <p:nvPr/>
        </p:nvGrpSpPr>
        <p:grpSpPr>
          <a:xfrm>
            <a:off x="4876800" y="2736850"/>
            <a:ext cx="3733800" cy="3810000"/>
            <a:chOff x="3072" y="1152"/>
            <a:chExt cx="2352" cy="2400"/>
          </a:xfrm>
        </p:grpSpPr>
        <p:sp>
          <p:nvSpPr>
            <p:cNvPr id="18435" name="Rectangle 5"/>
            <p:cNvSpPr/>
            <p:nvPr/>
          </p:nvSpPr>
          <p:spPr>
            <a:xfrm>
              <a:off x="3072" y="1152"/>
              <a:ext cx="2352" cy="240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36" name="Arc 6"/>
            <p:cNvSpPr/>
            <p:nvPr/>
          </p:nvSpPr>
          <p:spPr>
            <a:xfrm>
              <a:off x="3312" y="1359"/>
              <a:ext cx="2016" cy="18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0787" fill="none">
                  <a:moveTo>
                    <a:pt x="5870" y="0"/>
                  </a:moveTo>
                  <a:cubicBezTo>
                    <a:pt x="15175" y="2628"/>
                    <a:pt x="21600" y="11118"/>
                    <a:pt x="21600" y="20787"/>
                  </a:cubicBezTo>
                </a:path>
                <a:path w="21600" h="20787" stroke="0">
                  <a:moveTo>
                    <a:pt x="5870" y="0"/>
                  </a:moveTo>
                  <a:cubicBezTo>
                    <a:pt x="15175" y="2628"/>
                    <a:pt x="21600" y="11118"/>
                    <a:pt x="21600" y="20787"/>
                  </a:cubicBezTo>
                  <a:lnTo>
                    <a:pt x="0" y="20787"/>
                  </a:lnTo>
                  <a:close/>
                </a:path>
              </a:pathLst>
            </a:custGeom>
            <a:noFill/>
            <a:ln w="2857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37" name="Arc 7"/>
            <p:cNvSpPr/>
            <p:nvPr/>
          </p:nvSpPr>
          <p:spPr>
            <a:xfrm>
              <a:off x="3072" y="1853"/>
              <a:ext cx="1680" cy="16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0607" fill="none">
                  <a:moveTo>
                    <a:pt x="6473" y="-1"/>
                  </a:moveTo>
                  <a:cubicBezTo>
                    <a:pt x="15475" y="2827"/>
                    <a:pt x="21600" y="11171"/>
                    <a:pt x="21600" y="20607"/>
                  </a:cubicBezTo>
                </a:path>
                <a:path w="21600" h="20607" stroke="0">
                  <a:moveTo>
                    <a:pt x="6473" y="-1"/>
                  </a:moveTo>
                  <a:cubicBezTo>
                    <a:pt x="15475" y="2827"/>
                    <a:pt x="21600" y="11171"/>
                    <a:pt x="21600" y="20607"/>
                  </a:cubicBezTo>
                  <a:lnTo>
                    <a:pt x="0" y="20607"/>
                  </a:lnTo>
                  <a:close/>
                </a:path>
              </a:pathLst>
            </a:custGeom>
            <a:noFill/>
            <a:ln w="2857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18438" name="Object 8"/>
            <p:cNvGraphicFramePr/>
            <p:nvPr/>
          </p:nvGraphicFramePr>
          <p:xfrm>
            <a:off x="3600" y="1200"/>
            <a:ext cx="227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1" imgW="152400" imgH="177800" progId="Equation.3">
                    <p:embed/>
                  </p:oleObj>
                </mc:Choice>
                <mc:Fallback>
                  <p:oleObj name="" r:id="rId1" imgW="152400" imgH="1778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600" y="1200"/>
                          <a:ext cx="227" cy="2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9" name="Object 9"/>
            <p:cNvGraphicFramePr/>
            <p:nvPr/>
          </p:nvGraphicFramePr>
          <p:xfrm>
            <a:off x="3136" y="1537"/>
            <a:ext cx="639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3" imgW="482600" imgH="177165" progId="Equation.3">
                    <p:embed/>
                  </p:oleObj>
                </mc:Choice>
                <mc:Fallback>
                  <p:oleObj name="" r:id="rId3" imgW="482600" imgH="177165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36" y="1537"/>
                          <a:ext cx="639" cy="2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0" name="Line 10"/>
            <p:cNvSpPr/>
            <p:nvPr/>
          </p:nvSpPr>
          <p:spPr>
            <a:xfrm flipH="1">
              <a:off x="3648" y="2048"/>
              <a:ext cx="1264" cy="928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pSp>
          <p:nvGrpSpPr>
            <p:cNvPr id="18442" name="Group 12"/>
            <p:cNvGrpSpPr/>
            <p:nvPr/>
          </p:nvGrpSpPr>
          <p:grpSpPr>
            <a:xfrm>
              <a:off x="3552" y="2032"/>
              <a:ext cx="1368" cy="944"/>
              <a:chOff x="3552" y="2032"/>
              <a:chExt cx="1368" cy="944"/>
            </a:xfrm>
          </p:grpSpPr>
          <p:sp>
            <p:nvSpPr>
              <p:cNvPr id="18443" name="Line 13"/>
              <p:cNvSpPr/>
              <p:nvPr/>
            </p:nvSpPr>
            <p:spPr>
              <a:xfrm flipH="1">
                <a:off x="3552" y="2032"/>
                <a:ext cx="1368" cy="224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8444" name="Line 14"/>
              <p:cNvSpPr/>
              <p:nvPr/>
            </p:nvSpPr>
            <p:spPr>
              <a:xfrm>
                <a:off x="3552" y="2256"/>
                <a:ext cx="96" cy="72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</p:grpSp>
        <p:graphicFrame>
          <p:nvGraphicFramePr>
            <p:cNvPr id="18446" name="Object 16"/>
            <p:cNvGraphicFramePr/>
            <p:nvPr/>
          </p:nvGraphicFramePr>
          <p:xfrm>
            <a:off x="3936" y="2208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5" imgW="152400" imgH="165100" progId="Equation.3">
                    <p:embed/>
                  </p:oleObj>
                </mc:Choice>
                <mc:Fallback>
                  <p:oleObj name="" r:id="rId5" imgW="152400" imgH="1651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36" y="2208"/>
                          <a:ext cx="221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7" name="Object 17"/>
            <p:cNvGraphicFramePr/>
            <p:nvPr/>
          </p:nvGraphicFramePr>
          <p:xfrm>
            <a:off x="5155" y="3072"/>
            <a:ext cx="151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7" imgW="101600" imgH="165100" progId="Equation.3">
                    <p:embed/>
                  </p:oleObj>
                </mc:Choice>
                <mc:Fallback>
                  <p:oleObj name="" r:id="rId7" imgW="101600" imgH="1651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155" y="3072"/>
                          <a:ext cx="151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8" name="Object 18"/>
            <p:cNvGraphicFramePr/>
            <p:nvPr/>
          </p:nvGraphicFramePr>
          <p:xfrm>
            <a:off x="4521" y="3216"/>
            <a:ext cx="226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9" imgW="152400" imgH="165100" progId="Equation.3">
                    <p:embed/>
                  </p:oleObj>
                </mc:Choice>
                <mc:Fallback>
                  <p:oleObj name="" r:id="rId9" imgW="152400" imgH="1651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521" y="3216"/>
                          <a:ext cx="226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9" name="Oval 19"/>
            <p:cNvSpPr/>
            <p:nvPr/>
          </p:nvSpPr>
          <p:spPr>
            <a:xfrm flipH="1">
              <a:off x="4896" y="201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8450" name="Object 20"/>
            <p:cNvGraphicFramePr/>
            <p:nvPr/>
          </p:nvGraphicFramePr>
          <p:xfrm>
            <a:off x="4992" y="1824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1" imgW="152400" imgH="165100" progId="Equation.DSMT4">
                    <p:embed/>
                  </p:oleObj>
                </mc:Choice>
                <mc:Fallback>
                  <p:oleObj name="" r:id="rId11" imgW="152400" imgH="165100" progId="Equation.DSMT4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992" y="1824"/>
                          <a:ext cx="221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8451" name="Group 21"/>
            <p:cNvGrpSpPr/>
            <p:nvPr/>
          </p:nvGrpSpPr>
          <p:grpSpPr>
            <a:xfrm>
              <a:off x="4128" y="1776"/>
              <a:ext cx="792" cy="576"/>
              <a:chOff x="4128" y="1776"/>
              <a:chExt cx="792" cy="576"/>
            </a:xfrm>
          </p:grpSpPr>
          <p:graphicFrame>
            <p:nvGraphicFramePr>
              <p:cNvPr id="18452" name="Object 22"/>
              <p:cNvGraphicFramePr/>
              <p:nvPr/>
            </p:nvGraphicFramePr>
            <p:xfrm>
              <a:off x="4416" y="2112"/>
              <a:ext cx="171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6" name="" r:id="rId13" imgW="127000" imgH="177165" progId="Equation.3">
                      <p:embed/>
                    </p:oleObj>
                  </mc:Choice>
                  <mc:Fallback>
                    <p:oleObj name="" r:id="rId13" imgW="127000" imgH="177165" progId="Equation.3">
                      <p:embed/>
                      <p:pic>
                        <p:nvPicPr>
                          <p:cNvPr id="0" name="图片 3085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416" y="2112"/>
                            <a:ext cx="171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8453" name="Group 23"/>
              <p:cNvGrpSpPr/>
              <p:nvPr/>
            </p:nvGrpSpPr>
            <p:grpSpPr>
              <a:xfrm>
                <a:off x="4128" y="1776"/>
                <a:ext cx="792" cy="384"/>
                <a:chOff x="4128" y="1776"/>
                <a:chExt cx="792" cy="384"/>
              </a:xfrm>
            </p:grpSpPr>
            <p:sp>
              <p:nvSpPr>
                <p:cNvPr id="18454" name="Line 24"/>
                <p:cNvSpPr/>
                <p:nvPr/>
              </p:nvSpPr>
              <p:spPr>
                <a:xfrm flipH="1">
                  <a:off x="4128" y="2040"/>
                  <a:ext cx="792" cy="12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graphicFrame>
              <p:nvGraphicFramePr>
                <p:cNvPr id="18455" name="Object 25"/>
                <p:cNvGraphicFramePr/>
                <p:nvPr/>
              </p:nvGraphicFramePr>
              <p:xfrm>
                <a:off x="4282" y="1776"/>
                <a:ext cx="316" cy="3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88" name="" r:id="rId15" imgW="203200" imgH="203200" progId="Equation.3">
                        <p:embed/>
                      </p:oleObj>
                    </mc:Choice>
                    <mc:Fallback>
                      <p:oleObj name="" r:id="rId15" imgW="203200" imgH="203200" progId="Equation.3">
                        <p:embed/>
                        <p:pic>
                          <p:nvPicPr>
                            <p:cNvPr id="0" name="图片 3087"/>
                            <p:cNvPicPr/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282" y="1776"/>
                              <a:ext cx="316" cy="31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8456" name="Arc 26"/>
              <p:cNvSpPr/>
              <p:nvPr/>
            </p:nvSpPr>
            <p:spPr>
              <a:xfrm flipH="1" flipV="1">
                <a:off x="4608" y="2096"/>
                <a:ext cx="48" cy="14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8457" name="Oval 27"/>
            <p:cNvSpPr/>
            <p:nvPr/>
          </p:nvSpPr>
          <p:spPr>
            <a:xfrm flipH="1">
              <a:off x="4128" y="2144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5122" name="Object 29"/>
          <p:cNvGraphicFramePr/>
          <p:nvPr/>
        </p:nvGraphicFramePr>
        <p:xfrm>
          <a:off x="677863" y="914400"/>
          <a:ext cx="2349500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7" imgW="673100" imgH="393700" progId="Equation.3">
                  <p:embed/>
                </p:oleObj>
              </mc:Choice>
              <mc:Fallback>
                <p:oleObj name="" r:id="rId17" imgW="673100" imgH="3937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7863" y="914400"/>
                        <a:ext cx="2349500" cy="137636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9" name="Rectangle 20"/>
          <p:cNvSpPr/>
          <p:nvPr/>
        </p:nvSpPr>
        <p:spPr>
          <a:xfrm>
            <a:off x="1017588" y="190500"/>
            <a:ext cx="5399087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电场强度和电势的关系</a:t>
            </a:r>
            <a:endParaRPr lang="zh-CN" altLang="en-US" sz="3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Object 29"/>
          <p:cNvGraphicFramePr/>
          <p:nvPr/>
        </p:nvGraphicFramePr>
        <p:xfrm>
          <a:off x="4027488" y="1143000"/>
          <a:ext cx="69691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9" imgW="266700" imgH="393700" progId="Equation.3">
                  <p:embed/>
                </p:oleObj>
              </mc:Choice>
              <mc:Fallback>
                <p:oleObj name="" r:id="rId19" imgW="266700" imgH="3937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27488" y="1143000"/>
                        <a:ext cx="696912" cy="9207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"/>
          <p:cNvSpPr txBox="1"/>
          <p:nvPr/>
        </p:nvSpPr>
        <p:spPr>
          <a:xfrm>
            <a:off x="5033963" y="1085850"/>
            <a:ext cx="3424237" cy="977900"/>
          </a:xfrm>
          <a:prstGeom prst="rect">
            <a:avLst/>
          </a:prstGeom>
          <a:noFill/>
          <a:ln w="9525" cap="flat" cmpd="sng">
            <a:solidFill>
              <a:srgbClr val="0099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沿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l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方向单位长度的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电势变化率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对象 5"/>
          <p:cNvGraphicFramePr/>
          <p:nvPr/>
        </p:nvGraphicFramePr>
        <p:xfrm>
          <a:off x="4992370" y="4218305"/>
          <a:ext cx="574040" cy="659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21" imgW="401955" imgH="476885" progId="Equation.DSMT4">
                  <p:embed/>
                </p:oleObj>
              </mc:Choice>
              <mc:Fallback>
                <p:oleObj name="" r:id="rId21" imgW="401955" imgH="476885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992370" y="4218305"/>
                        <a:ext cx="574040" cy="659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5566410" y="5706110"/>
          <a:ext cx="65913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23" imgW="563880" imgH="605790" progId="Equation.DSMT4">
                  <p:embed/>
                </p:oleObj>
              </mc:Choice>
              <mc:Fallback>
                <p:oleObj name="" r:id="rId23" imgW="563880" imgH="60579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566410" y="5706110"/>
                        <a:ext cx="659130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bldLvl="0" animBg="1"/>
      <p:bldP spid="7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7" name="Text Box 3"/>
          <p:cNvSpPr txBox="1"/>
          <p:nvPr/>
        </p:nvSpPr>
        <p:spPr>
          <a:xfrm>
            <a:off x="306388" y="3322638"/>
            <a:ext cx="4267200" cy="9556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pPr>
              <a:buChar char="•"/>
            </a:pPr>
            <a:r>
              <a:rPr lang="zh-CN" altLang="en-US" sz="2800" b="1" dirty="0">
                <a:latin typeface="Verdana" panose="020B0604030504040204" pitchFamily="34" charset="0"/>
                <a:ea typeface="宋体" panose="02010600030101010101" pitchFamily="2" charset="-122"/>
              </a:rPr>
              <a:t>等势面上任一点场强的切向分量为零</a:t>
            </a:r>
            <a:endParaRPr lang="zh-CN" altLang="en-US" sz="2800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4188" name="Object 10"/>
          <p:cNvGraphicFramePr/>
          <p:nvPr/>
        </p:nvGraphicFramePr>
        <p:xfrm>
          <a:off x="585788" y="2268538"/>
          <a:ext cx="1547812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609600" imgH="431800" progId="Equation.3">
                  <p:embed/>
                </p:oleObj>
              </mc:Choice>
              <mc:Fallback>
                <p:oleObj name="" r:id="rId1" imgW="609600" imgH="4318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5788" y="2268538"/>
                        <a:ext cx="1547812" cy="1095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89" name="Object 11"/>
          <p:cNvGraphicFramePr/>
          <p:nvPr/>
        </p:nvGraphicFramePr>
        <p:xfrm>
          <a:off x="2424113" y="2552700"/>
          <a:ext cx="1385887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3" imgW="546100" imgH="228600" progId="Equation.3">
                  <p:embed/>
                </p:oleObj>
              </mc:Choice>
              <mc:Fallback>
                <p:oleObj name="" r:id="rId3" imgW="546100" imgH="2286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4113" y="2552700"/>
                        <a:ext cx="1385887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2"/>
          <p:cNvSpPr txBox="1"/>
          <p:nvPr/>
        </p:nvSpPr>
        <p:spPr>
          <a:xfrm>
            <a:off x="1082675" y="230188"/>
            <a:ext cx="3914775" cy="58420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考察切向和法向分量</a:t>
            </a:r>
            <a:endParaRPr lang="zh-CN" altLang="en-US" sz="3200" b="1" dirty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9461" name="Group 59"/>
          <p:cNvGrpSpPr/>
          <p:nvPr/>
        </p:nvGrpSpPr>
        <p:grpSpPr>
          <a:xfrm>
            <a:off x="4449763" y="814388"/>
            <a:ext cx="4479925" cy="4724400"/>
            <a:chOff x="2765" y="528"/>
            <a:chExt cx="2822" cy="2976"/>
          </a:xfrm>
        </p:grpSpPr>
        <p:grpSp>
          <p:nvGrpSpPr>
            <p:cNvPr id="19462" name="Group 58"/>
            <p:cNvGrpSpPr/>
            <p:nvPr/>
          </p:nvGrpSpPr>
          <p:grpSpPr>
            <a:xfrm>
              <a:off x="2765" y="528"/>
              <a:ext cx="2822" cy="2976"/>
              <a:chOff x="2765" y="528"/>
              <a:chExt cx="2822" cy="2976"/>
            </a:xfrm>
          </p:grpSpPr>
          <p:sp>
            <p:nvSpPr>
              <p:cNvPr id="19463" name="Rectangle 44"/>
              <p:cNvSpPr/>
              <p:nvPr/>
            </p:nvSpPr>
            <p:spPr>
              <a:xfrm>
                <a:off x="2765" y="528"/>
                <a:ext cx="2822" cy="297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zh-CN" sz="28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64" name="Arc 2"/>
              <p:cNvSpPr/>
              <p:nvPr/>
            </p:nvSpPr>
            <p:spPr>
              <a:xfrm>
                <a:off x="3369" y="1018"/>
                <a:ext cx="2016" cy="206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9465" name="Arc 3"/>
              <p:cNvSpPr/>
              <p:nvPr/>
            </p:nvSpPr>
            <p:spPr>
              <a:xfrm>
                <a:off x="3177" y="1546"/>
                <a:ext cx="1680" cy="182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aphicFrame>
            <p:nvGraphicFramePr>
              <p:cNvPr id="19466" name="Object 4"/>
              <p:cNvGraphicFramePr/>
              <p:nvPr/>
            </p:nvGraphicFramePr>
            <p:xfrm>
              <a:off x="3134" y="905"/>
              <a:ext cx="293" cy="3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4" name="" r:id="rId5" imgW="152400" imgH="177800" progId="Equation.3">
                      <p:embed/>
                    </p:oleObj>
                  </mc:Choice>
                  <mc:Fallback>
                    <p:oleObj name="" r:id="rId5" imgW="152400" imgH="177800" progId="Equation.3">
                      <p:embed/>
                      <p:pic>
                        <p:nvPicPr>
                          <p:cNvPr id="0" name="图片 3103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134" y="905"/>
                            <a:ext cx="293" cy="34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67" name="Object 5"/>
              <p:cNvGraphicFramePr/>
              <p:nvPr/>
            </p:nvGraphicFramePr>
            <p:xfrm>
              <a:off x="2773" y="1270"/>
              <a:ext cx="748" cy="3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3" name="" r:id="rId7" imgW="482600" imgH="177165" progId="Equation.3">
                      <p:embed/>
                    </p:oleObj>
                  </mc:Choice>
                  <mc:Fallback>
                    <p:oleObj name="" r:id="rId7" imgW="482600" imgH="177165" progId="Equation.3">
                      <p:embed/>
                      <p:pic>
                        <p:nvPicPr>
                          <p:cNvPr id="0" name="图片 3102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773" y="1270"/>
                            <a:ext cx="748" cy="32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468" name="Group 48"/>
            <p:cNvGrpSpPr/>
            <p:nvPr/>
          </p:nvGrpSpPr>
          <p:grpSpPr>
            <a:xfrm>
              <a:off x="3802" y="1498"/>
              <a:ext cx="854" cy="816"/>
              <a:chOff x="3840" y="1354"/>
              <a:chExt cx="854" cy="816"/>
            </a:xfrm>
          </p:grpSpPr>
          <p:sp>
            <p:nvSpPr>
              <p:cNvPr id="19470" name="Line 16"/>
              <p:cNvSpPr/>
              <p:nvPr/>
            </p:nvSpPr>
            <p:spPr>
              <a:xfrm flipH="1">
                <a:off x="3926" y="1354"/>
                <a:ext cx="768" cy="816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9473" name="Line 19"/>
              <p:cNvSpPr/>
              <p:nvPr/>
            </p:nvSpPr>
            <p:spPr>
              <a:xfrm flipH="1">
                <a:off x="3840" y="1354"/>
                <a:ext cx="854" cy="134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</p:grpSp>
      <p:grpSp>
        <p:nvGrpSpPr>
          <p:cNvPr id="7" name="Group 55"/>
          <p:cNvGrpSpPr/>
          <p:nvPr/>
        </p:nvGrpSpPr>
        <p:grpSpPr>
          <a:xfrm>
            <a:off x="7043738" y="3973513"/>
            <a:ext cx="1585912" cy="1524000"/>
            <a:chOff x="4396" y="2506"/>
            <a:chExt cx="999" cy="960"/>
          </a:xfrm>
        </p:grpSpPr>
        <p:sp>
          <p:nvSpPr>
            <p:cNvPr id="19476" name="Text Box 6"/>
            <p:cNvSpPr txBox="1"/>
            <p:nvPr/>
          </p:nvSpPr>
          <p:spPr>
            <a:xfrm>
              <a:off x="5010" y="2506"/>
              <a:ext cx="385" cy="7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高电势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77" name="Text Box 7"/>
            <p:cNvSpPr txBox="1"/>
            <p:nvPr/>
          </p:nvSpPr>
          <p:spPr>
            <a:xfrm>
              <a:off x="4396" y="2698"/>
              <a:ext cx="385" cy="7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低电势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46"/>
          <p:cNvGrpSpPr/>
          <p:nvPr/>
        </p:nvGrpSpPr>
        <p:grpSpPr>
          <a:xfrm>
            <a:off x="6516688" y="1384300"/>
            <a:ext cx="1800225" cy="1003300"/>
            <a:chOff x="4126" y="713"/>
            <a:chExt cx="1134" cy="632"/>
          </a:xfrm>
        </p:grpSpPr>
        <p:sp>
          <p:nvSpPr>
            <p:cNvPr id="19479" name="Line 9"/>
            <p:cNvSpPr/>
            <p:nvPr/>
          </p:nvSpPr>
          <p:spPr>
            <a:xfrm flipV="1">
              <a:off x="4719" y="745"/>
              <a:ext cx="541" cy="60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9480" name="Line 10"/>
            <p:cNvSpPr/>
            <p:nvPr/>
          </p:nvSpPr>
          <p:spPr>
            <a:xfrm flipH="1" flipV="1">
              <a:off x="4126" y="713"/>
              <a:ext cx="601" cy="60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pSp>
        <p:nvGrpSpPr>
          <p:cNvPr id="19485" name="Group 56"/>
          <p:cNvGrpSpPr/>
          <p:nvPr/>
        </p:nvGrpSpPr>
        <p:grpSpPr>
          <a:xfrm rot="0">
            <a:off x="6096000" y="2357755"/>
            <a:ext cx="1371600" cy="762000"/>
            <a:chOff x="3792" y="1488"/>
            <a:chExt cx="864" cy="480"/>
          </a:xfrm>
        </p:grpSpPr>
        <p:sp>
          <p:nvSpPr>
            <p:cNvPr id="19486" name="Line 27"/>
            <p:cNvSpPr/>
            <p:nvPr/>
          </p:nvSpPr>
          <p:spPr>
            <a:xfrm rot="120000" flipH="1">
              <a:off x="4224" y="1488"/>
              <a:ext cx="432" cy="48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9487" name="Line 30"/>
            <p:cNvSpPr/>
            <p:nvPr/>
          </p:nvSpPr>
          <p:spPr>
            <a:xfrm flipH="1" flipV="1">
              <a:off x="3792" y="1609"/>
              <a:ext cx="413" cy="33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sm" len="lg"/>
            </a:ln>
          </p:spPr>
        </p:sp>
      </p:grpSp>
      <p:graphicFrame>
        <p:nvGraphicFramePr>
          <p:cNvPr id="19488" name="Object 36"/>
          <p:cNvGraphicFramePr/>
          <p:nvPr/>
        </p:nvGraphicFramePr>
        <p:xfrm>
          <a:off x="7620000" y="2128838"/>
          <a:ext cx="3508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9" imgW="152400" imgH="165100" progId="Equation.DSMT4">
                  <p:embed/>
                </p:oleObj>
              </mc:Choice>
              <mc:Fallback>
                <p:oleObj name="" r:id="rId9" imgW="152400" imgH="1651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20000" y="2128838"/>
                        <a:ext cx="350838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89" name="组合 25"/>
          <p:cNvGrpSpPr/>
          <p:nvPr/>
        </p:nvGrpSpPr>
        <p:grpSpPr>
          <a:xfrm>
            <a:off x="497840" y="670560"/>
            <a:ext cx="3039110" cy="1897063"/>
            <a:chOff x="880" y="1055"/>
            <a:chExt cx="4785" cy="2988"/>
          </a:xfrm>
        </p:grpSpPr>
        <p:graphicFrame>
          <p:nvGraphicFramePr>
            <p:cNvPr id="19490" name="Object 2"/>
            <p:cNvGraphicFramePr/>
            <p:nvPr/>
          </p:nvGraphicFramePr>
          <p:xfrm>
            <a:off x="3454" y="2499"/>
            <a:ext cx="2211" cy="1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11" imgW="685800" imgH="431800" progId="Equation.3">
                    <p:embed/>
                  </p:oleObj>
                </mc:Choice>
                <mc:Fallback>
                  <p:oleObj name="" r:id="rId11" imgW="685800" imgH="4318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454" y="2499"/>
                          <a:ext cx="2211" cy="15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1" name="Object 6"/>
            <p:cNvGraphicFramePr/>
            <p:nvPr/>
          </p:nvGraphicFramePr>
          <p:xfrm>
            <a:off x="3584" y="1055"/>
            <a:ext cx="2081" cy="1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13" imgW="660400" imgH="431800" progId="Equation.3">
                    <p:embed/>
                  </p:oleObj>
                </mc:Choice>
                <mc:Fallback>
                  <p:oleObj name="" r:id="rId13" imgW="660400" imgH="43180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584" y="1055"/>
                          <a:ext cx="2081" cy="14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2" name="Object 6"/>
            <p:cNvGraphicFramePr/>
            <p:nvPr/>
          </p:nvGraphicFramePr>
          <p:xfrm>
            <a:off x="880" y="1761"/>
            <a:ext cx="2084" cy="1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15" imgW="1040765" imgH="609600" progId="Equation.3">
                    <p:embed/>
                  </p:oleObj>
                </mc:Choice>
                <mc:Fallback>
                  <p:oleObj name="" r:id="rId15" imgW="1040765" imgH="6096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80" y="1761"/>
                          <a:ext cx="2084" cy="12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3" name="左大括号 12"/>
            <p:cNvSpPr/>
            <p:nvPr/>
          </p:nvSpPr>
          <p:spPr>
            <a:xfrm>
              <a:off x="3025" y="1282"/>
              <a:ext cx="431" cy="2290"/>
            </a:xfrm>
            <a:prstGeom prst="leftBrace">
              <a:avLst>
                <a:gd name="adj1" fmla="val 8309"/>
                <a:gd name="adj2" fmla="val 57333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40" tIns="45720" rIns="91440" bIns="45720" anchor="t" anchorCtr="0"/>
            <a:p>
              <a:pPr defTabSz="914400"/>
              <a:endParaRPr lang="zh-CN" altLang="en-US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14" name="Object 42"/>
          <p:cNvGraphicFramePr/>
          <p:nvPr/>
        </p:nvGraphicFramePr>
        <p:xfrm>
          <a:off x="806450" y="4252913"/>
          <a:ext cx="2659063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7" imgW="939800" imgH="431800" progId="Equation.3">
                  <p:embed/>
                </p:oleObj>
              </mc:Choice>
              <mc:Fallback>
                <p:oleObj name="" r:id="rId17" imgW="939800" imgH="4318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06450" y="4252913"/>
                        <a:ext cx="2659063" cy="12446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009999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68" name="Object 40"/>
          <p:cNvGraphicFramePr/>
          <p:nvPr/>
        </p:nvGraphicFramePr>
        <p:xfrm>
          <a:off x="330200" y="5680075"/>
          <a:ext cx="209391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9" imgW="621665" imgH="215900" progId="Equation.3">
                  <p:embed/>
                </p:oleObj>
              </mc:Choice>
              <mc:Fallback>
                <p:oleObj name="" r:id="rId19" imgW="621665" imgH="2159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0200" y="5680075"/>
                        <a:ext cx="2093913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85" name="Object 41"/>
          <p:cNvGraphicFramePr/>
          <p:nvPr/>
        </p:nvGraphicFramePr>
        <p:xfrm>
          <a:off x="2584450" y="5645150"/>
          <a:ext cx="198913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21" imgW="748665" imgH="431800" progId="Equation.DSMT4">
                  <p:embed/>
                </p:oleObj>
              </mc:Choice>
              <mc:Fallback>
                <p:oleObj name="" r:id="rId21" imgW="748665" imgH="4318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584450" y="5645150"/>
                        <a:ext cx="1989138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4816475" y="5680075"/>
            <a:ext cx="4267200" cy="954088"/>
            <a:chOff x="628" y="6058"/>
            <a:chExt cx="6720" cy="1502"/>
          </a:xfrm>
        </p:grpSpPr>
        <p:graphicFrame>
          <p:nvGraphicFramePr>
            <p:cNvPr id="19498" name="Object 2"/>
            <p:cNvGraphicFramePr/>
            <p:nvPr/>
          </p:nvGraphicFramePr>
          <p:xfrm>
            <a:off x="1303" y="6058"/>
            <a:ext cx="639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23" imgW="190500" imgH="228600" progId="Equation.3">
                    <p:embed/>
                  </p:oleObj>
                </mc:Choice>
                <mc:Fallback>
                  <p:oleObj name="" r:id="rId23" imgW="190500" imgH="228600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303" y="6058"/>
                          <a:ext cx="639" cy="7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9" name="Text Box 3"/>
            <p:cNvSpPr txBox="1"/>
            <p:nvPr/>
          </p:nvSpPr>
          <p:spPr>
            <a:xfrm>
              <a:off x="628" y="6058"/>
              <a:ext cx="6720" cy="1503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 anchorCtr="0">
              <a:spAutoFit/>
            </a:bodyPr>
            <a:p>
              <a:pPr>
                <a:buChar char="•"/>
              </a:pPr>
              <a:r>
                <a:rPr lang="en-US" altLang="zh-CN" sz="2800" b="1" dirty="0">
                  <a:latin typeface="Verdana" panose="020B0604030504040204" pitchFamily="34" charset="0"/>
                  <a:ea typeface="宋体" panose="02010600030101010101" pitchFamily="2" charset="-122"/>
                </a:rPr>
                <a:t>    </a:t>
              </a:r>
              <a:r>
                <a:rPr lang="zh-CN" altLang="en-US" sz="2800" b="1" dirty="0">
                  <a:latin typeface="Verdana" panose="020B0604030504040204" pitchFamily="34" charset="0"/>
                  <a:ea typeface="宋体" panose="02010600030101010101" pitchFamily="2" charset="-122"/>
                </a:rPr>
                <a:t>是电势空间变化率的最大值</a:t>
              </a:r>
              <a:endParaRPr lang="zh-CN" altLang="en-US" sz="2800" b="1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573588" y="4429125"/>
            <a:ext cx="2841625" cy="892175"/>
            <a:chOff x="7523" y="6158"/>
            <a:chExt cx="4476" cy="1406"/>
          </a:xfrm>
        </p:grpSpPr>
        <p:sp>
          <p:nvSpPr>
            <p:cNvPr id="19501" name="Text Box 4"/>
            <p:cNvSpPr txBox="1"/>
            <p:nvPr/>
          </p:nvSpPr>
          <p:spPr>
            <a:xfrm>
              <a:off x="7523" y="6157"/>
              <a:ext cx="4477" cy="140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lIns="90000" tIns="46800" rIns="90000" bIns="46800" anchor="ctr" anchorCtr="0">
              <a:spAutoFit/>
            </a:bodyPr>
            <a:p>
              <a:pPr>
                <a:buChar char="•"/>
              </a:pPr>
              <a:r>
                <a:rPr lang="en-US" altLang="zh-CN" sz="2800" b="1" dirty="0">
                  <a:latin typeface="Verdana" panose="020B0604030504040204" pitchFamily="34" charset="0"/>
                  <a:ea typeface="宋体" panose="02010600030101010101" pitchFamily="2" charset="-122"/>
                </a:rPr>
                <a:t>   </a:t>
              </a:r>
              <a:r>
                <a:rPr lang="zh-CN" altLang="en-US" sz="2400" b="1" dirty="0">
                  <a:latin typeface="Verdana" panose="020B0604030504040204" pitchFamily="34" charset="0"/>
                  <a:ea typeface="宋体" panose="02010600030101010101" pitchFamily="2" charset="-122"/>
                </a:rPr>
                <a:t>方向：</a:t>
              </a:r>
              <a:endParaRPr lang="zh-CN" altLang="en-US" sz="2400" b="1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  <a:p>
              <a:r>
                <a:rPr lang="zh-CN" altLang="en-US" sz="2400" b="1" dirty="0">
                  <a:latin typeface="Verdana" panose="020B0604030504040204" pitchFamily="34" charset="0"/>
                  <a:ea typeface="宋体" panose="02010600030101010101" pitchFamily="2" charset="-122"/>
                </a:rPr>
                <a:t>低电势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→高电势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9502" name="对象 2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191" y="6258"/>
            <a:ext cx="495" cy="7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25" imgW="165100" imgH="228600" progId="Equation.KSEE3">
                    <p:embed/>
                  </p:oleObj>
                </mc:Choice>
                <mc:Fallback>
                  <p:oleObj name="" r:id="rId25" imgW="165100" imgH="228600" progId="Equation.KSEE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8191" y="6258"/>
                          <a:ext cx="495" cy="7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/>
          <p:nvPr/>
        </p:nvGraphicFramePr>
        <p:xfrm>
          <a:off x="6024880" y="2023745"/>
          <a:ext cx="492125" cy="59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7" imgW="650875" imgH="633730" progId="Equation.DSMT4">
                  <p:embed/>
                </p:oleObj>
              </mc:Choice>
              <mc:Fallback>
                <p:oleObj name="" r:id="rId27" imgW="650875" imgH="63373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024880" y="2023745"/>
                        <a:ext cx="492125" cy="591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7054850" y="2936240"/>
          <a:ext cx="425450" cy="480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9" imgW="532130" imgH="651510" progId="Equation.DSMT4">
                  <p:embed/>
                </p:oleObj>
              </mc:Choice>
              <mc:Fallback>
                <p:oleObj name="" r:id="rId29" imgW="532130" imgH="65151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054850" y="2936240"/>
                        <a:ext cx="425450" cy="480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6083300" y="3545205"/>
          <a:ext cx="65913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31" imgW="563880" imgH="605790" progId="Equation.DSMT4">
                  <p:embed/>
                </p:oleObj>
              </mc:Choice>
              <mc:Fallback>
                <p:oleObj name="" r:id="rId31" imgW="563880" imgH="60579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083300" y="3545205"/>
                        <a:ext cx="659130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/>
          <p:nvPr/>
        </p:nvGraphicFramePr>
        <p:xfrm>
          <a:off x="8317230" y="1022985"/>
          <a:ext cx="577850" cy="563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33" imgW="488315" imgH="548640" progId="Equation.DSMT4">
                  <p:embed/>
                </p:oleObj>
              </mc:Choice>
              <mc:Fallback>
                <p:oleObj name="" r:id="rId33" imgW="488315" imgH="54864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317230" y="1022985"/>
                        <a:ext cx="577850" cy="563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/>
          <p:nvPr/>
        </p:nvGraphicFramePr>
        <p:xfrm>
          <a:off x="6517005" y="585470"/>
          <a:ext cx="75946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35" imgW="508635" imgH="641350" progId="Equation.DSMT4">
                  <p:embed/>
                </p:oleObj>
              </mc:Choice>
              <mc:Fallback>
                <p:oleObj name="" r:id="rId35" imgW="508635" imgH="641350" progId="Equation.DSMT4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517005" y="585470"/>
                        <a:ext cx="759460" cy="1085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50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0481" name="Group 59"/>
          <p:cNvGrpSpPr/>
          <p:nvPr/>
        </p:nvGrpSpPr>
        <p:grpSpPr>
          <a:xfrm>
            <a:off x="4695825" y="906463"/>
            <a:ext cx="4191000" cy="4724400"/>
            <a:chOff x="2947" y="528"/>
            <a:chExt cx="2640" cy="2976"/>
          </a:xfrm>
        </p:grpSpPr>
        <p:grpSp>
          <p:nvGrpSpPr>
            <p:cNvPr id="20482" name="Group 58"/>
            <p:cNvGrpSpPr/>
            <p:nvPr/>
          </p:nvGrpSpPr>
          <p:grpSpPr>
            <a:xfrm>
              <a:off x="2947" y="528"/>
              <a:ext cx="2640" cy="2976"/>
              <a:chOff x="2947" y="528"/>
              <a:chExt cx="2640" cy="2976"/>
            </a:xfrm>
          </p:grpSpPr>
          <p:sp>
            <p:nvSpPr>
              <p:cNvPr id="20483" name="Rectangle 44"/>
              <p:cNvSpPr/>
              <p:nvPr/>
            </p:nvSpPr>
            <p:spPr>
              <a:xfrm>
                <a:off x="2947" y="528"/>
                <a:ext cx="2640" cy="297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zh-CN" sz="2800" b="1" dirty="0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84" name="Arc 2"/>
              <p:cNvSpPr/>
              <p:nvPr/>
            </p:nvSpPr>
            <p:spPr>
              <a:xfrm>
                <a:off x="3417" y="1018"/>
                <a:ext cx="2016" cy="206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485" name="Arc 3"/>
              <p:cNvSpPr/>
              <p:nvPr/>
            </p:nvSpPr>
            <p:spPr>
              <a:xfrm>
                <a:off x="3177" y="1546"/>
                <a:ext cx="1680" cy="182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99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aphicFrame>
            <p:nvGraphicFramePr>
              <p:cNvPr id="20486" name="Object 4"/>
              <p:cNvGraphicFramePr/>
              <p:nvPr/>
            </p:nvGraphicFramePr>
            <p:xfrm>
              <a:off x="3134" y="905"/>
              <a:ext cx="293" cy="3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5" name="" r:id="rId1" imgW="152400" imgH="177800" progId="Equation.3">
                      <p:embed/>
                    </p:oleObj>
                  </mc:Choice>
                  <mc:Fallback>
                    <p:oleObj name="" r:id="rId1" imgW="152400" imgH="177800" progId="Equation.3">
                      <p:embed/>
                      <p:pic>
                        <p:nvPicPr>
                          <p:cNvPr id="0" name="图片 312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3134" y="905"/>
                            <a:ext cx="293" cy="34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87" name="Object 5"/>
              <p:cNvGraphicFramePr/>
              <p:nvPr/>
            </p:nvGraphicFramePr>
            <p:xfrm>
              <a:off x="2947" y="1618"/>
              <a:ext cx="748" cy="3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6" name="" r:id="rId3" imgW="482600" imgH="177165" progId="Equation.3">
                      <p:embed/>
                    </p:oleObj>
                  </mc:Choice>
                  <mc:Fallback>
                    <p:oleObj name="" r:id="rId3" imgW="482600" imgH="177165" progId="Equation.3">
                      <p:embed/>
                      <p:pic>
                        <p:nvPicPr>
                          <p:cNvPr id="0" name="图片 312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947" y="1618"/>
                            <a:ext cx="748" cy="32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488" name="Group 48"/>
            <p:cNvGrpSpPr/>
            <p:nvPr/>
          </p:nvGrpSpPr>
          <p:grpSpPr>
            <a:xfrm>
              <a:off x="3802" y="1498"/>
              <a:ext cx="854" cy="816"/>
              <a:chOff x="3840" y="1354"/>
              <a:chExt cx="854" cy="816"/>
            </a:xfrm>
          </p:grpSpPr>
          <p:sp>
            <p:nvSpPr>
              <p:cNvPr id="20490" name="Line 16"/>
              <p:cNvSpPr/>
              <p:nvPr/>
            </p:nvSpPr>
            <p:spPr>
              <a:xfrm flipH="1">
                <a:off x="3926" y="1354"/>
                <a:ext cx="768" cy="816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20493" name="Line 19"/>
              <p:cNvSpPr/>
              <p:nvPr/>
            </p:nvSpPr>
            <p:spPr>
              <a:xfrm flipH="1">
                <a:off x="3840" y="1354"/>
                <a:ext cx="854" cy="134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</p:grpSp>
      <p:grpSp>
        <p:nvGrpSpPr>
          <p:cNvPr id="7" name="Group 55"/>
          <p:cNvGrpSpPr/>
          <p:nvPr/>
        </p:nvGrpSpPr>
        <p:grpSpPr>
          <a:xfrm>
            <a:off x="6996113" y="4046538"/>
            <a:ext cx="1585912" cy="1524000"/>
            <a:chOff x="4396" y="2506"/>
            <a:chExt cx="999" cy="960"/>
          </a:xfrm>
        </p:grpSpPr>
        <p:sp>
          <p:nvSpPr>
            <p:cNvPr id="20496" name="Text Box 6"/>
            <p:cNvSpPr txBox="1"/>
            <p:nvPr/>
          </p:nvSpPr>
          <p:spPr>
            <a:xfrm>
              <a:off x="5010" y="2506"/>
              <a:ext cx="385" cy="7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高电势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97" name="Text Box 7"/>
            <p:cNvSpPr txBox="1"/>
            <p:nvPr/>
          </p:nvSpPr>
          <p:spPr>
            <a:xfrm>
              <a:off x="4396" y="2698"/>
              <a:ext cx="385" cy="7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低电势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46"/>
          <p:cNvGrpSpPr/>
          <p:nvPr/>
        </p:nvGrpSpPr>
        <p:grpSpPr>
          <a:xfrm>
            <a:off x="6508750" y="846138"/>
            <a:ext cx="1812925" cy="1585913"/>
            <a:chOff x="4118" y="346"/>
            <a:chExt cx="1142" cy="999"/>
          </a:xfrm>
        </p:grpSpPr>
        <p:sp>
          <p:nvSpPr>
            <p:cNvPr id="20499" name="Line 9"/>
            <p:cNvSpPr/>
            <p:nvPr/>
          </p:nvSpPr>
          <p:spPr>
            <a:xfrm flipV="1">
              <a:off x="4719" y="745"/>
              <a:ext cx="541" cy="60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20500" name="Line 10"/>
            <p:cNvSpPr/>
            <p:nvPr/>
          </p:nvSpPr>
          <p:spPr>
            <a:xfrm flipH="1" flipV="1">
              <a:off x="4118" y="745"/>
              <a:ext cx="601" cy="60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20502" name="Object 12"/>
            <p:cNvGraphicFramePr/>
            <p:nvPr/>
          </p:nvGraphicFramePr>
          <p:xfrm>
            <a:off x="4194" y="346"/>
            <a:ext cx="346" cy="6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" name="" r:id="rId5" imgW="139700" imgH="228600" progId="Equation.3">
                    <p:embed/>
                  </p:oleObj>
                </mc:Choice>
                <mc:Fallback>
                  <p:oleObj name="" r:id="rId5" imgW="139700" imgH="228600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94" y="346"/>
                          <a:ext cx="346" cy="6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05" name="Group 56"/>
          <p:cNvGrpSpPr/>
          <p:nvPr/>
        </p:nvGrpSpPr>
        <p:grpSpPr>
          <a:xfrm rot="0">
            <a:off x="6037580" y="2430780"/>
            <a:ext cx="1371600" cy="762000"/>
            <a:chOff x="3792" y="1488"/>
            <a:chExt cx="864" cy="480"/>
          </a:xfrm>
        </p:grpSpPr>
        <p:sp>
          <p:nvSpPr>
            <p:cNvPr id="20506" name="Line 27"/>
            <p:cNvSpPr/>
            <p:nvPr/>
          </p:nvSpPr>
          <p:spPr>
            <a:xfrm rot="120000" flipH="1">
              <a:off x="4224" y="1488"/>
              <a:ext cx="432" cy="48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20507" name="Line 30"/>
            <p:cNvSpPr/>
            <p:nvPr/>
          </p:nvSpPr>
          <p:spPr>
            <a:xfrm flipH="1" flipV="1">
              <a:off x="3792" y="1609"/>
              <a:ext cx="413" cy="33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sm" len="lg"/>
            </a:ln>
          </p:spPr>
        </p:sp>
      </p:grpSp>
      <p:grpSp>
        <p:nvGrpSpPr>
          <p:cNvPr id="11" name="Group 54"/>
          <p:cNvGrpSpPr/>
          <p:nvPr/>
        </p:nvGrpSpPr>
        <p:grpSpPr>
          <a:xfrm>
            <a:off x="703263" y="5799138"/>
            <a:ext cx="7848600" cy="790575"/>
            <a:chOff x="432" y="3419"/>
            <a:chExt cx="4944" cy="498"/>
          </a:xfrm>
        </p:grpSpPr>
        <p:sp>
          <p:nvSpPr>
            <p:cNvPr id="20509" name="Text Box 33"/>
            <p:cNvSpPr txBox="1"/>
            <p:nvPr/>
          </p:nvSpPr>
          <p:spPr>
            <a:xfrm>
              <a:off x="432" y="3543"/>
              <a:ext cx="49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方向</a:t>
              </a:r>
              <a:r>
                <a:rPr lang="zh-CN" altLang="en-US" sz="2800" b="1" dirty="0">
                  <a:solidFill>
                    <a:srgbClr val="3333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与    相反，由</a:t>
              </a:r>
              <a:r>
                <a:rPr lang="zh-CN" altLang="en-US" sz="2800" b="1" dirty="0">
                  <a:solidFill>
                    <a:srgbClr val="3333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高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电势处指向</a:t>
              </a:r>
              <a:r>
                <a:rPr lang="zh-CN" altLang="en-US" sz="2800" b="1" dirty="0">
                  <a:solidFill>
                    <a:srgbClr val="3333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低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电势处</a:t>
              </a:r>
              <a:endPara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0510" name="Object 34"/>
            <p:cNvGraphicFramePr/>
            <p:nvPr/>
          </p:nvGraphicFramePr>
          <p:xfrm>
            <a:off x="1462" y="3419"/>
            <a:ext cx="381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7" imgW="165100" imgH="215900" progId="Equation.3">
                    <p:embed/>
                  </p:oleObj>
                </mc:Choice>
                <mc:Fallback>
                  <p:oleObj name="" r:id="rId7" imgW="165100" imgH="215900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62" y="3419"/>
                          <a:ext cx="381" cy="4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53"/>
          <p:cNvGrpSpPr/>
          <p:nvPr/>
        </p:nvGrpSpPr>
        <p:grpSpPr>
          <a:xfrm>
            <a:off x="701675" y="4656138"/>
            <a:ext cx="3051175" cy="1360487"/>
            <a:chOff x="432" y="2677"/>
            <a:chExt cx="1922" cy="857"/>
          </a:xfrm>
        </p:grpSpPr>
        <p:graphicFrame>
          <p:nvGraphicFramePr>
            <p:cNvPr id="20512" name="Object 36"/>
            <p:cNvGraphicFramePr/>
            <p:nvPr/>
          </p:nvGraphicFramePr>
          <p:xfrm>
            <a:off x="1200" y="2677"/>
            <a:ext cx="1154" cy="8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9" imgW="609600" imgH="482600" progId="Equation.3">
                    <p:embed/>
                  </p:oleObj>
                </mc:Choice>
                <mc:Fallback>
                  <p:oleObj name="" r:id="rId9" imgW="609600" imgH="4826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200" y="2677"/>
                          <a:ext cx="1154" cy="8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3" name="Text Box 37"/>
            <p:cNvSpPr txBox="1"/>
            <p:nvPr/>
          </p:nvSpPr>
          <p:spPr>
            <a:xfrm>
              <a:off x="432" y="2871"/>
              <a:ext cx="76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大小</a:t>
              </a:r>
              <a:endPara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50566" name="AutoShape 38"/>
          <p:cNvSpPr/>
          <p:nvPr/>
        </p:nvSpPr>
        <p:spPr>
          <a:xfrm>
            <a:off x="474663" y="5143500"/>
            <a:ext cx="228600" cy="1295400"/>
          </a:xfrm>
          <a:prstGeom prst="leftBrace">
            <a:avLst>
              <a:gd name="adj1" fmla="val 47117"/>
              <a:gd name="adj2" fmla="val 50000"/>
            </a:avLst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zh-CN" sz="2800" b="1" dirty="0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50570" name="Object 42"/>
          <p:cNvGraphicFramePr/>
          <p:nvPr/>
        </p:nvGraphicFramePr>
        <p:xfrm>
          <a:off x="1209675" y="1204913"/>
          <a:ext cx="22860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11" imgW="761365" imgH="431800" progId="Equation.3">
                  <p:embed/>
                </p:oleObj>
              </mc:Choice>
              <mc:Fallback>
                <p:oleObj name="" r:id="rId11" imgW="761365" imgH="4318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09675" y="1204913"/>
                        <a:ext cx="2286000" cy="12446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009999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2" name="Text Box 8"/>
          <p:cNvSpPr txBox="1"/>
          <p:nvPr/>
        </p:nvSpPr>
        <p:spPr>
          <a:xfrm>
            <a:off x="200025" y="2803525"/>
            <a:ext cx="4465638" cy="1385888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ctr" anchorCtr="0">
            <a:spAutoFit/>
          </a:bodyPr>
          <a:p>
            <a:r>
              <a:rPr lang="zh-CN" altLang="en-US" sz="2800" b="1" dirty="0">
                <a:latin typeface="Verdana" panose="020B0604030504040204" pitchFamily="34" charset="0"/>
                <a:ea typeface="宋体" panose="02010600030101010101" pitchFamily="2" charset="-122"/>
              </a:rPr>
              <a:t>电场中任一点的场强，等于该点电势沿等势面法线方向的变化率的负值。</a:t>
            </a:r>
            <a:endParaRPr lang="zh-CN" altLang="en-US" sz="2800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517" name="Rectangle 20"/>
          <p:cNvSpPr/>
          <p:nvPr/>
        </p:nvSpPr>
        <p:spPr>
          <a:xfrm>
            <a:off x="474663" y="173038"/>
            <a:ext cx="5399087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电场强度和电势的关系</a:t>
            </a:r>
            <a:endParaRPr lang="zh-CN" altLang="en-US" sz="3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8322310" y="1095375"/>
          <a:ext cx="464185" cy="588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3" imgW="488315" imgH="548640" progId="Equation.DSMT4">
                  <p:embed/>
                </p:oleObj>
              </mc:Choice>
              <mc:Fallback>
                <p:oleObj name="" r:id="rId13" imgW="488315" imgH="54864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322310" y="1095375"/>
                        <a:ext cx="464185" cy="588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6024880" y="2023745"/>
          <a:ext cx="492125" cy="59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5" imgW="650875" imgH="633730" progId="Equation.DSMT4">
                  <p:embed/>
                </p:oleObj>
              </mc:Choice>
              <mc:Fallback>
                <p:oleObj name="" r:id="rId15" imgW="650875" imgH="63373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24880" y="2023745"/>
                        <a:ext cx="492125" cy="591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7037705" y="2854325"/>
          <a:ext cx="425450" cy="480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7" imgW="532130" imgH="651510" progId="Equation.DSMT4">
                  <p:embed/>
                </p:oleObj>
              </mc:Choice>
              <mc:Fallback>
                <p:oleObj name="" r:id="rId17" imgW="532130" imgH="65151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037705" y="2854325"/>
                        <a:ext cx="425450" cy="480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/>
          <p:nvPr/>
        </p:nvGraphicFramePr>
        <p:xfrm>
          <a:off x="6083300" y="3545205"/>
          <a:ext cx="65913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19" imgW="563880" imgH="605790" progId="Equation.DSMT4">
                  <p:embed/>
                </p:oleObj>
              </mc:Choice>
              <mc:Fallback>
                <p:oleObj name="" r:id="rId19" imgW="563880" imgH="60579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83300" y="3545205"/>
                        <a:ext cx="659130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5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66" grpId="0" animBg="1"/>
      <p:bldP spid="134152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8421" name="Text Box 5"/>
          <p:cNvSpPr txBox="1"/>
          <p:nvPr/>
        </p:nvSpPr>
        <p:spPr>
          <a:xfrm>
            <a:off x="1066800" y="152400"/>
            <a:ext cx="31115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电势梯度矢量：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3" name="Group 17"/>
          <p:cNvGrpSpPr/>
          <p:nvPr/>
        </p:nvGrpSpPr>
        <p:grpSpPr bwMode="auto">
          <a:xfrm>
            <a:off x="0" y="0"/>
            <a:ext cx="0" cy="0"/>
            <a:chOff x="1655" y="1706"/>
            <a:chExt cx="2776" cy="528"/>
          </a:xfrm>
          <a:noFill/>
        </p:grpSpPr>
      </p:grpSp>
      <p:grpSp>
        <p:nvGrpSpPr>
          <p:cNvPr id="3" name="Group 12"/>
          <p:cNvGrpSpPr/>
          <p:nvPr/>
        </p:nvGrpSpPr>
        <p:grpSpPr>
          <a:xfrm>
            <a:off x="420688" y="4157663"/>
            <a:ext cx="7964487" cy="1055687"/>
            <a:chOff x="279" y="2443"/>
            <a:chExt cx="5017" cy="665"/>
          </a:xfrm>
        </p:grpSpPr>
        <p:sp>
          <p:nvSpPr>
            <p:cNvPr id="21508" name="Text Box 13"/>
            <p:cNvSpPr txBox="1"/>
            <p:nvPr/>
          </p:nvSpPr>
          <p:spPr>
            <a:xfrm>
              <a:off x="279" y="2592"/>
              <a:ext cx="144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dirty="0">
                  <a:latin typeface="黑体" panose="02010609060101010101" pitchFamily="49" charset="-122"/>
                  <a:ea typeface="黑体" panose="02010609060101010101" pitchFamily="49" charset="-122"/>
                </a:rPr>
                <a:t>电势的梯度：</a:t>
              </a:r>
              <a:endPara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1509" name="Object 4"/>
            <p:cNvGraphicFramePr/>
            <p:nvPr/>
          </p:nvGraphicFramePr>
          <p:xfrm>
            <a:off x="1768" y="2443"/>
            <a:ext cx="3528" cy="6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1" imgW="2222500" imgH="419100" progId="Equation.3">
                    <p:embed/>
                  </p:oleObj>
                </mc:Choice>
                <mc:Fallback>
                  <p:oleObj name="" r:id="rId1" imgW="2222500" imgH="4191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768" y="2443"/>
                          <a:ext cx="3528" cy="6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8431" name="Object 3"/>
          <p:cNvGraphicFramePr/>
          <p:nvPr/>
        </p:nvGraphicFramePr>
        <p:xfrm>
          <a:off x="762000" y="2800350"/>
          <a:ext cx="729615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3" imgW="2895600" imgH="457200" progId="Equation.3">
                  <p:embed/>
                </p:oleObj>
              </mc:Choice>
              <mc:Fallback>
                <p:oleObj name="" r:id="rId3" imgW="2895600" imgH="4572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0" y="2800350"/>
                        <a:ext cx="7296150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2"/>
          <p:cNvGraphicFramePr/>
          <p:nvPr/>
        </p:nvGraphicFramePr>
        <p:xfrm>
          <a:off x="1674813" y="947738"/>
          <a:ext cx="22860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5" imgW="761365" imgH="431800" progId="Equation.3">
                  <p:embed/>
                </p:oleObj>
              </mc:Choice>
              <mc:Fallback>
                <p:oleObj name="" r:id="rId5" imgW="761365" imgH="4318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4813" y="947738"/>
                        <a:ext cx="2286000" cy="12446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009999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9"/>
          <p:cNvSpPr txBox="1"/>
          <p:nvPr/>
        </p:nvSpPr>
        <p:spPr>
          <a:xfrm>
            <a:off x="641350" y="2365375"/>
            <a:ext cx="3962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Blip>
                <a:blip r:embed="rId7"/>
              </a:buBlip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直角坐标系中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" name="Object 4"/>
          <p:cNvGraphicFramePr/>
          <p:nvPr/>
        </p:nvGraphicFramePr>
        <p:xfrm>
          <a:off x="1119188" y="5213350"/>
          <a:ext cx="323373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8" imgW="1282700" imgH="228600" progId="Equation.3">
                  <p:embed/>
                </p:oleObj>
              </mc:Choice>
              <mc:Fallback>
                <p:oleObj name="" r:id="rId8" imgW="1282700" imgH="2286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19188" y="5213350"/>
                        <a:ext cx="3233737" cy="576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762000" y="5849938"/>
            <a:ext cx="5908675" cy="582612"/>
            <a:chOff x="2840" y="9403"/>
            <a:chExt cx="9304" cy="918"/>
          </a:xfrm>
        </p:grpSpPr>
        <p:sp>
          <p:nvSpPr>
            <p:cNvPr id="21515" name="Text Box 16"/>
            <p:cNvSpPr txBox="1"/>
            <p:nvPr/>
          </p:nvSpPr>
          <p:spPr>
            <a:xfrm>
              <a:off x="2840" y="9499"/>
              <a:ext cx="9304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  <a:buBlip>
                  <a:blip r:embed="rId7"/>
                </a:buBlip>
              </a:pPr>
              <a:r>
                <a:rPr lang="en-US" altLang="zh-CN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电场强度   等于电势梯度的负值</a:t>
              </a:r>
              <a:endPara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1516" name="Object 17"/>
            <p:cNvGraphicFramePr/>
            <p:nvPr/>
          </p:nvGraphicFramePr>
          <p:xfrm>
            <a:off x="5999" y="9403"/>
            <a:ext cx="806" cy="8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5" name="" r:id="rId10" imgW="152400" imgH="190500" progId="Equation.3">
                    <p:embed/>
                  </p:oleObj>
                </mc:Choice>
                <mc:Fallback>
                  <p:oleObj name="" r:id="rId10" imgW="152400" imgH="190500" progId="Equation.3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999" y="9403"/>
                          <a:ext cx="806" cy="8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8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1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3"/>
          <p:cNvGrpSpPr/>
          <p:nvPr/>
        </p:nvGrpSpPr>
        <p:grpSpPr>
          <a:xfrm>
            <a:off x="914400" y="4495800"/>
            <a:ext cx="7162800" cy="581025"/>
            <a:chOff x="864" y="2832"/>
            <a:chExt cx="4512" cy="454"/>
          </a:xfrm>
        </p:grpSpPr>
        <p:sp>
          <p:nvSpPr>
            <p:cNvPr id="22530" name="Text Box 16"/>
            <p:cNvSpPr txBox="1"/>
            <p:nvPr/>
          </p:nvSpPr>
          <p:spPr>
            <a:xfrm>
              <a:off x="864" y="2880"/>
              <a:ext cx="4512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Blip>
                  <a:blip r:embed="rId1"/>
                </a:buBlip>
              </a:pPr>
              <a:r>
                <a:rPr lang="en-US" altLang="zh-CN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为求电场强度   提供了一种新的途径</a:t>
              </a:r>
              <a:endPara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2531" name="Object 17"/>
            <p:cNvGraphicFramePr/>
            <p:nvPr/>
          </p:nvGraphicFramePr>
          <p:xfrm>
            <a:off x="2544" y="2832"/>
            <a:ext cx="34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" r:id="rId2" imgW="152400" imgH="190500" progId="Equation.3">
                    <p:embed/>
                  </p:oleObj>
                </mc:Choice>
                <mc:Fallback>
                  <p:oleObj name="" r:id="rId2" imgW="152400" imgH="190500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544" y="2832"/>
                          <a:ext cx="346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47"/>
          <p:cNvGrpSpPr/>
          <p:nvPr/>
        </p:nvGrpSpPr>
        <p:grpSpPr>
          <a:xfrm>
            <a:off x="228600" y="2438400"/>
            <a:ext cx="8686800" cy="1585913"/>
            <a:chOff x="336" y="663"/>
            <a:chExt cx="5472" cy="999"/>
          </a:xfrm>
        </p:grpSpPr>
        <p:sp>
          <p:nvSpPr>
            <p:cNvPr id="22533" name="Text Box 34"/>
            <p:cNvSpPr txBox="1"/>
            <p:nvPr/>
          </p:nvSpPr>
          <p:spPr>
            <a:xfrm>
              <a:off x="336" y="663"/>
              <a:ext cx="5472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lang="zh-CN" altLang="en-US" sz="28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（</a:t>
              </a:r>
              <a:r>
                <a:rPr lang="en-US" altLang="zh-CN" sz="28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zh-CN" altLang="en-US" sz="28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）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空间某点电场强度的大小取决于该点领域内电势   的空间变化率</a:t>
              </a:r>
              <a:r>
                <a:rPr lang="en-US" altLang="zh-CN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2534" name="Object 35"/>
            <p:cNvGraphicFramePr/>
            <p:nvPr/>
          </p:nvGraphicFramePr>
          <p:xfrm>
            <a:off x="960" y="999"/>
            <a:ext cx="240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4" imgW="215900" imgH="241300" progId="Equation.3">
                    <p:embed/>
                  </p:oleObj>
                </mc:Choice>
                <mc:Fallback>
                  <p:oleObj name="" r:id="rId4" imgW="215900" imgH="241300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60" y="999"/>
                          <a:ext cx="240" cy="2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5" name="Rectangle 39"/>
            <p:cNvSpPr/>
            <p:nvPr/>
          </p:nvSpPr>
          <p:spPr>
            <a:xfrm>
              <a:off x="624" y="1335"/>
              <a:ext cx="48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（</a:t>
              </a:r>
              <a:r>
                <a:rPr lang="en-US" altLang="zh-CN" sz="28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28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）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电场强度的方向恒指向电势降落的方向</a:t>
              </a:r>
              <a:r>
                <a:rPr lang="en-US" altLang="zh-CN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2536" name="Group 30"/>
          <p:cNvGrpSpPr/>
          <p:nvPr/>
        </p:nvGrpSpPr>
        <p:grpSpPr>
          <a:xfrm>
            <a:off x="838200" y="990600"/>
            <a:ext cx="1371600" cy="912813"/>
            <a:chOff x="240" y="480"/>
            <a:chExt cx="2108" cy="333"/>
          </a:xfrm>
        </p:grpSpPr>
        <p:sp>
          <p:nvSpPr>
            <p:cNvPr id="151583" name="AutoShape 31"/>
            <p:cNvSpPr>
              <a:spLocks noChangeArrowheads="1"/>
            </p:cNvSpPr>
            <p:nvPr/>
          </p:nvSpPr>
          <p:spPr bwMode="auto">
            <a:xfrm>
              <a:off x="240" y="480"/>
              <a:ext cx="1649" cy="333"/>
            </a:xfrm>
            <a:prstGeom prst="horizontalScrol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>
              <a:outerShdw dist="107763" dir="13500000" algn="ctr" rotWithShape="0">
                <a:srgbClr val="009900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38" name="Text Box 32"/>
            <p:cNvSpPr txBox="1"/>
            <p:nvPr/>
          </p:nvSpPr>
          <p:spPr>
            <a:xfrm>
              <a:off x="336" y="528"/>
              <a:ext cx="2012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32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讨论</a:t>
              </a:r>
              <a:endPara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50570" name="Object 42"/>
          <p:cNvGraphicFramePr/>
          <p:nvPr/>
        </p:nvGraphicFramePr>
        <p:xfrm>
          <a:off x="2514600" y="914400"/>
          <a:ext cx="22860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6" imgW="761365" imgH="431800" progId="Equation.3">
                  <p:embed/>
                </p:oleObj>
              </mc:Choice>
              <mc:Fallback>
                <p:oleObj name="" r:id="rId6" imgW="761365" imgH="4318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14600" y="914400"/>
                        <a:ext cx="2286000" cy="12446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009999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3"/>
          <p:cNvSpPr/>
          <p:nvPr/>
        </p:nvSpPr>
        <p:spPr>
          <a:xfrm>
            <a:off x="2743200" y="2667000"/>
            <a:ext cx="41910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78" name="Text Box 6"/>
          <p:cNvSpPr txBox="1"/>
          <p:nvPr/>
        </p:nvSpPr>
        <p:spPr>
          <a:xfrm>
            <a:off x="1143000" y="152400"/>
            <a:ext cx="4724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求电场强度的三种方法</a:t>
            </a:r>
            <a:endParaRPr lang="zh-CN" altLang="en-US" sz="32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48" name="Text Box 12"/>
          <p:cNvSpPr txBox="1"/>
          <p:nvPr/>
        </p:nvSpPr>
        <p:spPr>
          <a:xfrm>
            <a:off x="685800" y="914400"/>
            <a:ext cx="436721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、利用电场强度叠加原理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49" name="Text Box 13"/>
          <p:cNvSpPr txBox="1"/>
          <p:nvPr/>
        </p:nvSpPr>
        <p:spPr>
          <a:xfrm>
            <a:off x="533400" y="2819400"/>
            <a:ext cx="38703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、利用高斯定理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50" name="Text Box 14"/>
          <p:cNvSpPr txBox="1"/>
          <p:nvPr/>
        </p:nvSpPr>
        <p:spPr>
          <a:xfrm>
            <a:off x="533400" y="4038600"/>
            <a:ext cx="5181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、利用电势与电场强度的关系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Object 30"/>
          <p:cNvGraphicFramePr/>
          <p:nvPr/>
        </p:nvGraphicFramePr>
        <p:xfrm>
          <a:off x="600710" y="1565910"/>
          <a:ext cx="4089400" cy="1193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73" name="" r:id="rId1" imgW="1574800" imgH="431800" progId="Equation.3">
                  <p:embed/>
                </p:oleObj>
              </mc:Choice>
              <mc:Fallback>
                <p:oleObj name="" r:id="rId1" imgW="1574800" imgH="431800" progId="Equation.3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" y="1565910"/>
                        <a:ext cx="4089400" cy="11931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5"/>
          <p:cNvGraphicFramePr/>
          <p:nvPr/>
        </p:nvGraphicFramePr>
        <p:xfrm>
          <a:off x="4915059" y="1477804"/>
          <a:ext cx="3995420" cy="128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1473200" imgH="431800" progId="Equation.3">
                  <p:embed/>
                </p:oleObj>
              </mc:Choice>
              <mc:Fallback>
                <p:oleObj name="" r:id="rId3" imgW="1473200" imgH="431800" progId="Equation.3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5059" y="1477804"/>
                        <a:ext cx="3995420" cy="1281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/>
          <p:nvPr/>
        </p:nvGraphicFramePr>
        <p:xfrm>
          <a:off x="3146108" y="2662555"/>
          <a:ext cx="3923665" cy="1336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5" imgW="1231265" imgH="431800" progId="Equation.3">
                  <p:embed/>
                </p:oleObj>
              </mc:Choice>
              <mc:Fallback>
                <p:oleObj name="" r:id="rId5" imgW="1231265" imgH="4318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6108" y="2662555"/>
                        <a:ext cx="3923665" cy="1336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/>
          <p:nvPr/>
        </p:nvGraphicFramePr>
        <p:xfrm>
          <a:off x="554355" y="4782185"/>
          <a:ext cx="7597140" cy="1223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7" imgW="2819400" imgH="419100" progId="Equation.3">
                  <p:embed/>
                </p:oleObj>
              </mc:Choice>
              <mc:Fallback>
                <p:oleObj name="" r:id="rId7" imgW="2819400" imgH="419100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" y="4782185"/>
                        <a:ext cx="7597140" cy="1223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8" grpId="0"/>
      <p:bldP spid="39949" grpId="0"/>
      <p:bldP spid="3995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3"/>
          <p:cNvGrpSpPr/>
          <p:nvPr/>
        </p:nvGrpSpPr>
        <p:grpSpPr>
          <a:xfrm>
            <a:off x="304800" y="796925"/>
            <a:ext cx="8369300" cy="1381125"/>
            <a:chOff x="304800" y="796922"/>
            <a:chExt cx="8369300" cy="1381151"/>
          </a:xfrm>
        </p:grpSpPr>
        <p:sp>
          <p:nvSpPr>
            <p:cNvPr id="25602" name="Text Box 31"/>
            <p:cNvSpPr txBox="1"/>
            <p:nvPr/>
          </p:nvSpPr>
          <p:spPr>
            <a:xfrm>
              <a:off x="304800" y="881063"/>
              <a:ext cx="8369300" cy="12970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zh-CN" b="1" dirty="0">
                  <a:solidFill>
                    <a:srgbClr val="CC0000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    </a:t>
              </a:r>
              <a:r>
                <a:rPr lang="en-US" altLang="zh-CN" b="1" dirty="0">
                  <a:solidFill>
                    <a:srgbClr val="CC0000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   </a:t>
              </a:r>
              <a:r>
                <a:rPr lang="zh-CN" altLang="zh-CN" sz="2700" b="1" dirty="0">
                  <a:solidFill>
                    <a:srgbClr val="CC0000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例</a:t>
              </a:r>
              <a:r>
                <a:rPr lang="en-US" altLang="zh-CN" sz="2700" b="1" dirty="0">
                  <a:solidFill>
                    <a:srgbClr val="CC0000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zh-CN" altLang="en-US" sz="2700" b="1" dirty="0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点电荷的电势为                                            </a:t>
              </a:r>
              <a:endParaRPr lang="en-US" altLang="zh-CN" sz="2700" b="1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700" b="1" dirty="0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       求</a:t>
              </a:r>
              <a:r>
                <a:rPr lang="en-US" altLang="zh-CN"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(1)</a:t>
              </a:r>
              <a:r>
                <a:rPr lang="zh-CN" altLang="en-US" sz="2700" b="1" dirty="0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径向场强分量；</a:t>
              </a:r>
              <a:r>
                <a:rPr lang="en-US" altLang="zh-CN" sz="27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(2)</a:t>
              </a:r>
              <a:r>
                <a:rPr lang="en-US" altLang="zh-CN" sz="27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zh-CN" altLang="en-US" sz="2700" b="1" dirty="0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向场强分量</a:t>
              </a:r>
              <a:endParaRPr lang="zh-CN" altLang="en-US" sz="2700" b="1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5603" name="Object 5"/>
            <p:cNvGraphicFramePr/>
            <p:nvPr/>
          </p:nvGraphicFramePr>
          <p:xfrm>
            <a:off x="4686980" y="796922"/>
            <a:ext cx="1879600" cy="952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1" imgW="824865" imgH="431800" progId="Equation.DSMT4">
                    <p:embed/>
                  </p:oleObj>
                </mc:Choice>
                <mc:Fallback>
                  <p:oleObj name="" r:id="rId1" imgW="824865" imgH="431800" progId="Equation.DSMT4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686980" y="796922"/>
                          <a:ext cx="1879600" cy="9525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1" name="矩形 4"/>
          <p:cNvSpPr/>
          <p:nvPr/>
        </p:nvSpPr>
        <p:spPr>
          <a:xfrm>
            <a:off x="889000" y="2382838"/>
            <a:ext cx="901700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b="1" dirty="0">
                <a:solidFill>
                  <a:srgbClr val="C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解：</a:t>
            </a:r>
            <a:endParaRPr lang="zh-CN" altLang="en-US" sz="2800" b="1" dirty="0">
              <a:solidFill>
                <a:srgbClr val="C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2" name="矩形 5"/>
          <p:cNvSpPr/>
          <p:nvPr/>
        </p:nvSpPr>
        <p:spPr>
          <a:xfrm>
            <a:off x="1490663" y="2413000"/>
            <a:ext cx="3686175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b="1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Verdana" panose="020B0604030504040204" pitchFamily="34" charset="0"/>
                <a:ea typeface="宋体" panose="02010600030101010101" pitchFamily="2" charset="-122"/>
              </a:rPr>
              <a:t>）径向场强分量为</a:t>
            </a:r>
            <a:endParaRPr lang="zh-CN" altLang="en-US" sz="2800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8611" name="Object 3"/>
          <p:cNvGraphicFramePr/>
          <p:nvPr/>
        </p:nvGraphicFramePr>
        <p:xfrm>
          <a:off x="2519363" y="2800350"/>
          <a:ext cx="3341687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3" imgW="1307465" imgH="431800" progId="Equation.DSMT4">
                  <p:embed/>
                </p:oleObj>
              </mc:Choice>
              <mc:Fallback>
                <p:oleObj name="" r:id="rId3" imgW="1307465" imgH="43180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9363" y="2800350"/>
                        <a:ext cx="3341687" cy="1206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矩形 7"/>
          <p:cNvSpPr/>
          <p:nvPr/>
        </p:nvSpPr>
        <p:spPr>
          <a:xfrm>
            <a:off x="1681163" y="3849688"/>
            <a:ext cx="2646362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800" b="1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向场强分量</a:t>
            </a:r>
            <a:endParaRPr lang="zh-CN" altLang="en-US" sz="2800" b="1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8612" name="Object 4"/>
          <p:cNvGraphicFramePr/>
          <p:nvPr/>
        </p:nvGraphicFramePr>
        <p:xfrm>
          <a:off x="1865313" y="4622800"/>
          <a:ext cx="337343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5" imgW="1320165" imgH="228600" progId="Equation.DSMT4">
                  <p:embed/>
                </p:oleObj>
              </mc:Choice>
              <mc:Fallback>
                <p:oleObj name="" r:id="rId5" imgW="1320165" imgH="2286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65313" y="4622800"/>
                        <a:ext cx="3373437" cy="638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15"/>
          <p:cNvGraphicFramePr/>
          <p:nvPr/>
        </p:nvGraphicFramePr>
        <p:xfrm>
          <a:off x="1960563" y="5492750"/>
          <a:ext cx="668178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7" imgW="2932430" imgH="431800" progId="Equation.DSMT4">
                  <p:embed/>
                </p:oleObj>
              </mc:Choice>
              <mc:Fallback>
                <p:oleObj name="" r:id="rId7" imgW="2932430" imgH="4318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563" y="5492750"/>
                        <a:ext cx="6681787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1" grpId="0"/>
      <p:bldP spid="21512" grpId="0"/>
      <p:bldP spid="215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2"/>
          <p:cNvSpPr/>
          <p:nvPr/>
        </p:nvSpPr>
        <p:spPr>
          <a:xfrm>
            <a:off x="685800" y="914400"/>
            <a:ext cx="8077200" cy="12017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用电场强度与电势的关系，求均匀带电细圆环轴线上一点的电场强度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.    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650" name="Rectangle 4"/>
          <p:cNvSpPr/>
          <p:nvPr/>
        </p:nvSpPr>
        <p:spPr>
          <a:xfrm>
            <a:off x="4800600" y="3810000"/>
            <a:ext cx="3657600" cy="2362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1" name="AutoShape 5" descr="宽上对角线"/>
          <p:cNvSpPr/>
          <p:nvPr/>
        </p:nvSpPr>
        <p:spPr>
          <a:xfrm>
            <a:off x="5583238" y="4038600"/>
            <a:ext cx="1143000" cy="1828800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690" y="10800"/>
                </a:moveTo>
                <a:cubicBezTo>
                  <a:pt x="690" y="16384"/>
                  <a:pt x="5216" y="20910"/>
                  <a:pt x="10800" y="20910"/>
                </a:cubicBezTo>
                <a:cubicBezTo>
                  <a:pt x="16384" y="20910"/>
                  <a:pt x="20910" y="16384"/>
                  <a:pt x="20910" y="10800"/>
                </a:cubicBezTo>
                <a:cubicBezTo>
                  <a:pt x="20910" y="5216"/>
                  <a:pt x="16384" y="690"/>
                  <a:pt x="10800" y="690"/>
                </a:cubicBezTo>
                <a:cubicBezTo>
                  <a:pt x="5216" y="690"/>
                  <a:pt x="690" y="5216"/>
                  <a:pt x="690" y="10800"/>
                </a:cubicBezTo>
                <a:close/>
              </a:path>
            </a:pathLst>
          </a:custGeom>
          <a:pattFill prst="wdUpDiag">
            <a:fgClr>
              <a:schemeClr val="folHlink"/>
            </a:fgClr>
            <a:bgClr>
              <a:srgbClr val="FFFFFF"/>
            </a:bgClr>
          </a:patt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652" name="Line 6"/>
          <p:cNvSpPr/>
          <p:nvPr/>
        </p:nvSpPr>
        <p:spPr>
          <a:xfrm flipH="1" flipV="1">
            <a:off x="5811838" y="4343400"/>
            <a:ext cx="381000" cy="685800"/>
          </a:xfrm>
          <a:prstGeom prst="line">
            <a:avLst/>
          </a:prstGeom>
          <a:ln w="28575" cap="flat" cmpd="sng">
            <a:solidFill>
              <a:srgbClr val="FF0066"/>
            </a:solidFill>
            <a:prstDash val="solid"/>
            <a:round/>
            <a:headEnd type="none" w="med" len="med"/>
            <a:tailEnd type="triangle" w="sm" len="lg"/>
          </a:ln>
        </p:spPr>
      </p:sp>
      <p:graphicFrame>
        <p:nvGraphicFramePr>
          <p:cNvPr id="27654" name="Object 8"/>
          <p:cNvGraphicFramePr/>
          <p:nvPr/>
        </p:nvGraphicFramePr>
        <p:xfrm>
          <a:off x="8001000" y="5562600"/>
          <a:ext cx="28416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" imgW="177800" imgH="190500" progId="Equation.3">
                  <p:embed/>
                </p:oleObj>
              </mc:Choice>
              <mc:Fallback>
                <p:oleObj name="" r:id="rId1" imgW="177800" imgH="1905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01000" y="5562600"/>
                        <a:ext cx="284163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9"/>
          <p:cNvGraphicFramePr/>
          <p:nvPr/>
        </p:nvGraphicFramePr>
        <p:xfrm>
          <a:off x="6019800" y="5029200"/>
          <a:ext cx="2635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3" imgW="165100" imgH="190500" progId="Equation.3">
                  <p:embed/>
                </p:oleObj>
              </mc:Choice>
              <mc:Fallback>
                <p:oleObj name="" r:id="rId3" imgW="165100" imgH="1905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19800" y="5029200"/>
                        <a:ext cx="263525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Line 10"/>
          <p:cNvSpPr/>
          <p:nvPr/>
        </p:nvSpPr>
        <p:spPr>
          <a:xfrm flipH="1" flipV="1">
            <a:off x="5126038" y="4787900"/>
            <a:ext cx="381000" cy="76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</p:spPr>
      </p:sp>
      <p:graphicFrame>
        <p:nvGraphicFramePr>
          <p:cNvPr id="27657" name="Object 11"/>
          <p:cNvGraphicFramePr/>
          <p:nvPr/>
        </p:nvGraphicFramePr>
        <p:xfrm>
          <a:off x="6781800" y="5257800"/>
          <a:ext cx="28416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5" imgW="177800" imgH="190500" progId="Equation.3">
                  <p:embed/>
                </p:oleObj>
              </mc:Choice>
              <mc:Fallback>
                <p:oleObj name="" r:id="rId5" imgW="177800" imgH="1905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81800" y="5257800"/>
                        <a:ext cx="284163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2" name="Rectangle 16"/>
          <p:cNvSpPr/>
          <p:nvPr/>
        </p:nvSpPr>
        <p:spPr>
          <a:xfrm>
            <a:off x="6629400" y="5029200"/>
            <a:ext cx="152400" cy="1524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63" name="Line 17"/>
          <p:cNvSpPr/>
          <p:nvPr/>
        </p:nvSpPr>
        <p:spPr>
          <a:xfrm>
            <a:off x="6192838" y="5029200"/>
            <a:ext cx="198120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27665" name="Oval 19"/>
          <p:cNvSpPr/>
          <p:nvPr/>
        </p:nvSpPr>
        <p:spPr>
          <a:xfrm>
            <a:off x="7564438" y="5321300"/>
            <a:ext cx="76200" cy="762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66" name="Text Box 6"/>
          <p:cNvSpPr txBox="1"/>
          <p:nvPr/>
        </p:nvSpPr>
        <p:spPr>
          <a:xfrm>
            <a:off x="1143000" y="228600"/>
            <a:ext cx="4724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例题</a:t>
            </a:r>
            <a:endParaRPr lang="zh-CN" altLang="en-US" sz="3200" b="1" dirty="0">
              <a:solidFill>
                <a:srgbClr val="CC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2502535" y="2025015"/>
          <a:ext cx="3309620" cy="1270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6" imgW="2969260" imgH="1181100" progId="Equation.DSMT4">
                  <p:embed/>
                </p:oleObj>
              </mc:Choice>
              <mc:Fallback>
                <p:oleObj name="" r:id="rId6" imgW="2969260" imgH="11811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02535" y="2025015"/>
                        <a:ext cx="3309620" cy="1270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838200" y="3962400"/>
          <a:ext cx="2884170" cy="1067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8" imgW="2520315" imgH="949960" progId="Equation.DSMT4">
                  <p:embed/>
                </p:oleObj>
              </mc:Choice>
              <mc:Fallback>
                <p:oleObj name="" r:id="rId8" imgW="2520315" imgH="94996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38200" y="3962400"/>
                        <a:ext cx="2884170" cy="1067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609600" y="5029200"/>
          <a:ext cx="3738880" cy="1292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0" imgW="1574800" imgH="482600" progId="Equation.DSMT4">
                  <p:embed/>
                </p:oleObj>
              </mc:Choice>
              <mc:Fallback>
                <p:oleObj name="" r:id="rId10" imgW="1574800" imgH="4826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09600" y="5029200"/>
                        <a:ext cx="3738880" cy="1292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5638800" y="4617720"/>
          <a:ext cx="545465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2" imgW="446405" imgH="453390" progId="Equation.KSEE3">
                  <p:embed/>
                </p:oleObj>
              </mc:Choice>
              <mc:Fallback>
                <p:oleObj name="" r:id="rId12" imgW="446405" imgH="453390" progId="Equation.KSEE3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38800" y="4617720"/>
                        <a:ext cx="545465" cy="411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7315200" y="5486400"/>
          <a:ext cx="44894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4" imgW="396875" imgH="482600" progId="Equation.KSEE3">
                  <p:embed/>
                </p:oleObj>
              </mc:Choice>
              <mc:Fallback>
                <p:oleObj name="" r:id="rId14" imgW="396875" imgH="482600" progId="Equation.KSEE3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315200" y="5486400"/>
                        <a:ext cx="44894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/>
          <p:cNvSpPr/>
          <p:nvPr/>
        </p:nvSpPr>
        <p:spPr>
          <a:xfrm>
            <a:off x="381000" y="3345815"/>
            <a:ext cx="3842385" cy="681990"/>
          </a:xfrm>
          <a:prstGeom prst="rect">
            <a:avLst/>
          </a:prstGeom>
          <a:noFill/>
          <a:ln w="9525">
            <a:noFill/>
          </a:ln>
        </p:spPr>
        <p:txBody>
          <a:bodyPr wrap="square" lIns="92075" tIns="46038" rIns="92075" bIns="46038" anchor="t" anchorCtr="0">
            <a:spAutoFit/>
          </a:bodyPr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点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的电场强度：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Text Box 2"/>
          <p:cNvSpPr txBox="1"/>
          <p:nvPr/>
        </p:nvSpPr>
        <p:spPr>
          <a:xfrm>
            <a:off x="609600" y="838200"/>
            <a:ext cx="7924800" cy="1189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solidFill>
                  <a:srgbClr val="21468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求电偶极子电场中任意一点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的电势和电场强度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4" name="Rectangle 3"/>
          <p:cNvSpPr/>
          <p:nvPr/>
        </p:nvSpPr>
        <p:spPr>
          <a:xfrm>
            <a:off x="5638800" y="2057400"/>
            <a:ext cx="2971800" cy="382111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2"/>
            </a:solidFill>
            <a:prstDash val="solid"/>
            <a:miter/>
            <a:headEnd type="none" w="sm" len="lg"/>
            <a:tailEnd type="none" w="sm" len="lg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Line 4"/>
          <p:cNvSpPr/>
          <p:nvPr/>
        </p:nvSpPr>
        <p:spPr>
          <a:xfrm>
            <a:off x="6018213" y="5029200"/>
            <a:ext cx="1587" cy="609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676" name="Line 5"/>
          <p:cNvSpPr/>
          <p:nvPr/>
        </p:nvSpPr>
        <p:spPr>
          <a:xfrm>
            <a:off x="7620000" y="5029200"/>
            <a:ext cx="0" cy="609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677" name="Line 6"/>
          <p:cNvSpPr/>
          <p:nvPr/>
        </p:nvSpPr>
        <p:spPr>
          <a:xfrm>
            <a:off x="6019800" y="5257800"/>
            <a:ext cx="1600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triangle" w="sm" len="med"/>
            <a:tailEnd type="triangle" w="sm" len="med"/>
          </a:ln>
        </p:spPr>
      </p:sp>
      <p:graphicFrame>
        <p:nvGraphicFramePr>
          <p:cNvPr id="28678" name="Object 7"/>
          <p:cNvGraphicFramePr/>
          <p:nvPr/>
        </p:nvGraphicFramePr>
        <p:xfrm>
          <a:off x="6629400" y="5257800"/>
          <a:ext cx="431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1" imgW="139700" imgH="228600" progId="Equation.3">
                  <p:embed/>
                </p:oleObj>
              </mc:Choice>
              <mc:Fallback>
                <p:oleObj name="" r:id="rId1" imgW="139700" imgH="2286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29400" y="5257800"/>
                        <a:ext cx="4318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Line 8"/>
          <p:cNvSpPr/>
          <p:nvPr/>
        </p:nvSpPr>
        <p:spPr>
          <a:xfrm flipH="1">
            <a:off x="7620000" y="2514600"/>
            <a:ext cx="228600" cy="245903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680" name="Line 9"/>
          <p:cNvSpPr/>
          <p:nvPr/>
        </p:nvSpPr>
        <p:spPr>
          <a:xfrm flipH="1">
            <a:off x="6019800" y="2514600"/>
            <a:ext cx="1828800" cy="2438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28681" name="Object 10"/>
          <p:cNvGraphicFramePr/>
          <p:nvPr/>
        </p:nvGraphicFramePr>
        <p:xfrm>
          <a:off x="7772400" y="3657600"/>
          <a:ext cx="4968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3" imgW="152400" imgH="215900" progId="Equation.3">
                  <p:embed/>
                </p:oleObj>
              </mc:Choice>
              <mc:Fallback>
                <p:oleObj name="" r:id="rId3" imgW="152400" imgH="2159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72400" y="3657600"/>
                        <a:ext cx="496888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11"/>
          <p:cNvGraphicFramePr/>
          <p:nvPr/>
        </p:nvGraphicFramePr>
        <p:xfrm>
          <a:off x="6858000" y="2819400"/>
          <a:ext cx="50323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5" imgW="152400" imgH="215900" progId="Equation.3">
                  <p:embed/>
                </p:oleObj>
              </mc:Choice>
              <mc:Fallback>
                <p:oleObj name="" r:id="rId5" imgW="152400" imgH="2159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58000" y="2819400"/>
                        <a:ext cx="503238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Object 12"/>
          <p:cNvGraphicFramePr/>
          <p:nvPr/>
        </p:nvGraphicFramePr>
        <p:xfrm>
          <a:off x="8153400" y="5029200"/>
          <a:ext cx="457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7" imgW="127000" imgH="139700" progId="Equation.3">
                  <p:embed/>
                </p:oleObj>
              </mc:Choice>
              <mc:Fallback>
                <p:oleObj name="" r:id="rId7" imgW="127000" imgH="1397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53400" y="5029200"/>
                        <a:ext cx="457200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4" name="Object 13"/>
          <p:cNvGraphicFramePr/>
          <p:nvPr/>
        </p:nvGraphicFramePr>
        <p:xfrm>
          <a:off x="6400800" y="2286000"/>
          <a:ext cx="3730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9" imgW="139700" imgH="165100" progId="Equation.3">
                  <p:embed/>
                </p:oleObj>
              </mc:Choice>
              <mc:Fallback>
                <p:oleObj name="" r:id="rId9" imgW="139700" imgH="1651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00800" y="2286000"/>
                        <a:ext cx="373063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5" name="Text Box 14"/>
          <p:cNvSpPr txBox="1"/>
          <p:nvPr/>
        </p:nvSpPr>
        <p:spPr>
          <a:xfrm>
            <a:off x="1066800" y="2362200"/>
            <a:ext cx="1219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sz="3200" b="1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86" name="Oval 15"/>
          <p:cNvSpPr/>
          <p:nvPr/>
        </p:nvSpPr>
        <p:spPr>
          <a:xfrm>
            <a:off x="7807325" y="2462213"/>
            <a:ext cx="76200" cy="66675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88" name="Line 17"/>
          <p:cNvSpPr/>
          <p:nvPr/>
        </p:nvSpPr>
        <p:spPr>
          <a:xfrm flipH="1" flipV="1">
            <a:off x="6400800" y="4495800"/>
            <a:ext cx="1219200" cy="45720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</p:sp>
      <p:graphicFrame>
        <p:nvGraphicFramePr>
          <p:cNvPr id="28689" name="Object 18"/>
          <p:cNvGraphicFramePr/>
          <p:nvPr/>
        </p:nvGraphicFramePr>
        <p:xfrm>
          <a:off x="7086600" y="4419600"/>
          <a:ext cx="3190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11" imgW="127000" imgH="177165" progId="Equation.3">
                  <p:embed/>
                </p:oleObj>
              </mc:Choice>
              <mc:Fallback>
                <p:oleObj name="" r:id="rId11" imgW="127000" imgH="177165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86600" y="4419600"/>
                        <a:ext cx="319088" cy="3810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0" name="Object 19"/>
          <p:cNvGraphicFramePr/>
          <p:nvPr/>
        </p:nvGraphicFramePr>
        <p:xfrm>
          <a:off x="6934200" y="3733800"/>
          <a:ext cx="3810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13" imgW="114300" imgH="127000" progId="Equation.3">
                  <p:embed/>
                </p:oleObj>
              </mc:Choice>
              <mc:Fallback>
                <p:oleObj name="" r:id="rId13" imgW="114300" imgH="12700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34200" y="3733800"/>
                        <a:ext cx="381000" cy="361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5" name="Line 24"/>
          <p:cNvSpPr/>
          <p:nvPr/>
        </p:nvSpPr>
        <p:spPr>
          <a:xfrm flipV="1">
            <a:off x="6858000" y="2514600"/>
            <a:ext cx="990600" cy="2438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696" name="Line 25"/>
          <p:cNvSpPr/>
          <p:nvPr/>
        </p:nvSpPr>
        <p:spPr>
          <a:xfrm>
            <a:off x="6172200" y="4953000"/>
            <a:ext cx="2057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28697" name="Oval 26"/>
          <p:cNvSpPr/>
          <p:nvPr/>
        </p:nvSpPr>
        <p:spPr>
          <a:xfrm>
            <a:off x="6781800" y="4926013"/>
            <a:ext cx="76200" cy="65087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98" name="Oval 27"/>
          <p:cNvSpPr/>
          <p:nvPr/>
        </p:nvSpPr>
        <p:spPr>
          <a:xfrm>
            <a:off x="5867400" y="4800600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0000FF"/>
              </a:gs>
            </a:gsLst>
            <a:path path="shape">
              <a:fillToRect l="50000" t="50000" r="50000" b="50000"/>
            </a:path>
            <a:tileRect/>
          </a:gradFill>
          <a:ln w="127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80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endParaRPr lang="en-US" altLang="zh-CN" sz="28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99" name="Oval 28"/>
          <p:cNvSpPr/>
          <p:nvPr/>
        </p:nvSpPr>
        <p:spPr>
          <a:xfrm>
            <a:off x="7467600" y="4800600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6600"/>
              </a:gs>
            </a:gsLst>
            <a:path path="shape">
              <a:fillToRect l="50000" t="50000" r="50000" b="50000"/>
            </a:path>
            <a:tileRect/>
          </a:gradFill>
          <a:ln w="12700">
            <a:noFill/>
          </a:ln>
        </p:spPr>
        <p:txBody>
          <a:bodyPr wrap="none" anchor="ctr" anchorCtr="0"/>
          <a:p>
            <a:pPr algn="ctr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700" name="Arc 29"/>
          <p:cNvSpPr/>
          <p:nvPr/>
        </p:nvSpPr>
        <p:spPr>
          <a:xfrm>
            <a:off x="6934200" y="4800600"/>
            <a:ext cx="152400" cy="152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8701" name="Line 30"/>
          <p:cNvSpPr/>
          <p:nvPr/>
        </p:nvSpPr>
        <p:spPr>
          <a:xfrm flipV="1">
            <a:off x="6832600" y="2362200"/>
            <a:ext cx="0" cy="2590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28705" name="Text Box 6"/>
          <p:cNvSpPr txBox="1"/>
          <p:nvPr/>
        </p:nvSpPr>
        <p:spPr>
          <a:xfrm>
            <a:off x="762000" y="152400"/>
            <a:ext cx="4724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例题</a:t>
            </a:r>
            <a:endParaRPr lang="zh-CN" altLang="en-US" sz="3200" b="1" dirty="0">
              <a:solidFill>
                <a:srgbClr val="CC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" name="Group 20"/>
          <p:cNvGrpSpPr/>
          <p:nvPr/>
        </p:nvGrpSpPr>
        <p:grpSpPr bwMode="auto">
          <a:xfrm>
            <a:off x="1697671" y="1597818"/>
            <a:ext cx="2695575" cy="2068513"/>
            <a:chOff x="1152" y="1296"/>
            <a:chExt cx="1698" cy="1303"/>
          </a:xfrm>
        </p:grpSpPr>
        <p:graphicFrame>
          <p:nvGraphicFramePr>
            <p:cNvPr id="29716" name="Object 21"/>
            <p:cNvGraphicFramePr/>
            <p:nvPr/>
          </p:nvGraphicFramePr>
          <p:xfrm>
            <a:off x="1458" y="1296"/>
            <a:ext cx="1309" cy="6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15" imgW="688975" imgH="367030" progId="Equation.3">
                    <p:embed/>
                  </p:oleObj>
                </mc:Choice>
                <mc:Fallback>
                  <p:oleObj name="" r:id="rId15" imgW="688975" imgH="367030" progId="Equation.3">
                    <p:embed/>
                    <p:pic>
                      <p:nvPicPr>
                        <p:cNvPr id="0" name="Object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8" y="1296"/>
                          <a:ext cx="1309" cy="6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7" name="Object 22"/>
            <p:cNvGraphicFramePr/>
            <p:nvPr/>
          </p:nvGraphicFramePr>
          <p:xfrm>
            <a:off x="1410" y="1920"/>
            <a:ext cx="1440" cy="6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" r:id="rId17" imgW="772795" imgH="367030" progId="Equation.3">
                    <p:embed/>
                  </p:oleObj>
                </mc:Choice>
                <mc:Fallback>
                  <p:oleObj name="" r:id="rId17" imgW="772795" imgH="367030" progId="Equation.3">
                    <p:embed/>
                    <p:pic>
                      <p:nvPicPr>
                        <p:cNvPr id="0" name="Object 2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0" y="1920"/>
                          <a:ext cx="1440" cy="6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8" name="AutoShape 23"/>
            <p:cNvSpPr/>
            <p:nvPr/>
          </p:nvSpPr>
          <p:spPr bwMode="auto">
            <a:xfrm>
              <a:off x="1152" y="1584"/>
              <a:ext cx="144" cy="672"/>
            </a:xfrm>
            <a:prstGeom prst="leftBrace">
              <a:avLst>
                <a:gd name="adj1" fmla="val 38824"/>
                <a:gd name="adj2" fmla="val 50000"/>
              </a:avLst>
            </a:prstGeom>
            <a:noFill/>
            <a:ln w="28575">
              <a:solidFill>
                <a:srgbClr val="21468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</p:grpSp>
      <p:grpSp>
        <p:nvGrpSpPr>
          <p:cNvPr id="12" name="Group 31"/>
          <p:cNvGrpSpPr/>
          <p:nvPr/>
        </p:nvGrpSpPr>
        <p:grpSpPr bwMode="auto">
          <a:xfrm>
            <a:off x="1067096" y="4087801"/>
            <a:ext cx="4129088" cy="1098550"/>
            <a:chOff x="579" y="2736"/>
            <a:chExt cx="2601" cy="692"/>
          </a:xfrm>
        </p:grpSpPr>
        <p:graphicFrame>
          <p:nvGraphicFramePr>
            <p:cNvPr id="29727" name="Object 32"/>
            <p:cNvGraphicFramePr/>
            <p:nvPr/>
          </p:nvGraphicFramePr>
          <p:xfrm>
            <a:off x="579" y="2832"/>
            <a:ext cx="1166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" r:id="rId19" imgW="598805" imgH="180340" progId="Equation.3">
                    <p:embed/>
                  </p:oleObj>
                </mc:Choice>
                <mc:Fallback>
                  <p:oleObj name="" r:id="rId19" imgW="598805" imgH="180340" progId="Equation.3">
                    <p:embed/>
                    <p:pic>
                      <p:nvPicPr>
                        <p:cNvPr id="0" name="Object 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" y="2832"/>
                          <a:ext cx="1166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8" name="Object 33"/>
            <p:cNvGraphicFramePr/>
            <p:nvPr/>
          </p:nvGraphicFramePr>
          <p:xfrm>
            <a:off x="1776" y="2736"/>
            <a:ext cx="1404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" name="" r:id="rId21" imgW="740410" imgH="367030" progId="Equation.3">
                    <p:embed/>
                  </p:oleObj>
                </mc:Choice>
                <mc:Fallback>
                  <p:oleObj name="" r:id="rId21" imgW="740410" imgH="367030" progId="Equation.3">
                    <p:embed/>
                    <p:pic>
                      <p:nvPicPr>
                        <p:cNvPr id="0" name="Object 3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2736"/>
                          <a:ext cx="1404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/>
          <p:nvPr/>
        </p:nvGraphicFramePr>
        <p:xfrm>
          <a:off x="7924800" y="2286000"/>
          <a:ext cx="51943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3" imgW="430530" imgH="460375" progId="Equation.KSEE3">
                  <p:embed/>
                </p:oleObj>
              </mc:Choice>
              <mc:Fallback>
                <p:oleObj name="" r:id="rId23" imgW="430530" imgH="460375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924800" y="2286000"/>
                        <a:ext cx="519430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709" name="Rectangle 14"/>
          <p:cNvSpPr/>
          <p:nvPr/>
        </p:nvSpPr>
        <p:spPr>
          <a:xfrm>
            <a:off x="5865495" y="2057400"/>
            <a:ext cx="2971800" cy="382111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2"/>
            </a:solidFill>
            <a:prstDash val="solid"/>
            <a:miter/>
            <a:headEnd type="none" w="sm" len="lg"/>
            <a:tailEnd type="none" w="sm" len="lg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10" name="Line 15"/>
          <p:cNvSpPr/>
          <p:nvPr/>
        </p:nvSpPr>
        <p:spPr>
          <a:xfrm>
            <a:off x="6244908" y="5029200"/>
            <a:ext cx="1587" cy="609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711" name="Line 16"/>
          <p:cNvSpPr/>
          <p:nvPr/>
        </p:nvSpPr>
        <p:spPr>
          <a:xfrm>
            <a:off x="7846695" y="5029200"/>
            <a:ext cx="0" cy="609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712" name="Line 17"/>
          <p:cNvSpPr/>
          <p:nvPr/>
        </p:nvSpPr>
        <p:spPr>
          <a:xfrm>
            <a:off x="6246495" y="5257800"/>
            <a:ext cx="1600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triangle" w="sm" len="med"/>
            <a:tailEnd type="triangle" w="sm" len="med"/>
          </a:ln>
        </p:spPr>
      </p:sp>
      <p:graphicFrame>
        <p:nvGraphicFramePr>
          <p:cNvPr id="29713" name="Object 18"/>
          <p:cNvGraphicFramePr/>
          <p:nvPr/>
        </p:nvGraphicFramePr>
        <p:xfrm>
          <a:off x="6856095" y="5257800"/>
          <a:ext cx="431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1" imgW="139700" imgH="228600" progId="Equation.3">
                  <p:embed/>
                </p:oleObj>
              </mc:Choice>
              <mc:Fallback>
                <p:oleObj name="" r:id="rId1" imgW="139700" imgH="228600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56095" y="5257800"/>
                        <a:ext cx="4318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4" name="Line 19"/>
          <p:cNvSpPr/>
          <p:nvPr/>
        </p:nvSpPr>
        <p:spPr>
          <a:xfrm flipH="1">
            <a:off x="7846695" y="2514600"/>
            <a:ext cx="228600" cy="245903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715" name="Line 20"/>
          <p:cNvSpPr/>
          <p:nvPr/>
        </p:nvSpPr>
        <p:spPr>
          <a:xfrm flipH="1">
            <a:off x="6246495" y="2514600"/>
            <a:ext cx="1828800" cy="2438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29716" name="Object 21"/>
          <p:cNvGraphicFramePr/>
          <p:nvPr/>
        </p:nvGraphicFramePr>
        <p:xfrm>
          <a:off x="7999095" y="3657600"/>
          <a:ext cx="4968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3" imgW="152400" imgH="215900" progId="Equation.3">
                  <p:embed/>
                </p:oleObj>
              </mc:Choice>
              <mc:Fallback>
                <p:oleObj name="" r:id="rId3" imgW="152400" imgH="2159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99095" y="3657600"/>
                        <a:ext cx="496888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7" name="Object 22"/>
          <p:cNvGraphicFramePr/>
          <p:nvPr/>
        </p:nvGraphicFramePr>
        <p:xfrm>
          <a:off x="7084695" y="2819400"/>
          <a:ext cx="50323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5" imgW="152400" imgH="215900" progId="Equation.3">
                  <p:embed/>
                </p:oleObj>
              </mc:Choice>
              <mc:Fallback>
                <p:oleObj name="" r:id="rId5" imgW="152400" imgH="2159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84695" y="2819400"/>
                        <a:ext cx="503238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8" name="Object 23"/>
          <p:cNvGraphicFramePr/>
          <p:nvPr/>
        </p:nvGraphicFramePr>
        <p:xfrm>
          <a:off x="8380095" y="5029200"/>
          <a:ext cx="457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7" imgW="127000" imgH="139700" progId="Equation.3">
                  <p:embed/>
                </p:oleObj>
              </mc:Choice>
              <mc:Fallback>
                <p:oleObj name="" r:id="rId7" imgW="127000" imgH="13970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80095" y="5029200"/>
                        <a:ext cx="457200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9" name="Object 24"/>
          <p:cNvGraphicFramePr/>
          <p:nvPr/>
        </p:nvGraphicFramePr>
        <p:xfrm>
          <a:off x="6627495" y="2286000"/>
          <a:ext cx="3730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9" imgW="139700" imgH="165100" progId="Equation.3">
                  <p:embed/>
                </p:oleObj>
              </mc:Choice>
              <mc:Fallback>
                <p:oleObj name="" r:id="rId9" imgW="139700" imgH="1651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27495" y="2286000"/>
                        <a:ext cx="373063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0" name="Oval 25"/>
          <p:cNvSpPr/>
          <p:nvPr/>
        </p:nvSpPr>
        <p:spPr>
          <a:xfrm>
            <a:off x="8034020" y="2462213"/>
            <a:ext cx="76200" cy="66675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22" name="Line 27"/>
          <p:cNvSpPr/>
          <p:nvPr/>
        </p:nvSpPr>
        <p:spPr>
          <a:xfrm flipH="1" flipV="1">
            <a:off x="6627495" y="4495800"/>
            <a:ext cx="1219200" cy="45720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</p:sp>
      <p:graphicFrame>
        <p:nvGraphicFramePr>
          <p:cNvPr id="29723" name="Object 28"/>
          <p:cNvGraphicFramePr/>
          <p:nvPr/>
        </p:nvGraphicFramePr>
        <p:xfrm>
          <a:off x="7313295" y="4419600"/>
          <a:ext cx="3190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11" imgW="127000" imgH="177165" progId="Equation.3">
                  <p:embed/>
                </p:oleObj>
              </mc:Choice>
              <mc:Fallback>
                <p:oleObj name="" r:id="rId11" imgW="127000" imgH="177165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313295" y="4419600"/>
                        <a:ext cx="319088" cy="3810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4" name="Object 29"/>
          <p:cNvGraphicFramePr/>
          <p:nvPr/>
        </p:nvGraphicFramePr>
        <p:xfrm>
          <a:off x="7160895" y="3733800"/>
          <a:ext cx="3810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13" imgW="114300" imgH="127000" progId="Equation.3">
                  <p:embed/>
                </p:oleObj>
              </mc:Choice>
              <mc:Fallback>
                <p:oleObj name="" r:id="rId13" imgW="114300" imgH="12700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60895" y="3733800"/>
                        <a:ext cx="381000" cy="361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5" name="Line 30"/>
          <p:cNvSpPr/>
          <p:nvPr/>
        </p:nvSpPr>
        <p:spPr>
          <a:xfrm flipV="1">
            <a:off x="7084695" y="2514600"/>
            <a:ext cx="990600" cy="2438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726" name="Line 31"/>
          <p:cNvSpPr/>
          <p:nvPr/>
        </p:nvSpPr>
        <p:spPr>
          <a:xfrm>
            <a:off x="6398895" y="4953000"/>
            <a:ext cx="2057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29727" name="Oval 32"/>
          <p:cNvSpPr/>
          <p:nvPr/>
        </p:nvSpPr>
        <p:spPr>
          <a:xfrm>
            <a:off x="7008495" y="4926013"/>
            <a:ext cx="76200" cy="65087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28" name="Oval 33"/>
          <p:cNvSpPr/>
          <p:nvPr/>
        </p:nvSpPr>
        <p:spPr>
          <a:xfrm>
            <a:off x="6094095" y="4800600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0000FF"/>
              </a:gs>
            </a:gsLst>
            <a:path path="shape">
              <a:fillToRect l="50000" t="50000" r="50000" b="50000"/>
            </a:path>
            <a:tileRect/>
          </a:gradFill>
          <a:ln w="127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80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endParaRPr lang="en-US" altLang="zh-CN" sz="28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29" name="Oval 34"/>
          <p:cNvSpPr/>
          <p:nvPr/>
        </p:nvSpPr>
        <p:spPr>
          <a:xfrm>
            <a:off x="7694295" y="4800600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6600"/>
              </a:gs>
            </a:gsLst>
            <a:path path="shape">
              <a:fillToRect l="50000" t="50000" r="50000" b="50000"/>
            </a:path>
            <a:tileRect/>
          </a:gradFill>
          <a:ln w="12700">
            <a:noFill/>
          </a:ln>
        </p:spPr>
        <p:txBody>
          <a:bodyPr wrap="none" anchor="ctr" anchorCtr="0"/>
          <a:p>
            <a:pPr algn="ctr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30" name="Arc 35"/>
          <p:cNvSpPr/>
          <p:nvPr/>
        </p:nvSpPr>
        <p:spPr>
          <a:xfrm>
            <a:off x="7160895" y="4800600"/>
            <a:ext cx="152400" cy="152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731" name="Line 36"/>
          <p:cNvSpPr/>
          <p:nvPr/>
        </p:nvSpPr>
        <p:spPr>
          <a:xfrm flipV="1">
            <a:off x="7059295" y="2362200"/>
            <a:ext cx="0" cy="2590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29735" name="Text Box 6"/>
          <p:cNvSpPr txBox="1"/>
          <p:nvPr/>
        </p:nvSpPr>
        <p:spPr>
          <a:xfrm>
            <a:off x="2209800" y="76200"/>
            <a:ext cx="4724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例题</a:t>
            </a:r>
            <a:endParaRPr lang="zh-CN" altLang="en-US" sz="32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5" name="Object 2"/>
          <p:cNvGraphicFramePr/>
          <p:nvPr/>
        </p:nvGraphicFramePr>
        <p:xfrm>
          <a:off x="887413" y="1414868"/>
          <a:ext cx="3865562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15" imgW="1339215" imgH="367030" progId="Equation.3">
                  <p:embed/>
                </p:oleObj>
              </mc:Choice>
              <mc:Fallback>
                <p:oleObj name="" r:id="rId15" imgW="1339215" imgH="367030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1414868"/>
                        <a:ext cx="3865562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"/>
          <p:cNvGraphicFramePr/>
          <p:nvPr/>
        </p:nvGraphicFramePr>
        <p:xfrm>
          <a:off x="1045456" y="2522404"/>
          <a:ext cx="2328862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17" imgW="791845" imgH="367030" progId="Equation.3">
                  <p:embed/>
                </p:oleObj>
              </mc:Choice>
              <mc:Fallback>
                <p:oleObj name="" r:id="rId17" imgW="791845" imgH="36703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456" y="2522404"/>
                        <a:ext cx="2328862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4"/>
          <p:cNvGraphicFramePr/>
          <p:nvPr/>
        </p:nvGraphicFramePr>
        <p:xfrm>
          <a:off x="3392756" y="2500718"/>
          <a:ext cx="241617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19" imgW="791845" imgH="367030" progId="Equation.3">
                  <p:embed/>
                </p:oleObj>
              </mc:Choice>
              <mc:Fallback>
                <p:oleObj name="" r:id="rId19" imgW="791845" imgH="36703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756" y="2500718"/>
                        <a:ext cx="241617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7"/>
          <p:cNvGraphicFramePr/>
          <p:nvPr/>
        </p:nvGraphicFramePr>
        <p:xfrm>
          <a:off x="729017" y="729192"/>
          <a:ext cx="15240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21" imgW="495935" imgH="193040" progId="Equation.3">
                  <p:embed/>
                </p:oleObj>
              </mc:Choice>
              <mc:Fallback>
                <p:oleObj name="" r:id="rId21" imgW="495935" imgH="193040" progId="Equation.3">
                  <p:embed/>
                  <p:pic>
                    <p:nvPicPr>
                      <p:cNvPr id="0" name="Object 37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017" y="729192"/>
                        <a:ext cx="152400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8"/>
          <p:cNvGraphicFramePr/>
          <p:nvPr/>
        </p:nvGraphicFramePr>
        <p:xfrm>
          <a:off x="2596086" y="793533"/>
          <a:ext cx="29718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23" imgW="946785" imgH="193040" progId="Equation.3">
                  <p:embed/>
                </p:oleObj>
              </mc:Choice>
              <mc:Fallback>
                <p:oleObj name="" r:id="rId23" imgW="946785" imgH="193040" progId="Equation.3">
                  <p:embed/>
                  <p:pic>
                    <p:nvPicPr>
                      <p:cNvPr id="0" name="Object 38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6086" y="793533"/>
                        <a:ext cx="29718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/>
          <p:cNvGraphicFramePr/>
          <p:nvPr/>
        </p:nvGraphicFramePr>
        <p:xfrm>
          <a:off x="6200088" y="793532"/>
          <a:ext cx="14478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25" imgW="463550" imgH="193040" progId="Equation.3">
                  <p:embed/>
                </p:oleObj>
              </mc:Choice>
              <mc:Fallback>
                <p:oleObj name="" r:id="rId25" imgW="463550" imgH="193040" progId="Equation.3">
                  <p:embed/>
                  <p:pic>
                    <p:nvPicPr>
                      <p:cNvPr id="0" name="Object 39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0088" y="793532"/>
                        <a:ext cx="14478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"/>
          <p:cNvGrpSpPr/>
          <p:nvPr/>
        </p:nvGrpSpPr>
        <p:grpSpPr bwMode="auto">
          <a:xfrm>
            <a:off x="729267" y="3875788"/>
            <a:ext cx="3697287" cy="2741612"/>
            <a:chOff x="501" y="2161"/>
            <a:chExt cx="2329" cy="1727"/>
          </a:xfrm>
        </p:grpSpPr>
        <p:graphicFrame>
          <p:nvGraphicFramePr>
            <p:cNvPr id="30725" name="Object 6"/>
            <p:cNvGraphicFramePr/>
            <p:nvPr/>
          </p:nvGraphicFramePr>
          <p:xfrm>
            <a:off x="1515" y="2784"/>
            <a:ext cx="1315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73" name="" r:id="rId27" imgW="753110" imgH="367030" progId="Equation.3">
                    <p:embed/>
                  </p:oleObj>
                </mc:Choice>
                <mc:Fallback>
                  <p:oleObj name="" r:id="rId27" imgW="753110" imgH="367030" progId="Equation.3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5" y="2784"/>
                          <a:ext cx="1315" cy="6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6" name="Object 7"/>
            <p:cNvGraphicFramePr/>
            <p:nvPr/>
          </p:nvGraphicFramePr>
          <p:xfrm>
            <a:off x="672" y="2880"/>
            <a:ext cx="57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29" imgW="309245" imgH="147955" progId="Equation.3">
                    <p:embed/>
                  </p:oleObj>
                </mc:Choice>
                <mc:Fallback>
                  <p:oleObj name="" r:id="rId29" imgW="309245" imgH="147955" progId="Equation.3">
                    <p:embed/>
                    <p:pic>
                      <p:nvPicPr>
                        <p:cNvPr id="0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2880"/>
                          <a:ext cx="577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0727" name="Group 8"/>
            <p:cNvGrpSpPr/>
            <p:nvPr/>
          </p:nvGrpSpPr>
          <p:grpSpPr bwMode="auto">
            <a:xfrm>
              <a:off x="672" y="3264"/>
              <a:ext cx="1392" cy="624"/>
              <a:chOff x="672" y="3264"/>
              <a:chExt cx="1392" cy="624"/>
            </a:xfrm>
          </p:grpSpPr>
          <p:graphicFrame>
            <p:nvGraphicFramePr>
              <p:cNvPr id="30728" name="Object 9"/>
              <p:cNvGraphicFramePr/>
              <p:nvPr/>
            </p:nvGraphicFramePr>
            <p:xfrm>
              <a:off x="1440" y="3451"/>
              <a:ext cx="624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" name="" r:id="rId31" imgW="321945" imgH="147955" progId="Equation.3">
                      <p:embed/>
                    </p:oleObj>
                  </mc:Choice>
                  <mc:Fallback>
                    <p:oleObj name="" r:id="rId31" imgW="321945" imgH="147955" progId="Equation.3">
                      <p:embed/>
                      <p:pic>
                        <p:nvPicPr>
                          <p:cNvPr id="0" name="Object 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3451"/>
                            <a:ext cx="624" cy="2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29" name="Object 10"/>
              <p:cNvGraphicFramePr/>
              <p:nvPr/>
            </p:nvGraphicFramePr>
            <p:xfrm>
              <a:off x="672" y="3264"/>
              <a:ext cx="585" cy="6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" name="" r:id="rId33" imgW="334645" imgH="334645" progId="Equation.3">
                      <p:embed/>
                    </p:oleObj>
                  </mc:Choice>
                  <mc:Fallback>
                    <p:oleObj name="" r:id="rId33" imgW="334645" imgH="334645" progId="Equation.3">
                      <p:embed/>
                      <p:pic>
                        <p:nvPicPr>
                          <p:cNvPr id="0" name="Object 1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2" y="3264"/>
                            <a:ext cx="585" cy="6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0730" name="Object 11"/>
            <p:cNvGraphicFramePr/>
            <p:nvPr/>
          </p:nvGraphicFramePr>
          <p:xfrm>
            <a:off x="1517" y="2161"/>
            <a:ext cx="1227" cy="6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35" imgW="663575" imgH="367030" progId="Equation.3">
                    <p:embed/>
                  </p:oleObj>
                </mc:Choice>
                <mc:Fallback>
                  <p:oleObj name="" r:id="rId35" imgW="663575" imgH="367030" progId="Equation.3">
                    <p:embed/>
                    <p:pic>
                      <p:nvPicPr>
                        <p:cNvPr id="0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7" y="2161"/>
                          <a:ext cx="1227" cy="6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1" name="Object 12"/>
            <p:cNvGraphicFramePr/>
            <p:nvPr/>
          </p:nvGraphicFramePr>
          <p:xfrm>
            <a:off x="672" y="2304"/>
            <a:ext cx="55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37" imgW="302895" imgH="147955" progId="Equation.3">
                    <p:embed/>
                  </p:oleObj>
                </mc:Choice>
                <mc:Fallback>
                  <p:oleObj name="" r:id="rId37" imgW="302895" imgH="147955" progId="Equation.3">
                    <p:embed/>
                    <p:pic>
                      <p:nvPicPr>
                        <p:cNvPr id="0" name="Object 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2304"/>
                          <a:ext cx="555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2" name="AutoShape 13"/>
            <p:cNvSpPr/>
            <p:nvPr/>
          </p:nvSpPr>
          <p:spPr bwMode="auto">
            <a:xfrm>
              <a:off x="501" y="2436"/>
              <a:ext cx="124" cy="1141"/>
            </a:xfrm>
            <a:prstGeom prst="leftBrace">
              <a:avLst>
                <a:gd name="adj1" fmla="val 76552"/>
                <a:gd name="adj2" fmla="val 50000"/>
              </a:avLst>
            </a:prstGeom>
            <a:noFill/>
            <a:ln w="19050">
              <a:solidFill>
                <a:srgbClr val="21468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2" name="对象 1"/>
          <p:cNvGraphicFramePr/>
          <p:nvPr/>
        </p:nvGraphicFramePr>
        <p:xfrm>
          <a:off x="8234045" y="2209800"/>
          <a:ext cx="434975" cy="603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9" imgW="430530" imgH="460375" progId="Equation.KSEE3">
                  <p:embed/>
                </p:oleObj>
              </mc:Choice>
              <mc:Fallback>
                <p:oleObj name="" r:id="rId39" imgW="430530" imgH="460375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8234045" y="2209800"/>
                        <a:ext cx="434975" cy="6038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6" name="Rectangle 7"/>
          <p:cNvSpPr/>
          <p:nvPr/>
        </p:nvSpPr>
        <p:spPr>
          <a:xfrm>
            <a:off x="5638800" y="2057400"/>
            <a:ext cx="2971800" cy="382111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2"/>
            </a:solidFill>
            <a:prstDash val="solid"/>
            <a:miter/>
            <a:headEnd type="none" w="sm" len="lg"/>
            <a:tailEnd type="none" w="sm" len="lg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7" name="Line 8"/>
          <p:cNvSpPr/>
          <p:nvPr/>
        </p:nvSpPr>
        <p:spPr>
          <a:xfrm>
            <a:off x="6018213" y="5029200"/>
            <a:ext cx="1587" cy="609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28" name="Line 9"/>
          <p:cNvSpPr/>
          <p:nvPr/>
        </p:nvSpPr>
        <p:spPr>
          <a:xfrm>
            <a:off x="7620000" y="5029200"/>
            <a:ext cx="0" cy="609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29" name="Line 10"/>
          <p:cNvSpPr/>
          <p:nvPr/>
        </p:nvSpPr>
        <p:spPr>
          <a:xfrm>
            <a:off x="6019800" y="5257800"/>
            <a:ext cx="1600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triangle" w="sm" len="med"/>
            <a:tailEnd type="triangle" w="sm" len="med"/>
          </a:ln>
        </p:spPr>
      </p:sp>
      <p:graphicFrame>
        <p:nvGraphicFramePr>
          <p:cNvPr id="30730" name="Object 11"/>
          <p:cNvGraphicFramePr/>
          <p:nvPr/>
        </p:nvGraphicFramePr>
        <p:xfrm>
          <a:off x="6629400" y="5257800"/>
          <a:ext cx="431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1" imgW="139700" imgH="228600" progId="Equation.3">
                  <p:embed/>
                </p:oleObj>
              </mc:Choice>
              <mc:Fallback>
                <p:oleObj name="" r:id="rId1" imgW="139700" imgH="2286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29400" y="5257800"/>
                        <a:ext cx="4318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1" name="Line 12"/>
          <p:cNvSpPr/>
          <p:nvPr/>
        </p:nvSpPr>
        <p:spPr>
          <a:xfrm flipH="1">
            <a:off x="7620000" y="2514600"/>
            <a:ext cx="228600" cy="245903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32" name="Line 13"/>
          <p:cNvSpPr/>
          <p:nvPr/>
        </p:nvSpPr>
        <p:spPr>
          <a:xfrm flipH="1">
            <a:off x="6019800" y="2514600"/>
            <a:ext cx="1828800" cy="2438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30733" name="Object 14"/>
          <p:cNvGraphicFramePr/>
          <p:nvPr/>
        </p:nvGraphicFramePr>
        <p:xfrm>
          <a:off x="7772400" y="3657600"/>
          <a:ext cx="4968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3" imgW="152400" imgH="215900" progId="Equation.3">
                  <p:embed/>
                </p:oleObj>
              </mc:Choice>
              <mc:Fallback>
                <p:oleObj name="" r:id="rId3" imgW="152400" imgH="215900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72400" y="3657600"/>
                        <a:ext cx="496888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15"/>
          <p:cNvGraphicFramePr/>
          <p:nvPr/>
        </p:nvGraphicFramePr>
        <p:xfrm>
          <a:off x="6858000" y="2819400"/>
          <a:ext cx="50323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5" imgW="152400" imgH="215900" progId="Equation.3">
                  <p:embed/>
                </p:oleObj>
              </mc:Choice>
              <mc:Fallback>
                <p:oleObj name="" r:id="rId5" imgW="152400" imgH="21590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58000" y="2819400"/>
                        <a:ext cx="503238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5" name="Object 16"/>
          <p:cNvGraphicFramePr/>
          <p:nvPr/>
        </p:nvGraphicFramePr>
        <p:xfrm>
          <a:off x="8153400" y="5029200"/>
          <a:ext cx="457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7" imgW="127000" imgH="139700" progId="Equation.3">
                  <p:embed/>
                </p:oleObj>
              </mc:Choice>
              <mc:Fallback>
                <p:oleObj name="" r:id="rId7" imgW="127000" imgH="139700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53400" y="5029200"/>
                        <a:ext cx="457200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6" name="Object 17"/>
          <p:cNvGraphicFramePr/>
          <p:nvPr/>
        </p:nvGraphicFramePr>
        <p:xfrm>
          <a:off x="6400800" y="2286000"/>
          <a:ext cx="3730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9" imgW="139700" imgH="165100" progId="Equation.3">
                  <p:embed/>
                </p:oleObj>
              </mc:Choice>
              <mc:Fallback>
                <p:oleObj name="" r:id="rId9" imgW="139700" imgH="16510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00800" y="2286000"/>
                        <a:ext cx="373063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7" name="Oval 18"/>
          <p:cNvSpPr/>
          <p:nvPr/>
        </p:nvSpPr>
        <p:spPr>
          <a:xfrm>
            <a:off x="7807325" y="2462213"/>
            <a:ext cx="76200" cy="66675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39" name="Line 20"/>
          <p:cNvSpPr/>
          <p:nvPr/>
        </p:nvSpPr>
        <p:spPr>
          <a:xfrm flipH="1" flipV="1">
            <a:off x="6400800" y="4495800"/>
            <a:ext cx="1219200" cy="45720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</p:sp>
      <p:graphicFrame>
        <p:nvGraphicFramePr>
          <p:cNvPr id="30740" name="Object 21"/>
          <p:cNvGraphicFramePr/>
          <p:nvPr/>
        </p:nvGraphicFramePr>
        <p:xfrm>
          <a:off x="7086600" y="4419600"/>
          <a:ext cx="3190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11" imgW="127000" imgH="177165" progId="Equation.3">
                  <p:embed/>
                </p:oleObj>
              </mc:Choice>
              <mc:Fallback>
                <p:oleObj name="" r:id="rId11" imgW="127000" imgH="177165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86600" y="4419600"/>
                        <a:ext cx="319088" cy="3810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1" name="Object 22"/>
          <p:cNvGraphicFramePr/>
          <p:nvPr/>
        </p:nvGraphicFramePr>
        <p:xfrm>
          <a:off x="6934200" y="3733800"/>
          <a:ext cx="3810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13" imgW="114300" imgH="127000" progId="Equation.3">
                  <p:embed/>
                </p:oleObj>
              </mc:Choice>
              <mc:Fallback>
                <p:oleObj name="" r:id="rId13" imgW="114300" imgH="127000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34200" y="3733800"/>
                        <a:ext cx="381000" cy="361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2" name="Line 23"/>
          <p:cNvSpPr/>
          <p:nvPr/>
        </p:nvSpPr>
        <p:spPr>
          <a:xfrm flipV="1">
            <a:off x="6858000" y="2514600"/>
            <a:ext cx="990600" cy="2438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43" name="Line 24"/>
          <p:cNvSpPr/>
          <p:nvPr/>
        </p:nvSpPr>
        <p:spPr>
          <a:xfrm>
            <a:off x="6172200" y="4953000"/>
            <a:ext cx="2057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30744" name="Oval 25"/>
          <p:cNvSpPr/>
          <p:nvPr/>
        </p:nvSpPr>
        <p:spPr>
          <a:xfrm>
            <a:off x="6781800" y="4926013"/>
            <a:ext cx="76200" cy="65087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45" name="Oval 26"/>
          <p:cNvSpPr/>
          <p:nvPr/>
        </p:nvSpPr>
        <p:spPr>
          <a:xfrm>
            <a:off x="5867400" y="4800600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0000FF"/>
              </a:gs>
            </a:gsLst>
            <a:path path="shape">
              <a:fillToRect l="50000" t="50000" r="50000" b="50000"/>
            </a:path>
            <a:tileRect/>
          </a:gradFill>
          <a:ln w="127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80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endParaRPr lang="en-US" altLang="zh-CN" sz="28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46" name="Oval 27"/>
          <p:cNvSpPr/>
          <p:nvPr/>
        </p:nvSpPr>
        <p:spPr>
          <a:xfrm>
            <a:off x="7467600" y="4800600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6600"/>
              </a:gs>
            </a:gsLst>
            <a:path path="shape">
              <a:fillToRect l="50000" t="50000" r="50000" b="50000"/>
            </a:path>
            <a:tileRect/>
          </a:gradFill>
          <a:ln w="12700">
            <a:noFill/>
          </a:ln>
        </p:spPr>
        <p:txBody>
          <a:bodyPr wrap="none" anchor="ctr" anchorCtr="0"/>
          <a:p>
            <a:pPr algn="ctr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47" name="Arc 28"/>
          <p:cNvSpPr/>
          <p:nvPr/>
        </p:nvSpPr>
        <p:spPr>
          <a:xfrm>
            <a:off x="6934200" y="4800600"/>
            <a:ext cx="152400" cy="152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748" name="Line 29"/>
          <p:cNvSpPr/>
          <p:nvPr/>
        </p:nvSpPr>
        <p:spPr>
          <a:xfrm flipV="1">
            <a:off x="6832600" y="2362200"/>
            <a:ext cx="0" cy="2590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med"/>
          </a:ln>
        </p:spPr>
      </p:sp>
      <p:graphicFrame>
        <p:nvGraphicFramePr>
          <p:cNvPr id="31745" name="Object 2"/>
          <p:cNvGraphicFramePr/>
          <p:nvPr/>
        </p:nvGraphicFramePr>
        <p:xfrm>
          <a:off x="594360" y="876300"/>
          <a:ext cx="276225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73" name="" r:id="rId15" imgW="914400" imgH="367030" progId="Equation.3">
                  <p:embed/>
                </p:oleObj>
              </mc:Choice>
              <mc:Fallback>
                <p:oleObj name="" r:id="rId15" imgW="914400" imgH="367030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" y="876300"/>
                        <a:ext cx="276225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/>
          <p:nvPr/>
        </p:nvGraphicFramePr>
        <p:xfrm>
          <a:off x="3489961" y="895350"/>
          <a:ext cx="30702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7" imgW="1030605" imgH="367030" progId="Equation.3">
                  <p:embed/>
                </p:oleObj>
              </mc:Choice>
              <mc:Fallback>
                <p:oleObj name="" r:id="rId17" imgW="1030605" imgH="36703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961" y="895350"/>
                        <a:ext cx="307022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4"/>
          <p:cNvGrpSpPr/>
          <p:nvPr/>
        </p:nvGrpSpPr>
        <p:grpSpPr bwMode="auto">
          <a:xfrm>
            <a:off x="546736" y="2133601"/>
            <a:ext cx="5038725" cy="1147763"/>
            <a:chOff x="384" y="1344"/>
            <a:chExt cx="3174" cy="723"/>
          </a:xfrm>
        </p:grpSpPr>
        <p:graphicFrame>
          <p:nvGraphicFramePr>
            <p:cNvPr id="31748" name="Object 5"/>
            <p:cNvGraphicFramePr/>
            <p:nvPr/>
          </p:nvGraphicFramePr>
          <p:xfrm>
            <a:off x="384" y="1344"/>
            <a:ext cx="1122" cy="6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9" imgW="579755" imgH="334645" progId="Equation.3">
                    <p:embed/>
                  </p:oleObj>
                </mc:Choice>
                <mc:Fallback>
                  <p:oleObj name="" r:id="rId19" imgW="579755" imgH="334645" progId="Equation.3">
                    <p:embed/>
                    <p:pic>
                      <p:nvPicPr>
                        <p:cNvPr id="0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344"/>
                          <a:ext cx="1122" cy="6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49" name="Object 6"/>
            <p:cNvGraphicFramePr/>
            <p:nvPr/>
          </p:nvGraphicFramePr>
          <p:xfrm>
            <a:off x="1470" y="1344"/>
            <a:ext cx="2088" cy="7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21" imgW="1113790" imgH="386080" progId="Equation.3">
                    <p:embed/>
                  </p:oleObj>
                </mc:Choice>
                <mc:Fallback>
                  <p:oleObj name="" r:id="rId21" imgW="1113790" imgH="386080" progId="Equation.3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0" y="1344"/>
                          <a:ext cx="2088" cy="7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30"/>
          <p:cNvGrpSpPr/>
          <p:nvPr/>
        </p:nvGrpSpPr>
        <p:grpSpPr bwMode="auto">
          <a:xfrm>
            <a:off x="546736" y="3181350"/>
            <a:ext cx="4822825" cy="1085850"/>
            <a:chOff x="384" y="2004"/>
            <a:chExt cx="3038" cy="684"/>
          </a:xfrm>
        </p:grpSpPr>
        <p:graphicFrame>
          <p:nvGraphicFramePr>
            <p:cNvPr id="31774" name="Object 31"/>
            <p:cNvGraphicFramePr/>
            <p:nvPr/>
          </p:nvGraphicFramePr>
          <p:xfrm>
            <a:off x="384" y="2004"/>
            <a:ext cx="1104" cy="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" r:id="rId23" imgW="579755" imgH="354330" progId="Equation.3">
                    <p:embed/>
                  </p:oleObj>
                </mc:Choice>
                <mc:Fallback>
                  <p:oleObj name="" r:id="rId23" imgW="579755" imgH="354330" progId="Equation.3">
                    <p:embed/>
                    <p:pic>
                      <p:nvPicPr>
                        <p:cNvPr id="0" name="Object 3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004"/>
                          <a:ext cx="1104" cy="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5" name="Object 32"/>
            <p:cNvGraphicFramePr/>
            <p:nvPr/>
          </p:nvGraphicFramePr>
          <p:xfrm>
            <a:off x="1488" y="2004"/>
            <a:ext cx="1934" cy="6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" name="" r:id="rId25" imgW="1030605" imgH="367030" progId="Equation.3">
                    <p:embed/>
                  </p:oleObj>
                </mc:Choice>
                <mc:Fallback>
                  <p:oleObj name="" r:id="rId25" imgW="1030605" imgH="367030" progId="Equation.3">
                    <p:embed/>
                    <p:pic>
                      <p:nvPicPr>
                        <p:cNvPr id="0" name="Object 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2004"/>
                          <a:ext cx="1934" cy="6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33"/>
          <p:cNvGraphicFramePr/>
          <p:nvPr/>
        </p:nvGraphicFramePr>
        <p:xfrm>
          <a:off x="622935" y="4267200"/>
          <a:ext cx="2286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27" imgW="760095" imgH="257810" progId="Equation.3">
                  <p:embed/>
                </p:oleObj>
              </mc:Choice>
              <mc:Fallback>
                <p:oleObj name="" r:id="rId27" imgW="760095" imgH="257810" progId="Equation.3">
                  <p:embed/>
                  <p:pic>
                    <p:nvPicPr>
                      <p:cNvPr id="0" name="Object 33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935" y="4267200"/>
                        <a:ext cx="22860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4"/>
          <p:cNvGraphicFramePr/>
          <p:nvPr/>
        </p:nvGraphicFramePr>
        <p:xfrm>
          <a:off x="1016636" y="4953000"/>
          <a:ext cx="3140075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29" imgW="1082040" imgH="386080" progId="Equation.3">
                  <p:embed/>
                </p:oleObj>
              </mc:Choice>
              <mc:Fallback>
                <p:oleObj name="" r:id="rId29" imgW="1082040" imgH="386080" progId="Equation.3">
                  <p:embed/>
                  <p:pic>
                    <p:nvPicPr>
                      <p:cNvPr id="0" name="Object 34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636" y="4953000"/>
                        <a:ext cx="3140075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7932420" y="2216150"/>
          <a:ext cx="551180" cy="520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1" imgW="430530" imgH="460375" progId="Equation.KSEE3">
                  <p:embed/>
                </p:oleObj>
              </mc:Choice>
              <mc:Fallback>
                <p:oleObj name="" r:id="rId31" imgW="430530" imgH="460375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932420" y="2216150"/>
                        <a:ext cx="551180" cy="520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52" name="Rectangle 9"/>
          <p:cNvSpPr/>
          <p:nvPr/>
        </p:nvSpPr>
        <p:spPr>
          <a:xfrm>
            <a:off x="5638800" y="2057400"/>
            <a:ext cx="2971800" cy="382111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2"/>
            </a:solidFill>
            <a:prstDash val="solid"/>
            <a:miter/>
            <a:headEnd type="none" w="sm" len="lg"/>
            <a:tailEnd type="none" w="sm" len="lg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3" name="Line 10"/>
          <p:cNvSpPr/>
          <p:nvPr/>
        </p:nvSpPr>
        <p:spPr>
          <a:xfrm>
            <a:off x="6018213" y="5029200"/>
            <a:ext cx="1587" cy="609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754" name="Line 11"/>
          <p:cNvSpPr/>
          <p:nvPr/>
        </p:nvSpPr>
        <p:spPr>
          <a:xfrm>
            <a:off x="7620000" y="5029200"/>
            <a:ext cx="0" cy="609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755" name="Line 12"/>
          <p:cNvSpPr/>
          <p:nvPr/>
        </p:nvSpPr>
        <p:spPr>
          <a:xfrm>
            <a:off x="6019800" y="5257800"/>
            <a:ext cx="1600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triangle" w="sm" len="med"/>
            <a:tailEnd type="triangle" w="sm" len="med"/>
          </a:ln>
        </p:spPr>
      </p:sp>
      <p:graphicFrame>
        <p:nvGraphicFramePr>
          <p:cNvPr id="31756" name="Object 13"/>
          <p:cNvGraphicFramePr/>
          <p:nvPr/>
        </p:nvGraphicFramePr>
        <p:xfrm>
          <a:off x="6629400" y="5257800"/>
          <a:ext cx="431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1" imgW="139700" imgH="228600" progId="Equation.3">
                  <p:embed/>
                </p:oleObj>
              </mc:Choice>
              <mc:Fallback>
                <p:oleObj name="" r:id="rId1" imgW="139700" imgH="22860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29400" y="5257800"/>
                        <a:ext cx="4318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7" name="Line 14"/>
          <p:cNvSpPr/>
          <p:nvPr/>
        </p:nvSpPr>
        <p:spPr>
          <a:xfrm flipH="1">
            <a:off x="7620000" y="2514600"/>
            <a:ext cx="228600" cy="245903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758" name="Line 15"/>
          <p:cNvSpPr/>
          <p:nvPr/>
        </p:nvSpPr>
        <p:spPr>
          <a:xfrm flipH="1">
            <a:off x="6019800" y="2514600"/>
            <a:ext cx="1828800" cy="2438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31759" name="Object 16"/>
          <p:cNvGraphicFramePr/>
          <p:nvPr/>
        </p:nvGraphicFramePr>
        <p:xfrm>
          <a:off x="7772400" y="3657600"/>
          <a:ext cx="4968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3" imgW="152400" imgH="215900" progId="Equation.3">
                  <p:embed/>
                </p:oleObj>
              </mc:Choice>
              <mc:Fallback>
                <p:oleObj name="" r:id="rId3" imgW="152400" imgH="215900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72400" y="3657600"/>
                        <a:ext cx="496888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0" name="Object 17"/>
          <p:cNvGraphicFramePr/>
          <p:nvPr/>
        </p:nvGraphicFramePr>
        <p:xfrm>
          <a:off x="6858000" y="2819400"/>
          <a:ext cx="50323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5" imgW="152400" imgH="215900" progId="Equation.3">
                  <p:embed/>
                </p:oleObj>
              </mc:Choice>
              <mc:Fallback>
                <p:oleObj name="" r:id="rId5" imgW="152400" imgH="215900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58000" y="2819400"/>
                        <a:ext cx="503238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1" name="Object 18"/>
          <p:cNvGraphicFramePr/>
          <p:nvPr/>
        </p:nvGraphicFramePr>
        <p:xfrm>
          <a:off x="8153400" y="5029200"/>
          <a:ext cx="457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7" imgW="127000" imgH="139700" progId="Equation.3">
                  <p:embed/>
                </p:oleObj>
              </mc:Choice>
              <mc:Fallback>
                <p:oleObj name="" r:id="rId7" imgW="127000" imgH="139700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53400" y="5029200"/>
                        <a:ext cx="457200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2" name="Object 19"/>
          <p:cNvGraphicFramePr/>
          <p:nvPr/>
        </p:nvGraphicFramePr>
        <p:xfrm>
          <a:off x="6400800" y="2286000"/>
          <a:ext cx="3730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9" imgW="139700" imgH="165100" progId="Equation.3">
                  <p:embed/>
                </p:oleObj>
              </mc:Choice>
              <mc:Fallback>
                <p:oleObj name="" r:id="rId9" imgW="139700" imgH="165100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00800" y="2286000"/>
                        <a:ext cx="373063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3" name="Oval 20"/>
          <p:cNvSpPr/>
          <p:nvPr/>
        </p:nvSpPr>
        <p:spPr>
          <a:xfrm>
            <a:off x="7807325" y="2462213"/>
            <a:ext cx="76200" cy="66675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65" name="Line 22"/>
          <p:cNvSpPr/>
          <p:nvPr/>
        </p:nvSpPr>
        <p:spPr>
          <a:xfrm flipH="1" flipV="1">
            <a:off x="6400800" y="4495800"/>
            <a:ext cx="1219200" cy="45720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</p:sp>
      <p:graphicFrame>
        <p:nvGraphicFramePr>
          <p:cNvPr id="31766" name="Object 23"/>
          <p:cNvGraphicFramePr/>
          <p:nvPr/>
        </p:nvGraphicFramePr>
        <p:xfrm>
          <a:off x="7086600" y="4419600"/>
          <a:ext cx="3190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11" imgW="127000" imgH="177165" progId="Equation.3">
                  <p:embed/>
                </p:oleObj>
              </mc:Choice>
              <mc:Fallback>
                <p:oleObj name="" r:id="rId11" imgW="127000" imgH="177165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86600" y="4419600"/>
                        <a:ext cx="319088" cy="3810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7" name="Object 24"/>
          <p:cNvGraphicFramePr/>
          <p:nvPr/>
        </p:nvGraphicFramePr>
        <p:xfrm>
          <a:off x="6934200" y="3733800"/>
          <a:ext cx="3810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13" imgW="114300" imgH="127000" progId="Equation.3">
                  <p:embed/>
                </p:oleObj>
              </mc:Choice>
              <mc:Fallback>
                <p:oleObj name="" r:id="rId13" imgW="114300" imgH="127000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34200" y="3733800"/>
                        <a:ext cx="381000" cy="361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8" name="Line 25"/>
          <p:cNvSpPr/>
          <p:nvPr/>
        </p:nvSpPr>
        <p:spPr>
          <a:xfrm flipV="1">
            <a:off x="6858000" y="2514600"/>
            <a:ext cx="990600" cy="2438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769" name="Line 26"/>
          <p:cNvSpPr/>
          <p:nvPr/>
        </p:nvSpPr>
        <p:spPr>
          <a:xfrm>
            <a:off x="6172200" y="4953000"/>
            <a:ext cx="2057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med"/>
          </a:ln>
        </p:spPr>
      </p:sp>
      <p:sp>
        <p:nvSpPr>
          <p:cNvPr id="31770" name="Oval 27"/>
          <p:cNvSpPr/>
          <p:nvPr/>
        </p:nvSpPr>
        <p:spPr>
          <a:xfrm>
            <a:off x="6781800" y="4926013"/>
            <a:ext cx="76200" cy="65087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71" name="Oval 28"/>
          <p:cNvSpPr/>
          <p:nvPr/>
        </p:nvSpPr>
        <p:spPr>
          <a:xfrm>
            <a:off x="5867400" y="4800600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0000FF"/>
              </a:gs>
            </a:gsLst>
            <a:path path="shape">
              <a:fillToRect l="50000" t="50000" r="50000" b="50000"/>
            </a:path>
            <a:tileRect/>
          </a:gradFill>
          <a:ln w="127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80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endParaRPr lang="en-US" altLang="zh-CN" sz="28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72" name="Oval 29"/>
          <p:cNvSpPr/>
          <p:nvPr/>
        </p:nvSpPr>
        <p:spPr>
          <a:xfrm>
            <a:off x="7467600" y="4800600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6600"/>
              </a:gs>
            </a:gsLst>
            <a:path path="shape">
              <a:fillToRect l="50000" t="50000" r="50000" b="50000"/>
            </a:path>
            <a:tileRect/>
          </a:gradFill>
          <a:ln w="12700">
            <a:noFill/>
          </a:ln>
        </p:spPr>
        <p:txBody>
          <a:bodyPr wrap="none" anchor="ctr" anchorCtr="0"/>
          <a:p>
            <a:pPr algn="ctr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73" name="Arc 30"/>
          <p:cNvSpPr/>
          <p:nvPr/>
        </p:nvSpPr>
        <p:spPr>
          <a:xfrm>
            <a:off x="6934200" y="4800600"/>
            <a:ext cx="152400" cy="152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1774" name="Line 31"/>
          <p:cNvSpPr/>
          <p:nvPr/>
        </p:nvSpPr>
        <p:spPr>
          <a:xfrm flipV="1">
            <a:off x="6832600" y="2362200"/>
            <a:ext cx="0" cy="2590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med"/>
          </a:ln>
        </p:spPr>
      </p:sp>
      <p:graphicFrame>
        <p:nvGraphicFramePr>
          <p:cNvPr id="32769" name="Object 2"/>
          <p:cNvGraphicFramePr/>
          <p:nvPr/>
        </p:nvGraphicFramePr>
        <p:xfrm>
          <a:off x="1124269" y="1292860"/>
          <a:ext cx="3482975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73" name="" r:id="rId15" imgW="1203960" imgH="386080" progId="Equation.3">
                  <p:embed/>
                </p:oleObj>
              </mc:Choice>
              <mc:Fallback>
                <p:oleObj name="" r:id="rId15" imgW="1203960" imgH="386080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4269" y="1292860"/>
                        <a:ext cx="3482975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"/>
          <p:cNvGrpSpPr/>
          <p:nvPr/>
        </p:nvGrpSpPr>
        <p:grpSpPr bwMode="auto">
          <a:xfrm>
            <a:off x="1002031" y="2893060"/>
            <a:ext cx="3929063" cy="2076450"/>
            <a:chOff x="528" y="1632"/>
            <a:chExt cx="2475" cy="1308"/>
          </a:xfrm>
        </p:grpSpPr>
        <p:graphicFrame>
          <p:nvGraphicFramePr>
            <p:cNvPr id="32771" name="Object 4"/>
            <p:cNvGraphicFramePr/>
            <p:nvPr/>
          </p:nvGraphicFramePr>
          <p:xfrm>
            <a:off x="720" y="1763"/>
            <a:ext cx="576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17" imgW="302895" imgH="173990" progId="Equation.3">
                    <p:embed/>
                  </p:oleObj>
                </mc:Choice>
                <mc:Fallback>
                  <p:oleObj name="" r:id="rId17" imgW="302895" imgH="173990" progId="Equation.3">
                    <p:embed/>
                    <p:pic>
                      <p:nvPicPr>
                        <p:cNvPr id="0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763"/>
                          <a:ext cx="576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2" name="Object 5"/>
            <p:cNvGraphicFramePr/>
            <p:nvPr/>
          </p:nvGraphicFramePr>
          <p:xfrm>
            <a:off x="1682" y="1632"/>
            <a:ext cx="1321" cy="6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19" imgW="676275" imgH="367030" progId="Equation.3">
                    <p:embed/>
                  </p:oleObj>
                </mc:Choice>
                <mc:Fallback>
                  <p:oleObj name="" r:id="rId19" imgW="676275" imgH="367030" progId="Equation.3">
                    <p:embed/>
                    <p:pic>
                      <p:nvPicPr>
                        <p:cNvPr id="0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2" y="1632"/>
                          <a:ext cx="1321" cy="6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3" name="Object 6"/>
            <p:cNvGraphicFramePr/>
            <p:nvPr/>
          </p:nvGraphicFramePr>
          <p:xfrm>
            <a:off x="768" y="2448"/>
            <a:ext cx="576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21" imgW="302895" imgH="147955" progId="Equation.3">
                    <p:embed/>
                  </p:oleObj>
                </mc:Choice>
                <mc:Fallback>
                  <p:oleObj name="" r:id="rId21" imgW="302895" imgH="147955" progId="Equation.3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448"/>
                          <a:ext cx="576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4" name="Object 7"/>
            <p:cNvGraphicFramePr/>
            <p:nvPr/>
          </p:nvGraphicFramePr>
          <p:xfrm>
            <a:off x="1662" y="2256"/>
            <a:ext cx="1309" cy="6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23" imgW="688975" imgH="367030" progId="Equation.3">
                    <p:embed/>
                  </p:oleObj>
                </mc:Choice>
                <mc:Fallback>
                  <p:oleObj name="" r:id="rId23" imgW="688975" imgH="367030" progId="Equation.3">
                    <p:embed/>
                    <p:pic>
                      <p:nvPicPr>
                        <p:cNvPr id="0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2" y="2256"/>
                          <a:ext cx="1309" cy="6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5" name="AutoShape 8"/>
            <p:cNvSpPr/>
            <p:nvPr/>
          </p:nvSpPr>
          <p:spPr bwMode="auto">
            <a:xfrm>
              <a:off x="528" y="1920"/>
              <a:ext cx="176" cy="720"/>
            </a:xfrm>
            <a:prstGeom prst="leftBrace">
              <a:avLst>
                <a:gd name="adj1" fmla="val 34034"/>
                <a:gd name="adj2" fmla="val 50000"/>
              </a:avLst>
            </a:prstGeom>
            <a:noFill/>
            <a:ln w="19050">
              <a:solidFill>
                <a:srgbClr val="21468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2" name="对象 1"/>
          <p:cNvGraphicFramePr/>
          <p:nvPr/>
        </p:nvGraphicFramePr>
        <p:xfrm>
          <a:off x="7924800" y="2209800"/>
          <a:ext cx="403860" cy="485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25" imgW="430530" imgH="460375" progId="Equation.KSEE3">
                  <p:embed/>
                </p:oleObj>
              </mc:Choice>
              <mc:Fallback>
                <p:oleObj name="" r:id="rId25" imgW="430530" imgH="460375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924800" y="2209800"/>
                        <a:ext cx="403860" cy="485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3"/>
          <p:cNvGrpSpPr/>
          <p:nvPr/>
        </p:nvGrpSpPr>
        <p:grpSpPr bwMode="auto">
          <a:xfrm>
            <a:off x="668656" y="826732"/>
            <a:ext cx="7646035" cy="1549400"/>
            <a:chOff x="-632459" y="-40711"/>
            <a:chExt cx="10194713" cy="2065905"/>
          </a:xfrm>
        </p:grpSpPr>
        <p:sp>
          <p:nvSpPr>
            <p:cNvPr id="26626" name="Text Box 31"/>
            <p:cNvSpPr txBox="1">
              <a:spLocks noChangeArrowheads="1"/>
            </p:cNvSpPr>
            <p:nvPr/>
          </p:nvSpPr>
          <p:spPr bwMode="auto">
            <a:xfrm>
              <a:off x="-632459" y="237847"/>
              <a:ext cx="10194713" cy="1787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zh-CN" sz="100" b="1" dirty="0">
                  <a:solidFill>
                    <a:srgbClr val="CC0000"/>
                  </a:solidFill>
                </a:rPr>
                <a:t>    </a:t>
              </a:r>
              <a:r>
                <a:rPr lang="en-US" altLang="zh-CN" sz="100" b="1" dirty="0">
                  <a:solidFill>
                    <a:srgbClr val="CC0000"/>
                  </a:solidFill>
                </a:rPr>
                <a:t>   </a:t>
              </a:r>
              <a:r>
                <a:rPr lang="zh-CN" altLang="zh-CN" sz="2800" b="1" dirty="0">
                  <a:solidFill>
                    <a:srgbClr val="CC0000"/>
                  </a:solidFill>
                </a:rPr>
                <a:t>例</a:t>
              </a:r>
              <a:r>
                <a:rPr lang="en-US" altLang="zh-CN" sz="2800" b="1" dirty="0">
                  <a:solidFill>
                    <a:srgbClr val="CC0000"/>
                  </a:solidFill>
                </a:rPr>
                <a:t>  </a:t>
              </a:r>
              <a:r>
                <a:rPr lang="zh-CN" altLang="en-US" sz="2800" b="1" dirty="0">
                  <a:solidFill>
                    <a:srgbClr val="000000"/>
                  </a:solidFill>
                </a:rPr>
                <a:t>点电荷的电势为                                            </a:t>
              </a:r>
              <a:endParaRPr lang="en-US" altLang="zh-CN" sz="2800" b="1" dirty="0">
                <a:solidFill>
                  <a:srgbClr val="000000"/>
                </a:solidFill>
              </a:endParaRPr>
            </a:p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00"/>
                  </a:solidFill>
                </a:rPr>
                <a:t>       求：</a:t>
              </a:r>
              <a:r>
                <a:rPr lang="en-US" altLang="zh-CN" sz="2800" b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en-US" sz="2800" b="1" dirty="0">
                  <a:solidFill>
                    <a:srgbClr val="000000"/>
                  </a:solidFill>
                </a:rPr>
                <a:t>径向场强分量；</a:t>
              </a:r>
              <a:r>
                <a:rPr lang="en-US" altLang="zh-CN" sz="2800" b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en-US" altLang="zh-CN" sz="28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en-US" sz="2800" b="1" dirty="0">
                  <a:solidFill>
                    <a:srgbClr val="000000"/>
                  </a:solidFill>
                </a:rPr>
                <a:t>向场强分量</a:t>
              </a: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26627" name="Object 5"/>
            <p:cNvGraphicFramePr/>
            <p:nvPr/>
          </p:nvGraphicFramePr>
          <p:xfrm>
            <a:off x="3810848" y="-40711"/>
            <a:ext cx="2353733" cy="1372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73" name="" r:id="rId1" imgW="824865" imgH="431800" progId="Equation.DSMT4">
                    <p:embed/>
                  </p:oleObj>
                </mc:Choice>
                <mc:Fallback>
                  <p:oleObj name="" r:id="rId1" imgW="824865" imgH="431800" progId="Equation.DSMT4">
                    <p:embed/>
                    <p:pic>
                      <p:nvPicPr>
                        <p:cNvPr id="0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0848" y="-40711"/>
                          <a:ext cx="2353733" cy="13724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1" name="矩形 4"/>
          <p:cNvSpPr>
            <a:spLocks noChangeArrowheads="1"/>
          </p:cNvSpPr>
          <p:nvPr/>
        </p:nvSpPr>
        <p:spPr bwMode="auto">
          <a:xfrm>
            <a:off x="809625" y="2486899"/>
            <a:ext cx="80835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C00000"/>
                </a:solidFill>
              </a:rPr>
              <a:t>解</a:t>
            </a:r>
            <a:r>
              <a:rPr lang="zh-CN" altLang="en-US" sz="2100" b="1">
                <a:solidFill>
                  <a:srgbClr val="C00000"/>
                </a:solidFill>
              </a:rPr>
              <a:t>：</a:t>
            </a:r>
            <a:endParaRPr lang="zh-CN" altLang="en-US" sz="2100" b="1">
              <a:solidFill>
                <a:srgbClr val="C00000"/>
              </a:solidFill>
            </a:endParaRPr>
          </a:p>
        </p:txBody>
      </p:sp>
      <p:sp>
        <p:nvSpPr>
          <p:cNvPr id="21512" name="矩形 5"/>
          <p:cNvSpPr>
            <a:spLocks noChangeArrowheads="1"/>
          </p:cNvSpPr>
          <p:nvPr/>
        </p:nvSpPr>
        <p:spPr bwMode="auto">
          <a:xfrm>
            <a:off x="1617743" y="2486661"/>
            <a:ext cx="35744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宋体" panose="02010600030101010101" pitchFamily="2" charset="-122"/>
              </a:rPr>
              <a:t>（</a:t>
            </a:r>
            <a:r>
              <a:rPr lang="en-US" altLang="zh-CN" sz="2800" dirty="0">
                <a:latin typeface="宋体" panose="02010600030101010101" pitchFamily="2" charset="-12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</a:rPr>
              <a:t>）</a:t>
            </a:r>
            <a:r>
              <a:rPr lang="zh-CN" altLang="en-US" sz="2800" b="1" dirty="0"/>
              <a:t>径向场强分量为</a:t>
            </a:r>
            <a:endParaRPr lang="zh-CN" altLang="en-US" sz="2800" b="1" dirty="0"/>
          </a:p>
        </p:txBody>
      </p:sp>
      <p:graphicFrame>
        <p:nvGraphicFramePr>
          <p:cNvPr id="68611" name="Object 3"/>
          <p:cNvGraphicFramePr/>
          <p:nvPr/>
        </p:nvGraphicFramePr>
        <p:xfrm>
          <a:off x="3514725" y="3008630"/>
          <a:ext cx="3023235" cy="1136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307465" imgH="431800" progId="Equation.DSMT4">
                  <p:embed/>
                </p:oleObj>
              </mc:Choice>
              <mc:Fallback>
                <p:oleObj name="" r:id="rId3" imgW="1307465" imgH="4318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4725" y="3008630"/>
                        <a:ext cx="3023235" cy="11360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矩形 7"/>
          <p:cNvSpPr>
            <a:spLocks noChangeArrowheads="1"/>
          </p:cNvSpPr>
          <p:nvPr/>
        </p:nvSpPr>
        <p:spPr bwMode="auto">
          <a:xfrm>
            <a:off x="1438672" y="4062017"/>
            <a:ext cx="256222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rgbClr val="000000"/>
                </a:solidFill>
              </a:rPr>
              <a:t>向场强分量</a:t>
            </a:r>
            <a:endParaRPr lang="zh-CN" altLang="en-US" sz="2800" b="1">
              <a:solidFill>
                <a:srgbClr val="000000"/>
              </a:solidFill>
            </a:endParaRPr>
          </a:p>
        </p:txBody>
      </p:sp>
      <p:graphicFrame>
        <p:nvGraphicFramePr>
          <p:cNvPr id="68612" name="Object 4"/>
          <p:cNvGraphicFramePr/>
          <p:nvPr/>
        </p:nvGraphicFramePr>
        <p:xfrm>
          <a:off x="1990090" y="4669790"/>
          <a:ext cx="3272155" cy="781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320165" imgH="228600" progId="Equation.DSMT4">
                  <p:embed/>
                </p:oleObj>
              </mc:Choice>
              <mc:Fallback>
                <p:oleObj name="" r:id="rId5" imgW="1320165" imgH="2286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090" y="4669790"/>
                        <a:ext cx="3272155" cy="781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15"/>
          <p:cNvGraphicFramePr/>
          <p:nvPr/>
        </p:nvGraphicFramePr>
        <p:xfrm>
          <a:off x="1809750" y="5543550"/>
          <a:ext cx="5615305" cy="1003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2932430" imgH="431800" progId="Equation.DSMT4">
                  <p:embed/>
                </p:oleObj>
              </mc:Choice>
              <mc:Fallback>
                <p:oleObj name="" r:id="rId7" imgW="2932430" imgH="431800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5543550"/>
                        <a:ext cx="5615305" cy="10039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1" grpId="0"/>
      <p:bldP spid="21512" grpId="0"/>
      <p:bldP spid="215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Text Box 2"/>
          <p:cNvSpPr txBox="1"/>
          <p:nvPr/>
        </p:nvSpPr>
        <p:spPr>
          <a:xfrm>
            <a:off x="609600" y="914400"/>
            <a:ext cx="8001000" cy="1260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32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思考：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图中实线为某电场的电场线，虚线表示等势面，则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32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554" name="Rectangle 3"/>
          <p:cNvSpPr/>
          <p:nvPr/>
        </p:nvSpPr>
        <p:spPr>
          <a:xfrm>
            <a:off x="684213" y="4143375"/>
            <a:ext cx="468312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(C)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C   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32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4"/>
          <p:cNvSpPr/>
          <p:nvPr/>
        </p:nvSpPr>
        <p:spPr>
          <a:xfrm>
            <a:off x="608013" y="3533775"/>
            <a:ext cx="482917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(B)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C    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32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6" name="Rectangle 5"/>
          <p:cNvSpPr/>
          <p:nvPr/>
        </p:nvSpPr>
        <p:spPr>
          <a:xfrm>
            <a:off x="684213" y="4752975"/>
            <a:ext cx="5029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(D)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C    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32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7" name="Rectangle 6"/>
          <p:cNvSpPr/>
          <p:nvPr/>
        </p:nvSpPr>
        <p:spPr>
          <a:xfrm>
            <a:off x="5484813" y="2924175"/>
            <a:ext cx="3200400" cy="2819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8" name="Freeform 7"/>
          <p:cNvSpPr/>
          <p:nvPr/>
        </p:nvSpPr>
        <p:spPr>
          <a:xfrm>
            <a:off x="5794375" y="3279775"/>
            <a:ext cx="2133600" cy="1676400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1344" h="1008">
                <a:moveTo>
                  <a:pt x="1344" y="0"/>
                </a:moveTo>
                <a:cubicBezTo>
                  <a:pt x="1096" y="108"/>
                  <a:pt x="848" y="216"/>
                  <a:pt x="624" y="384"/>
                </a:cubicBezTo>
                <a:cubicBezTo>
                  <a:pt x="400" y="552"/>
                  <a:pt x="200" y="780"/>
                  <a:pt x="0" y="1008"/>
                </a:cubicBezTo>
              </a:path>
            </a:pathLst>
          </a:custGeom>
          <a:noFill/>
          <a:ln w="50800" cap="flat" cmpd="sng">
            <a:solidFill>
              <a:srgbClr val="008000"/>
            </a:solidFill>
            <a:prstDash val="solid"/>
            <a:round/>
            <a:headEnd type="none" w="med" len="med"/>
            <a:tailEnd type="triangle" w="sm" len="med"/>
          </a:ln>
        </p:spPr>
        <p:txBody>
          <a:bodyPr/>
          <a:p>
            <a:endParaRPr lang="zh-CN" altLang="en-US"/>
          </a:p>
        </p:txBody>
      </p:sp>
      <p:sp>
        <p:nvSpPr>
          <p:cNvPr id="23559" name="Freeform 8"/>
          <p:cNvSpPr/>
          <p:nvPr/>
        </p:nvSpPr>
        <p:spPr>
          <a:xfrm>
            <a:off x="5789613" y="3914775"/>
            <a:ext cx="2362200" cy="1295400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1344" h="1008">
                <a:moveTo>
                  <a:pt x="1344" y="0"/>
                </a:moveTo>
                <a:cubicBezTo>
                  <a:pt x="1096" y="108"/>
                  <a:pt x="848" y="216"/>
                  <a:pt x="624" y="384"/>
                </a:cubicBezTo>
                <a:cubicBezTo>
                  <a:pt x="400" y="552"/>
                  <a:pt x="200" y="780"/>
                  <a:pt x="0" y="1008"/>
                </a:cubicBezTo>
              </a:path>
            </a:pathLst>
          </a:custGeom>
          <a:noFill/>
          <a:ln w="50800" cap="flat" cmpd="sng">
            <a:solidFill>
              <a:srgbClr val="008000"/>
            </a:solidFill>
            <a:prstDash val="solid"/>
            <a:round/>
            <a:headEnd type="none" w="med" len="med"/>
            <a:tailEnd type="triangle" w="sm" len="med"/>
          </a:ln>
        </p:spPr>
        <p:txBody>
          <a:bodyPr/>
          <a:p>
            <a:endParaRPr lang="zh-CN" altLang="en-US"/>
          </a:p>
        </p:txBody>
      </p:sp>
      <p:sp>
        <p:nvSpPr>
          <p:cNvPr id="23560" name="Freeform 9"/>
          <p:cNvSpPr/>
          <p:nvPr/>
        </p:nvSpPr>
        <p:spPr>
          <a:xfrm>
            <a:off x="5942013" y="4524375"/>
            <a:ext cx="2438400" cy="838200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1344" h="1008">
                <a:moveTo>
                  <a:pt x="1344" y="0"/>
                </a:moveTo>
                <a:cubicBezTo>
                  <a:pt x="1096" y="108"/>
                  <a:pt x="848" y="216"/>
                  <a:pt x="624" y="384"/>
                </a:cubicBezTo>
                <a:cubicBezTo>
                  <a:pt x="400" y="552"/>
                  <a:pt x="200" y="780"/>
                  <a:pt x="0" y="1008"/>
                </a:cubicBezTo>
              </a:path>
            </a:pathLst>
          </a:custGeom>
          <a:noFill/>
          <a:ln w="50800" cap="flat" cmpd="sng">
            <a:solidFill>
              <a:srgbClr val="008000"/>
            </a:solidFill>
            <a:prstDash val="solid"/>
            <a:round/>
            <a:headEnd type="none" w="med" len="med"/>
            <a:tailEnd type="triangle" w="sm" len="med"/>
          </a:ln>
        </p:spPr>
        <p:txBody>
          <a:bodyPr/>
          <a:p>
            <a:endParaRPr lang="zh-CN" altLang="en-US"/>
          </a:p>
        </p:txBody>
      </p:sp>
      <p:sp>
        <p:nvSpPr>
          <p:cNvPr id="23561" name="Freeform 10"/>
          <p:cNvSpPr/>
          <p:nvPr/>
        </p:nvSpPr>
        <p:spPr>
          <a:xfrm>
            <a:off x="6170613" y="4295775"/>
            <a:ext cx="609600" cy="990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384" h="624">
                <a:moveTo>
                  <a:pt x="0" y="0"/>
                </a:moveTo>
                <a:cubicBezTo>
                  <a:pt x="64" y="68"/>
                  <a:pt x="128" y="136"/>
                  <a:pt x="192" y="240"/>
                </a:cubicBezTo>
                <a:cubicBezTo>
                  <a:pt x="256" y="344"/>
                  <a:pt x="352" y="560"/>
                  <a:pt x="384" y="624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3562" name="Freeform 11"/>
          <p:cNvSpPr/>
          <p:nvPr/>
        </p:nvSpPr>
        <p:spPr>
          <a:xfrm>
            <a:off x="6475413" y="3838575"/>
            <a:ext cx="914400" cy="1371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384" h="624">
                <a:moveTo>
                  <a:pt x="0" y="0"/>
                </a:moveTo>
                <a:cubicBezTo>
                  <a:pt x="64" y="68"/>
                  <a:pt x="128" y="136"/>
                  <a:pt x="192" y="240"/>
                </a:cubicBezTo>
                <a:cubicBezTo>
                  <a:pt x="256" y="344"/>
                  <a:pt x="352" y="560"/>
                  <a:pt x="384" y="624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3563" name="Freeform 12"/>
          <p:cNvSpPr/>
          <p:nvPr/>
        </p:nvSpPr>
        <p:spPr>
          <a:xfrm>
            <a:off x="7085013" y="3381375"/>
            <a:ext cx="914400" cy="1524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384" h="624">
                <a:moveTo>
                  <a:pt x="0" y="0"/>
                </a:moveTo>
                <a:cubicBezTo>
                  <a:pt x="64" y="68"/>
                  <a:pt x="128" y="136"/>
                  <a:pt x="192" y="240"/>
                </a:cubicBezTo>
                <a:cubicBezTo>
                  <a:pt x="256" y="344"/>
                  <a:pt x="352" y="560"/>
                  <a:pt x="384" y="624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3564" name="Text Box 13"/>
          <p:cNvSpPr txBox="1"/>
          <p:nvPr/>
        </p:nvSpPr>
        <p:spPr>
          <a:xfrm>
            <a:off x="6323013" y="4143375"/>
            <a:ext cx="533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8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65" name="Text Box 14"/>
          <p:cNvSpPr txBox="1"/>
          <p:nvPr/>
        </p:nvSpPr>
        <p:spPr>
          <a:xfrm>
            <a:off x="6780213" y="3838575"/>
            <a:ext cx="533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8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66" name="Text Box 15"/>
          <p:cNvSpPr txBox="1"/>
          <p:nvPr/>
        </p:nvSpPr>
        <p:spPr>
          <a:xfrm>
            <a:off x="7389813" y="3457575"/>
            <a:ext cx="533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8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67" name="Rectangle 16"/>
          <p:cNvSpPr/>
          <p:nvPr/>
        </p:nvSpPr>
        <p:spPr>
          <a:xfrm>
            <a:off x="684213" y="2924175"/>
            <a:ext cx="468312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(A)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32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32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63857" name="Picture 17" descr="4C70BBA977B88F3DF7393CB7443DAF2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5" y="4648200"/>
            <a:ext cx="739775" cy="7921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3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TIMING" val="|3.3|4.8|0.7950001|20.7|5.103003|28.7|3.001003|24.1|10.5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commondata" val="eyJoZGlkIjoiZWNjM2NhMWI2OWU0YTFmOWY4MTQ3YTEzMDQ0YWIzMWYifQ=="/>
</p:tagLst>
</file>

<file path=ppt/theme/theme1.xml><?xml version="1.0" encoding="utf-8"?>
<a:theme xmlns:a="http://schemas.openxmlformats.org/drawingml/2006/main" name="主题4">
  <a:themeElements>
    <a:clrScheme name="2005届大物下 13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005届大物下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2005届大物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5届大物下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5届大物下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5届大物下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5届大物下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5届大物下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届大物下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届大物下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届大物下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届大物下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届大物下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届大物下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届大物下 13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主题3</Template>
  <TotalTime>0</TotalTime>
  <Words>1344</Words>
  <Application>WPS 演示</Application>
  <PresentationFormat>全屏显示(4:3)</PresentationFormat>
  <Paragraphs>211</Paragraphs>
  <Slides>25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162</vt:i4>
      </vt:variant>
      <vt:variant>
        <vt:lpstr>幻灯片标题</vt:lpstr>
      </vt:variant>
      <vt:variant>
        <vt:i4>25</vt:i4>
      </vt:variant>
    </vt:vector>
  </HeadingPairs>
  <TitlesOfParts>
    <vt:vector size="202" baseType="lpstr">
      <vt:lpstr>Arial</vt:lpstr>
      <vt:lpstr>宋体</vt:lpstr>
      <vt:lpstr>Wingdings</vt:lpstr>
      <vt:lpstr>Verdana</vt:lpstr>
      <vt:lpstr>Times New Roman</vt:lpstr>
      <vt:lpstr>楷体_GB2312</vt:lpstr>
      <vt:lpstr>新宋体</vt:lpstr>
      <vt:lpstr>黑体</vt:lpstr>
      <vt:lpstr>Bookman Old Style</vt:lpstr>
      <vt:lpstr>仿宋_GB2312</vt:lpstr>
      <vt:lpstr>Cambria Math</vt:lpstr>
      <vt:lpstr>微软雅黑</vt:lpstr>
      <vt:lpstr>Arial Unicode MS</vt:lpstr>
      <vt:lpstr>仿宋</vt:lpstr>
      <vt:lpstr>主题4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Equation.KSEE3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Equation.KSEE3</vt:lpstr>
      <vt:lpstr>Equation.KSEE3</vt:lpstr>
      <vt:lpstr>Equation.3</vt:lpstr>
      <vt:lpstr>Equation.3</vt:lpstr>
      <vt:lpstr>5-8 电场强度与电势梯度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井华</cp:lastModifiedBy>
  <cp:revision>102</cp:revision>
  <dcterms:created xsi:type="dcterms:W3CDTF">2019-04-26T01:39:00Z</dcterms:created>
  <dcterms:modified xsi:type="dcterms:W3CDTF">2024-05-16T01:38:29Z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2052-12.1.0.16729</vt:lpwstr>
  </property>
  <property fmtid="{D5CDD505-2E9C-101B-9397-08002B2CF9AE}" pid="4" name="ICV">
    <vt:lpwstr>D5E19604C8794352BB8590B5E475AF71_12</vt:lpwstr>
  </property>
</Properties>
</file>