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564" r:id="rId2"/>
    <p:sldId id="257" r:id="rId3"/>
    <p:sldId id="561" r:id="rId4"/>
    <p:sldId id="566" r:id="rId5"/>
    <p:sldId id="567" r:id="rId6"/>
    <p:sldId id="568" r:id="rId7"/>
    <p:sldId id="562" r:id="rId8"/>
    <p:sldId id="570" r:id="rId9"/>
    <p:sldId id="571" r:id="rId10"/>
    <p:sldId id="569" r:id="rId11"/>
    <p:sldId id="563" r:id="rId12"/>
    <p:sldId id="572" r:id="rId13"/>
    <p:sldId id="280"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image" Target="../media/image26.wmf"/><Relationship Id="rId3" Type="http://schemas.openxmlformats.org/officeDocument/2006/relationships/image" Target="../media/image16.wmf"/><Relationship Id="rId7" Type="http://schemas.openxmlformats.org/officeDocument/2006/relationships/image" Target="../media/image20.wmf"/><Relationship Id="rId12" Type="http://schemas.openxmlformats.org/officeDocument/2006/relationships/image" Target="../media/image25.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11" Type="http://schemas.openxmlformats.org/officeDocument/2006/relationships/image" Target="../media/image24.wmf"/><Relationship Id="rId5" Type="http://schemas.openxmlformats.org/officeDocument/2006/relationships/image" Target="../media/image18.wmf"/><Relationship Id="rId15" Type="http://schemas.openxmlformats.org/officeDocument/2006/relationships/image" Target="../media/image28.wmf"/><Relationship Id="rId10" Type="http://schemas.openxmlformats.org/officeDocument/2006/relationships/image" Target="../media/image23.wmf"/><Relationship Id="rId4" Type="http://schemas.openxmlformats.org/officeDocument/2006/relationships/image" Target="../media/image17.wmf"/><Relationship Id="rId9" Type="http://schemas.openxmlformats.org/officeDocument/2006/relationships/image" Target="../media/image22.wmf"/><Relationship Id="rId14"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10" Type="http://schemas.openxmlformats.org/officeDocument/2006/relationships/image" Target="../media/image23.wmf"/><Relationship Id="rId4" Type="http://schemas.openxmlformats.org/officeDocument/2006/relationships/image" Target="../media/image17.wmf"/><Relationship Id="rId9"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6.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 Id="rId5" Type="http://schemas.openxmlformats.org/officeDocument/2006/relationships/image" Target="../media/image42.emf"/><Relationship Id="rId4" Type="http://schemas.openxmlformats.org/officeDocument/2006/relationships/image" Target="../media/image41.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 Id="rId4" Type="http://schemas.openxmlformats.org/officeDocument/2006/relationships/image" Target="../media/image4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dirty="0"/>
          </a:p>
        </p:txBody>
      </p:sp>
    </p:spTree>
    <p:extLst>
      <p:ext uri="{BB962C8B-B14F-4D97-AF65-F5344CB8AC3E}">
        <p14:creationId xmlns:p14="http://schemas.microsoft.com/office/powerpoint/2010/main" val="4286923792"/>
      </p:ext>
    </p:extLst>
  </p:cSld>
  <p:clrMapOvr>
    <a:masterClrMapping/>
  </p:clrMapOvr>
  <p:transition spd="med">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149378806"/>
      </p:ext>
    </p:extLst>
  </p:cSld>
  <p:clrMapOvr>
    <a:masterClrMapping/>
  </p:clrMapOvr>
  <p:transition spd="med">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55431541"/>
      </p:ext>
    </p:extLst>
  </p:cSld>
  <p:clrMapOvr>
    <a:masterClrMapping/>
  </p:clrMapOvr>
  <p:transition spd="med">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040333972"/>
      </p:ext>
    </p:extLst>
  </p:cSld>
  <p:clrMapOvr>
    <a:masterClrMapping/>
  </p:clrMapOvr>
  <p:transition spd="med">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587256333"/>
      </p:ext>
    </p:extLst>
  </p:cSld>
  <p:clrMapOvr>
    <a:masterClrMapping/>
  </p:clrMapOvr>
  <p:transition spd="med">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6631253"/>
      </p:ext>
    </p:extLst>
  </p:cSld>
  <p:clrMapOvr>
    <a:masterClrMapping/>
  </p:clrMapOvr>
  <p:transition spd="med">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000139"/>
      </p:ext>
    </p:extLst>
  </p:cSld>
  <p:clrMapOvr>
    <a:masterClrMapping/>
  </p:clrMapOvr>
  <p:transition spd="med">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75863201"/>
      </p:ext>
    </p:extLst>
  </p:cSld>
  <p:clrMapOvr>
    <a:masterClrMapping/>
  </p:clrMapOvr>
  <p:transition spd="med">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89291927"/>
      </p:ext>
    </p:extLst>
  </p:cSld>
  <p:clrMapOvr>
    <a:masterClrMapping/>
  </p:clrMapOvr>
  <p:transition spd="med">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042908327"/>
      </p:ext>
    </p:extLst>
  </p:cSld>
  <p:clrMapOvr>
    <a:masterClrMapping/>
  </p:clrMapOvr>
  <p:transition spd="med">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15138390"/>
      </p:ext>
    </p:extLst>
  </p:cSld>
  <p:clrMapOvr>
    <a:masterClrMapping/>
  </p:clrMapOvr>
  <p:transition spd="med">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413026253"/>
      </p:ext>
    </p:extLst>
  </p:cSld>
  <p:clrMapOvr>
    <a:masterClrMapping/>
  </p:clrMapOvr>
  <p:transition spd="med">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847725"/>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609600" y="1600201"/>
            <a:ext cx="5384800" cy="4530725"/>
          </a:xfrm>
          <a:prstGeom prst="rect">
            <a:avLst/>
          </a:prstGeo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内容占位符 3"/>
          <p:cNvSpPr>
            <a:spLocks noGrp="1"/>
          </p:cNvSpPr>
          <p:nvPr>
            <p:ph sz="quarter" idx="2"/>
          </p:nvPr>
        </p:nvSpPr>
        <p:spPr>
          <a:xfrm>
            <a:off x="6197600" y="1600201"/>
            <a:ext cx="5384800" cy="2189163"/>
          </a:xfrm>
          <a:prstGeom prst="rect">
            <a:avLst/>
          </a:prstGeo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5" name="内容占位符 4"/>
          <p:cNvSpPr>
            <a:spLocks noGrp="1"/>
          </p:cNvSpPr>
          <p:nvPr>
            <p:ph sz="quarter" idx="3"/>
          </p:nvPr>
        </p:nvSpPr>
        <p:spPr>
          <a:xfrm>
            <a:off x="6197600" y="3941763"/>
            <a:ext cx="5384800" cy="2189162"/>
          </a:xfrm>
          <a:prstGeom prst="rect">
            <a:avLst/>
          </a:prstGeo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6" name="日期占位符 5">
            <a:extLst>
              <a:ext uri="{FF2B5EF4-FFF2-40B4-BE49-F238E27FC236}">
                <a16:creationId xmlns:a16="http://schemas.microsoft.com/office/drawing/2014/main" id="{83F998D5-2273-41B4-BB68-93C798BCA2A5}"/>
              </a:ext>
            </a:extLst>
          </p:cNvPr>
          <p:cNvSpPr>
            <a:spLocks noGrp="1"/>
          </p:cNvSpPr>
          <p:nvPr>
            <p:ph type="dt" sz="half" idx="10"/>
          </p:nvPr>
        </p:nvSpPr>
        <p:spPr>
          <a:xfrm>
            <a:off x="609600" y="6248400"/>
            <a:ext cx="2844800" cy="457200"/>
          </a:xfrm>
          <a:prstGeom prst="rect">
            <a:avLst/>
          </a:prstGeom>
        </p:spPr>
        <p:txBody>
          <a:bodyPr/>
          <a:lstStyle>
            <a:lvl1pPr eaLnBrk="1" hangingPunct="1">
              <a:buFontTx/>
              <a:buNone/>
              <a:defRPr/>
            </a:lvl1pPr>
          </a:lstStyle>
          <a:p>
            <a:fld id="{0D1A7632-D933-41FF-9C25-D385EBE58EAF}" type="datetimeFigureOut">
              <a:rPr lang="zh-CN" altLang="en-US" smtClean="0"/>
              <a:t>2020/4/11</a:t>
            </a:fld>
            <a:endParaRPr lang="zh-CN" altLang="en-US"/>
          </a:p>
        </p:txBody>
      </p:sp>
      <p:sp>
        <p:nvSpPr>
          <p:cNvPr id="7" name="页脚占位符 6">
            <a:extLst>
              <a:ext uri="{FF2B5EF4-FFF2-40B4-BE49-F238E27FC236}">
                <a16:creationId xmlns:a16="http://schemas.microsoft.com/office/drawing/2014/main" id="{693E5D44-C4A0-4D21-A752-C05EDFFDFD75}"/>
              </a:ext>
            </a:extLst>
          </p:cNvPr>
          <p:cNvSpPr>
            <a:spLocks noGrp="1"/>
          </p:cNvSpPr>
          <p:nvPr>
            <p:ph type="ftr" sz="quarter" idx="11"/>
          </p:nvPr>
        </p:nvSpPr>
        <p:spPr>
          <a:xfrm>
            <a:off x="4165600" y="6248400"/>
            <a:ext cx="3860800" cy="457200"/>
          </a:xfrm>
          <a:prstGeom prst="rect">
            <a:avLst/>
          </a:prstGeom>
        </p:spPr>
        <p:txBody>
          <a:bodyPr/>
          <a:lstStyle>
            <a:lvl1pPr eaLnBrk="1" hangingPunct="1">
              <a:buFontTx/>
              <a:buNone/>
              <a:defRPr/>
            </a:lvl1pPr>
          </a:lstStyle>
          <a:p>
            <a:endParaRPr lang="zh-CN" altLang="en-US"/>
          </a:p>
        </p:txBody>
      </p:sp>
      <p:sp>
        <p:nvSpPr>
          <p:cNvPr id="8" name="灯片编号占位符 7">
            <a:extLst>
              <a:ext uri="{FF2B5EF4-FFF2-40B4-BE49-F238E27FC236}">
                <a16:creationId xmlns:a16="http://schemas.microsoft.com/office/drawing/2014/main" id="{3FC616D2-645B-4015-8F13-B70C3D5F2E8D}"/>
              </a:ext>
            </a:extLst>
          </p:cNvPr>
          <p:cNvSpPr>
            <a:spLocks noGrp="1"/>
          </p:cNvSpPr>
          <p:nvPr>
            <p:ph type="sldNum" sz="quarter" idx="12"/>
          </p:nvPr>
        </p:nvSpPr>
        <p:spPr>
          <a:xfrm>
            <a:off x="8737600" y="6248400"/>
            <a:ext cx="2844800" cy="457200"/>
          </a:xfrm>
          <a:prstGeom prst="rect">
            <a:avLst/>
          </a:prstGeom>
        </p:spPr>
        <p:txBody>
          <a:bodyPr/>
          <a:lstStyle>
            <a:lvl1pPr eaLnBrk="1" hangingPunct="1">
              <a:buFont typeface="Arial" panose="020B0604020202020204" pitchFamily="34" charset="0"/>
              <a:buNone/>
              <a:defRPr noProof="1" dirty="0"/>
            </a:lvl1pPr>
          </a:lstStyle>
          <a:p>
            <a:fld id="{D385A0AC-74E6-47C9-9F46-CB05DDF11CB9}" type="slidenum">
              <a:rPr lang="zh-CN" altLang="en-US" smtClean="0"/>
              <a:t>‹#›</a:t>
            </a:fld>
            <a:endParaRPr lang="zh-CN" altLang="en-US"/>
          </a:p>
        </p:txBody>
      </p:sp>
    </p:spTree>
    <p:extLst>
      <p:ext uri="{BB962C8B-B14F-4D97-AF65-F5344CB8AC3E}">
        <p14:creationId xmlns:p14="http://schemas.microsoft.com/office/powerpoint/2010/main" val="3665838736"/>
      </p:ext>
    </p:extLst>
  </p:cSld>
  <p:clrMapOvr>
    <a:masterClrMapping/>
  </p:clrMapOvr>
  <p:transition spd="med">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61" name="Rectangle 5"/>
          <p:cNvSpPr>
            <a:spLocks noChangeArrowheads="1"/>
          </p:cNvSpPr>
          <p:nvPr/>
        </p:nvSpPr>
        <p:spPr bwMode="auto">
          <a:xfrm>
            <a:off x="1488017" y="725489"/>
            <a:ext cx="10033000" cy="39687"/>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w="9525">
            <a:noFill/>
            <a:miter lim="800000"/>
            <a:headEnd/>
            <a:tailEnd/>
          </a:ln>
          <a:effectLst/>
        </p:spPr>
        <p:txBody>
          <a:bodyPr wrap="none" anchor="ctr"/>
          <a:lstStyle/>
          <a:p>
            <a:pPr algn="ctr"/>
            <a:endParaRPr lang="zh-CN" altLang="zh-CN" sz="1800" b="0">
              <a:latin typeface="Arial" charset="0"/>
            </a:endParaRPr>
          </a:p>
        </p:txBody>
      </p:sp>
      <p:sp>
        <p:nvSpPr>
          <p:cNvPr id="96263" name="Rectangle 7"/>
          <p:cNvSpPr>
            <a:spLocks noChangeArrowheads="1"/>
          </p:cNvSpPr>
          <p:nvPr/>
        </p:nvSpPr>
        <p:spPr bwMode="auto">
          <a:xfrm>
            <a:off x="0" y="6669088"/>
            <a:ext cx="12192000" cy="215900"/>
          </a:xfrm>
          <a:prstGeom prst="rect">
            <a:avLst/>
          </a:prstGeom>
          <a:gradFill rotWithShape="1">
            <a:gsLst>
              <a:gs pos="0">
                <a:srgbClr val="FFEBFA"/>
              </a:gs>
              <a:gs pos="30000">
                <a:srgbClr val="C4D6EB"/>
              </a:gs>
              <a:gs pos="60001">
                <a:srgbClr val="85C2FF"/>
              </a:gs>
              <a:gs pos="100000">
                <a:srgbClr val="5E9EFF"/>
              </a:gs>
            </a:gsLst>
            <a:lin ang="5400000" scaled="1"/>
          </a:gradFill>
          <a:ln w="9525">
            <a:noFill/>
            <a:miter lim="800000"/>
            <a:headEnd/>
            <a:tailEnd/>
          </a:ln>
          <a:effectLst/>
        </p:spPr>
        <p:txBody>
          <a:bodyPr wrap="none" anchor="ctr"/>
          <a:lstStyle/>
          <a:p>
            <a:pPr algn="ctr"/>
            <a:endParaRPr lang="zh-CN" altLang="zh-CN" sz="1800" b="0">
              <a:latin typeface="Arial" charset="0"/>
            </a:endParaRPr>
          </a:p>
        </p:txBody>
      </p:sp>
      <p:sp>
        <p:nvSpPr>
          <p:cNvPr id="96265" name="Oval 9"/>
          <p:cNvSpPr>
            <a:spLocks noChangeArrowheads="1"/>
          </p:cNvSpPr>
          <p:nvPr/>
        </p:nvSpPr>
        <p:spPr bwMode="auto">
          <a:xfrm>
            <a:off x="7374467" y="5783264"/>
            <a:ext cx="482600" cy="287337"/>
          </a:xfrm>
          <a:prstGeom prst="ellipse">
            <a:avLst/>
          </a:prstGeom>
          <a:solidFill>
            <a:schemeClr val="bg1"/>
          </a:solidFill>
          <a:ln w="9525">
            <a:noFill/>
            <a:round/>
            <a:headEnd/>
            <a:tailEnd/>
          </a:ln>
          <a:effectLst/>
        </p:spPr>
        <p:txBody>
          <a:bodyPr wrap="none" anchor="ctr"/>
          <a:lstStyle/>
          <a:p>
            <a:endParaRPr lang="zh-CN" altLang="en-US" sz="1800"/>
          </a:p>
        </p:txBody>
      </p:sp>
      <p:pic>
        <p:nvPicPr>
          <p:cNvPr id="10" name="Picture 2" descr="http://www.szu.edu.cn/images/szulogo.gif"/>
          <p:cNvPicPr>
            <a:picLocks noChangeAspect="1" noChangeArrowheads="1"/>
          </p:cNvPicPr>
          <p:nvPr/>
        </p:nvPicPr>
        <p:blipFill>
          <a:blip r:embed="rId15"/>
          <a:srcRect l="4614" r="63078"/>
          <a:stretch>
            <a:fillRect/>
          </a:stretch>
        </p:blipFill>
        <p:spPr bwMode="auto">
          <a:xfrm>
            <a:off x="190459" y="142852"/>
            <a:ext cx="1333509" cy="928694"/>
          </a:xfrm>
          <a:prstGeom prst="rect">
            <a:avLst/>
          </a:prstGeom>
          <a:noFill/>
        </p:spPr>
      </p:pic>
      <p:sp>
        <p:nvSpPr>
          <p:cNvPr id="6" name="Freeform 8"/>
          <p:cNvSpPr>
            <a:spLocks/>
          </p:cNvSpPr>
          <p:nvPr/>
        </p:nvSpPr>
        <p:spPr bwMode="auto">
          <a:xfrm>
            <a:off x="285710" y="6391318"/>
            <a:ext cx="10606617" cy="323830"/>
          </a:xfrm>
          <a:custGeom>
            <a:avLst/>
            <a:gdLst/>
            <a:ahLst/>
            <a:cxnLst>
              <a:cxn ang="0">
                <a:pos x="0" y="524"/>
              </a:cxn>
              <a:cxn ang="0">
                <a:pos x="610" y="516"/>
              </a:cxn>
              <a:cxn ang="0">
                <a:pos x="686" y="465"/>
              </a:cxn>
              <a:cxn ang="0">
                <a:pos x="889" y="457"/>
              </a:cxn>
              <a:cxn ang="0">
                <a:pos x="1093" y="448"/>
              </a:cxn>
              <a:cxn ang="0">
                <a:pos x="1160" y="440"/>
              </a:cxn>
              <a:cxn ang="0">
                <a:pos x="1211" y="423"/>
              </a:cxn>
              <a:cxn ang="0">
                <a:pos x="1262" y="389"/>
              </a:cxn>
              <a:cxn ang="0">
                <a:pos x="1287" y="380"/>
              </a:cxn>
              <a:cxn ang="0">
                <a:pos x="1364" y="330"/>
              </a:cxn>
              <a:cxn ang="0">
                <a:pos x="1440" y="304"/>
              </a:cxn>
              <a:cxn ang="0">
                <a:pos x="1491" y="279"/>
              </a:cxn>
              <a:cxn ang="0">
                <a:pos x="1626" y="287"/>
              </a:cxn>
              <a:cxn ang="0">
                <a:pos x="1702" y="330"/>
              </a:cxn>
              <a:cxn ang="0">
                <a:pos x="1813" y="355"/>
              </a:cxn>
              <a:cxn ang="0">
                <a:pos x="1863" y="397"/>
              </a:cxn>
              <a:cxn ang="0">
                <a:pos x="1880" y="490"/>
              </a:cxn>
              <a:cxn ang="0">
                <a:pos x="2050" y="397"/>
              </a:cxn>
              <a:cxn ang="0">
                <a:pos x="2126" y="355"/>
              </a:cxn>
              <a:cxn ang="0">
                <a:pos x="2202" y="313"/>
              </a:cxn>
              <a:cxn ang="0">
                <a:pos x="2414" y="304"/>
              </a:cxn>
              <a:cxn ang="0">
                <a:pos x="2422" y="423"/>
              </a:cxn>
              <a:cxn ang="0">
                <a:pos x="2533" y="389"/>
              </a:cxn>
              <a:cxn ang="0">
                <a:pos x="2660" y="321"/>
              </a:cxn>
              <a:cxn ang="0">
                <a:pos x="2888" y="363"/>
              </a:cxn>
              <a:cxn ang="0">
                <a:pos x="2897" y="457"/>
              </a:cxn>
              <a:cxn ang="0">
                <a:pos x="2948" y="431"/>
              </a:cxn>
              <a:cxn ang="0">
                <a:pos x="3244" y="423"/>
              </a:cxn>
              <a:cxn ang="0">
                <a:pos x="3303" y="414"/>
              </a:cxn>
              <a:cxn ang="0">
                <a:pos x="3405" y="355"/>
              </a:cxn>
              <a:cxn ang="0">
                <a:pos x="3456" y="321"/>
              </a:cxn>
              <a:cxn ang="0">
                <a:pos x="3490" y="270"/>
              </a:cxn>
              <a:cxn ang="0">
                <a:pos x="3549" y="92"/>
              </a:cxn>
              <a:cxn ang="0">
                <a:pos x="3558" y="16"/>
              </a:cxn>
              <a:cxn ang="0">
                <a:pos x="3642" y="25"/>
              </a:cxn>
              <a:cxn ang="0">
                <a:pos x="3634" y="101"/>
              </a:cxn>
              <a:cxn ang="0">
                <a:pos x="3541" y="152"/>
              </a:cxn>
              <a:cxn ang="0">
                <a:pos x="3693" y="202"/>
              </a:cxn>
              <a:cxn ang="0">
                <a:pos x="3727" y="346"/>
              </a:cxn>
              <a:cxn ang="0">
                <a:pos x="3812" y="431"/>
              </a:cxn>
              <a:cxn ang="0">
                <a:pos x="3854" y="490"/>
              </a:cxn>
              <a:cxn ang="0">
                <a:pos x="3922" y="440"/>
              </a:cxn>
              <a:cxn ang="0">
                <a:pos x="3990" y="330"/>
              </a:cxn>
              <a:cxn ang="0">
                <a:pos x="4040" y="228"/>
              </a:cxn>
              <a:cxn ang="0">
                <a:pos x="4091" y="194"/>
              </a:cxn>
              <a:cxn ang="0">
                <a:pos x="4117" y="177"/>
              </a:cxn>
              <a:cxn ang="0">
                <a:pos x="4167" y="186"/>
              </a:cxn>
              <a:cxn ang="0">
                <a:pos x="4201" y="236"/>
              </a:cxn>
              <a:cxn ang="0">
                <a:pos x="4294" y="346"/>
              </a:cxn>
              <a:cxn ang="0">
                <a:pos x="4930" y="372"/>
              </a:cxn>
              <a:cxn ang="0">
                <a:pos x="4964" y="423"/>
              </a:cxn>
              <a:cxn ang="0">
                <a:pos x="4981" y="524"/>
              </a:cxn>
              <a:cxn ang="0">
                <a:pos x="0" y="524"/>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w="9525">
            <a:noFill/>
            <a:round/>
            <a:headEnd/>
            <a:tailEnd/>
          </a:ln>
          <a:effectLst/>
        </p:spPr>
        <p:txBody>
          <a:bodyPr/>
          <a:lstStyle/>
          <a:p>
            <a:endParaRPr lang="zh-CN" altLang="en-US" sz="1800"/>
          </a:p>
        </p:txBody>
      </p:sp>
    </p:spTree>
    <p:extLst>
      <p:ext uri="{BB962C8B-B14F-4D97-AF65-F5344CB8AC3E}">
        <p14:creationId xmlns:p14="http://schemas.microsoft.com/office/powerpoint/2010/main" val="555099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pull dir="ru"/>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楷体_GB2312" pitchFamily="49" charset="-122"/>
        </a:defRPr>
      </a:lvl2pPr>
      <a:lvl3pPr algn="ctr" rtl="0" eaLnBrk="1" fontAlgn="base" hangingPunct="1">
        <a:spcBef>
          <a:spcPct val="0"/>
        </a:spcBef>
        <a:spcAft>
          <a:spcPct val="0"/>
        </a:spcAft>
        <a:defRPr sz="4400">
          <a:solidFill>
            <a:schemeClr val="tx2"/>
          </a:solidFill>
          <a:latin typeface="Arial" charset="0"/>
          <a:ea typeface="楷体_GB2312" pitchFamily="49" charset="-122"/>
        </a:defRPr>
      </a:lvl3pPr>
      <a:lvl4pPr algn="ctr" rtl="0" eaLnBrk="1" fontAlgn="base" hangingPunct="1">
        <a:spcBef>
          <a:spcPct val="0"/>
        </a:spcBef>
        <a:spcAft>
          <a:spcPct val="0"/>
        </a:spcAft>
        <a:defRPr sz="4400">
          <a:solidFill>
            <a:schemeClr val="tx2"/>
          </a:solidFill>
          <a:latin typeface="Arial" charset="0"/>
          <a:ea typeface="楷体_GB2312" pitchFamily="49" charset="-122"/>
        </a:defRPr>
      </a:lvl4pPr>
      <a:lvl5pPr algn="ctr" rtl="0" eaLnBrk="1" fontAlgn="base" hangingPunct="1">
        <a:spcBef>
          <a:spcPct val="0"/>
        </a:spcBef>
        <a:spcAft>
          <a:spcPct val="0"/>
        </a:spcAft>
        <a:defRPr sz="4400">
          <a:solidFill>
            <a:schemeClr val="tx2"/>
          </a:solidFill>
          <a:latin typeface="Arial"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charset="0"/>
          <a:ea typeface="楷体_GB2312" pitchFamily="49"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7.xml"/><Relationship Id="rId7" Type="http://schemas.openxmlformats.org/officeDocument/2006/relationships/image" Target="../media/image3.emf"/><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emf"/><Relationship Id="rId4" Type="http://schemas.openxmlformats.org/officeDocument/2006/relationships/oleObject" Target="../embeddings/oleObject1.bin"/><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0.emf"/><Relationship Id="rId18" Type="http://schemas.openxmlformats.org/officeDocument/2006/relationships/oleObject" Target="../embeddings/oleObject7.bin"/><Relationship Id="rId3" Type="http://schemas.openxmlformats.org/officeDocument/2006/relationships/slideLayout" Target="../slideLayouts/slideLayout7.xml"/><Relationship Id="rId21"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oleObject" Target="../embeddings/oleObject5.bin"/><Relationship Id="rId17" Type="http://schemas.openxmlformats.org/officeDocument/2006/relationships/image" Target="../media/image11.emf"/><Relationship Id="rId2" Type="http://schemas.openxmlformats.org/officeDocument/2006/relationships/tags" Target="../tags/tag5.xml"/><Relationship Id="rId16" Type="http://schemas.openxmlformats.org/officeDocument/2006/relationships/oleObject" Target="../embeddings/oleObject6.bin"/><Relationship Id="rId20" Type="http://schemas.openxmlformats.org/officeDocument/2006/relationships/image" Target="../media/image22.png"/><Relationship Id="rId1" Type="http://schemas.openxmlformats.org/officeDocument/2006/relationships/vmlDrawing" Target="../drawings/vmlDrawing3.vml"/><Relationship Id="rId11" Type="http://schemas.openxmlformats.org/officeDocument/2006/relationships/image" Target="../media/image19.png"/><Relationship Id="rId24" Type="http://schemas.openxmlformats.org/officeDocument/2006/relationships/image" Target="../media/image24.png"/><Relationship Id="rId15" Type="http://schemas.openxmlformats.org/officeDocument/2006/relationships/image" Target="../media/image21.png"/><Relationship Id="rId23"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12.emf"/><Relationship Id="rId9" Type="http://schemas.openxmlformats.org/officeDocument/2006/relationships/image" Target="../media/image17.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39" Type="http://schemas.openxmlformats.org/officeDocument/2006/relationships/image" Target="../media/image15.wmf"/><Relationship Id="rId34" Type="http://schemas.openxmlformats.org/officeDocument/2006/relationships/image" Target="../media/image39.png"/><Relationship Id="rId42" Type="http://schemas.openxmlformats.org/officeDocument/2006/relationships/oleObject" Target="../embeddings/oleObject11.bin"/><Relationship Id="rId47" Type="http://schemas.openxmlformats.org/officeDocument/2006/relationships/image" Target="../media/image19.wmf"/><Relationship Id="rId50" Type="http://schemas.openxmlformats.org/officeDocument/2006/relationships/oleObject" Target="../embeddings/oleObject15.bin"/><Relationship Id="rId55" Type="http://schemas.openxmlformats.org/officeDocument/2006/relationships/image" Target="../media/image23.wmf"/><Relationship Id="rId63" Type="http://schemas.openxmlformats.org/officeDocument/2006/relationships/image" Target="../media/image27.wmf"/><Relationship Id="rId38" Type="http://schemas.openxmlformats.org/officeDocument/2006/relationships/oleObject" Target="../embeddings/oleObject9.bin"/><Relationship Id="rId46" Type="http://schemas.openxmlformats.org/officeDocument/2006/relationships/oleObject" Target="../embeddings/oleObject13.bin"/><Relationship Id="rId59" Type="http://schemas.openxmlformats.org/officeDocument/2006/relationships/image" Target="../media/image25.wmf"/><Relationship Id="rId67" Type="http://schemas.openxmlformats.org/officeDocument/2006/relationships/image" Target="../media/image42.png"/><Relationship Id="rId2" Type="http://schemas.openxmlformats.org/officeDocument/2006/relationships/tags" Target="../tags/tag6.xml"/><Relationship Id="rId41" Type="http://schemas.openxmlformats.org/officeDocument/2006/relationships/image" Target="../media/image16.wmf"/><Relationship Id="rId54" Type="http://schemas.openxmlformats.org/officeDocument/2006/relationships/oleObject" Target="../embeddings/oleObject17.bin"/><Relationship Id="rId62" Type="http://schemas.openxmlformats.org/officeDocument/2006/relationships/oleObject" Target="../embeddings/oleObject21.bin"/><Relationship Id="rId1" Type="http://schemas.openxmlformats.org/officeDocument/2006/relationships/vmlDrawing" Target="../drawings/vmlDrawing4.vml"/><Relationship Id="rId6" Type="http://schemas.openxmlformats.org/officeDocument/2006/relationships/image" Target="../media/image40.png"/><Relationship Id="rId37" Type="http://schemas.openxmlformats.org/officeDocument/2006/relationships/image" Target="../media/image14.wmf"/><Relationship Id="rId40" Type="http://schemas.openxmlformats.org/officeDocument/2006/relationships/oleObject" Target="../embeddings/oleObject10.bin"/><Relationship Id="rId45" Type="http://schemas.openxmlformats.org/officeDocument/2006/relationships/image" Target="../media/image18.wmf"/><Relationship Id="rId53" Type="http://schemas.openxmlformats.org/officeDocument/2006/relationships/image" Target="../media/image22.wmf"/><Relationship Id="rId58" Type="http://schemas.openxmlformats.org/officeDocument/2006/relationships/oleObject" Target="../embeddings/oleObject19.bin"/><Relationship Id="rId66" Type="http://schemas.openxmlformats.org/officeDocument/2006/relationships/image" Target="../media/image41.png"/><Relationship Id="rId36" Type="http://schemas.openxmlformats.org/officeDocument/2006/relationships/oleObject" Target="../embeddings/oleObject8.bin"/><Relationship Id="rId49" Type="http://schemas.openxmlformats.org/officeDocument/2006/relationships/image" Target="../media/image20.wmf"/><Relationship Id="rId57" Type="http://schemas.openxmlformats.org/officeDocument/2006/relationships/image" Target="../media/image24.wmf"/><Relationship Id="rId61" Type="http://schemas.openxmlformats.org/officeDocument/2006/relationships/image" Target="../media/image26.wmf"/><Relationship Id="rId44" Type="http://schemas.openxmlformats.org/officeDocument/2006/relationships/oleObject" Target="../embeddings/oleObject12.bin"/><Relationship Id="rId52" Type="http://schemas.openxmlformats.org/officeDocument/2006/relationships/oleObject" Target="../embeddings/oleObject16.bin"/><Relationship Id="rId60" Type="http://schemas.openxmlformats.org/officeDocument/2006/relationships/oleObject" Target="../embeddings/oleObject20.bin"/><Relationship Id="rId65" Type="http://schemas.openxmlformats.org/officeDocument/2006/relationships/image" Target="../media/image28.wmf"/><Relationship Id="rId35" Type="http://schemas.openxmlformats.org/officeDocument/2006/relationships/image" Target="../media/image400.png"/><Relationship Id="rId43" Type="http://schemas.openxmlformats.org/officeDocument/2006/relationships/image" Target="../media/image17.wmf"/><Relationship Id="rId48" Type="http://schemas.openxmlformats.org/officeDocument/2006/relationships/oleObject" Target="../embeddings/oleObject14.bin"/><Relationship Id="rId56" Type="http://schemas.openxmlformats.org/officeDocument/2006/relationships/oleObject" Target="../embeddings/oleObject18.bin"/><Relationship Id="rId64" Type="http://schemas.openxmlformats.org/officeDocument/2006/relationships/oleObject" Target="../embeddings/oleObject22.bin"/><Relationship Id="rId51" Type="http://schemas.openxmlformats.org/officeDocument/2006/relationships/image" Target="../media/image21.wmf"/><Relationship Id="rId3"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9" Type="http://schemas.openxmlformats.org/officeDocument/2006/relationships/image" Target="../media/image14.wmf"/><Relationship Id="rId34" Type="http://schemas.openxmlformats.org/officeDocument/2006/relationships/image" Target="../media/image43.png"/><Relationship Id="rId42" Type="http://schemas.openxmlformats.org/officeDocument/2006/relationships/oleObject" Target="../embeddings/oleObject9.bin"/><Relationship Id="rId50" Type="http://schemas.openxmlformats.org/officeDocument/2006/relationships/oleObject" Target="../embeddings/oleObject11.bin"/><Relationship Id="rId68" Type="http://schemas.openxmlformats.org/officeDocument/2006/relationships/oleObject" Target="../embeddings/oleObject15.bin"/><Relationship Id="rId76" Type="http://schemas.openxmlformats.org/officeDocument/2006/relationships/oleObject" Target="../embeddings/oleObject23.bin"/><Relationship Id="rId84" Type="http://schemas.openxmlformats.org/officeDocument/2006/relationships/oleObject" Target="../embeddings/oleObject20.bin"/><Relationship Id="rId89" Type="http://schemas.openxmlformats.org/officeDocument/2006/relationships/image" Target="../media/image27.wmf"/><Relationship Id="rId92" Type="http://schemas.openxmlformats.org/officeDocument/2006/relationships/image" Target="../media/image28.wmf"/><Relationship Id="rId2" Type="http://schemas.openxmlformats.org/officeDocument/2006/relationships/tags" Target="../tags/tag7.xml"/><Relationship Id="rId37" Type="http://schemas.openxmlformats.org/officeDocument/2006/relationships/image" Target="../media/image46.png"/><Relationship Id="rId40" Type="http://schemas.openxmlformats.org/officeDocument/2006/relationships/oleObject" Target="../embeddings/oleObject8.bin"/><Relationship Id="rId45" Type="http://schemas.openxmlformats.org/officeDocument/2006/relationships/image" Target="../media/image15.wmf"/><Relationship Id="rId53" Type="http://schemas.openxmlformats.org/officeDocument/2006/relationships/image" Target="../media/image17.wmf"/><Relationship Id="rId58" Type="http://schemas.openxmlformats.org/officeDocument/2006/relationships/oleObject" Target="../embeddings/oleObject13.bin"/><Relationship Id="rId66" Type="http://schemas.openxmlformats.org/officeDocument/2006/relationships/oleObject" Target="../embeddings/oleObject15.bin"/><Relationship Id="rId74" Type="http://schemas.openxmlformats.org/officeDocument/2006/relationships/oleObject" Target="../embeddings/oleObject23.bin"/><Relationship Id="rId79" Type="http://schemas.openxmlformats.org/officeDocument/2006/relationships/oleObject" Target="../embeddings/oleObject18.bin"/><Relationship Id="rId87" Type="http://schemas.openxmlformats.org/officeDocument/2006/relationships/oleObject" Target="../embeddings/oleObject21.bin"/><Relationship Id="rId61" Type="http://schemas.openxmlformats.org/officeDocument/2006/relationships/image" Target="../media/image19.wmf"/><Relationship Id="rId82" Type="http://schemas.openxmlformats.org/officeDocument/2006/relationships/oleObject" Target="../embeddings/oleObject19.bin"/><Relationship Id="rId90" Type="http://schemas.openxmlformats.org/officeDocument/2006/relationships/oleObject" Target="../embeddings/oleObject22.bin"/><Relationship Id="rId44" Type="http://schemas.openxmlformats.org/officeDocument/2006/relationships/oleObject" Target="../embeddings/oleObject9.bin"/><Relationship Id="rId52" Type="http://schemas.openxmlformats.org/officeDocument/2006/relationships/oleObject" Target="../embeddings/oleObject11.bin"/><Relationship Id="rId60" Type="http://schemas.openxmlformats.org/officeDocument/2006/relationships/oleObject" Target="../embeddings/oleObject13.bin"/><Relationship Id="rId65" Type="http://schemas.openxmlformats.org/officeDocument/2006/relationships/image" Target="../media/image20.wmf"/><Relationship Id="rId73" Type="http://schemas.openxmlformats.org/officeDocument/2006/relationships/image" Target="../media/image22.wmf"/><Relationship Id="rId78" Type="http://schemas.openxmlformats.org/officeDocument/2006/relationships/oleObject" Target="../embeddings/oleObject18.bin"/><Relationship Id="rId81" Type="http://schemas.openxmlformats.org/officeDocument/2006/relationships/oleObject" Target="../embeddings/oleObject19.bin"/><Relationship Id="rId86" Type="http://schemas.openxmlformats.org/officeDocument/2006/relationships/image" Target="../media/image26.wmf"/><Relationship Id="rId94" Type="http://schemas.openxmlformats.org/officeDocument/2006/relationships/image" Target="../media/image48.png"/><Relationship Id="rId35" Type="http://schemas.openxmlformats.org/officeDocument/2006/relationships/image" Target="../media/image44.png"/><Relationship Id="rId48" Type="http://schemas.openxmlformats.org/officeDocument/2006/relationships/oleObject" Target="../embeddings/oleObject10.bin"/><Relationship Id="rId56" Type="http://schemas.openxmlformats.org/officeDocument/2006/relationships/oleObject" Target="../embeddings/oleObject12.bin"/><Relationship Id="rId64" Type="http://schemas.openxmlformats.org/officeDocument/2006/relationships/oleObject" Target="../embeddings/oleObject14.bin"/><Relationship Id="rId69" Type="http://schemas.openxmlformats.org/officeDocument/2006/relationships/image" Target="../media/image21.wmf"/><Relationship Id="rId77" Type="http://schemas.openxmlformats.org/officeDocument/2006/relationships/image" Target="../media/image23.wmf"/><Relationship Id="rId72" Type="http://schemas.openxmlformats.org/officeDocument/2006/relationships/oleObject" Target="../embeddings/oleObject16.bin"/><Relationship Id="rId80" Type="http://schemas.openxmlformats.org/officeDocument/2006/relationships/image" Target="../media/image24.wmf"/><Relationship Id="rId85" Type="http://schemas.openxmlformats.org/officeDocument/2006/relationships/oleObject" Target="../embeddings/oleObject20.bin"/><Relationship Id="rId93" Type="http://schemas.openxmlformats.org/officeDocument/2006/relationships/image" Target="../media/image47.png"/><Relationship Id="rId3" Type="http://schemas.openxmlformats.org/officeDocument/2006/relationships/slideLayout" Target="../slideLayouts/slideLayout7.xml"/><Relationship Id="rId33" Type="http://schemas.openxmlformats.org/officeDocument/2006/relationships/image" Target="../media/image410.png"/><Relationship Id="rId38" Type="http://schemas.openxmlformats.org/officeDocument/2006/relationships/oleObject" Target="../embeddings/oleObject8.bin"/><Relationship Id="rId46" Type="http://schemas.openxmlformats.org/officeDocument/2006/relationships/oleObject" Target="../embeddings/oleObject10.bin"/><Relationship Id="rId41" Type="http://schemas.openxmlformats.org/officeDocument/2006/relationships/image" Target="../media/image14.wmf"/><Relationship Id="rId54" Type="http://schemas.openxmlformats.org/officeDocument/2006/relationships/oleObject" Target="../embeddings/oleObject12.bin"/><Relationship Id="rId62" Type="http://schemas.openxmlformats.org/officeDocument/2006/relationships/oleObject" Target="../embeddings/oleObject14.bin"/><Relationship Id="rId70" Type="http://schemas.openxmlformats.org/officeDocument/2006/relationships/oleObject" Target="../embeddings/oleObject16.bin"/><Relationship Id="rId83" Type="http://schemas.openxmlformats.org/officeDocument/2006/relationships/image" Target="../media/image25.wmf"/><Relationship Id="rId88" Type="http://schemas.openxmlformats.org/officeDocument/2006/relationships/oleObject" Target="../embeddings/oleObject21.bin"/><Relationship Id="rId91" Type="http://schemas.openxmlformats.org/officeDocument/2006/relationships/oleObject" Target="../embeddings/oleObject22.bin"/><Relationship Id="rId1" Type="http://schemas.openxmlformats.org/officeDocument/2006/relationships/vmlDrawing" Target="../drawings/vmlDrawing5.vml"/><Relationship Id="rId36" Type="http://schemas.openxmlformats.org/officeDocument/2006/relationships/image" Target="../media/image45.png"/><Relationship Id="rId49" Type="http://schemas.openxmlformats.org/officeDocument/2006/relationships/image" Target="../media/image16.wmf"/><Relationship Id="rId57" Type="http://schemas.openxmlformats.org/officeDocument/2006/relationships/image" Target="../media/image18.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4.wmf"/><Relationship Id="rId3" Type="http://schemas.openxmlformats.org/officeDocument/2006/relationships/slideLayout" Target="../slideLayouts/slideLayout7.xml"/><Relationship Id="rId7" Type="http://schemas.openxmlformats.org/officeDocument/2006/relationships/image" Target="../media/image31.wmf"/><Relationship Id="rId12" Type="http://schemas.openxmlformats.org/officeDocument/2006/relationships/oleObject" Target="../embeddings/oleObject28.bin"/><Relationship Id="rId17" Type="http://schemas.openxmlformats.org/officeDocument/2006/relationships/image" Target="../media/image36.wmf"/><Relationship Id="rId2" Type="http://schemas.openxmlformats.org/officeDocument/2006/relationships/tags" Target="../tags/tag8.xml"/><Relationship Id="rId16" Type="http://schemas.openxmlformats.org/officeDocument/2006/relationships/oleObject" Target="../embeddings/oleObject30.bin"/><Relationship Id="rId20" Type="http://schemas.openxmlformats.org/officeDocument/2006/relationships/image" Target="../media/image49.png"/><Relationship Id="rId1" Type="http://schemas.openxmlformats.org/officeDocument/2006/relationships/vmlDrawing" Target="../drawings/vmlDrawing6.vml"/><Relationship Id="rId6" Type="http://schemas.openxmlformats.org/officeDocument/2006/relationships/oleObject" Target="../embeddings/oleObject25.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2.wmf"/><Relationship Id="rId14" Type="http://schemas.openxmlformats.org/officeDocument/2006/relationships/oleObject" Target="../embeddings/oleObject29.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vmlDrawing" Target="../drawings/vmlDrawing7.vml"/><Relationship Id="rId5" Type="http://schemas.openxmlformats.org/officeDocument/2006/relationships/image" Target="../media/image37.wmf"/><Relationship Id="rId4" Type="http://schemas.openxmlformats.org/officeDocument/2006/relationships/oleObject" Target="../embeddings/oleObject31.bin"/></Relationships>
</file>

<file path=ppt/slides/_rels/slide11.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36.bin"/><Relationship Id="rId3" Type="http://schemas.openxmlformats.org/officeDocument/2006/relationships/slideLayout" Target="../slideLayouts/slideLayout7.xml"/><Relationship Id="rId7" Type="http://schemas.openxmlformats.org/officeDocument/2006/relationships/oleObject" Target="../embeddings/oleObject33.bin"/><Relationship Id="rId12" Type="http://schemas.openxmlformats.org/officeDocument/2006/relationships/image" Target="../media/image41.emf"/><Relationship Id="rId2" Type="http://schemas.openxmlformats.org/officeDocument/2006/relationships/tags" Target="../tags/tag10.xml"/><Relationship Id="rId1" Type="http://schemas.openxmlformats.org/officeDocument/2006/relationships/vmlDrawing" Target="../drawings/vmlDrawing8.vml"/><Relationship Id="rId6" Type="http://schemas.openxmlformats.org/officeDocument/2006/relationships/image" Target="../media/image43.jpeg"/><Relationship Id="rId11" Type="http://schemas.openxmlformats.org/officeDocument/2006/relationships/oleObject" Target="../embeddings/oleObject35.bin"/><Relationship Id="rId5" Type="http://schemas.openxmlformats.org/officeDocument/2006/relationships/image" Target="../media/image38.emf"/><Relationship Id="rId10" Type="http://schemas.openxmlformats.org/officeDocument/2006/relationships/image" Target="../media/image40.emf"/><Relationship Id="rId4" Type="http://schemas.openxmlformats.org/officeDocument/2006/relationships/oleObject" Target="../embeddings/oleObject32.bin"/><Relationship Id="rId9" Type="http://schemas.openxmlformats.org/officeDocument/2006/relationships/oleObject" Target="../embeddings/oleObject34.bin"/><Relationship Id="rId14" Type="http://schemas.openxmlformats.org/officeDocument/2006/relationships/image" Target="../media/image42.emf"/></Relationships>
</file>

<file path=ppt/slides/_rels/slide12.xml.rels><?xml version="1.0" encoding="UTF-8" standalone="yes"?>
<Relationships xmlns="http://schemas.openxmlformats.org/package/2006/relationships"><Relationship Id="rId13" Type="http://schemas.openxmlformats.org/officeDocument/2006/relationships/image" Target="../media/image46.emf"/><Relationship Id="rId3" Type="http://schemas.openxmlformats.org/officeDocument/2006/relationships/slideLayout" Target="../slideLayouts/slideLayout7.xml"/><Relationship Id="rId12" Type="http://schemas.openxmlformats.org/officeDocument/2006/relationships/oleObject" Target="../embeddings/oleObject39.bin"/><Relationship Id="rId2" Type="http://schemas.openxmlformats.org/officeDocument/2006/relationships/tags" Target="../tags/tag11.xml"/><Relationship Id="rId1" Type="http://schemas.openxmlformats.org/officeDocument/2006/relationships/vmlDrawing" Target="../drawings/vmlDrawing9.vml"/><Relationship Id="rId6" Type="http://schemas.openxmlformats.org/officeDocument/2006/relationships/image" Target="../media/image44.emf"/><Relationship Id="rId11" Type="http://schemas.openxmlformats.org/officeDocument/2006/relationships/image" Target="../media/image45.emf"/><Relationship Id="rId5" Type="http://schemas.openxmlformats.org/officeDocument/2006/relationships/oleObject" Target="../embeddings/oleObject37.bin"/><Relationship Id="rId15" Type="http://schemas.openxmlformats.org/officeDocument/2006/relationships/image" Target="../media/image47.emf"/><Relationship Id="rId10" Type="http://schemas.openxmlformats.org/officeDocument/2006/relationships/oleObject" Target="../embeddings/oleObject38.bin"/><Relationship Id="rId4" Type="http://schemas.openxmlformats.org/officeDocument/2006/relationships/image" Target="../media/image50.png"/><Relationship Id="rId9" Type="http://schemas.openxmlformats.org/officeDocument/2006/relationships/image" Target="../media/image66.png"/><Relationship Id="rId14"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5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FD59CAA7-ECBD-4C6E-818C-6F5454A3DBC0}"/>
              </a:ext>
            </a:extLst>
          </p:cNvPr>
          <p:cNvSpPr>
            <a:spLocks noGrp="1" noChangeArrowheads="1"/>
          </p:cNvSpPr>
          <p:nvPr>
            <p:ph type="ctrTitle"/>
          </p:nvPr>
        </p:nvSpPr>
        <p:spPr bwMode="auto">
          <a:xfrm>
            <a:off x="1991544" y="2132856"/>
            <a:ext cx="7989912"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dirty="0">
                <a:latin typeface="黑体" panose="02010609060101010101" pitchFamily="49" charset="-122"/>
                <a:ea typeface="黑体" panose="02010609060101010101" pitchFamily="49" charset="-122"/>
              </a:rPr>
              <a:t>4-7</a:t>
            </a:r>
            <a:r>
              <a:rPr lang="en-US" altLang="zh-CN" baseline="30000"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流体 伯努利方程</a:t>
            </a:r>
          </a:p>
        </p:txBody>
      </p:sp>
    </p:spTree>
  </p:cSld>
  <p:clrMapOvr>
    <a:masterClrMapping/>
  </p:clrMapOvr>
  <p:transition spd="med" advTm="8331">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D5543946-B4C7-45EE-8922-FB0BD84A0564}"/>
              </a:ext>
            </a:extLst>
          </p:cNvPr>
          <p:cNvSpPr>
            <a:spLocks noGrp="1"/>
          </p:cNvSpPr>
          <p:nvPr>
            <p:ph type="sldNum" sz="quarter" idx="10"/>
          </p:nvPr>
        </p:nvSpPr>
        <p:spPr bwMode="auto">
          <a:xfrm>
            <a:off x="6673850" y="6473825"/>
            <a:ext cx="2133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72D66A34-37E6-449C-8435-ECA3688B0539}" type="slidenum">
              <a:rPr lang="en-US" altLang="zh-CN" smtClean="0"/>
              <a:pPr/>
              <a:t>2</a:t>
            </a:fld>
            <a:endParaRPr lang="en-US" altLang="zh-CN"/>
          </a:p>
        </p:txBody>
      </p:sp>
      <p:sp>
        <p:nvSpPr>
          <p:cNvPr id="140290" name="Text Box 2">
            <a:extLst>
              <a:ext uri="{FF2B5EF4-FFF2-40B4-BE49-F238E27FC236}">
                <a16:creationId xmlns:a16="http://schemas.microsoft.com/office/drawing/2014/main" id="{D77FBE01-452B-42FB-A0A9-60D345D95A66}"/>
              </a:ext>
            </a:extLst>
          </p:cNvPr>
          <p:cNvSpPr txBox="1">
            <a:spLocks noChangeArrowheads="1"/>
          </p:cNvSpPr>
          <p:nvPr/>
        </p:nvSpPr>
        <p:spPr bwMode="auto">
          <a:xfrm>
            <a:off x="1455614" y="930513"/>
            <a:ext cx="8283576" cy="121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buFont typeface="Wingdings" panose="05000000000000000000" pitchFamily="2" charset="2"/>
              <a:buChar char="Ø"/>
            </a:pPr>
            <a:r>
              <a:rPr kumimoji="1" lang="zh-CN" altLang="en-US" sz="3200" b="1" dirty="0">
                <a:solidFill>
                  <a:srgbClr val="FF0000"/>
                </a:solidFill>
                <a:latin typeface="宋体" panose="02010600030101010101" pitchFamily="2" charset="-122"/>
                <a:ea typeface="宋体" panose="02010600030101010101" pitchFamily="2" charset="-122"/>
              </a:rPr>
              <a:t>流体</a:t>
            </a:r>
            <a:r>
              <a:rPr kumimoji="1" lang="en-US" altLang="zh-CN" sz="3200" b="1" dirty="0">
                <a:solidFill>
                  <a:srgbClr val="FF0000"/>
                </a:solidFill>
                <a:latin typeface="宋体" panose="02010600030101010101" pitchFamily="2" charset="-122"/>
                <a:ea typeface="宋体" panose="02010600030101010101" pitchFamily="2" charset="-122"/>
              </a:rPr>
              <a:t>:</a:t>
            </a:r>
            <a:r>
              <a:rPr kumimoji="1" lang="en-US" altLang="zh-CN" sz="3200" b="1" dirty="0">
                <a:solidFill>
                  <a:srgbClr val="FF6600"/>
                </a:solidFill>
                <a:latin typeface="宋体" panose="02010600030101010101" pitchFamily="2" charset="-122"/>
                <a:ea typeface="宋体" panose="02010600030101010101" pitchFamily="2" charset="-122"/>
              </a:rPr>
              <a:t>  </a:t>
            </a:r>
            <a:r>
              <a:rPr kumimoji="1" lang="zh-CN" altLang="en-US" sz="3200" b="1" dirty="0">
                <a:effectLst>
                  <a:outerShdw blurRad="38100" dist="38100" dir="2700000" algn="tl">
                    <a:srgbClr val="C0C0C0"/>
                  </a:outerShdw>
                </a:effectLst>
                <a:latin typeface="宋体" panose="02010600030101010101" pitchFamily="2" charset="-122"/>
                <a:ea typeface="宋体" panose="02010600030101010101" pitchFamily="2" charset="-122"/>
              </a:rPr>
              <a:t>具有流动性的连续介质（质点系）</a:t>
            </a:r>
            <a:r>
              <a:rPr kumimoji="1" lang="en-US" altLang="zh-CN" sz="3200" b="1" dirty="0">
                <a:effectLst>
                  <a:outerShdw blurRad="38100" dist="38100" dir="2700000" algn="tl">
                    <a:srgbClr val="C0C0C0"/>
                  </a:outerShdw>
                </a:effectLst>
                <a:latin typeface="宋体" panose="02010600030101010101" pitchFamily="2" charset="-122"/>
                <a:ea typeface="宋体" panose="02010600030101010101" pitchFamily="2" charset="-122"/>
              </a:rPr>
              <a:t>.</a:t>
            </a:r>
            <a:r>
              <a:rPr kumimoji="1" lang="zh-CN" altLang="en-US" sz="3200" b="1" dirty="0">
                <a:effectLst>
                  <a:outerShdw blurRad="38100" dist="38100" dir="2700000" algn="tl">
                    <a:srgbClr val="C0C0C0"/>
                  </a:outerShdw>
                </a:effectLst>
                <a:latin typeface="宋体" panose="02010600030101010101" pitchFamily="2" charset="-122"/>
                <a:ea typeface="宋体" panose="02010600030101010101" pitchFamily="2" charset="-122"/>
              </a:rPr>
              <a:t>液体和气体都是流体</a:t>
            </a:r>
            <a:r>
              <a:rPr kumimoji="1" lang="en-US" altLang="zh-CN" sz="3200" b="1" dirty="0">
                <a:effectLst>
                  <a:outerShdw blurRad="38100" dist="38100" dir="2700000" algn="tl">
                    <a:srgbClr val="C0C0C0"/>
                  </a:outerShdw>
                </a:effectLst>
                <a:latin typeface="宋体" panose="02010600030101010101" pitchFamily="2" charset="-122"/>
                <a:ea typeface="宋体" panose="02010600030101010101" pitchFamily="2" charset="-122"/>
              </a:rPr>
              <a:t>.</a:t>
            </a:r>
            <a:endParaRPr kumimoji="1" lang="en-US" altLang="zh-CN" sz="2400" b="1" dirty="0">
              <a:effectLst>
                <a:outerShdw blurRad="38100" dist="38100" dir="2700000" algn="tl">
                  <a:srgbClr val="C0C0C0"/>
                </a:outerShdw>
              </a:effectLst>
              <a:latin typeface="Times New Roman" panose="02020603050405020304" pitchFamily="18" charset="0"/>
            </a:endParaRPr>
          </a:p>
        </p:txBody>
      </p:sp>
      <p:sp>
        <p:nvSpPr>
          <p:cNvPr id="140291" name="Text Box 3">
            <a:extLst>
              <a:ext uri="{FF2B5EF4-FFF2-40B4-BE49-F238E27FC236}">
                <a16:creationId xmlns:a16="http://schemas.microsoft.com/office/drawing/2014/main" id="{28539CE4-F1FC-48D6-9CEC-1CC7C9F7176B}"/>
              </a:ext>
            </a:extLst>
          </p:cNvPr>
          <p:cNvSpPr txBox="1">
            <a:spLocks noChangeArrowheads="1"/>
          </p:cNvSpPr>
          <p:nvPr/>
        </p:nvSpPr>
        <p:spPr bwMode="auto">
          <a:xfrm>
            <a:off x="2308333" y="149779"/>
            <a:ext cx="153569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3200" dirty="0">
                <a:latin typeface="宋体" panose="02010600030101010101" pitchFamily="2" charset="-122"/>
              </a:rPr>
              <a:t>流体</a:t>
            </a:r>
          </a:p>
        </p:txBody>
      </p:sp>
      <p:sp>
        <p:nvSpPr>
          <p:cNvPr id="5" name="Text Box 2">
            <a:extLst>
              <a:ext uri="{FF2B5EF4-FFF2-40B4-BE49-F238E27FC236}">
                <a16:creationId xmlns:a16="http://schemas.microsoft.com/office/drawing/2014/main" id="{A0F93BD6-76FE-414D-BE88-48FF6D13D85F}"/>
              </a:ext>
            </a:extLst>
          </p:cNvPr>
          <p:cNvSpPr txBox="1">
            <a:spLocks noChangeArrowheads="1"/>
          </p:cNvSpPr>
          <p:nvPr/>
        </p:nvSpPr>
        <p:spPr bwMode="auto">
          <a:xfrm>
            <a:off x="1254002" y="2352039"/>
            <a:ext cx="8686800" cy="1076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lnSpc>
                <a:spcPct val="120000"/>
              </a:lnSpc>
              <a:buFont typeface="Wingdings" panose="05000000000000000000" pitchFamily="2" charset="2"/>
              <a:buChar char="Ø"/>
            </a:pPr>
            <a:r>
              <a:rPr kumimoji="1" lang="zh-CN" altLang="en-US" sz="2800" b="1" dirty="0">
                <a:solidFill>
                  <a:srgbClr val="FF0000"/>
                </a:solidFill>
                <a:effectLst>
                  <a:outerShdw blurRad="38100" dist="38100" dir="2700000" algn="tl">
                    <a:srgbClr val="C0C0C0"/>
                  </a:outerShdw>
                </a:effectLst>
                <a:latin typeface="宋体" panose="02010600030101010101" pitchFamily="2" charset="-122"/>
                <a:ea typeface="宋体" panose="02010600030101010101" pitchFamily="2" charset="-122"/>
              </a:rPr>
              <a:t>流体的基本特征</a:t>
            </a:r>
            <a:r>
              <a:rPr kumimoji="1" lang="zh-CN" altLang="en-US" sz="2800" b="1" dirty="0">
                <a:effectLst>
                  <a:outerShdw blurRad="38100" dist="38100" dir="2700000" algn="tl">
                    <a:srgbClr val="C0C0C0"/>
                  </a:outerShdw>
                </a:effectLst>
                <a:latin typeface="宋体" panose="02010600030101010101" pitchFamily="2" charset="-122"/>
                <a:ea typeface="宋体" panose="02010600030101010101" pitchFamily="2" charset="-122"/>
              </a:rPr>
              <a:t>是具有流动性，即流体内各部分之间极易发生相对运动，因而没有固定的形状</a:t>
            </a:r>
            <a:r>
              <a:rPr kumimoji="1" lang="en-US" altLang="zh-CN" sz="2800" b="1" dirty="0">
                <a:effectLst>
                  <a:outerShdw blurRad="38100" dist="38100" dir="2700000" algn="tl">
                    <a:srgbClr val="C0C0C0"/>
                  </a:outerShdw>
                </a:effectLst>
                <a:latin typeface="宋体" panose="02010600030101010101" pitchFamily="2" charset="-122"/>
                <a:ea typeface="宋体" panose="02010600030101010101" pitchFamily="2" charset="-122"/>
              </a:rPr>
              <a:t>.</a:t>
            </a:r>
            <a:endParaRPr kumimoji="1" lang="en-US" altLang="zh-CN" sz="2400" b="1" dirty="0">
              <a:effectLst>
                <a:outerShdw blurRad="38100" dist="38100" dir="2700000" algn="tl">
                  <a:srgbClr val="C0C0C0"/>
                </a:outerShdw>
              </a:effectLst>
              <a:latin typeface="Times New Roman" panose="02020603050405020304" pitchFamily="18" charset="0"/>
            </a:endParaRPr>
          </a:p>
        </p:txBody>
      </p:sp>
      <p:sp>
        <p:nvSpPr>
          <p:cNvPr id="6" name="Text Box 2">
            <a:extLst>
              <a:ext uri="{FF2B5EF4-FFF2-40B4-BE49-F238E27FC236}">
                <a16:creationId xmlns:a16="http://schemas.microsoft.com/office/drawing/2014/main" id="{4DDB16F4-7B82-4349-B9F9-70CD6FB571D7}"/>
              </a:ext>
            </a:extLst>
          </p:cNvPr>
          <p:cNvSpPr txBox="1">
            <a:spLocks noChangeArrowheads="1"/>
          </p:cNvSpPr>
          <p:nvPr/>
        </p:nvSpPr>
        <p:spPr bwMode="auto">
          <a:xfrm>
            <a:off x="1333901" y="3774042"/>
            <a:ext cx="8686800" cy="1595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20000"/>
              </a:lnSpc>
              <a:buFont typeface="Wingdings" panose="05000000000000000000" pitchFamily="2" charset="2"/>
              <a:buChar char="Ø"/>
            </a:pPr>
            <a:r>
              <a:rPr kumimoji="1" lang="zh-CN" altLang="en-US" sz="2800" b="1" dirty="0">
                <a:solidFill>
                  <a:srgbClr val="FF0000"/>
                </a:solidFill>
                <a:latin typeface="宋体" panose="02010600030101010101" pitchFamily="2" charset="-122"/>
                <a:ea typeface="宋体" panose="02010600030101010101" pitchFamily="2" charset="-122"/>
              </a:rPr>
              <a:t>流体力学</a:t>
            </a:r>
            <a:r>
              <a:rPr kumimoji="1" lang="zh-CN" altLang="en-US" sz="2800" b="1" dirty="0">
                <a:effectLst>
                  <a:outerShdw blurRad="38100" dist="38100" dir="2700000" algn="tl">
                    <a:srgbClr val="C0C0C0"/>
                  </a:outerShdw>
                </a:effectLst>
                <a:latin typeface="宋体" panose="02010600030101010101" pitchFamily="2" charset="-122"/>
                <a:ea typeface="宋体" panose="02010600030101010101" pitchFamily="2" charset="-122"/>
              </a:rPr>
              <a:t>是力学的一个分支，它主要研究流体本身的</a:t>
            </a:r>
            <a:r>
              <a:rPr kumimoji="1" lang="zh-CN" altLang="en-US" sz="2800" b="1"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静止</a:t>
            </a:r>
            <a:r>
              <a:rPr kumimoji="1" lang="zh-CN" altLang="en-US" sz="2800" b="1" dirty="0">
                <a:effectLst>
                  <a:outerShdw blurRad="38100" dist="38100" dir="2700000" algn="tl">
                    <a:srgbClr val="C0C0C0"/>
                  </a:outerShdw>
                </a:effectLst>
                <a:latin typeface="宋体" panose="02010600030101010101" pitchFamily="2" charset="-122"/>
                <a:ea typeface="宋体" panose="02010600030101010101" pitchFamily="2" charset="-122"/>
              </a:rPr>
              <a:t>状态和</a:t>
            </a:r>
            <a:r>
              <a:rPr kumimoji="1" lang="zh-CN" altLang="en-US" sz="2800" b="1" dirty="0">
                <a:solidFill>
                  <a:srgbClr val="0000FF"/>
                </a:solidFill>
                <a:effectLst>
                  <a:outerShdw blurRad="38100" dist="38100" dir="2700000" algn="tl">
                    <a:srgbClr val="C0C0C0"/>
                  </a:outerShdw>
                </a:effectLst>
                <a:latin typeface="宋体" panose="02010600030101010101" pitchFamily="2" charset="-122"/>
                <a:ea typeface="宋体" panose="02010600030101010101" pitchFamily="2" charset="-122"/>
              </a:rPr>
              <a:t>运动</a:t>
            </a:r>
            <a:r>
              <a:rPr kumimoji="1" lang="zh-CN" altLang="en-US" sz="2800" b="1" dirty="0">
                <a:effectLst>
                  <a:outerShdw blurRad="38100" dist="38100" dir="2700000" algn="tl">
                    <a:srgbClr val="C0C0C0"/>
                  </a:outerShdw>
                </a:effectLst>
                <a:latin typeface="宋体" panose="02010600030101010101" pitchFamily="2" charset="-122"/>
                <a:ea typeface="宋体" panose="02010600030101010101" pitchFamily="2" charset="-122"/>
              </a:rPr>
              <a:t>状态，以及流体和固体界壁间有相对运动时的相互作用和流动的规律。</a:t>
            </a:r>
            <a:r>
              <a:rPr kumimoji="1" lang="zh-CN" altLang="en-US" sz="2800" dirty="0">
                <a:latin typeface="宋体" panose="02010600030101010101" pitchFamily="2" charset="-122"/>
                <a:ea typeface="宋体" panose="02010600030101010101" pitchFamily="2" charset="-122"/>
              </a:rPr>
              <a:t> </a:t>
            </a:r>
            <a:endParaRPr kumimoji="1" lang="zh-CN" altLang="en-US" sz="2800" b="1" dirty="0">
              <a:effectLst>
                <a:outerShdw blurRad="38100" dist="38100" dir="2700000" algn="tl">
                  <a:srgbClr val="C0C0C0"/>
                </a:outerShdw>
              </a:effectLst>
              <a:latin typeface="宋体" panose="02010600030101010101" pitchFamily="2" charset="-122"/>
              <a:ea typeface="宋体" panose="02010600030101010101" pitchFamily="2" charset="-122"/>
            </a:endParaRPr>
          </a:p>
        </p:txBody>
      </p:sp>
    </p:spTree>
    <p:custDataLst>
      <p:tags r:id="rId1"/>
    </p:custDataLst>
  </p:cSld>
  <p:clrMapOvr>
    <a:masterClrMapping/>
  </p:clrMapOvr>
  <p:transition spd="med" advTm="59237">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0290">
                                            <p:txEl>
                                              <p:pRg st="0" end="0"/>
                                            </p:txEl>
                                          </p:spTgt>
                                        </p:tgtEl>
                                        <p:attrNameLst>
                                          <p:attrName>style.visibility</p:attrName>
                                        </p:attrNameLst>
                                      </p:cBhvr>
                                      <p:to>
                                        <p:strVal val="visible"/>
                                      </p:to>
                                    </p:set>
                                    <p:animEffect transition="in" filter="wipe(left)">
                                      <p:cBhvr>
                                        <p:cTn id="7" dur="500"/>
                                        <p:tgtEl>
                                          <p:spTgt spid="140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iterate type="lt">
                                    <p:tmPct val="0"/>
                                  </p:iterate>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iterate type="lt">
                                    <p:tmPct val="0"/>
                                  </p:iterate>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down)">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灯片编号占位符 1">
            <a:extLst>
              <a:ext uri="{FF2B5EF4-FFF2-40B4-BE49-F238E27FC236}">
                <a16:creationId xmlns:a16="http://schemas.microsoft.com/office/drawing/2014/main" id="{BA57FF30-E3BB-4341-8386-5E511DD7730B}"/>
              </a:ext>
            </a:extLst>
          </p:cNvPr>
          <p:cNvSpPr>
            <a:spLocks noGrp="1"/>
          </p:cNvSpPr>
          <p:nvPr>
            <p:ph type="sldNum" sz="quarter" idx="4294967295"/>
          </p:nvPr>
        </p:nvSpPr>
        <p:spPr>
          <a:xfrm>
            <a:off x="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6EE0BC-32B9-468F-9C9E-B5066E47B2E6}" type="slidenum">
              <a:rPr lang="en-US" altLang="zh-CN">
                <a:solidFill>
                  <a:srgbClr val="000000"/>
                </a:solidFill>
                <a:latin typeface="Times New Roman" panose="02020603050405020304" pitchFamily="18" charset="0"/>
              </a:rPr>
              <a:pPr eaLnBrk="1" hangingPunct="1"/>
              <a:t>3</a:t>
            </a:fld>
            <a:endParaRPr lang="en-US" altLang="zh-CN">
              <a:solidFill>
                <a:srgbClr val="000000"/>
              </a:solidFill>
              <a:latin typeface="Times New Roman" panose="02020603050405020304" pitchFamily="18" charset="0"/>
            </a:endParaRPr>
          </a:p>
        </p:txBody>
      </p:sp>
      <p:sp>
        <p:nvSpPr>
          <p:cNvPr id="39" name="Text Box 2">
            <a:extLst>
              <a:ext uri="{FF2B5EF4-FFF2-40B4-BE49-F238E27FC236}">
                <a16:creationId xmlns:a16="http://schemas.microsoft.com/office/drawing/2014/main" id="{3CD9F7C6-2AA2-457B-B788-7D033F04B714}"/>
              </a:ext>
            </a:extLst>
          </p:cNvPr>
          <p:cNvSpPr txBox="1">
            <a:spLocks noChangeArrowheads="1"/>
          </p:cNvSpPr>
          <p:nvPr/>
        </p:nvSpPr>
        <p:spPr bwMode="auto">
          <a:xfrm>
            <a:off x="1611314" y="177802"/>
            <a:ext cx="5276850" cy="646112"/>
          </a:xfrm>
          <a:prstGeom prst="rect">
            <a:avLst/>
          </a:prstGeom>
          <a:noFill/>
          <a:ln w="9525">
            <a:noFill/>
            <a:miter lim="800000"/>
            <a:headEnd/>
            <a:tailEnd/>
          </a:ln>
        </p:spPr>
        <p:txBody>
          <a:bodyPr>
            <a:spAutoFit/>
          </a:bodyPr>
          <a:lstStyle/>
          <a:p>
            <a:pPr>
              <a:defRPr/>
            </a:pPr>
            <a:r>
              <a:rPr lang="zh-CN" altLang="en-US" sz="3600" b="1" dirty="0">
                <a:solidFill>
                  <a:srgbClr val="A50021"/>
                </a:solidFill>
                <a:latin typeface="宋体" panose="02010600030101010101" pitchFamily="2" charset="-122"/>
                <a:ea typeface="宋体" panose="02010600030101010101" pitchFamily="2" charset="-122"/>
              </a:rPr>
              <a:t>一  理想流体的运动</a:t>
            </a:r>
          </a:p>
        </p:txBody>
      </p:sp>
      <p:sp>
        <p:nvSpPr>
          <p:cNvPr id="37" name="Text Box 2">
            <a:extLst>
              <a:ext uri="{FF2B5EF4-FFF2-40B4-BE49-F238E27FC236}">
                <a16:creationId xmlns:a16="http://schemas.microsoft.com/office/drawing/2014/main" id="{0AC029DC-22B0-4166-91FE-25145118B83B}"/>
              </a:ext>
            </a:extLst>
          </p:cNvPr>
          <p:cNvSpPr txBox="1">
            <a:spLocks noChangeArrowheads="1"/>
          </p:cNvSpPr>
          <p:nvPr/>
        </p:nvSpPr>
        <p:spPr bwMode="auto">
          <a:xfrm>
            <a:off x="827790" y="931103"/>
            <a:ext cx="7870454" cy="584775"/>
          </a:xfrm>
          <a:prstGeom prst="rect">
            <a:avLst/>
          </a:prstGeom>
          <a:noFill/>
          <a:ln w="9525">
            <a:noFill/>
            <a:miter lim="800000"/>
            <a:headEnd/>
            <a:tailEnd/>
          </a:ln>
        </p:spPr>
        <p:txBody>
          <a:bodyPr wrap="square">
            <a:spAutoFit/>
          </a:bodyPr>
          <a:lstStyle/>
          <a:p>
            <a:pPr>
              <a:defRPr/>
            </a:pPr>
            <a:r>
              <a:rPr lang="en-US" altLang="zh-CN" sz="3200" b="1" dirty="0">
                <a:latin typeface="宋体" panose="02010600030101010101" pitchFamily="2" charset="-122"/>
                <a:ea typeface="宋体" panose="02010600030101010101" pitchFamily="2" charset="-122"/>
              </a:rPr>
              <a:t>1.</a:t>
            </a:r>
            <a:r>
              <a:rPr lang="zh-CN" altLang="en-US" sz="3200" b="1" dirty="0">
                <a:latin typeface="宋体" panose="02010600030101010101" pitchFamily="2" charset="-122"/>
                <a:ea typeface="宋体" panose="02010600030101010101" pitchFamily="2" charset="-122"/>
              </a:rPr>
              <a:t> 流体的基本性质和描述</a:t>
            </a:r>
          </a:p>
        </p:txBody>
      </p:sp>
      <p:sp>
        <p:nvSpPr>
          <p:cNvPr id="43" name="Text Box 71">
            <a:extLst>
              <a:ext uri="{FF2B5EF4-FFF2-40B4-BE49-F238E27FC236}">
                <a16:creationId xmlns:a16="http://schemas.microsoft.com/office/drawing/2014/main" id="{23BAABE1-9C82-490D-834A-53D2EEDF752A}"/>
              </a:ext>
            </a:extLst>
          </p:cNvPr>
          <p:cNvSpPr txBox="1">
            <a:spLocks noChangeArrowheads="1"/>
          </p:cNvSpPr>
          <p:nvPr/>
        </p:nvSpPr>
        <p:spPr bwMode="auto">
          <a:xfrm>
            <a:off x="1371600" y="1593596"/>
            <a:ext cx="5628481" cy="60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0000"/>
              </a:lnSpc>
              <a:buFont typeface="Wingdings" panose="05000000000000000000" pitchFamily="2" charset="2"/>
              <a:buChar char="Ø"/>
            </a:pPr>
            <a:r>
              <a:rPr kumimoji="1" lang="zh-CN" altLang="en-US" sz="3200" b="1" dirty="0">
                <a:solidFill>
                  <a:srgbClr val="0000FF"/>
                </a:solidFill>
                <a:latin typeface="宋体" panose="02010600030101010101" pitchFamily="2" charset="-122"/>
              </a:rPr>
              <a:t>理想流体的定义</a:t>
            </a:r>
          </a:p>
        </p:txBody>
      </p:sp>
      <p:sp>
        <p:nvSpPr>
          <p:cNvPr id="44" name="Text Box 71">
            <a:extLst>
              <a:ext uri="{FF2B5EF4-FFF2-40B4-BE49-F238E27FC236}">
                <a16:creationId xmlns:a16="http://schemas.microsoft.com/office/drawing/2014/main" id="{80FF73F8-8150-4610-9C60-93DAF2A88DA6}"/>
              </a:ext>
            </a:extLst>
          </p:cNvPr>
          <p:cNvSpPr txBox="1">
            <a:spLocks noChangeArrowheads="1"/>
          </p:cNvSpPr>
          <p:nvPr/>
        </p:nvSpPr>
        <p:spPr bwMode="auto">
          <a:xfrm>
            <a:off x="1211824" y="2926448"/>
            <a:ext cx="4495115" cy="60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20000"/>
              </a:lnSpc>
              <a:buFont typeface="Wingdings" panose="05000000000000000000" pitchFamily="2" charset="2"/>
              <a:buChar char="Ø"/>
            </a:pPr>
            <a:r>
              <a:rPr kumimoji="1" lang="zh-CN" altLang="en-US" sz="3200" b="1" dirty="0">
                <a:solidFill>
                  <a:srgbClr val="0000FF"/>
                </a:solidFill>
                <a:latin typeface="宋体" panose="02010600030101010101" pitchFamily="2" charset="-122"/>
              </a:rPr>
              <a:t>流体运动的描述</a:t>
            </a:r>
          </a:p>
        </p:txBody>
      </p:sp>
      <p:sp>
        <p:nvSpPr>
          <p:cNvPr id="45" name="Text Box 3">
            <a:extLst>
              <a:ext uri="{FF2B5EF4-FFF2-40B4-BE49-F238E27FC236}">
                <a16:creationId xmlns:a16="http://schemas.microsoft.com/office/drawing/2014/main" id="{59FFD2F1-A1E5-4C41-A2DA-5E54F201647A}"/>
              </a:ext>
            </a:extLst>
          </p:cNvPr>
          <p:cNvSpPr txBox="1">
            <a:spLocks noChangeArrowheads="1"/>
          </p:cNvSpPr>
          <p:nvPr/>
        </p:nvSpPr>
        <p:spPr bwMode="auto">
          <a:xfrm>
            <a:off x="1759745" y="2292357"/>
            <a:ext cx="8174368"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理想流体</a:t>
            </a:r>
            <a:r>
              <a:rPr kumimoji="1" lang="en-US" altLang="zh-CN" sz="2800" b="1" dirty="0">
                <a:latin typeface="宋体" panose="02010600030101010101" pitchFamily="2" charset="-122"/>
                <a:ea typeface="宋体" panose="02010600030101010101" pitchFamily="2" charset="-122"/>
              </a:rPr>
              <a:t>:</a:t>
            </a:r>
            <a:r>
              <a:rPr kumimoji="1" lang="zh-CN" altLang="en-US" sz="2800" b="1" dirty="0">
                <a:latin typeface="宋体" panose="02010600030101010101" pitchFamily="2" charset="-122"/>
                <a:ea typeface="宋体" panose="02010600030101010101" pitchFamily="2" charset="-122"/>
              </a:rPr>
              <a:t>绝对不可压缩、完全没有黏滞性的流体</a:t>
            </a:r>
          </a:p>
        </p:txBody>
      </p:sp>
      <p:sp>
        <p:nvSpPr>
          <p:cNvPr id="47" name="Text Box 2">
            <a:extLst>
              <a:ext uri="{FF2B5EF4-FFF2-40B4-BE49-F238E27FC236}">
                <a16:creationId xmlns:a16="http://schemas.microsoft.com/office/drawing/2014/main" id="{92A7E338-D83B-4DCC-9698-A2DC424F8659}"/>
              </a:ext>
            </a:extLst>
          </p:cNvPr>
          <p:cNvSpPr txBox="1">
            <a:spLocks noChangeArrowheads="1"/>
          </p:cNvSpPr>
          <p:nvPr/>
        </p:nvSpPr>
        <p:spPr bwMode="auto">
          <a:xfrm>
            <a:off x="1326072" y="4906301"/>
            <a:ext cx="7529334" cy="1574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800" b="1" dirty="0">
                <a:solidFill>
                  <a:srgbClr val="FF0000"/>
                </a:solidFill>
                <a:latin typeface="宋体" panose="02010600030101010101" pitchFamily="2" charset="-122"/>
                <a:ea typeface="宋体" panose="02010600030101010101" pitchFamily="2" charset="-122"/>
              </a:rPr>
              <a:t>流线</a:t>
            </a:r>
            <a:r>
              <a:rPr kumimoji="1" lang="zh-CN" altLang="en-US" sz="2800" b="1" dirty="0">
                <a:latin typeface="宋体" panose="02010600030101010101" pitchFamily="2" charset="-122"/>
                <a:ea typeface="宋体" panose="02010600030101010101" pitchFamily="2" charset="-122"/>
              </a:rPr>
              <a:t>：分布在流场中的许多假想曲线，曲线上每一点的切线方向和流体质量元流经该点时的速度方向一致。</a:t>
            </a:r>
          </a:p>
        </p:txBody>
      </p:sp>
      <p:sp>
        <p:nvSpPr>
          <p:cNvPr id="48" name="Text Box 5">
            <a:extLst>
              <a:ext uri="{FF2B5EF4-FFF2-40B4-BE49-F238E27FC236}">
                <a16:creationId xmlns:a16="http://schemas.microsoft.com/office/drawing/2014/main" id="{7485BFD9-3689-4AA6-AFA9-58E4EE23E16B}"/>
              </a:ext>
            </a:extLst>
          </p:cNvPr>
          <p:cNvSpPr txBox="1">
            <a:spLocks noChangeArrowheads="1"/>
          </p:cNvSpPr>
          <p:nvPr/>
        </p:nvSpPr>
        <p:spPr bwMode="auto">
          <a:xfrm>
            <a:off x="1443923" y="3606812"/>
            <a:ext cx="6541378"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kumimoji="1" lang="zh-CN" altLang="en-US" sz="2800" b="1" dirty="0">
                <a:latin typeface="宋体" panose="02010600030101010101" pitchFamily="2" charset="-122"/>
                <a:ea typeface="宋体" panose="02010600030101010101" pitchFamily="2" charset="-122"/>
              </a:rPr>
              <a:t>流体流经的空间称为</a:t>
            </a:r>
            <a:r>
              <a:rPr kumimoji="1" lang="zh-CN" altLang="en-US" sz="2800" b="1" dirty="0">
                <a:solidFill>
                  <a:srgbClr val="FF0000"/>
                </a:solidFill>
                <a:latin typeface="宋体" panose="02010600030101010101" pitchFamily="2" charset="-122"/>
                <a:ea typeface="宋体" panose="02010600030101010101" pitchFamily="2" charset="-122"/>
              </a:rPr>
              <a:t>流体空间</a:t>
            </a:r>
            <a:r>
              <a:rPr kumimoji="1" lang="zh-CN" altLang="en-US" sz="2800" b="1" dirty="0">
                <a:latin typeface="宋体" panose="02010600030101010101" pitchFamily="2" charset="-122"/>
                <a:ea typeface="宋体" panose="02010600030101010101" pitchFamily="2" charset="-122"/>
              </a:rPr>
              <a:t>或</a:t>
            </a:r>
            <a:r>
              <a:rPr kumimoji="1" lang="zh-CN" altLang="en-US" sz="2800" b="1" dirty="0">
                <a:solidFill>
                  <a:srgbClr val="FF0000"/>
                </a:solidFill>
                <a:latin typeface="宋体" panose="02010600030101010101" pitchFamily="2" charset="-122"/>
                <a:ea typeface="宋体" panose="02010600030101010101" pitchFamily="2" charset="-122"/>
              </a:rPr>
              <a:t>流场</a:t>
            </a:r>
            <a:endParaRPr kumimoji="1" lang="zh-CN" altLang="en-US" sz="2400" b="1" dirty="0">
              <a:solidFill>
                <a:srgbClr val="FF0000"/>
              </a:solidFill>
              <a:latin typeface="Times New Roman" panose="02020603050405020304" pitchFamily="18" charset="0"/>
            </a:endParaRPr>
          </a:p>
        </p:txBody>
      </p:sp>
      <p:sp>
        <p:nvSpPr>
          <p:cNvPr id="49" name="Freeform 18">
            <a:extLst>
              <a:ext uri="{FF2B5EF4-FFF2-40B4-BE49-F238E27FC236}">
                <a16:creationId xmlns:a16="http://schemas.microsoft.com/office/drawing/2014/main" id="{DF66543B-2FB7-479E-8344-55519B638D50}"/>
              </a:ext>
            </a:extLst>
          </p:cNvPr>
          <p:cNvSpPr>
            <a:spLocks/>
          </p:cNvSpPr>
          <p:nvPr/>
        </p:nvSpPr>
        <p:spPr bwMode="auto">
          <a:xfrm>
            <a:off x="8987169" y="3338174"/>
            <a:ext cx="2614612" cy="1236662"/>
          </a:xfrm>
          <a:custGeom>
            <a:avLst/>
            <a:gdLst>
              <a:gd name="T0" fmla="*/ 0 w 1647"/>
              <a:gd name="T1" fmla="*/ 8 h 779"/>
              <a:gd name="T2" fmla="*/ 317 w 1647"/>
              <a:gd name="T3" fmla="*/ 53 h 779"/>
              <a:gd name="T4" fmla="*/ 680 w 1647"/>
              <a:gd name="T5" fmla="*/ 325 h 779"/>
              <a:gd name="T6" fmla="*/ 1270 w 1647"/>
              <a:gd name="T7" fmla="*/ 597 h 779"/>
              <a:gd name="T8" fmla="*/ 1587 w 1647"/>
              <a:gd name="T9" fmla="*/ 733 h 779"/>
              <a:gd name="T10" fmla="*/ 1632 w 1647"/>
              <a:gd name="T11" fmla="*/ 779 h 779"/>
            </a:gdLst>
            <a:ahLst/>
            <a:cxnLst>
              <a:cxn ang="0">
                <a:pos x="T0" y="T1"/>
              </a:cxn>
              <a:cxn ang="0">
                <a:pos x="T2" y="T3"/>
              </a:cxn>
              <a:cxn ang="0">
                <a:pos x="T4" y="T5"/>
              </a:cxn>
              <a:cxn ang="0">
                <a:pos x="T6" y="T7"/>
              </a:cxn>
              <a:cxn ang="0">
                <a:pos x="T8" y="T9"/>
              </a:cxn>
              <a:cxn ang="0">
                <a:pos x="T10" y="T11"/>
              </a:cxn>
            </a:cxnLst>
            <a:rect l="0" t="0" r="r" b="b"/>
            <a:pathLst>
              <a:path w="1647" h="779">
                <a:moveTo>
                  <a:pt x="0" y="8"/>
                </a:moveTo>
                <a:cubicBezTo>
                  <a:pt x="102" y="4"/>
                  <a:pt x="204" y="0"/>
                  <a:pt x="317" y="53"/>
                </a:cubicBezTo>
                <a:cubicBezTo>
                  <a:pt x="430" y="106"/>
                  <a:pt x="521" y="234"/>
                  <a:pt x="680" y="325"/>
                </a:cubicBezTo>
                <a:cubicBezTo>
                  <a:pt x="839" y="416"/>
                  <a:pt x="1119" y="529"/>
                  <a:pt x="1270" y="597"/>
                </a:cubicBezTo>
                <a:cubicBezTo>
                  <a:pt x="1421" y="665"/>
                  <a:pt x="1527" y="703"/>
                  <a:pt x="1587" y="733"/>
                </a:cubicBezTo>
                <a:cubicBezTo>
                  <a:pt x="1647" y="763"/>
                  <a:pt x="1639" y="771"/>
                  <a:pt x="1632" y="779"/>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Freeform 19">
            <a:extLst>
              <a:ext uri="{FF2B5EF4-FFF2-40B4-BE49-F238E27FC236}">
                <a16:creationId xmlns:a16="http://schemas.microsoft.com/office/drawing/2014/main" id="{4A690876-A0C8-49A6-9E6F-1B62941E9CC6}"/>
              </a:ext>
            </a:extLst>
          </p:cNvPr>
          <p:cNvSpPr>
            <a:spLocks/>
          </p:cNvSpPr>
          <p:nvPr/>
        </p:nvSpPr>
        <p:spPr bwMode="auto">
          <a:xfrm>
            <a:off x="8626806" y="4620874"/>
            <a:ext cx="2614613" cy="1236662"/>
          </a:xfrm>
          <a:custGeom>
            <a:avLst/>
            <a:gdLst>
              <a:gd name="T0" fmla="*/ 0 w 1647"/>
              <a:gd name="T1" fmla="*/ 8 h 779"/>
              <a:gd name="T2" fmla="*/ 317 w 1647"/>
              <a:gd name="T3" fmla="*/ 53 h 779"/>
              <a:gd name="T4" fmla="*/ 680 w 1647"/>
              <a:gd name="T5" fmla="*/ 325 h 779"/>
              <a:gd name="T6" fmla="*/ 1270 w 1647"/>
              <a:gd name="T7" fmla="*/ 597 h 779"/>
              <a:gd name="T8" fmla="*/ 1587 w 1647"/>
              <a:gd name="T9" fmla="*/ 733 h 779"/>
              <a:gd name="T10" fmla="*/ 1632 w 1647"/>
              <a:gd name="T11" fmla="*/ 779 h 779"/>
            </a:gdLst>
            <a:ahLst/>
            <a:cxnLst>
              <a:cxn ang="0">
                <a:pos x="T0" y="T1"/>
              </a:cxn>
              <a:cxn ang="0">
                <a:pos x="T2" y="T3"/>
              </a:cxn>
              <a:cxn ang="0">
                <a:pos x="T4" y="T5"/>
              </a:cxn>
              <a:cxn ang="0">
                <a:pos x="T6" y="T7"/>
              </a:cxn>
              <a:cxn ang="0">
                <a:pos x="T8" y="T9"/>
              </a:cxn>
              <a:cxn ang="0">
                <a:pos x="T10" y="T11"/>
              </a:cxn>
            </a:cxnLst>
            <a:rect l="0" t="0" r="r" b="b"/>
            <a:pathLst>
              <a:path w="1647" h="779">
                <a:moveTo>
                  <a:pt x="0" y="8"/>
                </a:moveTo>
                <a:cubicBezTo>
                  <a:pt x="102" y="4"/>
                  <a:pt x="204" y="0"/>
                  <a:pt x="317" y="53"/>
                </a:cubicBezTo>
                <a:cubicBezTo>
                  <a:pt x="430" y="106"/>
                  <a:pt x="521" y="234"/>
                  <a:pt x="680" y="325"/>
                </a:cubicBezTo>
                <a:cubicBezTo>
                  <a:pt x="839" y="416"/>
                  <a:pt x="1119" y="529"/>
                  <a:pt x="1270" y="597"/>
                </a:cubicBezTo>
                <a:cubicBezTo>
                  <a:pt x="1421" y="665"/>
                  <a:pt x="1527" y="703"/>
                  <a:pt x="1587" y="733"/>
                </a:cubicBezTo>
                <a:cubicBezTo>
                  <a:pt x="1647" y="763"/>
                  <a:pt x="1639" y="771"/>
                  <a:pt x="1632" y="779"/>
                </a:cubicBezTo>
              </a:path>
            </a:pathLst>
          </a:custGeom>
          <a:noFill/>
          <a:ln w="31750" cap="flat" cmpd="sng">
            <a:solidFill>
              <a:schemeClr val="accent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Freeform 20">
            <a:extLst>
              <a:ext uri="{FF2B5EF4-FFF2-40B4-BE49-F238E27FC236}">
                <a16:creationId xmlns:a16="http://schemas.microsoft.com/office/drawing/2014/main" id="{505955F7-85E3-469D-B801-854E07510F03}"/>
              </a:ext>
            </a:extLst>
          </p:cNvPr>
          <p:cNvSpPr>
            <a:spLocks/>
          </p:cNvSpPr>
          <p:nvPr/>
        </p:nvSpPr>
        <p:spPr bwMode="auto">
          <a:xfrm>
            <a:off x="8914144" y="3698536"/>
            <a:ext cx="2614612" cy="1236663"/>
          </a:xfrm>
          <a:custGeom>
            <a:avLst/>
            <a:gdLst>
              <a:gd name="T0" fmla="*/ 0 w 1647"/>
              <a:gd name="T1" fmla="*/ 8 h 779"/>
              <a:gd name="T2" fmla="*/ 317 w 1647"/>
              <a:gd name="T3" fmla="*/ 53 h 779"/>
              <a:gd name="T4" fmla="*/ 680 w 1647"/>
              <a:gd name="T5" fmla="*/ 325 h 779"/>
              <a:gd name="T6" fmla="*/ 1270 w 1647"/>
              <a:gd name="T7" fmla="*/ 597 h 779"/>
              <a:gd name="T8" fmla="*/ 1587 w 1647"/>
              <a:gd name="T9" fmla="*/ 733 h 779"/>
              <a:gd name="T10" fmla="*/ 1632 w 1647"/>
              <a:gd name="T11" fmla="*/ 779 h 779"/>
            </a:gdLst>
            <a:ahLst/>
            <a:cxnLst>
              <a:cxn ang="0">
                <a:pos x="T0" y="T1"/>
              </a:cxn>
              <a:cxn ang="0">
                <a:pos x="T2" y="T3"/>
              </a:cxn>
              <a:cxn ang="0">
                <a:pos x="T4" y="T5"/>
              </a:cxn>
              <a:cxn ang="0">
                <a:pos x="T6" y="T7"/>
              </a:cxn>
              <a:cxn ang="0">
                <a:pos x="T8" y="T9"/>
              </a:cxn>
              <a:cxn ang="0">
                <a:pos x="T10" y="T11"/>
              </a:cxn>
            </a:cxnLst>
            <a:rect l="0" t="0" r="r" b="b"/>
            <a:pathLst>
              <a:path w="1647" h="779">
                <a:moveTo>
                  <a:pt x="0" y="8"/>
                </a:moveTo>
                <a:cubicBezTo>
                  <a:pt x="102" y="4"/>
                  <a:pt x="204" y="0"/>
                  <a:pt x="317" y="53"/>
                </a:cubicBezTo>
                <a:cubicBezTo>
                  <a:pt x="430" y="106"/>
                  <a:pt x="521" y="234"/>
                  <a:pt x="680" y="325"/>
                </a:cubicBezTo>
                <a:cubicBezTo>
                  <a:pt x="839" y="416"/>
                  <a:pt x="1119" y="529"/>
                  <a:pt x="1270" y="597"/>
                </a:cubicBezTo>
                <a:cubicBezTo>
                  <a:pt x="1421" y="665"/>
                  <a:pt x="1527" y="703"/>
                  <a:pt x="1587" y="733"/>
                </a:cubicBezTo>
                <a:cubicBezTo>
                  <a:pt x="1647" y="763"/>
                  <a:pt x="1639" y="771"/>
                  <a:pt x="1632" y="779"/>
                </a:cubicBezTo>
              </a:path>
            </a:pathLst>
          </a:custGeom>
          <a:noFill/>
          <a:ln w="22225" cap="flat" cmpd="sng">
            <a:solidFill>
              <a:srgbClr val="0080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Oval 21">
            <a:extLst>
              <a:ext uri="{FF2B5EF4-FFF2-40B4-BE49-F238E27FC236}">
                <a16:creationId xmlns:a16="http://schemas.microsoft.com/office/drawing/2014/main" id="{F8A5B44D-C204-4AA0-831E-E0A23E64ADE5}"/>
              </a:ext>
            </a:extLst>
          </p:cNvPr>
          <p:cNvSpPr>
            <a:spLocks noChangeArrowheads="1"/>
          </p:cNvSpPr>
          <p:nvPr/>
        </p:nvSpPr>
        <p:spPr bwMode="auto">
          <a:xfrm>
            <a:off x="9203069" y="3698536"/>
            <a:ext cx="71437" cy="71438"/>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Oval 22">
            <a:extLst>
              <a:ext uri="{FF2B5EF4-FFF2-40B4-BE49-F238E27FC236}">
                <a16:creationId xmlns:a16="http://schemas.microsoft.com/office/drawing/2014/main" id="{2390F5F6-0B77-4B83-A0D3-700B22D7B17C}"/>
              </a:ext>
            </a:extLst>
          </p:cNvPr>
          <p:cNvSpPr>
            <a:spLocks noChangeArrowheads="1"/>
          </p:cNvSpPr>
          <p:nvPr/>
        </p:nvSpPr>
        <p:spPr bwMode="auto">
          <a:xfrm>
            <a:off x="9995231" y="4201774"/>
            <a:ext cx="71438"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Oval 23">
            <a:extLst>
              <a:ext uri="{FF2B5EF4-FFF2-40B4-BE49-F238E27FC236}">
                <a16:creationId xmlns:a16="http://schemas.microsoft.com/office/drawing/2014/main" id="{F2834453-0391-4F0E-B414-45BEEE303350}"/>
              </a:ext>
            </a:extLst>
          </p:cNvPr>
          <p:cNvSpPr>
            <a:spLocks noChangeArrowheads="1"/>
          </p:cNvSpPr>
          <p:nvPr/>
        </p:nvSpPr>
        <p:spPr bwMode="auto">
          <a:xfrm>
            <a:off x="10787394" y="4562136"/>
            <a:ext cx="71437" cy="71438"/>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4">
            <a:extLst>
              <a:ext uri="{FF2B5EF4-FFF2-40B4-BE49-F238E27FC236}">
                <a16:creationId xmlns:a16="http://schemas.microsoft.com/office/drawing/2014/main" id="{81BB2F7F-5511-4052-8F45-371A3957A450}"/>
              </a:ext>
            </a:extLst>
          </p:cNvPr>
          <p:cNvSpPr>
            <a:spLocks noChangeShapeType="1"/>
          </p:cNvSpPr>
          <p:nvPr/>
        </p:nvSpPr>
        <p:spPr bwMode="auto">
          <a:xfrm>
            <a:off x="9228469" y="3711236"/>
            <a:ext cx="287337" cy="71438"/>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Freeform 25">
            <a:extLst>
              <a:ext uri="{FF2B5EF4-FFF2-40B4-BE49-F238E27FC236}">
                <a16:creationId xmlns:a16="http://schemas.microsoft.com/office/drawing/2014/main" id="{CE07F3B8-4C5C-4B4D-93C1-5A81F6FEF7CB}"/>
              </a:ext>
            </a:extLst>
          </p:cNvPr>
          <p:cNvSpPr>
            <a:spLocks/>
          </p:cNvSpPr>
          <p:nvPr/>
        </p:nvSpPr>
        <p:spPr bwMode="auto">
          <a:xfrm>
            <a:off x="10014281" y="4220824"/>
            <a:ext cx="269875" cy="165100"/>
          </a:xfrm>
          <a:custGeom>
            <a:avLst/>
            <a:gdLst>
              <a:gd name="T0" fmla="*/ 0 w 170"/>
              <a:gd name="T1" fmla="*/ 0 h 104"/>
              <a:gd name="T2" fmla="*/ 143 w 170"/>
              <a:gd name="T3" fmla="*/ 89 h 104"/>
              <a:gd name="T4" fmla="*/ 170 w 170"/>
              <a:gd name="T5" fmla="*/ 104 h 104"/>
            </a:gdLst>
            <a:ahLst/>
            <a:cxnLst>
              <a:cxn ang="0">
                <a:pos x="T0" y="T1"/>
              </a:cxn>
              <a:cxn ang="0">
                <a:pos x="T2" y="T3"/>
              </a:cxn>
              <a:cxn ang="0">
                <a:pos x="T4" y="T5"/>
              </a:cxn>
            </a:cxnLst>
            <a:rect l="0" t="0" r="r" b="b"/>
            <a:pathLst>
              <a:path w="170" h="104">
                <a:moveTo>
                  <a:pt x="0" y="0"/>
                </a:moveTo>
                <a:lnTo>
                  <a:pt x="143" y="89"/>
                </a:lnTo>
                <a:lnTo>
                  <a:pt x="170" y="104"/>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Freeform 27">
            <a:extLst>
              <a:ext uri="{FF2B5EF4-FFF2-40B4-BE49-F238E27FC236}">
                <a16:creationId xmlns:a16="http://schemas.microsoft.com/office/drawing/2014/main" id="{733C403B-5370-4A15-9EF8-8A3FD77847CA}"/>
              </a:ext>
            </a:extLst>
          </p:cNvPr>
          <p:cNvSpPr>
            <a:spLocks/>
          </p:cNvSpPr>
          <p:nvPr/>
        </p:nvSpPr>
        <p:spPr bwMode="auto">
          <a:xfrm>
            <a:off x="8820481" y="3947774"/>
            <a:ext cx="2614613" cy="1236662"/>
          </a:xfrm>
          <a:custGeom>
            <a:avLst/>
            <a:gdLst>
              <a:gd name="T0" fmla="*/ 0 w 1647"/>
              <a:gd name="T1" fmla="*/ 8 h 779"/>
              <a:gd name="T2" fmla="*/ 317 w 1647"/>
              <a:gd name="T3" fmla="*/ 53 h 779"/>
              <a:gd name="T4" fmla="*/ 680 w 1647"/>
              <a:gd name="T5" fmla="*/ 325 h 779"/>
              <a:gd name="T6" fmla="*/ 1270 w 1647"/>
              <a:gd name="T7" fmla="*/ 597 h 779"/>
              <a:gd name="T8" fmla="*/ 1587 w 1647"/>
              <a:gd name="T9" fmla="*/ 733 h 779"/>
              <a:gd name="T10" fmla="*/ 1632 w 1647"/>
              <a:gd name="T11" fmla="*/ 779 h 779"/>
            </a:gdLst>
            <a:ahLst/>
            <a:cxnLst>
              <a:cxn ang="0">
                <a:pos x="T0" y="T1"/>
              </a:cxn>
              <a:cxn ang="0">
                <a:pos x="T2" y="T3"/>
              </a:cxn>
              <a:cxn ang="0">
                <a:pos x="T4" y="T5"/>
              </a:cxn>
              <a:cxn ang="0">
                <a:pos x="T6" y="T7"/>
              </a:cxn>
              <a:cxn ang="0">
                <a:pos x="T8" y="T9"/>
              </a:cxn>
              <a:cxn ang="0">
                <a:pos x="T10" y="T11"/>
              </a:cxn>
            </a:cxnLst>
            <a:rect l="0" t="0" r="r" b="b"/>
            <a:pathLst>
              <a:path w="1647" h="779">
                <a:moveTo>
                  <a:pt x="0" y="8"/>
                </a:moveTo>
                <a:cubicBezTo>
                  <a:pt x="102" y="4"/>
                  <a:pt x="204" y="0"/>
                  <a:pt x="317" y="53"/>
                </a:cubicBezTo>
                <a:cubicBezTo>
                  <a:pt x="430" y="106"/>
                  <a:pt x="521" y="234"/>
                  <a:pt x="680" y="325"/>
                </a:cubicBezTo>
                <a:cubicBezTo>
                  <a:pt x="839" y="416"/>
                  <a:pt x="1119" y="529"/>
                  <a:pt x="1270" y="597"/>
                </a:cubicBezTo>
                <a:cubicBezTo>
                  <a:pt x="1421" y="665"/>
                  <a:pt x="1527" y="703"/>
                  <a:pt x="1587" y="733"/>
                </a:cubicBezTo>
                <a:cubicBezTo>
                  <a:pt x="1647" y="763"/>
                  <a:pt x="1639" y="771"/>
                  <a:pt x="1632" y="779"/>
                </a:cubicBezTo>
              </a:path>
            </a:pathLst>
          </a:custGeom>
          <a:noFill/>
          <a:ln w="22225" cap="flat" cmpd="sng">
            <a:solidFill>
              <a:srgbClr val="0080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Freeform 28">
            <a:extLst>
              <a:ext uri="{FF2B5EF4-FFF2-40B4-BE49-F238E27FC236}">
                <a16:creationId xmlns:a16="http://schemas.microsoft.com/office/drawing/2014/main" id="{BCD2B302-5D74-4613-ABE0-E6DEEE076498}"/>
              </a:ext>
            </a:extLst>
          </p:cNvPr>
          <p:cNvSpPr>
            <a:spLocks/>
          </p:cNvSpPr>
          <p:nvPr/>
        </p:nvSpPr>
        <p:spPr bwMode="auto">
          <a:xfrm>
            <a:off x="8698244" y="4236699"/>
            <a:ext cx="2614612" cy="1236662"/>
          </a:xfrm>
          <a:custGeom>
            <a:avLst/>
            <a:gdLst>
              <a:gd name="T0" fmla="*/ 0 w 1647"/>
              <a:gd name="T1" fmla="*/ 8 h 779"/>
              <a:gd name="T2" fmla="*/ 317 w 1647"/>
              <a:gd name="T3" fmla="*/ 53 h 779"/>
              <a:gd name="T4" fmla="*/ 680 w 1647"/>
              <a:gd name="T5" fmla="*/ 325 h 779"/>
              <a:gd name="T6" fmla="*/ 1270 w 1647"/>
              <a:gd name="T7" fmla="*/ 597 h 779"/>
              <a:gd name="T8" fmla="*/ 1587 w 1647"/>
              <a:gd name="T9" fmla="*/ 733 h 779"/>
              <a:gd name="T10" fmla="*/ 1632 w 1647"/>
              <a:gd name="T11" fmla="*/ 779 h 779"/>
            </a:gdLst>
            <a:ahLst/>
            <a:cxnLst>
              <a:cxn ang="0">
                <a:pos x="T0" y="T1"/>
              </a:cxn>
              <a:cxn ang="0">
                <a:pos x="T2" y="T3"/>
              </a:cxn>
              <a:cxn ang="0">
                <a:pos x="T4" y="T5"/>
              </a:cxn>
              <a:cxn ang="0">
                <a:pos x="T6" y="T7"/>
              </a:cxn>
              <a:cxn ang="0">
                <a:pos x="T8" y="T9"/>
              </a:cxn>
              <a:cxn ang="0">
                <a:pos x="T10" y="T11"/>
              </a:cxn>
            </a:cxnLst>
            <a:rect l="0" t="0" r="r" b="b"/>
            <a:pathLst>
              <a:path w="1647" h="779">
                <a:moveTo>
                  <a:pt x="0" y="8"/>
                </a:moveTo>
                <a:cubicBezTo>
                  <a:pt x="102" y="4"/>
                  <a:pt x="204" y="0"/>
                  <a:pt x="317" y="53"/>
                </a:cubicBezTo>
                <a:cubicBezTo>
                  <a:pt x="430" y="106"/>
                  <a:pt x="521" y="234"/>
                  <a:pt x="680" y="325"/>
                </a:cubicBezTo>
                <a:cubicBezTo>
                  <a:pt x="839" y="416"/>
                  <a:pt x="1119" y="529"/>
                  <a:pt x="1270" y="597"/>
                </a:cubicBezTo>
                <a:cubicBezTo>
                  <a:pt x="1421" y="665"/>
                  <a:pt x="1527" y="703"/>
                  <a:pt x="1587" y="733"/>
                </a:cubicBezTo>
                <a:cubicBezTo>
                  <a:pt x="1647" y="763"/>
                  <a:pt x="1639" y="771"/>
                  <a:pt x="1632" y="779"/>
                </a:cubicBezTo>
              </a:path>
            </a:pathLst>
          </a:custGeom>
          <a:noFill/>
          <a:ln w="22225" cap="flat" cmpd="sng">
            <a:solidFill>
              <a:srgbClr val="0080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Oval 29">
            <a:extLst>
              <a:ext uri="{FF2B5EF4-FFF2-40B4-BE49-F238E27FC236}">
                <a16:creationId xmlns:a16="http://schemas.microsoft.com/office/drawing/2014/main" id="{25A660C8-9C53-40E1-A302-EB33274FEC06}"/>
              </a:ext>
            </a:extLst>
          </p:cNvPr>
          <p:cNvSpPr>
            <a:spLocks noChangeArrowheads="1"/>
          </p:cNvSpPr>
          <p:nvPr/>
        </p:nvSpPr>
        <p:spPr bwMode="auto">
          <a:xfrm>
            <a:off x="9130044" y="3960474"/>
            <a:ext cx="71437"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Oval 30">
            <a:extLst>
              <a:ext uri="{FF2B5EF4-FFF2-40B4-BE49-F238E27FC236}">
                <a16:creationId xmlns:a16="http://schemas.microsoft.com/office/drawing/2014/main" id="{384E5FDE-FDB6-4880-8F16-263A0F746609}"/>
              </a:ext>
            </a:extLst>
          </p:cNvPr>
          <p:cNvSpPr>
            <a:spLocks noChangeArrowheads="1"/>
          </p:cNvSpPr>
          <p:nvPr/>
        </p:nvSpPr>
        <p:spPr bwMode="auto">
          <a:xfrm>
            <a:off x="9058606" y="4249399"/>
            <a:ext cx="71438"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31">
            <a:extLst>
              <a:ext uri="{FF2B5EF4-FFF2-40B4-BE49-F238E27FC236}">
                <a16:creationId xmlns:a16="http://schemas.microsoft.com/office/drawing/2014/main" id="{FED60127-A2D0-45AD-8C9C-E5E6560BA009}"/>
              </a:ext>
            </a:extLst>
          </p:cNvPr>
          <p:cNvSpPr>
            <a:spLocks noChangeShapeType="1"/>
          </p:cNvSpPr>
          <p:nvPr/>
        </p:nvSpPr>
        <p:spPr bwMode="auto">
          <a:xfrm>
            <a:off x="9130044" y="3985874"/>
            <a:ext cx="287337" cy="71437"/>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32">
            <a:extLst>
              <a:ext uri="{FF2B5EF4-FFF2-40B4-BE49-F238E27FC236}">
                <a16:creationId xmlns:a16="http://schemas.microsoft.com/office/drawing/2014/main" id="{7CBAD6C0-8E70-4F11-B051-14784FBA0C95}"/>
              </a:ext>
            </a:extLst>
          </p:cNvPr>
          <p:cNvSpPr>
            <a:spLocks noChangeShapeType="1"/>
          </p:cNvSpPr>
          <p:nvPr/>
        </p:nvSpPr>
        <p:spPr bwMode="auto">
          <a:xfrm>
            <a:off x="9058606" y="4274799"/>
            <a:ext cx="287338" cy="71437"/>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Freeform 33">
            <a:extLst>
              <a:ext uri="{FF2B5EF4-FFF2-40B4-BE49-F238E27FC236}">
                <a16:creationId xmlns:a16="http://schemas.microsoft.com/office/drawing/2014/main" id="{C166E99A-4D86-4116-97CA-DEFFD2A6BDE9}"/>
              </a:ext>
            </a:extLst>
          </p:cNvPr>
          <p:cNvSpPr>
            <a:spLocks/>
          </p:cNvSpPr>
          <p:nvPr/>
        </p:nvSpPr>
        <p:spPr bwMode="auto">
          <a:xfrm>
            <a:off x="9865056" y="4436724"/>
            <a:ext cx="276225" cy="168275"/>
          </a:xfrm>
          <a:custGeom>
            <a:avLst/>
            <a:gdLst>
              <a:gd name="T0" fmla="*/ 0 w 174"/>
              <a:gd name="T1" fmla="*/ 0 h 106"/>
              <a:gd name="T2" fmla="*/ 174 w 174"/>
              <a:gd name="T3" fmla="*/ 106 h 106"/>
            </a:gdLst>
            <a:ahLst/>
            <a:cxnLst>
              <a:cxn ang="0">
                <a:pos x="T0" y="T1"/>
              </a:cxn>
              <a:cxn ang="0">
                <a:pos x="T2" y="T3"/>
              </a:cxn>
            </a:cxnLst>
            <a:rect l="0" t="0" r="r" b="b"/>
            <a:pathLst>
              <a:path w="174" h="106">
                <a:moveTo>
                  <a:pt x="0" y="0"/>
                </a:moveTo>
                <a:lnTo>
                  <a:pt x="174" y="106"/>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Oval 34">
            <a:extLst>
              <a:ext uri="{FF2B5EF4-FFF2-40B4-BE49-F238E27FC236}">
                <a16:creationId xmlns:a16="http://schemas.microsoft.com/office/drawing/2014/main" id="{B7808E79-F2AC-4E5F-BE7E-D44561C5AD3A}"/>
              </a:ext>
            </a:extLst>
          </p:cNvPr>
          <p:cNvSpPr>
            <a:spLocks noChangeArrowheads="1"/>
          </p:cNvSpPr>
          <p:nvPr/>
        </p:nvSpPr>
        <p:spPr bwMode="auto">
          <a:xfrm>
            <a:off x="9850769" y="4417674"/>
            <a:ext cx="71437"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Oval 35">
            <a:extLst>
              <a:ext uri="{FF2B5EF4-FFF2-40B4-BE49-F238E27FC236}">
                <a16:creationId xmlns:a16="http://schemas.microsoft.com/office/drawing/2014/main" id="{A603A942-213E-4A42-90F9-DBD2FDA0B55C}"/>
              </a:ext>
            </a:extLst>
          </p:cNvPr>
          <p:cNvSpPr>
            <a:spLocks noChangeArrowheads="1"/>
          </p:cNvSpPr>
          <p:nvPr/>
        </p:nvSpPr>
        <p:spPr bwMode="auto">
          <a:xfrm>
            <a:off x="9706306" y="4706599"/>
            <a:ext cx="71438"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6">
            <a:extLst>
              <a:ext uri="{FF2B5EF4-FFF2-40B4-BE49-F238E27FC236}">
                <a16:creationId xmlns:a16="http://schemas.microsoft.com/office/drawing/2014/main" id="{7CE56B18-F701-4A1B-A724-F17E05968A22}"/>
              </a:ext>
            </a:extLst>
          </p:cNvPr>
          <p:cNvSpPr>
            <a:spLocks/>
          </p:cNvSpPr>
          <p:nvPr/>
        </p:nvSpPr>
        <p:spPr bwMode="auto">
          <a:xfrm>
            <a:off x="9730119" y="4730411"/>
            <a:ext cx="263525" cy="155575"/>
          </a:xfrm>
          <a:custGeom>
            <a:avLst/>
            <a:gdLst>
              <a:gd name="T0" fmla="*/ 0 w 166"/>
              <a:gd name="T1" fmla="*/ 0 h 98"/>
              <a:gd name="T2" fmla="*/ 166 w 166"/>
              <a:gd name="T3" fmla="*/ 98 h 98"/>
            </a:gdLst>
            <a:ahLst/>
            <a:cxnLst>
              <a:cxn ang="0">
                <a:pos x="T0" y="T1"/>
              </a:cxn>
              <a:cxn ang="0">
                <a:pos x="T2" y="T3"/>
              </a:cxn>
            </a:cxnLst>
            <a:rect l="0" t="0" r="r" b="b"/>
            <a:pathLst>
              <a:path w="166" h="98">
                <a:moveTo>
                  <a:pt x="0" y="0"/>
                </a:moveTo>
                <a:lnTo>
                  <a:pt x="166" y="98"/>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Oval 37">
            <a:extLst>
              <a:ext uri="{FF2B5EF4-FFF2-40B4-BE49-F238E27FC236}">
                <a16:creationId xmlns:a16="http://schemas.microsoft.com/office/drawing/2014/main" id="{CABC2304-6630-4B0B-972C-648D31D70849}"/>
              </a:ext>
            </a:extLst>
          </p:cNvPr>
          <p:cNvSpPr>
            <a:spLocks noChangeArrowheads="1"/>
          </p:cNvSpPr>
          <p:nvPr/>
        </p:nvSpPr>
        <p:spPr bwMode="auto">
          <a:xfrm>
            <a:off x="10715956" y="4827249"/>
            <a:ext cx="71438"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Oval 38">
            <a:extLst>
              <a:ext uri="{FF2B5EF4-FFF2-40B4-BE49-F238E27FC236}">
                <a16:creationId xmlns:a16="http://schemas.microsoft.com/office/drawing/2014/main" id="{F358BBA9-8766-46CE-8F81-88A34B7C0F5F}"/>
              </a:ext>
            </a:extLst>
          </p:cNvPr>
          <p:cNvSpPr>
            <a:spLocks noChangeArrowheads="1"/>
          </p:cNvSpPr>
          <p:nvPr/>
        </p:nvSpPr>
        <p:spPr bwMode="auto">
          <a:xfrm>
            <a:off x="10569906" y="5100299"/>
            <a:ext cx="71438" cy="71437"/>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9">
            <a:extLst>
              <a:ext uri="{FF2B5EF4-FFF2-40B4-BE49-F238E27FC236}">
                <a16:creationId xmlns:a16="http://schemas.microsoft.com/office/drawing/2014/main" id="{37574D37-220E-4A74-9FD2-7164EC92C373}"/>
              </a:ext>
            </a:extLst>
          </p:cNvPr>
          <p:cNvSpPr>
            <a:spLocks/>
          </p:cNvSpPr>
          <p:nvPr/>
        </p:nvSpPr>
        <p:spPr bwMode="auto">
          <a:xfrm>
            <a:off x="10728656" y="4839949"/>
            <a:ext cx="265113" cy="127000"/>
          </a:xfrm>
          <a:custGeom>
            <a:avLst/>
            <a:gdLst>
              <a:gd name="T0" fmla="*/ 0 w 167"/>
              <a:gd name="T1" fmla="*/ 0 h 80"/>
              <a:gd name="T2" fmla="*/ 167 w 167"/>
              <a:gd name="T3" fmla="*/ 80 h 80"/>
            </a:gdLst>
            <a:ahLst/>
            <a:cxnLst>
              <a:cxn ang="0">
                <a:pos x="T0" y="T1"/>
              </a:cxn>
              <a:cxn ang="0">
                <a:pos x="T2" y="T3"/>
              </a:cxn>
            </a:cxnLst>
            <a:rect l="0" t="0" r="r" b="b"/>
            <a:pathLst>
              <a:path w="167" h="80">
                <a:moveTo>
                  <a:pt x="0" y="0"/>
                </a:moveTo>
                <a:lnTo>
                  <a:pt x="167" y="80"/>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Freeform 40">
            <a:extLst>
              <a:ext uri="{FF2B5EF4-FFF2-40B4-BE49-F238E27FC236}">
                <a16:creationId xmlns:a16="http://schemas.microsoft.com/office/drawing/2014/main" id="{8E09E7E4-EB27-40B8-A17D-B7F58E930FFF}"/>
              </a:ext>
            </a:extLst>
          </p:cNvPr>
          <p:cNvSpPr>
            <a:spLocks/>
          </p:cNvSpPr>
          <p:nvPr/>
        </p:nvSpPr>
        <p:spPr bwMode="auto">
          <a:xfrm>
            <a:off x="10811206" y="4590711"/>
            <a:ext cx="265113" cy="127000"/>
          </a:xfrm>
          <a:custGeom>
            <a:avLst/>
            <a:gdLst>
              <a:gd name="T0" fmla="*/ 0 w 167"/>
              <a:gd name="T1" fmla="*/ 0 h 80"/>
              <a:gd name="T2" fmla="*/ 167 w 167"/>
              <a:gd name="T3" fmla="*/ 80 h 80"/>
            </a:gdLst>
            <a:ahLst/>
            <a:cxnLst>
              <a:cxn ang="0">
                <a:pos x="T0" y="T1"/>
              </a:cxn>
              <a:cxn ang="0">
                <a:pos x="T2" y="T3"/>
              </a:cxn>
            </a:cxnLst>
            <a:rect l="0" t="0" r="r" b="b"/>
            <a:pathLst>
              <a:path w="167" h="80">
                <a:moveTo>
                  <a:pt x="0" y="0"/>
                </a:moveTo>
                <a:lnTo>
                  <a:pt x="167" y="80"/>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Freeform 41">
            <a:extLst>
              <a:ext uri="{FF2B5EF4-FFF2-40B4-BE49-F238E27FC236}">
                <a16:creationId xmlns:a16="http://schemas.microsoft.com/office/drawing/2014/main" id="{3DA8DDA0-A21E-4B53-8C48-F877E4A3BE95}"/>
              </a:ext>
            </a:extLst>
          </p:cNvPr>
          <p:cNvSpPr>
            <a:spLocks/>
          </p:cNvSpPr>
          <p:nvPr/>
        </p:nvSpPr>
        <p:spPr bwMode="auto">
          <a:xfrm>
            <a:off x="10614356" y="5141574"/>
            <a:ext cx="265113" cy="127000"/>
          </a:xfrm>
          <a:custGeom>
            <a:avLst/>
            <a:gdLst>
              <a:gd name="T0" fmla="*/ 0 w 167"/>
              <a:gd name="T1" fmla="*/ 0 h 80"/>
              <a:gd name="T2" fmla="*/ 167 w 167"/>
              <a:gd name="T3" fmla="*/ 80 h 80"/>
            </a:gdLst>
            <a:ahLst/>
            <a:cxnLst>
              <a:cxn ang="0">
                <a:pos x="T0" y="T1"/>
              </a:cxn>
              <a:cxn ang="0">
                <a:pos x="T2" y="T3"/>
              </a:cxn>
            </a:cxnLst>
            <a:rect l="0" t="0" r="r" b="b"/>
            <a:pathLst>
              <a:path w="167" h="80">
                <a:moveTo>
                  <a:pt x="0" y="0"/>
                </a:moveTo>
                <a:lnTo>
                  <a:pt x="167" y="80"/>
                </a:lnTo>
              </a:path>
            </a:pathLst>
          </a:custGeom>
          <a:noFill/>
          <a:ln w="222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2" name="Object 42">
            <a:extLst>
              <a:ext uri="{FF2B5EF4-FFF2-40B4-BE49-F238E27FC236}">
                <a16:creationId xmlns:a16="http://schemas.microsoft.com/office/drawing/2014/main" id="{F875D981-6BA9-401B-9D14-E030D818945A}"/>
              </a:ext>
            </a:extLst>
          </p:cNvPr>
          <p:cNvGraphicFramePr>
            <a:graphicFrameLocks noChangeAspect="1"/>
          </p:cNvGraphicFramePr>
          <p:nvPr>
            <p:extLst>
              <p:ext uri="{D42A27DB-BD31-4B8C-83A1-F6EECF244321}">
                <p14:modId xmlns:p14="http://schemas.microsoft.com/office/powerpoint/2010/main" val="1728933853"/>
              </p:ext>
            </p:extLst>
          </p:nvPr>
        </p:nvGraphicFramePr>
        <p:xfrm>
          <a:off x="9274506" y="3265149"/>
          <a:ext cx="327025" cy="504825"/>
        </p:xfrm>
        <a:graphic>
          <a:graphicData uri="http://schemas.openxmlformats.org/presentationml/2006/ole">
            <mc:AlternateContent xmlns:mc="http://schemas.openxmlformats.org/markup-compatibility/2006">
              <mc:Choice xmlns:v="urn:schemas-microsoft-com:vml" Requires="v">
                <p:oleObj spid="_x0000_s1105" name="公式" r:id="rId4" imgW="139680" imgH="215640" progId="Equation.3">
                  <p:embed/>
                </p:oleObj>
              </mc:Choice>
              <mc:Fallback>
                <p:oleObj name="公式" r:id="rId4" imgW="139680" imgH="215640" progId="Equation.3">
                  <p:embed/>
                  <p:pic>
                    <p:nvPicPr>
                      <p:cNvPr id="33" name="Object 42">
                        <a:extLst>
                          <a:ext uri="{FF2B5EF4-FFF2-40B4-BE49-F238E27FC236}">
                            <a16:creationId xmlns:a16="http://schemas.microsoft.com/office/drawing/2014/main" id="{AB1D6162-27D1-4794-B916-BE73AE079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4506" y="3265149"/>
                        <a:ext cx="32702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 name="Object 43">
            <a:extLst>
              <a:ext uri="{FF2B5EF4-FFF2-40B4-BE49-F238E27FC236}">
                <a16:creationId xmlns:a16="http://schemas.microsoft.com/office/drawing/2014/main" id="{DD392173-711B-4DED-A871-C8DBAA09EA79}"/>
              </a:ext>
            </a:extLst>
          </p:cNvPr>
          <p:cNvGraphicFramePr>
            <a:graphicFrameLocks noChangeAspect="1"/>
          </p:cNvGraphicFramePr>
          <p:nvPr>
            <p:extLst>
              <p:ext uri="{D42A27DB-BD31-4B8C-83A1-F6EECF244321}">
                <p14:modId xmlns:p14="http://schemas.microsoft.com/office/powerpoint/2010/main" val="2055501617"/>
              </p:ext>
            </p:extLst>
          </p:nvPr>
        </p:nvGraphicFramePr>
        <p:xfrm>
          <a:off x="10038094" y="3841411"/>
          <a:ext cx="385762" cy="504825"/>
        </p:xfrm>
        <a:graphic>
          <a:graphicData uri="http://schemas.openxmlformats.org/presentationml/2006/ole">
            <mc:AlternateContent xmlns:mc="http://schemas.openxmlformats.org/markup-compatibility/2006">
              <mc:Choice xmlns:v="urn:schemas-microsoft-com:vml" Requires="v">
                <p:oleObj spid="_x0000_s1106" name="公式" r:id="rId6" imgW="164880" imgH="215640" progId="Equation.3">
                  <p:embed/>
                </p:oleObj>
              </mc:Choice>
              <mc:Fallback>
                <p:oleObj name="公式" r:id="rId6" imgW="164880" imgH="215640" progId="Equation.3">
                  <p:embed/>
                  <p:pic>
                    <p:nvPicPr>
                      <p:cNvPr id="34" name="Object 43">
                        <a:extLst>
                          <a:ext uri="{FF2B5EF4-FFF2-40B4-BE49-F238E27FC236}">
                            <a16:creationId xmlns:a16="http://schemas.microsoft.com/office/drawing/2014/main" id="{1E077855-BB64-4AB1-B10A-9C4FB3BEEE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38094" y="3841411"/>
                        <a:ext cx="385762"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 name="Object 44">
            <a:extLst>
              <a:ext uri="{FF2B5EF4-FFF2-40B4-BE49-F238E27FC236}">
                <a16:creationId xmlns:a16="http://schemas.microsoft.com/office/drawing/2014/main" id="{38661CD0-D425-4623-A435-E0C1CBCC771D}"/>
              </a:ext>
            </a:extLst>
          </p:cNvPr>
          <p:cNvGraphicFramePr>
            <a:graphicFrameLocks noChangeAspect="1"/>
          </p:cNvGraphicFramePr>
          <p:nvPr>
            <p:extLst>
              <p:ext uri="{D42A27DB-BD31-4B8C-83A1-F6EECF244321}">
                <p14:modId xmlns:p14="http://schemas.microsoft.com/office/powerpoint/2010/main" val="2099605906"/>
              </p:ext>
            </p:extLst>
          </p:nvPr>
        </p:nvGraphicFramePr>
        <p:xfrm>
          <a:off x="10773106" y="4116049"/>
          <a:ext cx="355600" cy="534987"/>
        </p:xfrm>
        <a:graphic>
          <a:graphicData uri="http://schemas.openxmlformats.org/presentationml/2006/ole">
            <mc:AlternateContent xmlns:mc="http://schemas.openxmlformats.org/markup-compatibility/2006">
              <mc:Choice xmlns:v="urn:schemas-microsoft-com:vml" Requires="v">
                <p:oleObj spid="_x0000_s1107" name="公式" r:id="rId8" imgW="152280" imgH="228600" progId="Equation.3">
                  <p:embed/>
                </p:oleObj>
              </mc:Choice>
              <mc:Fallback>
                <p:oleObj name="公式" r:id="rId8" imgW="152280" imgH="228600" progId="Equation.3">
                  <p:embed/>
                  <p:pic>
                    <p:nvPicPr>
                      <p:cNvPr id="35" name="Object 44">
                        <a:extLst>
                          <a:ext uri="{FF2B5EF4-FFF2-40B4-BE49-F238E27FC236}">
                            <a16:creationId xmlns:a16="http://schemas.microsoft.com/office/drawing/2014/main" id="{1495E8AB-E24A-4798-85DA-846246819AB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73106" y="4116049"/>
                        <a:ext cx="355600"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 name="Text Box 5">
            <a:extLst>
              <a:ext uri="{FF2B5EF4-FFF2-40B4-BE49-F238E27FC236}">
                <a16:creationId xmlns:a16="http://schemas.microsoft.com/office/drawing/2014/main" id="{52D48DE5-11FB-4976-95EA-DE3C403480EA}"/>
              </a:ext>
            </a:extLst>
          </p:cNvPr>
          <p:cNvSpPr txBox="1">
            <a:spLocks noChangeArrowheads="1"/>
          </p:cNvSpPr>
          <p:nvPr/>
        </p:nvSpPr>
        <p:spPr bwMode="auto">
          <a:xfrm>
            <a:off x="1248677" y="4230787"/>
            <a:ext cx="7606729"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kumimoji="1" lang="zh-CN" altLang="en-US" sz="2800" b="1" dirty="0">
                <a:solidFill>
                  <a:srgbClr val="FF0000"/>
                </a:solidFill>
                <a:latin typeface="宋体" panose="02010600030101010101" pitchFamily="2" charset="-122"/>
                <a:ea typeface="宋体" panose="02010600030101010101" pitchFamily="2" charset="-122"/>
              </a:rPr>
              <a:t>稳定流场中</a:t>
            </a:r>
            <a:r>
              <a:rPr kumimoji="1" lang="zh-CN" altLang="en-US" sz="2800" b="1" dirty="0">
                <a:latin typeface="宋体" panose="02010600030101010101" pitchFamily="2" charset="-122"/>
                <a:ea typeface="宋体" panose="02010600030101010101" pitchFamily="2" charset="-122"/>
              </a:rPr>
              <a:t>，流体中各点的速度不随时间变化</a:t>
            </a:r>
            <a:endParaRPr kumimoji="1" lang="zh-CN" altLang="en-US" sz="2400" b="1" dirty="0">
              <a:latin typeface="Times New Roman" panose="02020603050405020304" pitchFamily="18" charset="0"/>
            </a:endParaRPr>
          </a:p>
        </p:txBody>
      </p:sp>
    </p:spTree>
    <p:custDataLst>
      <p:tags r:id="rId2"/>
    </p:custDataLst>
  </p:cSld>
  <p:clrMapOvr>
    <a:masterClrMapping/>
  </p:clrMapOvr>
  <p:transition spd="med" advTm="76809">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linds(horizontal)">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45"/>
                                        </p:tgtEl>
                                        <p:attrNameLst>
                                          <p:attrName>style.visibility</p:attrName>
                                        </p:attrNameLst>
                                      </p:cBhvr>
                                      <p:to>
                                        <p:strVal val="visible"/>
                                      </p:to>
                                    </p:set>
                                    <p:anim calcmode="discrete" valueType="clr">
                                      <p:cBhvr override="childStyle">
                                        <p:cTn id="12" dur="80"/>
                                        <p:tgtEl>
                                          <p:spTgt spid="45"/>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5"/>
                                        </p:tgtEl>
                                        <p:attrNameLst>
                                          <p:attrName>fillcolor</p:attrName>
                                        </p:attrNameLst>
                                      </p:cBhvr>
                                      <p:tavLst>
                                        <p:tav tm="0">
                                          <p:val>
                                            <p:clrVal>
                                              <a:schemeClr val="accent2"/>
                                            </p:clrVal>
                                          </p:val>
                                        </p:tav>
                                        <p:tav tm="50000">
                                          <p:val>
                                            <p:clrVal>
                                              <a:schemeClr val="hlink"/>
                                            </p:clrVal>
                                          </p:val>
                                        </p:tav>
                                      </p:tavLst>
                                    </p:anim>
                                    <p:set>
                                      <p:cBhvr>
                                        <p:cTn id="14" dur="80"/>
                                        <p:tgtEl>
                                          <p:spTgt spid="45"/>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blinds(horizontal)">
                                      <p:cBhvr>
                                        <p:cTn id="19" dur="500"/>
                                        <p:tgtEl>
                                          <p:spTgt spid="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wipe(left)">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wipe(left)">
                                      <p:cBhvr>
                                        <p:cTn id="29" dur="500"/>
                                        <p:tgtEl>
                                          <p:spTgt spid="85"/>
                                        </p:tgtEl>
                                      </p:cBhvr>
                                    </p:animEffec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grpId="0" nodeType="clickEffect">
                                  <p:stCondLst>
                                    <p:cond delay="0"/>
                                  </p:stCondLst>
                                  <p:iterate type="lt">
                                    <p:tmPct val="50000"/>
                                  </p:iterate>
                                  <p:childTnLst>
                                    <p:set>
                                      <p:cBhvr>
                                        <p:cTn id="33" dur="1" fill="hold">
                                          <p:stCondLst>
                                            <p:cond delay="0"/>
                                          </p:stCondLst>
                                        </p:cTn>
                                        <p:tgtEl>
                                          <p:spTgt spid="47"/>
                                        </p:tgtEl>
                                        <p:attrNameLst>
                                          <p:attrName>style.visibility</p:attrName>
                                        </p:attrNameLst>
                                      </p:cBhvr>
                                      <p:to>
                                        <p:strVal val="visible"/>
                                      </p:to>
                                    </p:set>
                                    <p:anim calcmode="discrete" valueType="clr">
                                      <p:cBhvr override="childStyle">
                                        <p:cTn id="34" dur="80"/>
                                        <p:tgtEl>
                                          <p:spTgt spid="47"/>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47"/>
                                        </p:tgtEl>
                                        <p:attrNameLst>
                                          <p:attrName>fillcolor</p:attrName>
                                        </p:attrNameLst>
                                      </p:cBhvr>
                                      <p:tavLst>
                                        <p:tav tm="0">
                                          <p:val>
                                            <p:clrVal>
                                              <a:schemeClr val="accent2"/>
                                            </p:clrVal>
                                          </p:val>
                                        </p:tav>
                                        <p:tav tm="50000">
                                          <p:val>
                                            <p:clrVal>
                                              <a:schemeClr val="hlink"/>
                                            </p:clrVal>
                                          </p:val>
                                        </p:tav>
                                      </p:tavLst>
                                    </p:anim>
                                    <p:set>
                                      <p:cBhvr>
                                        <p:cTn id="36" dur="80"/>
                                        <p:tgtEl>
                                          <p:spTgt spid="47"/>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wipe(left)">
                                      <p:cBhvr>
                                        <p:cTn id="41" dur="500"/>
                                        <p:tgtEl>
                                          <p:spTgt spid="49"/>
                                        </p:tgtEl>
                                      </p:cBhvr>
                                    </p:animEffect>
                                  </p:childTnLst>
                                </p:cTn>
                              </p:par>
                              <p:par>
                                <p:cTn id="42" presetID="22" presetClass="entr" presetSubtype="8" fill="hold"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left)">
                                      <p:cBhvr>
                                        <p:cTn id="44" dur="500"/>
                                        <p:tgtEl>
                                          <p:spTgt spid="5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par>
                                <p:cTn id="50" presetID="22" presetClass="entr" presetSubtype="8" fill="hold" nodeType="with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wipe(left)">
                                      <p:cBhvr>
                                        <p:cTn id="52" dur="500"/>
                                        <p:tgtEl>
                                          <p:spTgt spid="57"/>
                                        </p:tgtEl>
                                      </p:cBhvr>
                                    </p:animEffect>
                                  </p:childTnLst>
                                </p:cTn>
                              </p:par>
                              <p:par>
                                <p:cTn id="53" presetID="22" presetClass="entr" presetSubtype="8" fill="hold"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wipe(left)">
                                      <p:cBhvr>
                                        <p:cTn id="55" dur="500"/>
                                        <p:tgtEl>
                                          <p:spTgt spid="5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500"/>
                                        <p:tgtEl>
                                          <p:spTgt spid="52"/>
                                        </p:tgtEl>
                                      </p:cBhvr>
                                    </p:animEffect>
                                  </p:childTnLst>
                                </p:cTn>
                              </p:par>
                              <p:par>
                                <p:cTn id="61" presetID="22" presetClass="entr" presetSubtype="8" fill="hold"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wipe(left)">
                                      <p:cBhvr>
                                        <p:cTn id="63" dur="500"/>
                                        <p:tgtEl>
                                          <p:spTgt spid="59"/>
                                        </p:tgtEl>
                                      </p:cBhvr>
                                    </p:animEffect>
                                  </p:childTnLst>
                                </p:cTn>
                              </p:par>
                              <p:par>
                                <p:cTn id="64" presetID="22" presetClass="entr" presetSubtype="8" fill="hold"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wipe(left)">
                                      <p:cBhvr>
                                        <p:cTn id="66" dur="500"/>
                                        <p:tgtEl>
                                          <p:spTgt spid="6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5"/>
                                        </p:tgtEl>
                                        <p:attrNameLst>
                                          <p:attrName>style.visibility</p:attrName>
                                        </p:attrNameLst>
                                      </p:cBhvr>
                                      <p:to>
                                        <p:strVal val="visible"/>
                                      </p:to>
                                    </p:set>
                                    <p:animEffect transition="in" filter="wipe(left)">
                                      <p:cBhvr>
                                        <p:cTn id="71" dur="500"/>
                                        <p:tgtEl>
                                          <p:spTgt spid="55"/>
                                        </p:tgtEl>
                                      </p:cBhvr>
                                    </p:animEffect>
                                  </p:childTnLst>
                                </p:cTn>
                              </p:par>
                              <p:par>
                                <p:cTn id="72" presetID="22" presetClass="entr" presetSubtype="8" fill="hold" nodeType="with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wipe(left)">
                                      <p:cBhvr>
                                        <p:cTn id="74" dur="500"/>
                                        <p:tgtEl>
                                          <p:spTgt spid="61"/>
                                        </p:tgtEl>
                                      </p:cBhvr>
                                    </p:animEffect>
                                  </p:childTnLst>
                                </p:cTn>
                              </p:par>
                              <p:par>
                                <p:cTn id="75" presetID="22" presetClass="entr" presetSubtype="8" fill="hold" nodeType="with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wipe(left)">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wipe(left)">
                                      <p:cBhvr>
                                        <p:cTn id="82" dur="500"/>
                                        <p:tgtEl>
                                          <p:spTgt spid="53"/>
                                        </p:tgtEl>
                                      </p:cBhvr>
                                    </p:animEffect>
                                  </p:childTnLst>
                                </p:cTn>
                              </p:par>
                              <p:par>
                                <p:cTn id="83" presetID="22" presetClass="entr" presetSubtype="8"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wipe(left)">
                                      <p:cBhvr>
                                        <p:cTn id="85" dur="500"/>
                                        <p:tgtEl>
                                          <p:spTgt spid="64"/>
                                        </p:tgtEl>
                                      </p:cBhvr>
                                    </p:animEffect>
                                  </p:childTnLst>
                                </p:cTn>
                              </p:par>
                              <p:par>
                                <p:cTn id="86" presetID="22" presetClass="entr" presetSubtype="8" fill="hold" nodeType="withEffect">
                                  <p:stCondLst>
                                    <p:cond delay="0"/>
                                  </p:stCondLst>
                                  <p:childTnLst>
                                    <p:set>
                                      <p:cBhvr>
                                        <p:cTn id="87" dur="1" fill="hold">
                                          <p:stCondLst>
                                            <p:cond delay="0"/>
                                          </p:stCondLst>
                                        </p:cTn>
                                        <p:tgtEl>
                                          <p:spTgt spid="65"/>
                                        </p:tgtEl>
                                        <p:attrNameLst>
                                          <p:attrName>style.visibility</p:attrName>
                                        </p:attrNameLst>
                                      </p:cBhvr>
                                      <p:to>
                                        <p:strVal val="visible"/>
                                      </p:to>
                                    </p:set>
                                    <p:animEffect transition="in" filter="wipe(left)">
                                      <p:cBhvr>
                                        <p:cTn id="88" dur="500"/>
                                        <p:tgtEl>
                                          <p:spTgt spid="6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56"/>
                                        </p:tgtEl>
                                        <p:attrNameLst>
                                          <p:attrName>style.visibility</p:attrName>
                                        </p:attrNameLst>
                                      </p:cBhvr>
                                      <p:to>
                                        <p:strVal val="visible"/>
                                      </p:to>
                                    </p:set>
                                    <p:animEffect transition="in" filter="wipe(left)">
                                      <p:cBhvr>
                                        <p:cTn id="93" dur="500"/>
                                        <p:tgtEl>
                                          <p:spTgt spid="56"/>
                                        </p:tgtEl>
                                      </p:cBhvr>
                                    </p:animEffect>
                                  </p:childTnLst>
                                </p:cTn>
                              </p:par>
                              <p:par>
                                <p:cTn id="94" presetID="22" presetClass="entr" presetSubtype="8" fill="hold" nodeType="withEffect">
                                  <p:stCondLst>
                                    <p:cond delay="0"/>
                                  </p:stCondLst>
                                  <p:childTnLst>
                                    <p:set>
                                      <p:cBhvr>
                                        <p:cTn id="95" dur="1" fill="hold">
                                          <p:stCondLst>
                                            <p:cond delay="0"/>
                                          </p:stCondLst>
                                        </p:cTn>
                                        <p:tgtEl>
                                          <p:spTgt spid="63"/>
                                        </p:tgtEl>
                                        <p:attrNameLst>
                                          <p:attrName>style.visibility</p:attrName>
                                        </p:attrNameLst>
                                      </p:cBhvr>
                                      <p:to>
                                        <p:strVal val="visible"/>
                                      </p:to>
                                    </p:set>
                                    <p:animEffect transition="in" filter="wipe(left)">
                                      <p:cBhvr>
                                        <p:cTn id="96" dur="500"/>
                                        <p:tgtEl>
                                          <p:spTgt spid="63"/>
                                        </p:tgtEl>
                                      </p:cBhvr>
                                    </p:animEffect>
                                  </p:childTnLst>
                                </p:cTn>
                              </p:par>
                              <p:par>
                                <p:cTn id="97" presetID="22" presetClass="entr" presetSubtype="8" fill="hold" nodeType="withEffect">
                                  <p:stCondLst>
                                    <p:cond delay="0"/>
                                  </p:stCondLst>
                                  <p:childTnLst>
                                    <p:set>
                                      <p:cBhvr>
                                        <p:cTn id="98" dur="1" fill="hold">
                                          <p:stCondLst>
                                            <p:cond delay="0"/>
                                          </p:stCondLst>
                                        </p:cTn>
                                        <p:tgtEl>
                                          <p:spTgt spid="66"/>
                                        </p:tgtEl>
                                        <p:attrNameLst>
                                          <p:attrName>style.visibility</p:attrName>
                                        </p:attrNameLst>
                                      </p:cBhvr>
                                      <p:to>
                                        <p:strVal val="visible"/>
                                      </p:to>
                                    </p:set>
                                    <p:animEffect transition="in" filter="wipe(left)">
                                      <p:cBhvr>
                                        <p:cTn id="99" dur="500"/>
                                        <p:tgtEl>
                                          <p:spTgt spid="6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wipe(left)">
                                      <p:cBhvr>
                                        <p:cTn id="104" dur="500"/>
                                        <p:tgtEl>
                                          <p:spTgt spid="54"/>
                                        </p:tgtEl>
                                      </p:cBhvr>
                                    </p:animEffect>
                                  </p:childTnLst>
                                </p:cTn>
                              </p:par>
                              <p:par>
                                <p:cTn id="105" presetID="22" presetClass="entr" presetSubtype="8" fill="hold" nodeType="withEffect">
                                  <p:stCondLst>
                                    <p:cond delay="0"/>
                                  </p:stCondLst>
                                  <p:childTnLst>
                                    <p:set>
                                      <p:cBhvr>
                                        <p:cTn id="106" dur="1" fill="hold">
                                          <p:stCondLst>
                                            <p:cond delay="0"/>
                                          </p:stCondLst>
                                        </p:cTn>
                                        <p:tgtEl>
                                          <p:spTgt spid="67"/>
                                        </p:tgtEl>
                                        <p:attrNameLst>
                                          <p:attrName>style.visibility</p:attrName>
                                        </p:attrNameLst>
                                      </p:cBhvr>
                                      <p:to>
                                        <p:strVal val="visible"/>
                                      </p:to>
                                    </p:set>
                                    <p:animEffect transition="in" filter="wipe(left)">
                                      <p:cBhvr>
                                        <p:cTn id="107" dur="500"/>
                                        <p:tgtEl>
                                          <p:spTgt spid="67"/>
                                        </p:tgtEl>
                                      </p:cBhvr>
                                    </p:animEffect>
                                  </p:childTnLst>
                                </p:cTn>
                              </p:par>
                              <p:par>
                                <p:cTn id="108" presetID="22" presetClass="entr" presetSubtype="8" fill="hold" nodeType="withEffect">
                                  <p:stCondLst>
                                    <p:cond delay="0"/>
                                  </p:stCondLst>
                                  <p:childTnLst>
                                    <p:set>
                                      <p:cBhvr>
                                        <p:cTn id="109" dur="1" fill="hold">
                                          <p:stCondLst>
                                            <p:cond delay="0"/>
                                          </p:stCondLst>
                                        </p:cTn>
                                        <p:tgtEl>
                                          <p:spTgt spid="70"/>
                                        </p:tgtEl>
                                        <p:attrNameLst>
                                          <p:attrName>style.visibility</p:attrName>
                                        </p:attrNameLst>
                                      </p:cBhvr>
                                      <p:to>
                                        <p:strVal val="visible"/>
                                      </p:to>
                                    </p:set>
                                    <p:animEffect transition="in" filter="wipe(left)">
                                      <p:cBhvr>
                                        <p:cTn id="110" dur="500"/>
                                        <p:tgtEl>
                                          <p:spTgt spid="70"/>
                                        </p:tgtEl>
                                      </p:cBhvr>
                                    </p:animEffect>
                                  </p:childTnLst>
                                </p:cTn>
                              </p:par>
                              <p:par>
                                <p:cTn id="111" presetID="22" presetClass="entr" presetSubtype="8" fill="hold" nodeType="withEffect">
                                  <p:stCondLst>
                                    <p:cond delay="0"/>
                                  </p:stCondLst>
                                  <p:childTnLst>
                                    <p:set>
                                      <p:cBhvr>
                                        <p:cTn id="112" dur="1" fill="hold">
                                          <p:stCondLst>
                                            <p:cond delay="0"/>
                                          </p:stCondLst>
                                        </p:cTn>
                                        <p:tgtEl>
                                          <p:spTgt spid="71"/>
                                        </p:tgtEl>
                                        <p:attrNameLst>
                                          <p:attrName>style.visibility</p:attrName>
                                        </p:attrNameLst>
                                      </p:cBhvr>
                                      <p:to>
                                        <p:strVal val="visible"/>
                                      </p:to>
                                    </p:set>
                                    <p:animEffect transition="in" filter="wipe(left)">
                                      <p:cBhvr>
                                        <p:cTn id="113" dur="500"/>
                                        <p:tgtEl>
                                          <p:spTgt spid="71"/>
                                        </p:tgtEl>
                                      </p:cBhvr>
                                    </p:animEffect>
                                  </p:childTnLst>
                                </p:cTn>
                              </p:par>
                              <p:par>
                                <p:cTn id="114" presetID="22" presetClass="entr" presetSubtype="8" fill="hold" nodeType="withEffect">
                                  <p:stCondLst>
                                    <p:cond delay="0"/>
                                  </p:stCondLst>
                                  <p:childTnLst>
                                    <p:set>
                                      <p:cBhvr>
                                        <p:cTn id="115" dur="1" fill="hold">
                                          <p:stCondLst>
                                            <p:cond delay="0"/>
                                          </p:stCondLst>
                                        </p:cTn>
                                        <p:tgtEl>
                                          <p:spTgt spid="68"/>
                                        </p:tgtEl>
                                        <p:attrNameLst>
                                          <p:attrName>style.visibility</p:attrName>
                                        </p:attrNameLst>
                                      </p:cBhvr>
                                      <p:to>
                                        <p:strVal val="visible"/>
                                      </p:to>
                                    </p:set>
                                    <p:animEffect transition="in" filter="wipe(left)">
                                      <p:cBhvr>
                                        <p:cTn id="116" dur="500"/>
                                        <p:tgtEl>
                                          <p:spTgt spid="68"/>
                                        </p:tgtEl>
                                      </p:cBhvr>
                                    </p:animEffect>
                                  </p:childTnLst>
                                </p:cTn>
                              </p:par>
                              <p:par>
                                <p:cTn id="117" presetID="22" presetClass="entr" presetSubtype="8" fill="hold" nodeType="withEffect">
                                  <p:stCondLst>
                                    <p:cond delay="0"/>
                                  </p:stCondLst>
                                  <p:childTnLst>
                                    <p:set>
                                      <p:cBhvr>
                                        <p:cTn id="118" dur="1" fill="hold">
                                          <p:stCondLst>
                                            <p:cond delay="0"/>
                                          </p:stCondLst>
                                        </p:cTn>
                                        <p:tgtEl>
                                          <p:spTgt spid="69"/>
                                        </p:tgtEl>
                                        <p:attrNameLst>
                                          <p:attrName>style.visibility</p:attrName>
                                        </p:attrNameLst>
                                      </p:cBhvr>
                                      <p:to>
                                        <p:strVal val="visible"/>
                                      </p:to>
                                    </p:set>
                                    <p:animEffect transition="in" filter="wipe(left)">
                                      <p:cBhvr>
                                        <p:cTn id="119" dur="500"/>
                                        <p:tgtEl>
                                          <p:spTgt spid="69"/>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72"/>
                                        </p:tgtEl>
                                        <p:attrNameLst>
                                          <p:attrName>style.visibility</p:attrName>
                                        </p:attrNameLst>
                                      </p:cBhvr>
                                      <p:to>
                                        <p:strVal val="visible"/>
                                      </p:to>
                                    </p:set>
                                    <p:animEffect transition="in" filter="wipe(left)">
                                      <p:cBhvr>
                                        <p:cTn id="124" dur="500"/>
                                        <p:tgtEl>
                                          <p:spTgt spid="72"/>
                                        </p:tgtEl>
                                      </p:cBhvr>
                                    </p:animEffect>
                                  </p:childTnLst>
                                </p:cTn>
                              </p:par>
                            </p:childTnLst>
                          </p:cTn>
                        </p:par>
                        <p:par>
                          <p:cTn id="125" fill="hold">
                            <p:stCondLst>
                              <p:cond delay="500"/>
                            </p:stCondLst>
                            <p:childTnLst>
                              <p:par>
                                <p:cTn id="126" presetID="22" presetClass="entr" presetSubtype="8" fill="hold" nodeType="afterEffect">
                                  <p:stCondLst>
                                    <p:cond delay="0"/>
                                  </p:stCondLst>
                                  <p:childTnLst>
                                    <p:set>
                                      <p:cBhvr>
                                        <p:cTn id="127" dur="1" fill="hold">
                                          <p:stCondLst>
                                            <p:cond delay="0"/>
                                          </p:stCondLst>
                                        </p:cTn>
                                        <p:tgtEl>
                                          <p:spTgt spid="73"/>
                                        </p:tgtEl>
                                        <p:attrNameLst>
                                          <p:attrName>style.visibility</p:attrName>
                                        </p:attrNameLst>
                                      </p:cBhvr>
                                      <p:to>
                                        <p:strVal val="visible"/>
                                      </p:to>
                                    </p:set>
                                    <p:animEffect transition="in" filter="wipe(left)">
                                      <p:cBhvr>
                                        <p:cTn id="128" dur="500"/>
                                        <p:tgtEl>
                                          <p:spTgt spid="73"/>
                                        </p:tgtEl>
                                      </p:cBhvr>
                                    </p:animEffect>
                                  </p:childTnLst>
                                </p:cTn>
                              </p:par>
                            </p:childTnLst>
                          </p:cTn>
                        </p:par>
                        <p:par>
                          <p:cTn id="129" fill="hold">
                            <p:stCondLst>
                              <p:cond delay="1000"/>
                            </p:stCondLst>
                            <p:childTnLst>
                              <p:par>
                                <p:cTn id="130" presetID="22" presetClass="entr" presetSubtype="8" fill="hold" nodeType="afterEffect">
                                  <p:stCondLst>
                                    <p:cond delay="0"/>
                                  </p:stCondLst>
                                  <p:childTnLst>
                                    <p:set>
                                      <p:cBhvr>
                                        <p:cTn id="131" dur="1" fill="hold">
                                          <p:stCondLst>
                                            <p:cond delay="0"/>
                                          </p:stCondLst>
                                        </p:cTn>
                                        <p:tgtEl>
                                          <p:spTgt spid="74"/>
                                        </p:tgtEl>
                                        <p:attrNameLst>
                                          <p:attrName>style.visibility</p:attrName>
                                        </p:attrNameLst>
                                      </p:cBhvr>
                                      <p:to>
                                        <p:strVal val="visible"/>
                                      </p:to>
                                    </p:set>
                                    <p:animEffect transition="in" filter="wipe(left)">
                                      <p:cBhvr>
                                        <p:cTn id="13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7" grpId="0"/>
      <p:bldP spid="48" grpId="0"/>
      <p:bldP spid="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3CD9F7C6-2AA2-457B-B788-7D033F04B714}"/>
              </a:ext>
            </a:extLst>
          </p:cNvPr>
          <p:cNvSpPr txBox="1">
            <a:spLocks noChangeArrowheads="1"/>
          </p:cNvSpPr>
          <p:nvPr/>
        </p:nvSpPr>
        <p:spPr bwMode="auto">
          <a:xfrm>
            <a:off x="1549170" y="21783"/>
            <a:ext cx="5276850" cy="646112"/>
          </a:xfrm>
          <a:prstGeom prst="rect">
            <a:avLst/>
          </a:prstGeom>
          <a:noFill/>
          <a:ln w="9525">
            <a:noFill/>
            <a:miter lim="800000"/>
            <a:headEnd/>
            <a:tailEnd/>
          </a:ln>
        </p:spPr>
        <p:txBody>
          <a:bodyPr>
            <a:spAutoFit/>
          </a:bodyPr>
          <a:lstStyle/>
          <a:p>
            <a:pPr>
              <a:defRPr/>
            </a:pPr>
            <a:r>
              <a:rPr lang="zh-CN" altLang="en-US" sz="3600" b="1" dirty="0">
                <a:solidFill>
                  <a:srgbClr val="A50021"/>
                </a:solidFill>
                <a:latin typeface="宋体" panose="02010600030101010101" pitchFamily="2" charset="-122"/>
                <a:ea typeface="宋体" panose="02010600030101010101" pitchFamily="2" charset="-122"/>
              </a:rPr>
              <a:t>一  理想流体的运动</a:t>
            </a:r>
          </a:p>
        </p:txBody>
      </p:sp>
      <p:sp>
        <p:nvSpPr>
          <p:cNvPr id="47" name="Text Box 2">
            <a:extLst>
              <a:ext uri="{FF2B5EF4-FFF2-40B4-BE49-F238E27FC236}">
                <a16:creationId xmlns:a16="http://schemas.microsoft.com/office/drawing/2014/main" id="{92A7E338-D83B-4DCC-9698-A2DC424F8659}"/>
              </a:ext>
            </a:extLst>
          </p:cNvPr>
          <p:cNvSpPr txBox="1">
            <a:spLocks noChangeArrowheads="1"/>
          </p:cNvSpPr>
          <p:nvPr/>
        </p:nvSpPr>
        <p:spPr bwMode="auto">
          <a:xfrm>
            <a:off x="641462" y="877486"/>
            <a:ext cx="1285612" cy="60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3200" b="1" dirty="0">
                <a:solidFill>
                  <a:srgbClr val="FF0000"/>
                </a:solidFill>
                <a:latin typeface="宋体" panose="02010600030101010101" pitchFamily="2" charset="-122"/>
                <a:ea typeface="宋体" panose="02010600030101010101" pitchFamily="2" charset="-122"/>
              </a:rPr>
              <a:t>流线</a:t>
            </a:r>
            <a:endParaRPr kumimoji="1" lang="zh-CN" altLang="en-US" sz="3200" b="1" dirty="0">
              <a:latin typeface="宋体" panose="02010600030101010101" pitchFamily="2" charset="-122"/>
              <a:ea typeface="宋体" panose="02010600030101010101" pitchFamily="2" charset="-122"/>
            </a:endParaRPr>
          </a:p>
        </p:txBody>
      </p:sp>
      <p:pic>
        <p:nvPicPr>
          <p:cNvPr id="36" name="图片 35">
            <a:extLst>
              <a:ext uri="{FF2B5EF4-FFF2-40B4-BE49-F238E27FC236}">
                <a16:creationId xmlns:a16="http://schemas.microsoft.com/office/drawing/2014/main" id="{68C75676-32B8-4D95-B63A-223DA15A7EE5}"/>
              </a:ext>
            </a:extLst>
          </p:cNvPr>
          <p:cNvPicPr>
            <a:picLocks noChangeAspect="1"/>
          </p:cNvPicPr>
          <p:nvPr/>
        </p:nvPicPr>
        <p:blipFill>
          <a:blip r:embed="rId3"/>
          <a:stretch>
            <a:fillRect/>
          </a:stretch>
        </p:blipFill>
        <p:spPr>
          <a:xfrm>
            <a:off x="9064442" y="1119783"/>
            <a:ext cx="2553179" cy="1698646"/>
          </a:xfrm>
          <a:prstGeom prst="rect">
            <a:avLst/>
          </a:prstGeom>
        </p:spPr>
      </p:pic>
      <p:sp>
        <p:nvSpPr>
          <p:cNvPr id="38" name="Text Box 3">
            <a:extLst>
              <a:ext uri="{FF2B5EF4-FFF2-40B4-BE49-F238E27FC236}">
                <a16:creationId xmlns:a16="http://schemas.microsoft.com/office/drawing/2014/main" id="{F487906D-6DCB-431E-98E5-315E51D76948}"/>
              </a:ext>
            </a:extLst>
          </p:cNvPr>
          <p:cNvSpPr txBox="1">
            <a:spLocks noChangeArrowheads="1"/>
          </p:cNvSpPr>
          <p:nvPr/>
        </p:nvSpPr>
        <p:spPr bwMode="auto">
          <a:xfrm>
            <a:off x="1576502" y="832131"/>
            <a:ext cx="4839178"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流场中流线是连续分布的；</a:t>
            </a:r>
          </a:p>
        </p:txBody>
      </p:sp>
      <p:sp>
        <p:nvSpPr>
          <p:cNvPr id="40" name="Text Box 4">
            <a:extLst>
              <a:ext uri="{FF2B5EF4-FFF2-40B4-BE49-F238E27FC236}">
                <a16:creationId xmlns:a16="http://schemas.microsoft.com/office/drawing/2014/main" id="{BA8DC802-E256-43FD-946D-EEA6DCE92A7F}"/>
              </a:ext>
            </a:extLst>
          </p:cNvPr>
          <p:cNvSpPr txBox="1">
            <a:spLocks noChangeArrowheads="1"/>
          </p:cNvSpPr>
          <p:nvPr/>
        </p:nvSpPr>
        <p:spPr bwMode="auto">
          <a:xfrm>
            <a:off x="1576502" y="3095990"/>
            <a:ext cx="7745251" cy="105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空间每一点只有一个确定的流速方向，</a:t>
            </a:r>
          </a:p>
          <a:p>
            <a:pPr>
              <a:lnSpc>
                <a:spcPct val="120000"/>
              </a:lnSpc>
            </a:pPr>
            <a:r>
              <a:rPr kumimoji="1" lang="zh-CN" altLang="en-US" sz="2800" b="1" dirty="0">
                <a:latin typeface="宋体" panose="02010600030101010101" pitchFamily="2" charset="-122"/>
                <a:ea typeface="宋体" panose="02010600030101010101" pitchFamily="2" charset="-122"/>
              </a:rPr>
              <a:t>所以流线不可相交</a:t>
            </a:r>
            <a:r>
              <a:rPr kumimoji="1" lang="en-US" altLang="zh-CN" sz="2800" b="1" dirty="0">
                <a:latin typeface="宋体" panose="02010600030101010101" pitchFamily="2" charset="-122"/>
                <a:ea typeface="宋体" panose="02010600030101010101" pitchFamily="2" charset="-122"/>
              </a:rPr>
              <a:t>;</a:t>
            </a:r>
            <a:endParaRPr kumimoji="1" lang="zh-CN" altLang="en-US" sz="2800" b="1" dirty="0">
              <a:latin typeface="宋体" panose="02010600030101010101" pitchFamily="2" charset="-122"/>
              <a:ea typeface="宋体" panose="02010600030101010101" pitchFamily="2" charset="-122"/>
            </a:endParaRPr>
          </a:p>
        </p:txBody>
      </p:sp>
      <p:sp>
        <p:nvSpPr>
          <p:cNvPr id="41" name="Text Box 6">
            <a:extLst>
              <a:ext uri="{FF2B5EF4-FFF2-40B4-BE49-F238E27FC236}">
                <a16:creationId xmlns:a16="http://schemas.microsoft.com/office/drawing/2014/main" id="{AA67B68F-C6C0-4C93-A584-F949EE0CBAB6}"/>
              </a:ext>
            </a:extLst>
          </p:cNvPr>
          <p:cNvSpPr txBox="1">
            <a:spLocks noChangeArrowheads="1"/>
          </p:cNvSpPr>
          <p:nvPr/>
        </p:nvSpPr>
        <p:spPr bwMode="auto">
          <a:xfrm>
            <a:off x="1576502" y="2548066"/>
            <a:ext cx="6196614"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ct val="50000"/>
              </a:spcBef>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流线密处，表示流速大，反之则稀</a:t>
            </a:r>
            <a:r>
              <a:rPr kumimoji="1" lang="en-US" altLang="zh-CN" sz="2800" b="1" dirty="0">
                <a:latin typeface="宋体" panose="02010600030101010101" pitchFamily="2" charset="-122"/>
                <a:ea typeface="宋体" panose="02010600030101010101" pitchFamily="2" charset="-122"/>
              </a:rPr>
              <a:t>;</a:t>
            </a:r>
            <a:endParaRPr kumimoji="1" lang="zh-CN" altLang="en-US" sz="2800" b="1" dirty="0">
              <a:latin typeface="宋体" panose="02010600030101010101" pitchFamily="2" charset="-122"/>
              <a:ea typeface="宋体" panose="02010600030101010101" pitchFamily="2" charset="-122"/>
            </a:endParaRPr>
          </a:p>
        </p:txBody>
      </p:sp>
      <p:sp>
        <p:nvSpPr>
          <p:cNvPr id="42" name="AutoShape 7">
            <a:extLst>
              <a:ext uri="{FF2B5EF4-FFF2-40B4-BE49-F238E27FC236}">
                <a16:creationId xmlns:a16="http://schemas.microsoft.com/office/drawing/2014/main" id="{366C21FE-ADBD-42AB-9FBD-03E4439958EE}"/>
              </a:ext>
            </a:extLst>
          </p:cNvPr>
          <p:cNvSpPr>
            <a:spLocks noChangeArrowheads="1"/>
          </p:cNvSpPr>
          <p:nvPr/>
        </p:nvSpPr>
        <p:spPr bwMode="auto">
          <a:xfrm>
            <a:off x="281099" y="958086"/>
            <a:ext cx="360363" cy="576263"/>
          </a:xfrm>
          <a:prstGeom prst="star4">
            <a:avLst>
              <a:gd name="adj" fmla="val 18519"/>
            </a:avLst>
          </a:prstGeom>
          <a:gradFill rotWithShape="1">
            <a:gsLst>
              <a:gs pos="0">
                <a:srgbClr val="FF9933"/>
              </a:gs>
              <a:gs pos="100000">
                <a:srgbClr val="FF9933">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3" name="Picture 5">
            <a:extLst>
              <a:ext uri="{FF2B5EF4-FFF2-40B4-BE49-F238E27FC236}">
                <a16:creationId xmlns:a16="http://schemas.microsoft.com/office/drawing/2014/main" id="{EB3E85A8-AF45-4A04-BA8B-F80335EEA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7658" y="3569979"/>
            <a:ext cx="2287588" cy="866775"/>
          </a:xfrm>
          <a:prstGeom prst="rect">
            <a:avLst/>
          </a:prstGeom>
          <a:noFill/>
          <a:extLst>
            <a:ext uri="{909E8E84-426E-40DD-AFC4-6F175D3DCCD1}">
              <a14:hiddenFill xmlns:a14="http://schemas.microsoft.com/office/drawing/2010/main">
                <a:solidFill>
                  <a:srgbClr val="FFFFFF"/>
                </a:solidFill>
              </a14:hiddenFill>
            </a:ext>
          </a:extLst>
        </p:spPr>
      </p:pic>
      <p:sp>
        <p:nvSpPr>
          <p:cNvPr id="54" name="AutoShape 26">
            <a:extLst>
              <a:ext uri="{FF2B5EF4-FFF2-40B4-BE49-F238E27FC236}">
                <a16:creationId xmlns:a16="http://schemas.microsoft.com/office/drawing/2014/main" id="{11689EB1-2141-4326-8997-64701024A79D}"/>
              </a:ext>
            </a:extLst>
          </p:cNvPr>
          <p:cNvSpPr>
            <a:spLocks noChangeArrowheads="1"/>
          </p:cNvSpPr>
          <p:nvPr/>
        </p:nvSpPr>
        <p:spPr bwMode="auto">
          <a:xfrm rot="16200000">
            <a:off x="9394751" y="2667389"/>
            <a:ext cx="612775" cy="971550"/>
          </a:xfrm>
          <a:prstGeom prst="wedgeRoundRectCallout">
            <a:avLst>
              <a:gd name="adj1" fmla="val -70727"/>
              <a:gd name="adj2" fmla="val 76958"/>
              <a:gd name="adj3" fmla="val 16667"/>
            </a:avLst>
          </a:prstGeom>
          <a:noFill/>
          <a:ln w="25400"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lstStyle/>
          <a:p>
            <a:pPr algn="ctr">
              <a:lnSpc>
                <a:spcPct val="120000"/>
              </a:lnSpc>
              <a:spcBef>
                <a:spcPct val="50000"/>
              </a:spcBef>
            </a:pPr>
            <a:r>
              <a:rPr kumimoji="1" lang="zh-CN" altLang="en-US" sz="1600" b="1">
                <a:solidFill>
                  <a:schemeClr val="accent2"/>
                </a:solidFill>
                <a:latin typeface="Times New Roman" panose="02020603050405020304" pitchFamily="18" charset="0"/>
              </a:rPr>
              <a:t>流速大</a:t>
            </a:r>
          </a:p>
        </p:txBody>
      </p:sp>
      <p:pic>
        <p:nvPicPr>
          <p:cNvPr id="2" name="图片 1">
            <a:extLst>
              <a:ext uri="{FF2B5EF4-FFF2-40B4-BE49-F238E27FC236}">
                <a16:creationId xmlns:a16="http://schemas.microsoft.com/office/drawing/2014/main" id="{C8C0D09F-673B-4870-AF1D-62800DFE0D77}"/>
              </a:ext>
            </a:extLst>
          </p:cNvPr>
          <p:cNvPicPr>
            <a:picLocks noChangeAspect="1"/>
          </p:cNvPicPr>
          <p:nvPr/>
        </p:nvPicPr>
        <p:blipFill>
          <a:blip r:embed="rId5"/>
          <a:stretch>
            <a:fillRect/>
          </a:stretch>
        </p:blipFill>
        <p:spPr>
          <a:xfrm>
            <a:off x="1470112" y="4402994"/>
            <a:ext cx="7745251" cy="1841368"/>
          </a:xfrm>
          <a:prstGeom prst="rect">
            <a:avLst/>
          </a:prstGeom>
        </p:spPr>
      </p:pic>
      <p:sp>
        <p:nvSpPr>
          <p:cNvPr id="64" name="Text Box 3">
            <a:extLst>
              <a:ext uri="{FF2B5EF4-FFF2-40B4-BE49-F238E27FC236}">
                <a16:creationId xmlns:a16="http://schemas.microsoft.com/office/drawing/2014/main" id="{C3906DE8-BD21-4B39-B5F7-8888F0EACB6D}"/>
              </a:ext>
            </a:extLst>
          </p:cNvPr>
          <p:cNvSpPr txBox="1">
            <a:spLocks noChangeArrowheads="1"/>
          </p:cNvSpPr>
          <p:nvPr/>
        </p:nvSpPr>
        <p:spPr bwMode="auto">
          <a:xfrm>
            <a:off x="1549170" y="1467593"/>
            <a:ext cx="7250370" cy="105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流线上每一点的切线方向都和液体微元在该点的速度方向一致</a:t>
            </a:r>
            <a:r>
              <a:rPr kumimoji="1" lang="en-US" altLang="zh-CN" sz="2800" b="1" dirty="0">
                <a:latin typeface="宋体" panose="02010600030101010101" pitchFamily="2" charset="-122"/>
                <a:ea typeface="宋体" panose="02010600030101010101" pitchFamily="2" charset="-122"/>
              </a:rPr>
              <a:t>.</a:t>
            </a:r>
            <a:endParaRPr kumimoji="1" lang="zh-CN" altLang="en-US" sz="2800" b="1" dirty="0">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4074840983"/>
      </p:ext>
    </p:extLst>
  </p:cSld>
  <p:clrMapOvr>
    <a:masterClrMapping/>
  </p:clrMapOvr>
  <p:transition spd="med" advTm="82874">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7"/>
                                        </p:tgtEl>
                                        <p:attrNameLst>
                                          <p:attrName>style.visibility</p:attrName>
                                        </p:attrNameLst>
                                      </p:cBhvr>
                                      <p:to>
                                        <p:strVal val="visible"/>
                                      </p:to>
                                    </p:set>
                                    <p:anim calcmode="discrete" valueType="clr">
                                      <p:cBhvr override="childStyle">
                                        <p:cTn id="7" dur="80"/>
                                        <p:tgtEl>
                                          <p:spTgt spid="4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7"/>
                                        </p:tgtEl>
                                        <p:attrNameLst>
                                          <p:attrName>fillcolor</p:attrName>
                                        </p:attrNameLst>
                                      </p:cBhvr>
                                      <p:tavLst>
                                        <p:tav tm="0">
                                          <p:val>
                                            <p:clrVal>
                                              <a:schemeClr val="accent2"/>
                                            </p:clrVal>
                                          </p:val>
                                        </p:tav>
                                        <p:tav tm="50000">
                                          <p:val>
                                            <p:clrVal>
                                              <a:schemeClr val="hlink"/>
                                            </p:clrVal>
                                          </p:val>
                                        </p:tav>
                                      </p:tavLst>
                                    </p:anim>
                                    <p:set>
                                      <p:cBhvr>
                                        <p:cTn id="9" dur="80"/>
                                        <p:tgtEl>
                                          <p:spTgt spid="4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500"/>
                                        <p:tgtEl>
                                          <p:spTgt spid="5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8" grpId="0"/>
      <p:bldP spid="40" grpId="0"/>
      <p:bldP spid="41" grpId="0"/>
      <p:bldP spid="54" grpId="0" animBg="1"/>
      <p:bldP spid="6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3CD9F7C6-2AA2-457B-B788-7D033F04B714}"/>
              </a:ext>
            </a:extLst>
          </p:cNvPr>
          <p:cNvSpPr txBox="1">
            <a:spLocks noChangeArrowheads="1"/>
          </p:cNvSpPr>
          <p:nvPr/>
        </p:nvSpPr>
        <p:spPr bwMode="auto">
          <a:xfrm>
            <a:off x="1549170" y="21783"/>
            <a:ext cx="5276850" cy="646112"/>
          </a:xfrm>
          <a:prstGeom prst="rect">
            <a:avLst/>
          </a:prstGeom>
          <a:noFill/>
          <a:ln w="9525">
            <a:noFill/>
            <a:miter lim="800000"/>
            <a:headEnd/>
            <a:tailEnd/>
          </a:ln>
        </p:spPr>
        <p:txBody>
          <a:bodyPr>
            <a:spAutoFit/>
          </a:bodyPr>
          <a:lstStyle/>
          <a:p>
            <a:pPr>
              <a:defRPr/>
            </a:pPr>
            <a:r>
              <a:rPr lang="zh-CN" altLang="en-US" sz="3600" b="1" dirty="0">
                <a:solidFill>
                  <a:srgbClr val="A50021"/>
                </a:solidFill>
                <a:latin typeface="宋体" panose="02010600030101010101" pitchFamily="2" charset="-122"/>
                <a:ea typeface="宋体" panose="02010600030101010101" pitchFamily="2" charset="-122"/>
              </a:rPr>
              <a:t>一  理想流体的运动</a:t>
            </a:r>
          </a:p>
        </p:txBody>
      </p:sp>
      <p:sp>
        <p:nvSpPr>
          <p:cNvPr id="55" name="Text Box 11">
            <a:extLst>
              <a:ext uri="{FF2B5EF4-FFF2-40B4-BE49-F238E27FC236}">
                <a16:creationId xmlns:a16="http://schemas.microsoft.com/office/drawing/2014/main" id="{5AA37663-4E28-4DA1-99FE-963836057299}"/>
              </a:ext>
            </a:extLst>
          </p:cNvPr>
          <p:cNvSpPr txBox="1">
            <a:spLocks noChangeArrowheads="1"/>
          </p:cNvSpPr>
          <p:nvPr/>
        </p:nvSpPr>
        <p:spPr bwMode="auto">
          <a:xfrm>
            <a:off x="1371600" y="1006596"/>
            <a:ext cx="7447799" cy="60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kumimoji="1" lang="zh-CN" altLang="en-US" sz="3200" b="1" dirty="0">
                <a:solidFill>
                  <a:srgbClr val="FF0000"/>
                </a:solidFill>
                <a:latin typeface="宋体" panose="02010600030101010101" pitchFamily="2" charset="-122"/>
                <a:ea typeface="宋体" panose="02010600030101010101" pitchFamily="2" charset="-122"/>
              </a:rPr>
              <a:t>流管</a:t>
            </a:r>
            <a:r>
              <a:rPr kumimoji="1" lang="zh-CN" altLang="en-US" sz="2800" b="1" dirty="0">
                <a:latin typeface="宋体" panose="02010600030101010101" pitchFamily="2" charset="-122"/>
                <a:ea typeface="宋体" panose="02010600030101010101" pitchFamily="2" charset="-122"/>
              </a:rPr>
              <a:t>：由一组流线围成的管状区域称为流管。</a:t>
            </a:r>
          </a:p>
        </p:txBody>
      </p:sp>
      <p:pic>
        <p:nvPicPr>
          <p:cNvPr id="56" name="Picture 12">
            <a:extLst>
              <a:ext uri="{FF2B5EF4-FFF2-40B4-BE49-F238E27FC236}">
                <a16:creationId xmlns:a16="http://schemas.microsoft.com/office/drawing/2014/main" id="{8B2A242F-E6DE-4C76-9F4F-1F200F8501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719" y="1889373"/>
            <a:ext cx="3397763" cy="3447878"/>
          </a:xfrm>
          <a:prstGeom prst="rect">
            <a:avLst/>
          </a:prstGeom>
          <a:noFill/>
          <a:extLst>
            <a:ext uri="{909E8E84-426E-40DD-AFC4-6F175D3DCCD1}">
              <a14:hiddenFill xmlns:a14="http://schemas.microsoft.com/office/drawing/2010/main">
                <a:solidFill>
                  <a:srgbClr val="FFFFFF"/>
                </a:solidFill>
              </a14:hiddenFill>
            </a:ext>
          </a:extLst>
        </p:spPr>
      </p:pic>
      <p:sp>
        <p:nvSpPr>
          <p:cNvPr id="57" name="Text Box 13">
            <a:extLst>
              <a:ext uri="{FF2B5EF4-FFF2-40B4-BE49-F238E27FC236}">
                <a16:creationId xmlns:a16="http://schemas.microsoft.com/office/drawing/2014/main" id="{D1AC32E2-87D3-4826-B09A-2F830C038C37}"/>
              </a:ext>
            </a:extLst>
          </p:cNvPr>
          <p:cNvSpPr txBox="1">
            <a:spLocks noChangeArrowheads="1"/>
          </p:cNvSpPr>
          <p:nvPr/>
        </p:nvSpPr>
        <p:spPr bwMode="auto">
          <a:xfrm>
            <a:off x="1827087" y="1889373"/>
            <a:ext cx="4998933"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流管内流体的质量是守恒的。</a:t>
            </a:r>
          </a:p>
        </p:txBody>
      </p:sp>
      <p:sp>
        <p:nvSpPr>
          <p:cNvPr id="61" name="AutoShape 17">
            <a:extLst>
              <a:ext uri="{FF2B5EF4-FFF2-40B4-BE49-F238E27FC236}">
                <a16:creationId xmlns:a16="http://schemas.microsoft.com/office/drawing/2014/main" id="{403BF66B-25BF-4460-9B74-DC2C6C37E094}"/>
              </a:ext>
            </a:extLst>
          </p:cNvPr>
          <p:cNvSpPr>
            <a:spLocks noChangeArrowheads="1"/>
          </p:cNvSpPr>
          <p:nvPr/>
        </p:nvSpPr>
        <p:spPr bwMode="auto">
          <a:xfrm>
            <a:off x="857005" y="1006596"/>
            <a:ext cx="360363" cy="576263"/>
          </a:xfrm>
          <a:prstGeom prst="star4">
            <a:avLst>
              <a:gd name="adj" fmla="val 18519"/>
            </a:avLst>
          </a:prstGeom>
          <a:gradFill rotWithShape="1">
            <a:gsLst>
              <a:gs pos="0">
                <a:srgbClr val="FF9933"/>
              </a:gs>
              <a:gs pos="100000">
                <a:srgbClr val="FF9933">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8" name="Group 14">
            <a:extLst>
              <a:ext uri="{FF2B5EF4-FFF2-40B4-BE49-F238E27FC236}">
                <a16:creationId xmlns:a16="http://schemas.microsoft.com/office/drawing/2014/main" id="{9AD199A9-7C6F-4213-991F-2803B3AB4E7A}"/>
              </a:ext>
            </a:extLst>
          </p:cNvPr>
          <p:cNvGrpSpPr>
            <a:grpSpLocks/>
          </p:cNvGrpSpPr>
          <p:nvPr/>
        </p:nvGrpSpPr>
        <p:grpSpPr bwMode="auto">
          <a:xfrm>
            <a:off x="1760876" y="2853102"/>
            <a:ext cx="5971574" cy="1574801"/>
            <a:chOff x="975" y="3366"/>
            <a:chExt cx="2903" cy="992"/>
          </a:xfrm>
        </p:grpSpPr>
        <p:sp>
          <p:nvSpPr>
            <p:cNvPr id="59" name="Text Box 15">
              <a:extLst>
                <a:ext uri="{FF2B5EF4-FFF2-40B4-BE49-F238E27FC236}">
                  <a16:creationId xmlns:a16="http://schemas.microsoft.com/office/drawing/2014/main" id="{DDEF6505-D944-471C-BDCA-96686536C1BD}"/>
                </a:ext>
              </a:extLst>
            </p:cNvPr>
            <p:cNvSpPr txBox="1">
              <a:spLocks noChangeArrowheads="1"/>
            </p:cNvSpPr>
            <p:nvPr/>
          </p:nvSpPr>
          <p:spPr bwMode="auto">
            <a:xfrm>
              <a:off x="975" y="3366"/>
              <a:ext cx="2903" cy="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a:lnSpc>
                  <a:spcPct val="120000"/>
                </a:lnSpc>
                <a:buClr>
                  <a:srgbClr val="FFC000"/>
                </a:buClr>
                <a:buSzPct val="80000"/>
                <a:buFont typeface="Wingdings" panose="05000000000000000000" pitchFamily="2" charset="2"/>
                <a:buChar char="l"/>
              </a:pPr>
              <a:r>
                <a:rPr kumimoji="1" lang="zh-CN" altLang="en-US" sz="2800" b="1" dirty="0">
                  <a:latin typeface="宋体" panose="02010600030101010101" pitchFamily="2" charset="-122"/>
                  <a:ea typeface="宋体" panose="02010600030101010101" pitchFamily="2" charset="-122"/>
                </a:rPr>
                <a:t>通常所取的“流管”都是“</a:t>
              </a:r>
              <a:r>
                <a:rPr kumimoji="1" lang="zh-CN" altLang="en-US" sz="2800" b="1" dirty="0">
                  <a:solidFill>
                    <a:srgbClr val="FF6600"/>
                  </a:solidFill>
                  <a:latin typeface="宋体" panose="02010600030101010101" pitchFamily="2" charset="-122"/>
                  <a:ea typeface="宋体" panose="02010600030101010101" pitchFamily="2" charset="-122"/>
                </a:rPr>
                <a:t>细流管</a:t>
              </a:r>
              <a:r>
                <a:rPr kumimoji="1" lang="zh-CN" altLang="en-US" sz="2800" b="1" dirty="0">
                  <a:latin typeface="宋体" panose="02010600030101010101" pitchFamily="2" charset="-122"/>
                  <a:ea typeface="宋体" panose="02010600030101010101" pitchFamily="2" charset="-122"/>
                </a:rPr>
                <a:t>”。当细流管截面积      ，就称为流线。</a:t>
              </a:r>
            </a:p>
          </p:txBody>
        </p:sp>
        <p:graphicFrame>
          <p:nvGraphicFramePr>
            <p:cNvPr id="60" name="Object 16">
              <a:extLst>
                <a:ext uri="{FF2B5EF4-FFF2-40B4-BE49-F238E27FC236}">
                  <a16:creationId xmlns:a16="http://schemas.microsoft.com/office/drawing/2014/main" id="{882A4FD8-6A28-4CCC-966C-A61DF405339A}"/>
                </a:ext>
              </a:extLst>
            </p:cNvPr>
            <p:cNvGraphicFramePr>
              <a:graphicFrameLocks noChangeAspect="1"/>
            </p:cNvGraphicFramePr>
            <p:nvPr>
              <p:extLst>
                <p:ext uri="{D42A27DB-BD31-4B8C-83A1-F6EECF244321}">
                  <p14:modId xmlns:p14="http://schemas.microsoft.com/office/powerpoint/2010/main" val="1295326042"/>
                </p:ext>
              </p:extLst>
            </p:nvPr>
          </p:nvGraphicFramePr>
          <p:xfrm>
            <a:off x="2970" y="3835"/>
            <a:ext cx="455" cy="181"/>
          </p:xfrm>
          <a:graphic>
            <a:graphicData uri="http://schemas.openxmlformats.org/presentationml/2006/ole">
              <mc:AlternateContent xmlns:mc="http://schemas.openxmlformats.org/markup-compatibility/2006">
                <mc:Choice xmlns:v="urn:schemas-microsoft-com:vml" Requires="v">
                  <p:oleObj spid="_x0000_s5155" name="Equation" r:id="rId5" imgW="533160" imgH="177480" progId="Equation.3">
                    <p:embed/>
                  </p:oleObj>
                </mc:Choice>
                <mc:Fallback>
                  <p:oleObj name="Equation" r:id="rId5" imgW="533160" imgH="177480" progId="Equation.3">
                    <p:embed/>
                    <p:pic>
                      <p:nvPicPr>
                        <p:cNvPr id="144400" name="Object 16">
                          <a:extLst>
                            <a:ext uri="{FF2B5EF4-FFF2-40B4-BE49-F238E27FC236}">
                              <a16:creationId xmlns:a16="http://schemas.microsoft.com/office/drawing/2014/main" id="{0BE4B0AB-BA31-41DB-9F80-E1F341E71F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0" y="3835"/>
                          <a:ext cx="455" cy="181"/>
                        </a:xfrm>
                        <a:prstGeom prst="rect">
                          <a:avLst/>
                        </a:prstGeom>
                        <a:noFill/>
                      </p:spPr>
                    </p:pic>
                  </p:oleObj>
                </mc:Fallback>
              </mc:AlternateContent>
            </a:graphicData>
          </a:graphic>
        </p:graphicFrame>
      </p:grpSp>
    </p:spTree>
    <p:custDataLst>
      <p:tags r:id="rId2"/>
    </p:custDataLst>
    <p:extLst>
      <p:ext uri="{BB962C8B-B14F-4D97-AF65-F5344CB8AC3E}">
        <p14:creationId xmlns:p14="http://schemas.microsoft.com/office/powerpoint/2010/main" val="2268100382"/>
      </p:ext>
    </p:extLst>
  </p:cSld>
  <p:clrMapOvr>
    <a:masterClrMapping/>
  </p:clrMapOvr>
  <p:transition spd="med" advTm="65834">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left)">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3CD9F7C6-2AA2-457B-B788-7D033F04B714}"/>
              </a:ext>
            </a:extLst>
          </p:cNvPr>
          <p:cNvSpPr txBox="1">
            <a:spLocks noChangeArrowheads="1"/>
          </p:cNvSpPr>
          <p:nvPr/>
        </p:nvSpPr>
        <p:spPr bwMode="auto">
          <a:xfrm>
            <a:off x="1549170" y="21783"/>
            <a:ext cx="5276850" cy="646112"/>
          </a:xfrm>
          <a:prstGeom prst="rect">
            <a:avLst/>
          </a:prstGeom>
          <a:noFill/>
          <a:ln w="9525">
            <a:noFill/>
            <a:miter lim="800000"/>
            <a:headEnd/>
            <a:tailEnd/>
          </a:ln>
        </p:spPr>
        <p:txBody>
          <a:bodyPr>
            <a:spAutoFit/>
          </a:bodyPr>
          <a:lstStyle/>
          <a:p>
            <a:pPr>
              <a:defRPr/>
            </a:pPr>
            <a:r>
              <a:rPr lang="zh-CN" altLang="en-US" sz="3600" b="1" dirty="0">
                <a:solidFill>
                  <a:srgbClr val="A50021"/>
                </a:solidFill>
                <a:latin typeface="宋体" panose="02010600030101010101" pitchFamily="2" charset="-122"/>
                <a:ea typeface="宋体" panose="02010600030101010101" pitchFamily="2" charset="-122"/>
              </a:rPr>
              <a:t>一  理想流体的运动</a:t>
            </a:r>
          </a:p>
        </p:txBody>
      </p:sp>
      <p:sp>
        <p:nvSpPr>
          <p:cNvPr id="18" name="Text Box 2">
            <a:extLst>
              <a:ext uri="{FF2B5EF4-FFF2-40B4-BE49-F238E27FC236}">
                <a16:creationId xmlns:a16="http://schemas.microsoft.com/office/drawing/2014/main" id="{2D6C9DF6-4C40-4501-9BA2-82CFD70F8524}"/>
              </a:ext>
            </a:extLst>
          </p:cNvPr>
          <p:cNvSpPr txBox="1">
            <a:spLocks noChangeArrowheads="1"/>
          </p:cNvSpPr>
          <p:nvPr/>
        </p:nvSpPr>
        <p:spPr bwMode="auto">
          <a:xfrm>
            <a:off x="1060387" y="802381"/>
            <a:ext cx="4195099" cy="584775"/>
          </a:xfrm>
          <a:prstGeom prst="rect">
            <a:avLst/>
          </a:prstGeom>
          <a:noFill/>
          <a:ln w="9525">
            <a:noFill/>
            <a:miter lim="800000"/>
            <a:headEnd/>
            <a:tailEnd/>
          </a:ln>
        </p:spPr>
        <p:txBody>
          <a:bodyPr wrap="square">
            <a:spAutoFit/>
          </a:bodyPr>
          <a:lstStyle/>
          <a:p>
            <a:pPr>
              <a:defRPr/>
            </a:pPr>
            <a:r>
              <a:rPr lang="en-US" altLang="zh-CN" sz="3200" b="1" dirty="0">
                <a:latin typeface="宋体" panose="02010600030101010101" pitchFamily="2" charset="-122"/>
                <a:ea typeface="宋体" panose="02010600030101010101" pitchFamily="2" charset="-122"/>
              </a:rPr>
              <a:t>2.</a:t>
            </a:r>
            <a:r>
              <a:rPr lang="zh-CN" altLang="en-US" sz="3200" b="1" dirty="0">
                <a:latin typeface="宋体" panose="02010600030101010101" pitchFamily="2" charset="-122"/>
                <a:ea typeface="宋体" panose="02010600030101010101" pitchFamily="2" charset="-122"/>
              </a:rPr>
              <a:t> 流体连续性方程</a:t>
            </a:r>
          </a:p>
        </p:txBody>
      </p:sp>
      <p:grpSp>
        <p:nvGrpSpPr>
          <p:cNvPr id="19" name="Group 6">
            <a:extLst>
              <a:ext uri="{FF2B5EF4-FFF2-40B4-BE49-F238E27FC236}">
                <a16:creationId xmlns:a16="http://schemas.microsoft.com/office/drawing/2014/main" id="{938F8C8F-A7A8-43BC-AFF8-48CB7BA5696F}"/>
              </a:ext>
            </a:extLst>
          </p:cNvPr>
          <p:cNvGrpSpPr>
            <a:grpSpLocks/>
          </p:cNvGrpSpPr>
          <p:nvPr/>
        </p:nvGrpSpPr>
        <p:grpSpPr bwMode="auto">
          <a:xfrm>
            <a:off x="487717" y="1485407"/>
            <a:ext cx="6754813" cy="647701"/>
            <a:chOff x="113" y="1162"/>
            <a:chExt cx="4255" cy="408"/>
          </a:xfrm>
        </p:grpSpPr>
        <p:sp>
          <p:nvSpPr>
            <p:cNvPr id="20" name="Text Box 7">
              <a:extLst>
                <a:ext uri="{FF2B5EF4-FFF2-40B4-BE49-F238E27FC236}">
                  <a16:creationId xmlns:a16="http://schemas.microsoft.com/office/drawing/2014/main" id="{63E15F9C-B2FD-4425-A4B3-60FCBBB52662}"/>
                </a:ext>
              </a:extLst>
            </p:cNvPr>
            <p:cNvSpPr txBox="1">
              <a:spLocks noChangeArrowheads="1"/>
            </p:cNvSpPr>
            <p:nvPr/>
          </p:nvSpPr>
          <p:spPr bwMode="auto">
            <a:xfrm>
              <a:off x="113" y="1162"/>
              <a:ext cx="4255"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en-US" altLang="zh-CN" sz="2400" b="1" dirty="0">
                  <a:latin typeface="Times New Roman" panose="02020603050405020304" pitchFamily="18" charset="0"/>
                </a:rPr>
                <a:t>        </a:t>
              </a:r>
              <a:r>
                <a:rPr kumimoji="1" lang="zh-CN" altLang="en-US" sz="2400" dirty="0">
                  <a:latin typeface="Times New Roman" panose="02020603050405020304" pitchFamily="18" charset="0"/>
                </a:rPr>
                <a:t>取一细流管，任取两个截面       和      ，</a:t>
              </a:r>
            </a:p>
          </p:txBody>
        </p:sp>
        <mc:AlternateContent xmlns:mc="http://schemas.openxmlformats.org/markup-compatibility/2006" xmlns:a14="http://schemas.microsoft.com/office/drawing/2010/main">
          <mc:Choice Requires="a14">
            <p:sp>
              <p:nvSpPr>
                <p:cNvPr id="21" name="Object 8">
                  <a:extLst>
                    <a:ext uri="{FF2B5EF4-FFF2-40B4-BE49-F238E27FC236}">
                      <a16:creationId xmlns:a16="http://schemas.microsoft.com/office/drawing/2014/main" id="{EFFD70F7-A447-49C1-98FE-8938DDA251D2}"/>
                    </a:ext>
                  </a:extLst>
                </p:cNvPr>
                <p:cNvSpPr txBox="1"/>
                <p:nvPr/>
              </p:nvSpPr>
              <p:spPr bwMode="auto">
                <a:xfrm>
                  <a:off x="2864" y="1223"/>
                  <a:ext cx="415" cy="34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smtClean="0">
                                <a:solidFill>
                                  <a:srgbClr val="FF0000"/>
                                </a:solidFill>
                                <a:latin typeface="Cambria Math" panose="02040503050406030204" pitchFamily="18" charset="0"/>
                              </a:rPr>
                            </m:ctrlPr>
                          </m:sSubPr>
                          <m:e>
                            <m:r>
                              <a:rPr lang="zh-CN" altLang="en-US" sz="2000" i="1" smtClean="0">
                                <a:solidFill>
                                  <a:srgbClr val="FF0000"/>
                                </a:solidFill>
                                <a:latin typeface="Cambria Math" panose="02040503050406030204" pitchFamily="18" charset="0"/>
                                <a:sym typeface="Symbol" panose="05050102010706020507" pitchFamily="18" charset="2"/>
                              </a:rPr>
                              <m:t></m:t>
                            </m:r>
                            <m:r>
                              <a:rPr lang="zh-CN" altLang="en-US" sz="2000" i="1">
                                <a:solidFill>
                                  <a:srgbClr val="FF0000"/>
                                </a:solidFill>
                                <a:latin typeface="Cambria Math" panose="02040503050406030204" pitchFamily="18" charset="0"/>
                              </a:rPr>
                              <m:t>𝑆</m:t>
                            </m:r>
                          </m:e>
                          <m:sub>
                            <m:r>
                              <a:rPr lang="zh-CN" altLang="en-US" sz="2000" i="1">
                                <a:solidFill>
                                  <a:srgbClr val="FF0000"/>
                                </a:solidFill>
                                <a:latin typeface="Cambria Math" panose="02040503050406030204" pitchFamily="18" charset="0"/>
                              </a:rPr>
                              <m:t>1</m:t>
                            </m:r>
                          </m:sub>
                        </m:sSub>
                      </m:oMath>
                    </m:oMathPara>
                  </a14:m>
                  <a:endParaRPr lang="zh-CN" altLang="en-US" sz="2000" dirty="0">
                    <a:solidFill>
                      <a:srgbClr val="FF0000"/>
                    </a:solidFill>
                  </a:endParaRPr>
                </a:p>
              </p:txBody>
            </p:sp>
          </mc:Choice>
          <mc:Fallback xmlns="">
            <p:sp>
              <p:nvSpPr>
                <p:cNvPr id="21" name="Object 8">
                  <a:extLst>
                    <a:ext uri="{FF2B5EF4-FFF2-40B4-BE49-F238E27FC236}">
                      <a16:creationId xmlns:a16="http://schemas.microsoft.com/office/drawing/2014/main" id="{EFFD70F7-A447-49C1-98FE-8938DDA251D2}"/>
                    </a:ext>
                  </a:extLst>
                </p:cNvPr>
                <p:cNvSpPr txBox="1">
                  <a:spLocks noRot="1" noChangeAspect="1" noMove="1" noResize="1" noEditPoints="1" noAdjustHandles="1" noChangeArrowheads="1" noChangeShapeType="1" noTextEdit="1"/>
                </p:cNvSpPr>
                <p:nvPr/>
              </p:nvSpPr>
              <p:spPr bwMode="auto">
                <a:xfrm>
                  <a:off x="2864" y="1223"/>
                  <a:ext cx="415" cy="34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9">
                  <a:extLst>
                    <a:ext uri="{FF2B5EF4-FFF2-40B4-BE49-F238E27FC236}">
                      <a16:creationId xmlns:a16="http://schemas.microsoft.com/office/drawing/2014/main" id="{644BD02A-A925-4742-9597-47E8129DD8D9}"/>
                    </a:ext>
                  </a:extLst>
                </p:cNvPr>
                <p:cNvSpPr txBox="1"/>
                <p:nvPr/>
              </p:nvSpPr>
              <p:spPr bwMode="auto">
                <a:xfrm>
                  <a:off x="3365" y="1178"/>
                  <a:ext cx="506" cy="299"/>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FF0000"/>
                                </a:solidFill>
                                <a:latin typeface="Cambria Math" panose="02040503050406030204" pitchFamily="18" charset="0"/>
                              </a:rPr>
                            </m:ctrlPr>
                          </m:sSubPr>
                          <m:e>
                            <m:r>
                              <a:rPr lang="zh-CN" altLang="en-US" sz="2400" i="1" smtClean="0">
                                <a:solidFill>
                                  <a:srgbClr val="FF0000"/>
                                </a:solidFill>
                                <a:latin typeface="Cambria Math" panose="02040503050406030204" pitchFamily="18" charset="0"/>
                                <a:sym typeface="Symbol" panose="05050102010706020507" pitchFamily="18" charset="2"/>
                              </a:rPr>
                              <m:t></m:t>
                            </m:r>
                            <m:r>
                              <a:rPr lang="zh-CN" altLang="en-US" sz="2400" i="1">
                                <a:solidFill>
                                  <a:srgbClr val="FF0000"/>
                                </a:solidFill>
                                <a:latin typeface="Cambria Math" panose="02040503050406030204" pitchFamily="18" charset="0"/>
                              </a:rPr>
                              <m:t>𝑆</m:t>
                            </m:r>
                          </m:e>
                          <m:sub>
                            <m:r>
                              <a:rPr lang="zh-CN" altLang="en-US" sz="2400" i="1">
                                <a:solidFill>
                                  <a:srgbClr val="FF0000"/>
                                </a:solidFill>
                                <a:latin typeface="Cambria Math" panose="02040503050406030204" pitchFamily="18" charset="0"/>
                              </a:rPr>
                              <m:t>2</m:t>
                            </m:r>
                          </m:sub>
                        </m:sSub>
                      </m:oMath>
                    </m:oMathPara>
                  </a14:m>
                  <a:endParaRPr lang="zh-CN" altLang="en-US" sz="2400" dirty="0"/>
                </a:p>
              </p:txBody>
            </p:sp>
          </mc:Choice>
          <mc:Fallback xmlns="">
            <p:sp>
              <p:nvSpPr>
                <p:cNvPr id="22" name="Object 9">
                  <a:extLst>
                    <a:ext uri="{FF2B5EF4-FFF2-40B4-BE49-F238E27FC236}">
                      <a16:creationId xmlns:a16="http://schemas.microsoft.com/office/drawing/2014/main" id="{644BD02A-A925-4742-9597-47E8129DD8D9}"/>
                    </a:ext>
                  </a:extLst>
                </p:cNvPr>
                <p:cNvSpPr txBox="1">
                  <a:spLocks noRot="1" noChangeAspect="1" noMove="1" noResize="1" noEditPoints="1" noAdjustHandles="1" noChangeArrowheads="1" noChangeShapeType="1" noTextEdit="1"/>
                </p:cNvSpPr>
                <p:nvPr/>
              </p:nvSpPr>
              <p:spPr bwMode="auto">
                <a:xfrm>
                  <a:off x="3365" y="1178"/>
                  <a:ext cx="506" cy="299"/>
                </a:xfrm>
                <a:prstGeom prst="rect">
                  <a:avLst/>
                </a:prstGeom>
                <a:blipFill>
                  <a:blip r:embed="rId8"/>
                  <a:stretch>
                    <a:fillRect l="-2273"/>
                  </a:stretch>
                </a:blipFill>
              </p:spPr>
              <p:txBody>
                <a:bodyPr/>
                <a:lstStyle/>
                <a:p>
                  <a:r>
                    <a:rPr lang="zh-CN" altLang="en-US">
                      <a:noFill/>
                    </a:rPr>
                    <a:t> </a:t>
                  </a:r>
                </a:p>
              </p:txBody>
            </p:sp>
          </mc:Fallback>
        </mc:AlternateContent>
      </p:grpSp>
      <p:grpSp>
        <p:nvGrpSpPr>
          <p:cNvPr id="23" name="Group 21">
            <a:extLst>
              <a:ext uri="{FF2B5EF4-FFF2-40B4-BE49-F238E27FC236}">
                <a16:creationId xmlns:a16="http://schemas.microsoft.com/office/drawing/2014/main" id="{C543E38C-28FC-481B-9223-2390EF5CF6B8}"/>
              </a:ext>
            </a:extLst>
          </p:cNvPr>
          <p:cNvGrpSpPr>
            <a:grpSpLocks/>
          </p:cNvGrpSpPr>
          <p:nvPr/>
        </p:nvGrpSpPr>
        <p:grpSpPr bwMode="auto">
          <a:xfrm>
            <a:off x="1082887" y="2053967"/>
            <a:ext cx="6075363" cy="498475"/>
            <a:chOff x="515" y="1338"/>
            <a:chExt cx="3827" cy="314"/>
          </a:xfrm>
        </p:grpSpPr>
        <p:sp>
          <p:nvSpPr>
            <p:cNvPr id="24" name="Text Box 22">
              <a:extLst>
                <a:ext uri="{FF2B5EF4-FFF2-40B4-BE49-F238E27FC236}">
                  <a16:creationId xmlns:a16="http://schemas.microsoft.com/office/drawing/2014/main" id="{635F3353-82A4-4805-9750-67ADB25C2993}"/>
                </a:ext>
              </a:extLst>
            </p:cNvPr>
            <p:cNvSpPr txBox="1">
              <a:spLocks noChangeArrowheads="1"/>
            </p:cNvSpPr>
            <p:nvPr/>
          </p:nvSpPr>
          <p:spPr bwMode="auto">
            <a:xfrm>
              <a:off x="515" y="1338"/>
              <a:ext cx="3827"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dirty="0">
                  <a:latin typeface="Times New Roman" panose="02020603050405020304" pitchFamily="18" charset="0"/>
                </a:rPr>
                <a:t>经过时间        ，流入细流管的流体质量</a:t>
              </a:r>
              <a:r>
                <a:rPr kumimoji="1" lang="en-US" altLang="zh-CN" sz="2400" dirty="0">
                  <a:latin typeface="Times New Roman" panose="02020603050405020304" pitchFamily="18" charset="0"/>
                </a:rPr>
                <a:t>:</a:t>
              </a:r>
              <a:endParaRPr kumimoji="1" lang="zh-CN" altLang="en-US" sz="24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Object 23">
                  <a:extLst>
                    <a:ext uri="{FF2B5EF4-FFF2-40B4-BE49-F238E27FC236}">
                      <a16:creationId xmlns:a16="http://schemas.microsoft.com/office/drawing/2014/main" id="{1BED7EBC-6240-46AB-A226-C911C5A3AC95}"/>
                    </a:ext>
                  </a:extLst>
                </p:cNvPr>
                <p:cNvSpPr txBox="1"/>
                <p:nvPr/>
              </p:nvSpPr>
              <p:spPr bwMode="auto">
                <a:xfrm>
                  <a:off x="1308" y="1381"/>
                  <a:ext cx="398" cy="26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smtClean="0">
                            <a:solidFill>
                              <a:srgbClr val="FF0000"/>
                            </a:solidFill>
                            <a:latin typeface="Cambria Math" panose="02040503050406030204" pitchFamily="18" charset="0"/>
                          </a:rPr>
                          <m:t>Δ</m:t>
                        </m:r>
                        <m:r>
                          <a:rPr lang="zh-CN" altLang="en-US" sz="2800" i="1" smtClean="0">
                            <a:solidFill>
                              <a:srgbClr val="FF0000"/>
                            </a:solidFill>
                            <a:latin typeface="Cambria Math" panose="02040503050406030204" pitchFamily="18" charset="0"/>
                          </a:rPr>
                          <m:t>𝑡</m:t>
                        </m:r>
                      </m:oMath>
                    </m:oMathPara>
                  </a14:m>
                  <a:endParaRPr lang="zh-CN" altLang="en-US" sz="2800" dirty="0">
                    <a:solidFill>
                      <a:srgbClr val="FF0000"/>
                    </a:solidFill>
                  </a:endParaRPr>
                </a:p>
              </p:txBody>
            </p:sp>
          </mc:Choice>
          <mc:Fallback xmlns="">
            <p:sp>
              <p:nvSpPr>
                <p:cNvPr id="25" name="Object 23">
                  <a:extLst>
                    <a:ext uri="{FF2B5EF4-FFF2-40B4-BE49-F238E27FC236}">
                      <a16:creationId xmlns:a16="http://schemas.microsoft.com/office/drawing/2014/main" id="{1BED7EBC-6240-46AB-A226-C911C5A3AC95}"/>
                    </a:ext>
                  </a:extLst>
                </p:cNvPr>
                <p:cNvSpPr txBox="1">
                  <a:spLocks noRot="1" noChangeAspect="1" noMove="1" noResize="1" noEditPoints="1" noAdjustHandles="1" noChangeArrowheads="1" noChangeShapeType="1" noTextEdit="1"/>
                </p:cNvSpPr>
                <p:nvPr/>
              </p:nvSpPr>
              <p:spPr bwMode="auto">
                <a:xfrm>
                  <a:off x="1308" y="1381"/>
                  <a:ext cx="398" cy="262"/>
                </a:xfrm>
                <a:prstGeom prst="rect">
                  <a:avLst/>
                </a:prstGeom>
                <a:blipFill>
                  <a:blip r:embed="rId9"/>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6" name="Object 24">
                <a:extLst>
                  <a:ext uri="{FF2B5EF4-FFF2-40B4-BE49-F238E27FC236}">
                    <a16:creationId xmlns:a16="http://schemas.microsoft.com/office/drawing/2014/main" id="{1497252B-CEFE-4F5B-A556-BA18EB7D4865}"/>
                  </a:ext>
                </a:extLst>
              </p:cNvPr>
              <p:cNvSpPr txBox="1"/>
              <p:nvPr/>
            </p:nvSpPr>
            <p:spPr bwMode="auto">
              <a:xfrm>
                <a:off x="2110912" y="2631578"/>
                <a:ext cx="4072477" cy="4794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400" i="1">
                          <a:solidFill>
                            <a:srgbClr val="000000"/>
                          </a:solidFill>
                          <a:latin typeface="Cambria Math" panose="02040503050406030204" pitchFamily="18" charset="0"/>
                        </a:rPr>
                        <m:t>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r>
                        <m:rPr>
                          <m:sty m:val="p"/>
                        </m:rPr>
                        <a:rPr lang="zh-CN" altLang="en-US" sz="2400" i="1">
                          <a:solidFill>
                            <a:srgbClr val="000000"/>
                          </a:solidFill>
                          <a:latin typeface="Cambria Math" panose="02040503050406030204" pitchFamily="18" charset="0"/>
                        </a:rPr>
                        <m:t>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𝑉</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sSub>
                        <m:sSubPr>
                          <m:ctrlPr>
                            <a:rPr lang="zh-CN" altLang="en-US" sz="2400" i="1">
                              <a:solidFill>
                                <a:srgbClr val="000000"/>
                              </a:solidFill>
                              <a:latin typeface="Cambria Math" panose="02040503050406030204" pitchFamily="18" charset="0"/>
                            </a:rPr>
                          </m:ctrlPr>
                        </m:sSubPr>
                        <m:e>
                          <m:r>
                            <a:rPr lang="zh-CN" altLang="en-US" sz="2400" i="1" smtClean="0">
                              <a:solidFill>
                                <a:srgbClr val="000000"/>
                              </a:solidFill>
                              <a:latin typeface="Cambria Math" panose="02040503050406030204" pitchFamily="18" charset="0"/>
                              <a:sym typeface="Symbol" panose="05050102010706020507" pitchFamily="18" charset="2"/>
                            </a:rPr>
                            <m:t></m:t>
                          </m:r>
                          <m:r>
                            <a:rPr lang="zh-CN" altLang="en-US" sz="2400" i="1">
                              <a:solidFill>
                                <a:srgbClr val="000000"/>
                              </a:solidFill>
                              <a:latin typeface="Cambria Math" panose="02040503050406030204" pitchFamily="18" charset="0"/>
                            </a:rPr>
                            <m:t>𝑆</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𝑣</m:t>
                          </m:r>
                        </m:e>
                        <m:sub>
                          <m:r>
                            <a:rPr lang="zh-CN" altLang="en-US" sz="2400" i="1">
                              <a:solidFill>
                                <a:srgbClr val="000000"/>
                              </a:solidFill>
                              <a:latin typeface="Cambria Math" panose="02040503050406030204" pitchFamily="18" charset="0"/>
                            </a:rPr>
                            <m:t>1</m:t>
                          </m:r>
                        </m:sub>
                      </m:sSub>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𝑡</m:t>
                      </m:r>
                    </m:oMath>
                  </m:oMathPara>
                </a14:m>
                <a:endParaRPr lang="zh-CN" altLang="en-US" sz="2400" dirty="0"/>
              </a:p>
            </p:txBody>
          </p:sp>
        </mc:Choice>
        <mc:Fallback xmlns="">
          <p:sp>
            <p:nvSpPr>
              <p:cNvPr id="26" name="Object 24">
                <a:extLst>
                  <a:ext uri="{FF2B5EF4-FFF2-40B4-BE49-F238E27FC236}">
                    <a16:creationId xmlns:a16="http://schemas.microsoft.com/office/drawing/2014/main" id="{1497252B-CEFE-4F5B-A556-BA18EB7D4865}"/>
                  </a:ext>
                </a:extLst>
              </p:cNvPr>
              <p:cNvSpPr txBox="1">
                <a:spLocks noRot="1" noChangeAspect="1" noMove="1" noResize="1" noEditPoints="1" noAdjustHandles="1" noChangeArrowheads="1" noChangeShapeType="1" noTextEdit="1"/>
              </p:cNvSpPr>
              <p:nvPr/>
            </p:nvSpPr>
            <p:spPr bwMode="auto">
              <a:xfrm>
                <a:off x="2110912" y="2631578"/>
                <a:ext cx="4072477" cy="479425"/>
              </a:xfrm>
              <a:prstGeom prst="rect">
                <a:avLst/>
              </a:prstGeom>
              <a:blipFill>
                <a:blip r:embed="rId10"/>
                <a:stretch>
                  <a:fillRect l="-299" b="-15385"/>
                </a:stretch>
              </a:blipFill>
            </p:spPr>
            <p:txBody>
              <a:bodyPr/>
              <a:lstStyle/>
              <a:p>
                <a:r>
                  <a:rPr lang="zh-CN" altLang="en-US">
                    <a:noFill/>
                  </a:rPr>
                  <a:t> </a:t>
                </a:r>
              </a:p>
            </p:txBody>
          </p:sp>
        </mc:Fallback>
      </mc:AlternateContent>
      <p:sp>
        <p:nvSpPr>
          <p:cNvPr id="27" name="Text Box 25">
            <a:extLst>
              <a:ext uri="{FF2B5EF4-FFF2-40B4-BE49-F238E27FC236}">
                <a16:creationId xmlns:a16="http://schemas.microsoft.com/office/drawing/2014/main" id="{A73583C2-D1A7-459D-ABE7-08C87E27BD31}"/>
              </a:ext>
            </a:extLst>
          </p:cNvPr>
          <p:cNvSpPr txBox="1">
            <a:spLocks noChangeArrowheads="1"/>
          </p:cNvSpPr>
          <p:nvPr/>
        </p:nvSpPr>
        <p:spPr bwMode="auto">
          <a:xfrm>
            <a:off x="786707" y="3184693"/>
            <a:ext cx="312420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dirty="0">
                <a:latin typeface="Times New Roman" panose="02020603050405020304" pitchFamily="18" charset="0"/>
              </a:rPr>
              <a:t>同理，流出的质量</a:t>
            </a:r>
            <a:r>
              <a:rPr kumimoji="1" lang="en-US" altLang="zh-CN" sz="2400" dirty="0">
                <a:latin typeface="Times New Roman" panose="02020603050405020304" pitchFamily="18" charset="0"/>
              </a:rPr>
              <a:t>:</a:t>
            </a:r>
            <a:endParaRPr kumimoji="1" lang="zh-CN" altLang="en-US" sz="24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Object 26">
                <a:extLst>
                  <a:ext uri="{FF2B5EF4-FFF2-40B4-BE49-F238E27FC236}">
                    <a16:creationId xmlns:a16="http://schemas.microsoft.com/office/drawing/2014/main" id="{590AAC4D-F147-4961-AB4B-6150BBEBC781}"/>
                  </a:ext>
                </a:extLst>
              </p:cNvPr>
              <p:cNvSpPr txBox="1"/>
              <p:nvPr/>
            </p:nvSpPr>
            <p:spPr bwMode="auto">
              <a:xfrm>
                <a:off x="3519268" y="3174831"/>
                <a:ext cx="3463138" cy="4524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400" i="1">
                          <a:solidFill>
                            <a:srgbClr val="000000"/>
                          </a:solidFill>
                          <a:latin typeface="Cambria Math" panose="02040503050406030204" pitchFamily="18" charset="0"/>
                        </a:rPr>
                        <m:t>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r>
                        <m:rPr>
                          <m:sty m:val="p"/>
                        </m:rPr>
                        <a:rPr lang="zh-CN" altLang="en-US" sz="2400" i="1">
                          <a:solidFill>
                            <a:srgbClr val="000000"/>
                          </a:solidFill>
                          <a:latin typeface="Cambria Math" panose="02040503050406030204" pitchFamily="18" charset="0"/>
                        </a:rPr>
                        <m:t>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𝑉</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sSub>
                        <m:sSubPr>
                          <m:ctrlPr>
                            <a:rPr lang="zh-CN" altLang="en-US" sz="2400" i="1">
                              <a:solidFill>
                                <a:srgbClr val="000000"/>
                              </a:solidFill>
                              <a:latin typeface="Cambria Math" panose="02040503050406030204" pitchFamily="18" charset="0"/>
                            </a:rPr>
                          </m:ctrlPr>
                        </m:sSubPr>
                        <m:e>
                          <m:r>
                            <a:rPr lang="zh-CN" altLang="en-US" sz="2400" i="1" smtClean="0">
                              <a:solidFill>
                                <a:srgbClr val="000000"/>
                              </a:solidFill>
                              <a:latin typeface="Cambria Math" panose="02040503050406030204" pitchFamily="18" charset="0"/>
                              <a:sym typeface="Symbol" panose="05050102010706020507" pitchFamily="18" charset="2"/>
                            </a:rPr>
                            <m:t></m:t>
                          </m:r>
                          <m:r>
                            <a:rPr lang="zh-CN" altLang="en-US" sz="2400" i="1">
                              <a:solidFill>
                                <a:srgbClr val="000000"/>
                              </a:solidFill>
                              <a:latin typeface="Cambria Math" panose="02040503050406030204" pitchFamily="18" charset="0"/>
                            </a:rPr>
                            <m:t>𝑆</m:t>
                          </m:r>
                        </m:e>
                        <m:sub>
                          <m:r>
                            <a:rPr lang="zh-CN" altLang="en-US" sz="2400" i="1">
                              <a:solidFill>
                                <a:srgbClr val="000000"/>
                              </a:solidFill>
                              <a:latin typeface="Cambria Math" panose="02040503050406030204" pitchFamily="18" charset="0"/>
                            </a:rPr>
                            <m:t>2</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𝑣</m:t>
                          </m:r>
                        </m:e>
                        <m:sub>
                          <m:r>
                            <a:rPr lang="zh-CN" altLang="en-US" sz="2400" i="1">
                              <a:solidFill>
                                <a:srgbClr val="000000"/>
                              </a:solidFill>
                              <a:latin typeface="Cambria Math" panose="02040503050406030204" pitchFamily="18" charset="0"/>
                            </a:rPr>
                            <m:t>2</m:t>
                          </m:r>
                        </m:sub>
                      </m:sSub>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𝑡</m:t>
                      </m:r>
                    </m:oMath>
                  </m:oMathPara>
                </a14:m>
                <a:endParaRPr lang="zh-CN" altLang="en-US" sz="2400" dirty="0"/>
              </a:p>
            </p:txBody>
          </p:sp>
        </mc:Choice>
        <mc:Fallback xmlns="">
          <p:sp>
            <p:nvSpPr>
              <p:cNvPr id="28" name="Object 26">
                <a:extLst>
                  <a:ext uri="{FF2B5EF4-FFF2-40B4-BE49-F238E27FC236}">
                    <a16:creationId xmlns:a16="http://schemas.microsoft.com/office/drawing/2014/main" id="{590AAC4D-F147-4961-AB4B-6150BBEBC781}"/>
                  </a:ext>
                </a:extLst>
              </p:cNvPr>
              <p:cNvSpPr txBox="1">
                <a:spLocks noRot="1" noChangeAspect="1" noMove="1" noResize="1" noEditPoints="1" noAdjustHandles="1" noChangeArrowheads="1" noChangeShapeType="1" noTextEdit="1"/>
              </p:cNvSpPr>
              <p:nvPr/>
            </p:nvSpPr>
            <p:spPr bwMode="auto">
              <a:xfrm>
                <a:off x="3519268" y="3174831"/>
                <a:ext cx="3463138" cy="452437"/>
              </a:xfrm>
              <a:prstGeom prst="rect">
                <a:avLst/>
              </a:prstGeom>
              <a:blipFill>
                <a:blip r:embed="rId11"/>
                <a:stretch>
                  <a:fillRect l="-352" r="-352" b="-21622"/>
                </a:stretch>
              </a:blipFill>
            </p:spPr>
            <p:txBody>
              <a:bodyPr/>
              <a:lstStyle/>
              <a:p>
                <a:r>
                  <a:rPr lang="zh-CN" altLang="en-US">
                    <a:noFill/>
                  </a:rPr>
                  <a:t> </a:t>
                </a:r>
              </a:p>
            </p:txBody>
          </p:sp>
        </mc:Fallback>
      </mc:AlternateContent>
      <p:sp>
        <p:nvSpPr>
          <p:cNvPr id="29" name="Text Box 27">
            <a:extLst>
              <a:ext uri="{FF2B5EF4-FFF2-40B4-BE49-F238E27FC236}">
                <a16:creationId xmlns:a16="http://schemas.microsoft.com/office/drawing/2014/main" id="{84354E56-78D8-43C5-92B5-7D53E81828FD}"/>
              </a:ext>
            </a:extLst>
          </p:cNvPr>
          <p:cNvSpPr txBox="1">
            <a:spLocks noChangeArrowheads="1"/>
          </p:cNvSpPr>
          <p:nvPr/>
        </p:nvSpPr>
        <p:spPr bwMode="auto">
          <a:xfrm>
            <a:off x="1228677" y="3777344"/>
            <a:ext cx="3743325" cy="4977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kumimoji="1" lang="zh-CN" altLang="en-US" sz="2400" dirty="0">
                <a:solidFill>
                  <a:srgbClr val="FF6600"/>
                </a:solidFill>
                <a:latin typeface="Times New Roman" panose="02020603050405020304" pitchFamily="18" charset="0"/>
              </a:rPr>
              <a:t>流体质量守恒</a:t>
            </a:r>
            <a:r>
              <a:rPr kumimoji="1" lang="zh-CN" altLang="en-US" sz="2400" dirty="0">
                <a:latin typeface="Times New Roman" panose="02020603050405020304" pitchFamily="18" charset="0"/>
              </a:rPr>
              <a:t>，即</a:t>
            </a:r>
          </a:p>
        </p:txBody>
      </p:sp>
      <p:graphicFrame>
        <p:nvGraphicFramePr>
          <p:cNvPr id="30" name="Object 28">
            <a:extLst>
              <a:ext uri="{FF2B5EF4-FFF2-40B4-BE49-F238E27FC236}">
                <a16:creationId xmlns:a16="http://schemas.microsoft.com/office/drawing/2014/main" id="{8906FCA3-BA36-4C91-9721-FA2BB25C7D69}"/>
              </a:ext>
            </a:extLst>
          </p:cNvPr>
          <p:cNvGraphicFramePr>
            <a:graphicFrameLocks noChangeAspect="1"/>
          </p:cNvGraphicFramePr>
          <p:nvPr>
            <p:extLst>
              <p:ext uri="{D42A27DB-BD31-4B8C-83A1-F6EECF244321}">
                <p14:modId xmlns:p14="http://schemas.microsoft.com/office/powerpoint/2010/main" val="521104703"/>
              </p:ext>
            </p:extLst>
          </p:nvPr>
        </p:nvGraphicFramePr>
        <p:xfrm>
          <a:off x="3910907" y="3817857"/>
          <a:ext cx="1295400" cy="431800"/>
        </p:xfrm>
        <a:graphic>
          <a:graphicData uri="http://schemas.openxmlformats.org/presentationml/2006/ole">
            <mc:AlternateContent xmlns:mc="http://schemas.openxmlformats.org/markup-compatibility/2006">
              <mc:Choice xmlns:v="urn:schemas-microsoft-com:vml" Requires="v">
                <p:oleObj spid="_x0000_s7230" name="Equation" r:id="rId12" imgW="761760" imgH="215640" progId="Equation.3">
                  <p:embed/>
                </p:oleObj>
              </mc:Choice>
              <mc:Fallback>
                <p:oleObj name="Equation" r:id="rId12" imgW="761760" imgH="215640" progId="Equation.3">
                  <p:embed/>
                  <p:pic>
                    <p:nvPicPr>
                      <p:cNvPr id="30" name="Object 28">
                        <a:extLst>
                          <a:ext uri="{FF2B5EF4-FFF2-40B4-BE49-F238E27FC236}">
                            <a16:creationId xmlns:a16="http://schemas.microsoft.com/office/drawing/2014/main" id="{8906FCA3-BA36-4C91-9721-FA2BB25C7D6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0907" y="3817857"/>
                        <a:ext cx="12954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1" name="Object 29">
                <a:extLst>
                  <a:ext uri="{FF2B5EF4-FFF2-40B4-BE49-F238E27FC236}">
                    <a16:creationId xmlns:a16="http://schemas.microsoft.com/office/drawing/2014/main" id="{9D7BDAAC-E32F-44C0-B162-A1D3E0B66761}"/>
                  </a:ext>
                </a:extLst>
              </p:cNvPr>
              <p:cNvSpPr txBox="1"/>
              <p:nvPr/>
            </p:nvSpPr>
            <p:spPr bwMode="auto">
              <a:xfrm>
                <a:off x="1191291" y="4425352"/>
                <a:ext cx="2866516" cy="47148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𝜌</m:t>
                      </m:r>
                      <m:sSub>
                        <m:sSubPr>
                          <m:ctrlPr>
                            <a:rPr lang="zh-CN" altLang="en-US" sz="2400" i="1">
                              <a:solidFill>
                                <a:srgbClr val="000000"/>
                              </a:solidFill>
                              <a:latin typeface="Cambria Math" panose="02040503050406030204" pitchFamily="18" charset="0"/>
                            </a:rPr>
                          </m:ctrlPr>
                        </m:sSubPr>
                        <m:e>
                          <m:r>
                            <a:rPr lang="zh-CN" altLang="en-US" sz="2400" i="1" smtClean="0">
                              <a:solidFill>
                                <a:srgbClr val="000000"/>
                              </a:solidFill>
                              <a:latin typeface="Cambria Math" panose="02040503050406030204" pitchFamily="18" charset="0"/>
                              <a:sym typeface="Symbol" panose="05050102010706020507" pitchFamily="18" charset="2"/>
                            </a:rPr>
                            <m:t></m:t>
                          </m:r>
                          <m:r>
                            <a:rPr lang="zh-CN" altLang="en-US" sz="2400" i="1">
                              <a:solidFill>
                                <a:srgbClr val="000000"/>
                              </a:solidFill>
                              <a:latin typeface="Cambria Math" panose="02040503050406030204" pitchFamily="18" charset="0"/>
                            </a:rPr>
                            <m:t>𝑆</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𝑣</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sym typeface="Symbol" panose="05050102010706020507" pitchFamily="18" charset="2"/>
                            </a:rPr>
                            <m:t></m:t>
                          </m:r>
                          <m:r>
                            <a:rPr lang="zh-CN" altLang="en-US" sz="2400" i="1">
                              <a:solidFill>
                                <a:srgbClr val="000000"/>
                              </a:solidFill>
                              <a:latin typeface="Cambria Math" panose="02040503050406030204" pitchFamily="18" charset="0"/>
                            </a:rPr>
                            <m:t>𝑆</m:t>
                          </m:r>
                        </m:e>
                        <m:sub>
                          <m:r>
                            <a:rPr lang="zh-CN" altLang="en-US" sz="2400" i="1">
                              <a:solidFill>
                                <a:srgbClr val="000000"/>
                              </a:solidFill>
                              <a:latin typeface="Cambria Math" panose="02040503050406030204" pitchFamily="18" charset="0"/>
                            </a:rPr>
                            <m:t>2</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𝑣</m:t>
                          </m:r>
                        </m:e>
                        <m:sub>
                          <m:r>
                            <a:rPr lang="zh-CN" altLang="en-US" sz="2400" i="1">
                              <a:solidFill>
                                <a:srgbClr val="000000"/>
                              </a:solidFill>
                              <a:latin typeface="Cambria Math" panose="02040503050406030204" pitchFamily="18" charset="0"/>
                            </a:rPr>
                            <m:t>2</m:t>
                          </m:r>
                        </m:sub>
                      </m:sSub>
                    </m:oMath>
                  </m:oMathPara>
                </a14:m>
                <a:endParaRPr lang="zh-CN" altLang="en-US" sz="2400" dirty="0"/>
              </a:p>
            </p:txBody>
          </p:sp>
        </mc:Choice>
        <mc:Fallback xmlns="">
          <p:sp>
            <p:nvSpPr>
              <p:cNvPr id="31" name="Object 29">
                <a:extLst>
                  <a:ext uri="{FF2B5EF4-FFF2-40B4-BE49-F238E27FC236}">
                    <a16:creationId xmlns:a16="http://schemas.microsoft.com/office/drawing/2014/main" id="{9D7BDAAC-E32F-44C0-B162-A1D3E0B66761}"/>
                  </a:ext>
                </a:extLst>
              </p:cNvPr>
              <p:cNvSpPr txBox="1">
                <a:spLocks noRot="1" noChangeAspect="1" noMove="1" noResize="1" noEditPoints="1" noAdjustHandles="1" noChangeArrowheads="1" noChangeShapeType="1" noTextEdit="1"/>
              </p:cNvSpPr>
              <p:nvPr/>
            </p:nvSpPr>
            <p:spPr bwMode="auto">
              <a:xfrm>
                <a:off x="1191291" y="4425352"/>
                <a:ext cx="2866516" cy="471488"/>
              </a:xfrm>
              <a:prstGeom prst="rect">
                <a:avLst/>
              </a:prstGeom>
              <a:blipFill>
                <a:blip r:embed="rId14"/>
                <a:stretch>
                  <a:fillRect l="-637" b="-10390"/>
                </a:stretch>
              </a:blipFill>
            </p:spPr>
            <p:txBody>
              <a:bodyPr/>
              <a:lstStyle/>
              <a:p>
                <a:r>
                  <a:rPr lang="zh-CN" altLang="en-US">
                    <a:noFill/>
                  </a:rPr>
                  <a:t> </a:t>
                </a:r>
              </a:p>
            </p:txBody>
          </p:sp>
        </mc:Fallback>
      </mc:AlternateContent>
      <p:sp>
        <p:nvSpPr>
          <p:cNvPr id="32" name="Text Box 30">
            <a:extLst>
              <a:ext uri="{FF2B5EF4-FFF2-40B4-BE49-F238E27FC236}">
                <a16:creationId xmlns:a16="http://schemas.microsoft.com/office/drawing/2014/main" id="{02DFF690-5F17-432C-A208-9B2868BCAFA5}"/>
              </a:ext>
            </a:extLst>
          </p:cNvPr>
          <p:cNvSpPr txBox="1">
            <a:spLocks noChangeArrowheads="1"/>
          </p:cNvSpPr>
          <p:nvPr/>
        </p:nvSpPr>
        <p:spPr bwMode="auto">
          <a:xfrm>
            <a:off x="3792340" y="4459925"/>
            <a:ext cx="533400"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dirty="0">
                <a:latin typeface="Times New Roman" panose="02020603050405020304" pitchFamily="18" charset="0"/>
              </a:rPr>
              <a:t>或</a:t>
            </a:r>
          </a:p>
        </p:txBody>
      </p:sp>
      <mc:AlternateContent xmlns:mc="http://schemas.openxmlformats.org/markup-compatibility/2006" xmlns:a14="http://schemas.microsoft.com/office/drawing/2010/main">
        <mc:Choice Requires="a14">
          <p:sp>
            <p:nvSpPr>
              <p:cNvPr id="33" name="Object 31">
                <a:extLst>
                  <a:ext uri="{FF2B5EF4-FFF2-40B4-BE49-F238E27FC236}">
                    <a16:creationId xmlns:a16="http://schemas.microsoft.com/office/drawing/2014/main" id="{1916F28F-45AB-48AD-A9EB-E87B7DBBFB47}"/>
                  </a:ext>
                </a:extLst>
              </p:cNvPr>
              <p:cNvSpPr txBox="1"/>
              <p:nvPr/>
            </p:nvSpPr>
            <p:spPr bwMode="auto">
              <a:xfrm>
                <a:off x="4742402" y="4452154"/>
                <a:ext cx="2619004" cy="555409"/>
              </a:xfrm>
              <a:prstGeom prst="rect">
                <a:avLst/>
              </a:prstGeom>
              <a:solidFill>
                <a:srgbClr val="FFFF00"/>
              </a:solid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sym typeface="Symbol" panose="05050102010706020507" pitchFamily="18" charset="2"/>
                        </a:rPr>
                        <m:t></m:t>
                      </m:r>
                      <m:r>
                        <a:rPr lang="zh-CN" altLang="en-US" sz="2800" i="1">
                          <a:solidFill>
                            <a:srgbClr val="000000"/>
                          </a:solidFill>
                          <a:latin typeface="Cambria Math" panose="02040503050406030204" pitchFamily="18" charset="0"/>
                        </a:rPr>
                        <m:t>𝑆𝑣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常量</m:t>
                      </m:r>
                    </m:oMath>
                  </m:oMathPara>
                </a14:m>
                <a:endParaRPr lang="zh-CN" altLang="en-US" sz="2800" dirty="0"/>
              </a:p>
            </p:txBody>
          </p:sp>
        </mc:Choice>
        <mc:Fallback xmlns="">
          <p:sp>
            <p:nvSpPr>
              <p:cNvPr id="33" name="Object 31">
                <a:extLst>
                  <a:ext uri="{FF2B5EF4-FFF2-40B4-BE49-F238E27FC236}">
                    <a16:creationId xmlns:a16="http://schemas.microsoft.com/office/drawing/2014/main" id="{1916F28F-45AB-48AD-A9EB-E87B7DBBFB47}"/>
                  </a:ext>
                </a:extLst>
              </p:cNvPr>
              <p:cNvSpPr txBox="1">
                <a:spLocks noRot="1" noChangeAspect="1" noMove="1" noResize="1" noEditPoints="1" noAdjustHandles="1" noChangeArrowheads="1" noChangeShapeType="1" noTextEdit="1"/>
              </p:cNvSpPr>
              <p:nvPr/>
            </p:nvSpPr>
            <p:spPr bwMode="auto">
              <a:xfrm>
                <a:off x="4742402" y="4452154"/>
                <a:ext cx="2619004" cy="555409"/>
              </a:xfrm>
              <a:prstGeom prst="rect">
                <a:avLst/>
              </a:prstGeom>
              <a:blipFill>
                <a:blip r:embed="rId15"/>
                <a:stretch>
                  <a:fillRect/>
                </a:stretch>
              </a:blipFill>
            </p:spPr>
            <p:txBody>
              <a:bodyPr/>
              <a:lstStyle/>
              <a:p>
                <a:r>
                  <a:rPr lang="zh-CN" altLang="en-US">
                    <a:noFill/>
                  </a:rPr>
                  <a:t> </a:t>
                </a:r>
              </a:p>
            </p:txBody>
          </p:sp>
        </mc:Fallback>
      </mc:AlternateContent>
      <p:sp>
        <p:nvSpPr>
          <p:cNvPr id="37" name="Text Box 34">
            <a:extLst>
              <a:ext uri="{FF2B5EF4-FFF2-40B4-BE49-F238E27FC236}">
                <a16:creationId xmlns:a16="http://schemas.microsoft.com/office/drawing/2014/main" id="{FA8CD63E-567E-4C11-B7D7-C11B9ED06A17}"/>
              </a:ext>
            </a:extLst>
          </p:cNvPr>
          <p:cNvSpPr txBox="1">
            <a:spLocks noChangeArrowheads="1"/>
          </p:cNvSpPr>
          <p:nvPr/>
        </p:nvSpPr>
        <p:spPr bwMode="auto">
          <a:xfrm>
            <a:off x="7499242" y="4459925"/>
            <a:ext cx="2727834"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800" dirty="0">
                <a:solidFill>
                  <a:srgbClr val="FF6600"/>
                </a:solidFill>
                <a:latin typeface="Times New Roman" panose="02020603050405020304" pitchFamily="18" charset="0"/>
              </a:rPr>
              <a:t>流体连续性方程</a:t>
            </a:r>
          </a:p>
        </p:txBody>
      </p:sp>
      <p:grpSp>
        <p:nvGrpSpPr>
          <p:cNvPr id="35" name="Group 2">
            <a:extLst>
              <a:ext uri="{FF2B5EF4-FFF2-40B4-BE49-F238E27FC236}">
                <a16:creationId xmlns:a16="http://schemas.microsoft.com/office/drawing/2014/main" id="{87CC73FE-A48C-4251-8908-BE0F8F14EF5F}"/>
              </a:ext>
            </a:extLst>
          </p:cNvPr>
          <p:cNvGrpSpPr>
            <a:grpSpLocks/>
          </p:cNvGrpSpPr>
          <p:nvPr/>
        </p:nvGrpSpPr>
        <p:grpSpPr bwMode="auto">
          <a:xfrm>
            <a:off x="1099344" y="5087334"/>
            <a:ext cx="3268663" cy="657225"/>
            <a:chOff x="51" y="224"/>
            <a:chExt cx="2059" cy="414"/>
          </a:xfrm>
        </p:grpSpPr>
        <p:sp>
          <p:nvSpPr>
            <p:cNvPr id="36" name="Text Box 3">
              <a:extLst>
                <a:ext uri="{FF2B5EF4-FFF2-40B4-BE49-F238E27FC236}">
                  <a16:creationId xmlns:a16="http://schemas.microsoft.com/office/drawing/2014/main" id="{8B70A9E8-A73A-4CFE-A9C4-31571F0EAE8C}"/>
                </a:ext>
              </a:extLst>
            </p:cNvPr>
            <p:cNvSpPr txBox="1">
              <a:spLocks noChangeArrowheads="1"/>
            </p:cNvSpPr>
            <p:nvPr/>
          </p:nvSpPr>
          <p:spPr bwMode="auto">
            <a:xfrm>
              <a:off x="51" y="224"/>
              <a:ext cx="50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zh-CN" altLang="en-US" sz="2400" dirty="0">
                  <a:latin typeface="Times New Roman" panose="02020603050405020304" pitchFamily="18" charset="0"/>
                </a:rPr>
                <a:t>定义</a:t>
              </a:r>
            </a:p>
          </p:txBody>
        </p:sp>
        <p:graphicFrame>
          <p:nvGraphicFramePr>
            <p:cNvPr id="38" name="Object 4">
              <a:extLst>
                <a:ext uri="{FF2B5EF4-FFF2-40B4-BE49-F238E27FC236}">
                  <a16:creationId xmlns:a16="http://schemas.microsoft.com/office/drawing/2014/main" id="{E0CDD5FE-A219-4098-955F-A038002FD6F2}"/>
                </a:ext>
              </a:extLst>
            </p:cNvPr>
            <p:cNvGraphicFramePr>
              <a:graphicFrameLocks noChangeAspect="1"/>
            </p:cNvGraphicFramePr>
            <p:nvPr/>
          </p:nvGraphicFramePr>
          <p:xfrm>
            <a:off x="1927" y="346"/>
            <a:ext cx="183" cy="292"/>
          </p:xfrm>
          <a:graphic>
            <a:graphicData uri="http://schemas.openxmlformats.org/presentationml/2006/ole">
              <mc:AlternateContent xmlns:mc="http://schemas.openxmlformats.org/markup-compatibility/2006">
                <mc:Choice xmlns:v="urn:schemas-microsoft-com:vml" Requires="v">
                  <p:oleObj spid="_x0000_s7231" name="Equation" r:id="rId16" imgW="101520" imgH="164880" progId="Equation.DSMT4">
                    <p:embed/>
                  </p:oleObj>
                </mc:Choice>
                <mc:Fallback>
                  <p:oleObj name="Equation" r:id="rId16" imgW="101520" imgH="164880" progId="Equation.DSMT4">
                    <p:embed/>
                    <p:pic>
                      <p:nvPicPr>
                        <p:cNvPr id="146436" name="Object 4">
                          <a:extLst>
                            <a:ext uri="{FF2B5EF4-FFF2-40B4-BE49-F238E27FC236}">
                              <a16:creationId xmlns:a16="http://schemas.microsoft.com/office/drawing/2014/main" id="{CBA8C40E-D163-4443-B0BD-A79E9F52F3E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27" y="346"/>
                          <a:ext cx="183"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3" name="Text Box 14">
            <a:extLst>
              <a:ext uri="{FF2B5EF4-FFF2-40B4-BE49-F238E27FC236}">
                <a16:creationId xmlns:a16="http://schemas.microsoft.com/office/drawing/2014/main" id="{DC266C17-6279-4161-B574-10390DB9D5DF}"/>
              </a:ext>
            </a:extLst>
          </p:cNvPr>
          <p:cNvSpPr txBox="1">
            <a:spLocks noChangeArrowheads="1"/>
          </p:cNvSpPr>
          <p:nvPr/>
        </p:nvSpPr>
        <p:spPr bwMode="auto">
          <a:xfrm>
            <a:off x="1082887" y="5689569"/>
            <a:ext cx="8345198"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kumimoji="1" lang="zh-CN" altLang="en-US" sz="2400" dirty="0">
                <a:latin typeface="Times New Roman" panose="02020603050405020304" pitchFamily="18" charset="0"/>
              </a:rPr>
              <a:t>不可压缩流体，通过流管各截面的流量都相等。截面积 </a:t>
            </a:r>
            <a:r>
              <a:rPr kumimoji="1" lang="en-US" altLang="zh-CN" sz="2400" dirty="0">
                <a:latin typeface="Times New Roman" panose="02020603050405020304" pitchFamily="18" charset="0"/>
              </a:rPr>
              <a:t>S </a:t>
            </a:r>
            <a:r>
              <a:rPr kumimoji="1" lang="zh-CN" altLang="en-US" sz="2400" dirty="0">
                <a:latin typeface="Times New Roman" panose="02020603050405020304" pitchFamily="18" charset="0"/>
              </a:rPr>
              <a:t>小处则速度大，截面积 </a:t>
            </a:r>
            <a:r>
              <a:rPr kumimoji="1" lang="en-US" altLang="zh-CN" sz="2400" dirty="0">
                <a:latin typeface="Times New Roman" panose="02020603050405020304" pitchFamily="18" charset="0"/>
              </a:rPr>
              <a:t>S </a:t>
            </a:r>
            <a:r>
              <a:rPr kumimoji="1" lang="zh-CN" altLang="en-US" sz="2400" dirty="0">
                <a:latin typeface="Times New Roman" panose="02020603050405020304" pitchFamily="18" charset="0"/>
              </a:rPr>
              <a:t>大处则速度小</a:t>
            </a:r>
            <a:r>
              <a:rPr kumimoji="1" lang="en-US" altLang="zh-CN" sz="2400" dirty="0">
                <a:latin typeface="Times New Roman" panose="02020603050405020304" pitchFamily="18" charset="0"/>
              </a:rPr>
              <a:t>.</a:t>
            </a:r>
            <a:endParaRPr kumimoji="1" lang="zh-CN" altLang="en-US" sz="2400" dirty="0">
              <a:latin typeface="Times New Roman" panose="02020603050405020304" pitchFamily="18" charset="0"/>
            </a:endParaRPr>
          </a:p>
        </p:txBody>
      </p:sp>
      <p:grpSp>
        <p:nvGrpSpPr>
          <p:cNvPr id="45" name="Group 6">
            <a:extLst>
              <a:ext uri="{FF2B5EF4-FFF2-40B4-BE49-F238E27FC236}">
                <a16:creationId xmlns:a16="http://schemas.microsoft.com/office/drawing/2014/main" id="{0DA9D3B4-8824-450C-B55D-B471434A9D9E}"/>
              </a:ext>
            </a:extLst>
          </p:cNvPr>
          <p:cNvGrpSpPr>
            <a:grpSpLocks/>
          </p:cNvGrpSpPr>
          <p:nvPr/>
        </p:nvGrpSpPr>
        <p:grpSpPr bwMode="auto">
          <a:xfrm>
            <a:off x="3786541" y="5170278"/>
            <a:ext cx="4479014" cy="498475"/>
            <a:chOff x="303" y="983"/>
            <a:chExt cx="1205" cy="314"/>
          </a:xfrm>
        </p:grpSpPr>
        <p:sp>
          <p:nvSpPr>
            <p:cNvPr id="46" name="Text Box 7">
              <a:extLst>
                <a:ext uri="{FF2B5EF4-FFF2-40B4-BE49-F238E27FC236}">
                  <a16:creationId xmlns:a16="http://schemas.microsoft.com/office/drawing/2014/main" id="{04EC2D00-FA60-4F84-85F3-24CD3245D67C}"/>
                </a:ext>
              </a:extLst>
            </p:cNvPr>
            <p:cNvSpPr txBox="1">
              <a:spLocks noChangeArrowheads="1"/>
            </p:cNvSpPr>
            <p:nvPr/>
          </p:nvSpPr>
          <p:spPr bwMode="auto">
            <a:xfrm>
              <a:off x="409" y="983"/>
              <a:ext cx="1099"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400" dirty="0">
                  <a:latin typeface="Times New Roman" panose="02020603050405020304" pitchFamily="18" charset="0"/>
                </a:rPr>
                <a:t>称为</a:t>
              </a:r>
              <a:r>
                <a:rPr kumimoji="1" lang="zh-CN" altLang="en-US" sz="2400" dirty="0">
                  <a:solidFill>
                    <a:srgbClr val="FF6600"/>
                  </a:solidFill>
                  <a:latin typeface="Times New Roman" panose="02020603050405020304" pitchFamily="18" charset="0"/>
                </a:rPr>
                <a:t>体积流量，单位是</a:t>
              </a:r>
              <a:r>
                <a:rPr kumimoji="1" lang="en-US" altLang="zh-CN" sz="2400" dirty="0">
                  <a:solidFill>
                    <a:srgbClr val="FF6600"/>
                  </a:solidFill>
                  <a:latin typeface="Times New Roman" panose="02020603050405020304" pitchFamily="18" charset="0"/>
                </a:rPr>
                <a:t>m</a:t>
              </a:r>
              <a:r>
                <a:rPr kumimoji="1" lang="en-US" altLang="zh-CN" sz="2400" baseline="30000" dirty="0">
                  <a:solidFill>
                    <a:srgbClr val="FF6600"/>
                  </a:solidFill>
                  <a:latin typeface="Times New Roman" panose="02020603050405020304" pitchFamily="18" charset="0"/>
                </a:rPr>
                <a:t>3</a:t>
              </a:r>
              <a:r>
                <a:rPr kumimoji="1" lang="en-US" altLang="zh-CN" sz="2400" dirty="0">
                  <a:solidFill>
                    <a:srgbClr val="FF6600"/>
                  </a:solidFill>
                  <a:latin typeface="Times New Roman" panose="02020603050405020304" pitchFamily="18" charset="0"/>
                  <a:sym typeface="Symbol" panose="05050102010706020507" pitchFamily="18" charset="2"/>
                </a:rPr>
                <a:t></a:t>
              </a:r>
              <a:r>
                <a:rPr kumimoji="1" lang="en-US" altLang="zh-CN" sz="2400" dirty="0">
                  <a:solidFill>
                    <a:srgbClr val="FF6600"/>
                  </a:solidFill>
                  <a:latin typeface="Times New Roman" panose="02020603050405020304" pitchFamily="18" charset="0"/>
                </a:rPr>
                <a:t>s</a:t>
              </a:r>
              <a:r>
                <a:rPr kumimoji="1" lang="en-US" altLang="zh-CN" sz="2400" baseline="30000" dirty="0">
                  <a:solidFill>
                    <a:srgbClr val="FF6600"/>
                  </a:solidFill>
                  <a:latin typeface="Times New Roman" panose="02020603050405020304" pitchFamily="18" charset="0"/>
                </a:rPr>
                <a:t>-1</a:t>
              </a:r>
              <a:endParaRPr kumimoji="1" lang="zh-CN" altLang="en-US" sz="2400" b="1" baseline="30000" dirty="0">
                <a:latin typeface="Times New Roman" panose="02020603050405020304" pitchFamily="18" charset="0"/>
              </a:endParaRPr>
            </a:p>
          </p:txBody>
        </p:sp>
        <p:graphicFrame>
          <p:nvGraphicFramePr>
            <p:cNvPr id="47" name="Object 8">
              <a:extLst>
                <a:ext uri="{FF2B5EF4-FFF2-40B4-BE49-F238E27FC236}">
                  <a16:creationId xmlns:a16="http://schemas.microsoft.com/office/drawing/2014/main" id="{B18F6B87-9AA6-4D98-89D3-CAD8FB3515B4}"/>
                </a:ext>
              </a:extLst>
            </p:cNvPr>
            <p:cNvGraphicFramePr>
              <a:graphicFrameLocks noChangeAspect="1"/>
            </p:cNvGraphicFramePr>
            <p:nvPr>
              <p:extLst>
                <p:ext uri="{D42A27DB-BD31-4B8C-83A1-F6EECF244321}">
                  <p14:modId xmlns:p14="http://schemas.microsoft.com/office/powerpoint/2010/main" val="1245624188"/>
                </p:ext>
              </p:extLst>
            </p:nvPr>
          </p:nvGraphicFramePr>
          <p:xfrm>
            <a:off x="303" y="1045"/>
            <a:ext cx="106" cy="235"/>
          </p:xfrm>
          <a:graphic>
            <a:graphicData uri="http://schemas.openxmlformats.org/presentationml/2006/ole">
              <mc:AlternateContent xmlns:mc="http://schemas.openxmlformats.org/markup-compatibility/2006">
                <mc:Choice xmlns:v="urn:schemas-microsoft-com:vml" Requires="v">
                  <p:oleObj spid="_x0000_s7232" name="公式" r:id="rId18" imgW="152280" imgH="203040" progId="Equation.3">
                    <p:embed/>
                  </p:oleObj>
                </mc:Choice>
                <mc:Fallback>
                  <p:oleObj name="公式" r:id="rId18" imgW="152280" imgH="203040" progId="Equation.3">
                    <p:embed/>
                    <p:pic>
                      <p:nvPicPr>
                        <p:cNvPr id="146440" name="Object 8">
                          <a:extLst>
                            <a:ext uri="{FF2B5EF4-FFF2-40B4-BE49-F238E27FC236}">
                              <a16:creationId xmlns:a16="http://schemas.microsoft.com/office/drawing/2014/main" id="{24634BB7-49F5-4217-9237-9550A0B00F4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3" y="1045"/>
                          <a:ext cx="106" cy="235"/>
                        </a:xfrm>
                        <a:prstGeom prst="rect">
                          <a:avLst/>
                        </a:prstGeom>
                        <a:noFill/>
                      </p:spPr>
                    </p:pic>
                  </p:oleObj>
                </mc:Fallback>
              </mc:AlternateContent>
            </a:graphicData>
          </a:graphic>
        </p:graphicFrame>
      </p:grpSp>
      <mc:AlternateContent xmlns:mc="http://schemas.openxmlformats.org/markup-compatibility/2006" xmlns:a14="http://schemas.microsoft.com/office/drawing/2010/main">
        <mc:Choice Requires="a14">
          <p:sp>
            <p:nvSpPr>
              <p:cNvPr id="49" name="Object 31">
                <a:extLst>
                  <a:ext uri="{FF2B5EF4-FFF2-40B4-BE49-F238E27FC236}">
                    <a16:creationId xmlns:a16="http://schemas.microsoft.com/office/drawing/2014/main" id="{8106638A-EEE6-4189-9299-D27FBA50596A}"/>
                  </a:ext>
                </a:extLst>
              </p:cNvPr>
              <p:cNvSpPr txBox="1"/>
              <p:nvPr/>
            </p:nvSpPr>
            <p:spPr bwMode="auto">
              <a:xfrm>
                <a:off x="2024257" y="5029674"/>
                <a:ext cx="1594450" cy="555409"/>
              </a:xfrm>
              <a:prstGeom prst="rect">
                <a:avLst/>
              </a:prstGeom>
              <a:solidFill>
                <a:srgbClr val="FFFF00"/>
              </a:solidFill>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sym typeface="Symbol" panose="05050102010706020507" pitchFamily="18" charset="2"/>
                        </a:rPr>
                        <m:t></m:t>
                      </m:r>
                      <m:r>
                        <a:rPr lang="zh-CN" altLang="en-US" sz="2800" i="1">
                          <a:solidFill>
                            <a:srgbClr val="000000"/>
                          </a:solidFill>
                          <a:latin typeface="Cambria Math" panose="02040503050406030204" pitchFamily="18" charset="0"/>
                        </a:rPr>
                        <m:t>𝑆𝑣</m:t>
                      </m:r>
                      <m:r>
                        <a:rPr lang="zh-CN" altLang="en-US" sz="2800" i="1">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𝑄</m:t>
                      </m:r>
                    </m:oMath>
                  </m:oMathPara>
                </a14:m>
                <a:endParaRPr lang="zh-CN" altLang="en-US" sz="2800" dirty="0"/>
              </a:p>
            </p:txBody>
          </p:sp>
        </mc:Choice>
        <mc:Fallback xmlns="">
          <p:sp>
            <p:nvSpPr>
              <p:cNvPr id="49" name="Object 31">
                <a:extLst>
                  <a:ext uri="{FF2B5EF4-FFF2-40B4-BE49-F238E27FC236}">
                    <a16:creationId xmlns:a16="http://schemas.microsoft.com/office/drawing/2014/main" id="{8106638A-EEE6-4189-9299-D27FBA50596A}"/>
                  </a:ext>
                </a:extLst>
              </p:cNvPr>
              <p:cNvSpPr txBox="1">
                <a:spLocks noRot="1" noChangeAspect="1" noMove="1" noResize="1" noEditPoints="1" noAdjustHandles="1" noChangeArrowheads="1" noChangeShapeType="1" noTextEdit="1"/>
              </p:cNvSpPr>
              <p:nvPr/>
            </p:nvSpPr>
            <p:spPr bwMode="auto">
              <a:xfrm>
                <a:off x="2024257" y="5029674"/>
                <a:ext cx="1594450" cy="555409"/>
              </a:xfrm>
              <a:prstGeom prst="rect">
                <a:avLst/>
              </a:prstGeom>
              <a:blipFill>
                <a:blip r:embed="rId20"/>
                <a:stretch>
                  <a:fillRect/>
                </a:stretch>
              </a:blipFill>
            </p:spPr>
            <p:txBody>
              <a:bodyPr/>
              <a:lstStyle/>
              <a:p>
                <a:r>
                  <a:rPr lang="zh-CN" altLang="en-US">
                    <a:noFill/>
                  </a:rPr>
                  <a:t> </a:t>
                </a:r>
              </a:p>
            </p:txBody>
          </p:sp>
        </mc:Fallback>
      </mc:AlternateContent>
      <p:grpSp>
        <p:nvGrpSpPr>
          <p:cNvPr id="53" name="组合 52">
            <a:extLst>
              <a:ext uri="{FF2B5EF4-FFF2-40B4-BE49-F238E27FC236}">
                <a16:creationId xmlns:a16="http://schemas.microsoft.com/office/drawing/2014/main" id="{45CF921E-AEBB-4473-A3A5-0EBCAB7B9260}"/>
              </a:ext>
            </a:extLst>
          </p:cNvPr>
          <p:cNvGrpSpPr/>
          <p:nvPr/>
        </p:nvGrpSpPr>
        <p:grpSpPr>
          <a:xfrm>
            <a:off x="7490079" y="1250810"/>
            <a:ext cx="4035384" cy="2178190"/>
            <a:chOff x="7490079" y="1250810"/>
            <a:chExt cx="4035384" cy="2178190"/>
          </a:xfrm>
        </p:grpSpPr>
        <p:pic>
          <p:nvPicPr>
            <p:cNvPr id="2" name="图片 1">
              <a:extLst>
                <a:ext uri="{FF2B5EF4-FFF2-40B4-BE49-F238E27FC236}">
                  <a16:creationId xmlns:a16="http://schemas.microsoft.com/office/drawing/2014/main" id="{96234A04-F18F-4311-BAAC-A10D3DB82792}"/>
                </a:ext>
              </a:extLst>
            </p:cNvPr>
            <p:cNvPicPr>
              <a:picLocks noChangeAspect="1"/>
            </p:cNvPicPr>
            <p:nvPr/>
          </p:nvPicPr>
          <p:blipFill>
            <a:blip r:embed="rId21"/>
            <a:stretch>
              <a:fillRect/>
            </a:stretch>
          </p:blipFill>
          <p:spPr>
            <a:xfrm>
              <a:off x="7490079" y="1250810"/>
              <a:ext cx="4035384" cy="2178190"/>
            </a:xfrm>
            <a:prstGeom prst="rect">
              <a:avLst/>
            </a:prstGeom>
          </p:spPr>
        </p:pic>
        <p:sp>
          <p:nvSpPr>
            <p:cNvPr id="3" name="椭圆 2">
              <a:extLst>
                <a:ext uri="{FF2B5EF4-FFF2-40B4-BE49-F238E27FC236}">
                  <a16:creationId xmlns:a16="http://schemas.microsoft.com/office/drawing/2014/main" id="{0BA89239-4FC7-427A-A1D5-BDA461DC2F8F}"/>
                </a:ext>
              </a:extLst>
            </p:cNvPr>
            <p:cNvSpPr/>
            <p:nvPr/>
          </p:nvSpPr>
          <p:spPr bwMode="auto">
            <a:xfrm rot="20948616">
              <a:off x="8725616" y="1736117"/>
              <a:ext cx="223310" cy="817660"/>
            </a:xfrm>
            <a:prstGeom prst="ellipse">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noFill/>
                <a:effectLst/>
                <a:latin typeface="Times New Roman" pitchFamily="18" charset="0"/>
                <a:ea typeface="楷体_GB2312" pitchFamily="49" charset="-122"/>
              </a:endParaRPr>
            </a:p>
          </p:txBody>
        </p:sp>
        <p:cxnSp>
          <p:nvCxnSpPr>
            <p:cNvPr id="5" name="直接连接符 4">
              <a:extLst>
                <a:ext uri="{FF2B5EF4-FFF2-40B4-BE49-F238E27FC236}">
                  <a16:creationId xmlns:a16="http://schemas.microsoft.com/office/drawing/2014/main" id="{AAF07199-7969-403F-BDA3-0E10B4F4CCDE}"/>
                </a:ext>
              </a:extLst>
            </p:cNvPr>
            <p:cNvCxnSpPr>
              <a:cxnSpLocks/>
            </p:cNvCxnSpPr>
            <p:nvPr/>
          </p:nvCxnSpPr>
          <p:spPr bwMode="auto">
            <a:xfrm>
              <a:off x="8265555" y="1510807"/>
              <a:ext cx="132721" cy="2925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直接连接符 33">
              <a:extLst>
                <a:ext uri="{FF2B5EF4-FFF2-40B4-BE49-F238E27FC236}">
                  <a16:creationId xmlns:a16="http://schemas.microsoft.com/office/drawing/2014/main" id="{BF61225E-7343-4418-88C4-5D4EA65890CE}"/>
                </a:ext>
              </a:extLst>
            </p:cNvPr>
            <p:cNvCxnSpPr>
              <a:cxnSpLocks/>
            </p:cNvCxnSpPr>
            <p:nvPr/>
          </p:nvCxnSpPr>
          <p:spPr bwMode="auto">
            <a:xfrm>
              <a:off x="8645825" y="1485407"/>
              <a:ext cx="117915" cy="25583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直接箭头连接符 11">
              <a:extLst>
                <a:ext uri="{FF2B5EF4-FFF2-40B4-BE49-F238E27FC236}">
                  <a16:creationId xmlns:a16="http://schemas.microsoft.com/office/drawing/2014/main" id="{D5E91A23-A668-4054-BC48-969CDC88F1FE}"/>
                </a:ext>
              </a:extLst>
            </p:cNvPr>
            <p:cNvCxnSpPr>
              <a:cxnSpLocks/>
            </p:cNvCxnSpPr>
            <p:nvPr/>
          </p:nvCxnSpPr>
          <p:spPr bwMode="auto">
            <a:xfrm flipV="1">
              <a:off x="8318685" y="1582246"/>
              <a:ext cx="373320" cy="69001"/>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8DDE320-805A-4099-816F-9FA6C9697F9C}"/>
                    </a:ext>
                  </a:extLst>
                </p:cNvPr>
                <p:cNvSpPr txBox="1"/>
                <p:nvPr/>
              </p:nvSpPr>
              <p:spPr>
                <a:xfrm>
                  <a:off x="8102830" y="1256827"/>
                  <a:ext cx="6401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ea typeface="Cambria Math" panose="02040503050406030204" pitchFamily="18" charset="0"/>
                          </a:rPr>
                          <m:t>𝑣</m:t>
                        </m:r>
                        <m:r>
                          <a:rPr lang="en-US" altLang="zh-CN" sz="1600" b="0" i="1" baseline="-25000" smtClean="0">
                            <a:latin typeface="Cambria Math" panose="02040503050406030204" pitchFamily="18" charset="0"/>
                            <a:ea typeface="Cambria Math" panose="02040503050406030204" pitchFamily="18" charset="0"/>
                          </a:rPr>
                          <m:t>1</m:t>
                        </m:r>
                        <m:r>
                          <a:rPr lang="en-US" altLang="zh-CN" sz="1600" i="1" smtClean="0">
                            <a:latin typeface="Cambria Math" panose="02040503050406030204" pitchFamily="18" charset="0"/>
                            <a:ea typeface="Cambria Math" panose="02040503050406030204" pitchFamily="18" charset="0"/>
                          </a:rPr>
                          <m:t>∆</m:t>
                        </m:r>
                        <m:r>
                          <m:rPr>
                            <m:sty m:val="p"/>
                          </m:rPr>
                          <a:rPr lang="en-US" altLang="zh-CN" sz="1600" i="1">
                            <a:latin typeface="Cambria Math" panose="02040503050406030204" pitchFamily="18" charset="0"/>
                            <a:ea typeface="Cambria Math" panose="02040503050406030204" pitchFamily="18" charset="0"/>
                          </a:rPr>
                          <m:t>t</m:t>
                        </m:r>
                      </m:oMath>
                    </m:oMathPara>
                  </a14:m>
                  <a:endParaRPr lang="zh-CN" altLang="en-US" sz="1600" dirty="0"/>
                </a:p>
              </p:txBody>
            </p:sp>
          </mc:Choice>
          <mc:Fallback xmlns="">
            <p:sp>
              <p:nvSpPr>
                <p:cNvPr id="15" name="文本框 14">
                  <a:extLst>
                    <a:ext uri="{FF2B5EF4-FFF2-40B4-BE49-F238E27FC236}">
                      <a16:creationId xmlns:a16="http://schemas.microsoft.com/office/drawing/2014/main" id="{18DDE320-805A-4099-816F-9FA6C9697F9C}"/>
                    </a:ext>
                  </a:extLst>
                </p:cNvPr>
                <p:cNvSpPr txBox="1">
                  <a:spLocks noRot="1" noChangeAspect="1" noMove="1" noResize="1" noEditPoints="1" noAdjustHandles="1" noChangeArrowheads="1" noChangeShapeType="1" noTextEdit="1"/>
                </p:cNvSpPr>
                <p:nvPr/>
              </p:nvSpPr>
              <p:spPr>
                <a:xfrm>
                  <a:off x="8102830" y="1256827"/>
                  <a:ext cx="640100" cy="246221"/>
                </a:xfrm>
                <a:prstGeom prst="rect">
                  <a:avLst/>
                </a:prstGeom>
                <a:blipFill>
                  <a:blip r:embed="rId23"/>
                  <a:stretch>
                    <a:fillRect b="-14634"/>
                  </a:stretch>
                </a:blipFill>
              </p:spPr>
              <p:txBody>
                <a:bodyPr/>
                <a:lstStyle/>
                <a:p>
                  <a:r>
                    <a:rPr lang="zh-CN" altLang="en-US">
                      <a:noFill/>
                    </a:rPr>
                    <a:t> </a:t>
                  </a:r>
                </a:p>
              </p:txBody>
            </p:sp>
          </mc:Fallback>
        </mc:AlternateContent>
        <p:sp>
          <p:nvSpPr>
            <p:cNvPr id="44" name="椭圆 43">
              <a:extLst>
                <a:ext uri="{FF2B5EF4-FFF2-40B4-BE49-F238E27FC236}">
                  <a16:creationId xmlns:a16="http://schemas.microsoft.com/office/drawing/2014/main" id="{E71B0B1E-79A6-4D12-9C3A-65A9FC8FAE51}"/>
                </a:ext>
              </a:extLst>
            </p:cNvPr>
            <p:cNvSpPr/>
            <p:nvPr/>
          </p:nvSpPr>
          <p:spPr bwMode="auto">
            <a:xfrm>
              <a:off x="10525840" y="2053967"/>
              <a:ext cx="151685" cy="427682"/>
            </a:xfrm>
            <a:prstGeom prst="ellipse">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noFill/>
                <a:effectLst/>
                <a:latin typeface="Times New Roman" pitchFamily="18" charset="0"/>
                <a:ea typeface="楷体_GB2312" pitchFamily="49" charset="-122"/>
              </a:endParaRPr>
            </a:p>
          </p:txBody>
        </p:sp>
        <p:cxnSp>
          <p:nvCxnSpPr>
            <p:cNvPr id="48" name="直接连接符 47">
              <a:extLst>
                <a:ext uri="{FF2B5EF4-FFF2-40B4-BE49-F238E27FC236}">
                  <a16:creationId xmlns:a16="http://schemas.microsoft.com/office/drawing/2014/main" id="{CA3460F8-8B13-4BB6-9429-7397D954BB41}"/>
                </a:ext>
              </a:extLst>
            </p:cNvPr>
            <p:cNvCxnSpPr>
              <a:cxnSpLocks/>
            </p:cNvCxnSpPr>
            <p:nvPr/>
          </p:nvCxnSpPr>
          <p:spPr bwMode="auto">
            <a:xfrm flipH="1">
              <a:off x="10359196" y="1834657"/>
              <a:ext cx="20909" cy="1506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EC27640A-4A03-41E9-BD58-494D50CB1C71}"/>
                </a:ext>
              </a:extLst>
            </p:cNvPr>
            <p:cNvCxnSpPr>
              <a:cxnSpLocks/>
            </p:cNvCxnSpPr>
            <p:nvPr/>
          </p:nvCxnSpPr>
          <p:spPr bwMode="auto">
            <a:xfrm flipH="1">
              <a:off x="10636551" y="1863232"/>
              <a:ext cx="39742" cy="22304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直接箭头连接符 50">
              <a:extLst>
                <a:ext uri="{FF2B5EF4-FFF2-40B4-BE49-F238E27FC236}">
                  <a16:creationId xmlns:a16="http://schemas.microsoft.com/office/drawing/2014/main" id="{400ADC8F-ADA8-416E-9286-1F80E654DC91}"/>
                </a:ext>
              </a:extLst>
            </p:cNvPr>
            <p:cNvCxnSpPr>
              <a:cxnSpLocks/>
            </p:cNvCxnSpPr>
            <p:nvPr/>
          </p:nvCxnSpPr>
          <p:spPr bwMode="auto">
            <a:xfrm>
              <a:off x="10404660" y="1927473"/>
              <a:ext cx="271633" cy="54028"/>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B5A0DF72-2FFA-46A0-A45D-04AB495F6A34}"/>
                    </a:ext>
                  </a:extLst>
                </p:cNvPr>
                <p:cNvSpPr txBox="1"/>
                <p:nvPr/>
              </p:nvSpPr>
              <p:spPr>
                <a:xfrm rot="1118973">
                  <a:off x="10240114" y="1618847"/>
                  <a:ext cx="6401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ea typeface="Cambria Math" panose="02040503050406030204" pitchFamily="18" charset="0"/>
                          </a:rPr>
                          <m:t>𝑣</m:t>
                        </m:r>
                        <m:r>
                          <a:rPr lang="en-US" altLang="zh-CN" sz="1600" b="0" i="1" baseline="-25000" smtClean="0">
                            <a:latin typeface="Cambria Math" panose="02040503050406030204" pitchFamily="18" charset="0"/>
                            <a:ea typeface="Cambria Math" panose="02040503050406030204" pitchFamily="18" charset="0"/>
                          </a:rPr>
                          <m:t>2</m:t>
                        </m:r>
                        <m:r>
                          <a:rPr lang="en-US" altLang="zh-CN" sz="1600" i="1" smtClean="0">
                            <a:latin typeface="Cambria Math" panose="02040503050406030204" pitchFamily="18" charset="0"/>
                            <a:ea typeface="Cambria Math" panose="02040503050406030204" pitchFamily="18" charset="0"/>
                          </a:rPr>
                          <m:t>∆</m:t>
                        </m:r>
                        <m:r>
                          <m:rPr>
                            <m:sty m:val="p"/>
                          </m:rPr>
                          <a:rPr lang="en-US" altLang="zh-CN" sz="1600" i="1">
                            <a:latin typeface="Cambria Math" panose="02040503050406030204" pitchFamily="18" charset="0"/>
                            <a:ea typeface="Cambria Math" panose="02040503050406030204" pitchFamily="18" charset="0"/>
                          </a:rPr>
                          <m:t>t</m:t>
                        </m:r>
                      </m:oMath>
                    </m:oMathPara>
                  </a14:m>
                  <a:endParaRPr lang="zh-CN" altLang="en-US" sz="1600" dirty="0"/>
                </a:p>
              </p:txBody>
            </p:sp>
          </mc:Choice>
          <mc:Fallback xmlns="">
            <p:sp>
              <p:nvSpPr>
                <p:cNvPr id="52" name="文本框 51">
                  <a:extLst>
                    <a:ext uri="{FF2B5EF4-FFF2-40B4-BE49-F238E27FC236}">
                      <a16:creationId xmlns:a16="http://schemas.microsoft.com/office/drawing/2014/main" id="{B5A0DF72-2FFA-46A0-A45D-04AB495F6A34}"/>
                    </a:ext>
                  </a:extLst>
                </p:cNvPr>
                <p:cNvSpPr txBox="1">
                  <a:spLocks noRot="1" noChangeAspect="1" noMove="1" noResize="1" noEditPoints="1" noAdjustHandles="1" noChangeArrowheads="1" noChangeShapeType="1" noTextEdit="1"/>
                </p:cNvSpPr>
                <p:nvPr/>
              </p:nvSpPr>
              <p:spPr>
                <a:xfrm rot="1118973">
                  <a:off x="10240114" y="1618847"/>
                  <a:ext cx="640100" cy="246221"/>
                </a:xfrm>
                <a:prstGeom prst="rect">
                  <a:avLst/>
                </a:prstGeom>
                <a:blipFill>
                  <a:blip r:embed="rId24"/>
                  <a:stretch>
                    <a:fillRect/>
                  </a:stretch>
                </a:blipFill>
              </p:spPr>
              <p:txBody>
                <a:bodyPr/>
                <a:lstStyle/>
                <a:p>
                  <a:r>
                    <a:rPr lang="zh-CN" altLang="en-US">
                      <a:noFill/>
                    </a:rPr>
                    <a:t> </a:t>
                  </a:r>
                </a:p>
              </p:txBody>
            </p:sp>
          </mc:Fallback>
        </mc:AlternateContent>
      </p:grpSp>
    </p:spTree>
    <p:custDataLst>
      <p:tags r:id="rId2"/>
    </p:custDataLst>
    <p:extLst>
      <p:ext uri="{BB962C8B-B14F-4D97-AF65-F5344CB8AC3E}">
        <p14:creationId xmlns:p14="http://schemas.microsoft.com/office/powerpoint/2010/main" val="758516829"/>
      </p:ext>
    </p:extLst>
  </p:cSld>
  <p:clrMapOvr>
    <a:masterClrMapping/>
  </p:clrMapOvr>
  <p:transition spd="med" advTm="131104">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left)">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left)">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wipe(left)">
                                      <p:cBhvr>
                                        <p:cTn id="48"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left)">
                                      <p:cBhvr>
                                        <p:cTn id="61" dur="10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left)">
                                      <p:cBhvr>
                                        <p:cTn id="70" dur="10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P spid="27" grpId="0"/>
      <p:bldP spid="28" grpId="0"/>
      <p:bldP spid="29" grpId="0"/>
      <p:bldP spid="31" grpId="0"/>
      <p:bldP spid="32" grpId="0"/>
      <p:bldP spid="33" grpId="0" animBg="1"/>
      <p:bldP spid="37" grpId="0"/>
      <p:bldP spid="43" grpId="0"/>
      <p:bldP spid="4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79D1B418-8E0B-4360-9126-EE968389FECB}"/>
              </a:ext>
            </a:extLst>
          </p:cNvPr>
          <p:cNvSpPr txBox="1">
            <a:spLocks noChangeArrowheads="1"/>
          </p:cNvSpPr>
          <p:nvPr/>
        </p:nvSpPr>
        <p:spPr bwMode="auto">
          <a:xfrm>
            <a:off x="1485900" y="115601"/>
            <a:ext cx="3181350"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二  伯努利方程</a:t>
            </a:r>
          </a:p>
        </p:txBody>
      </p:sp>
      <mc:AlternateContent xmlns:mc="http://schemas.openxmlformats.org/markup-compatibility/2006" xmlns:a14="http://schemas.microsoft.com/office/drawing/2010/main">
        <mc:Choice Requires="a14">
          <p:sp>
            <p:nvSpPr>
              <p:cNvPr id="42" name="Text Box 9">
                <a:extLst>
                  <a:ext uri="{FF2B5EF4-FFF2-40B4-BE49-F238E27FC236}">
                    <a16:creationId xmlns:a16="http://schemas.microsoft.com/office/drawing/2014/main" id="{AC5F7A78-E60A-4786-AE19-ECFB338729AC}"/>
                  </a:ext>
                </a:extLst>
              </p:cNvPr>
              <p:cNvSpPr txBox="1">
                <a:spLocks noChangeArrowheads="1"/>
              </p:cNvSpPr>
              <p:nvPr/>
            </p:nvSpPr>
            <p:spPr bwMode="auto">
              <a:xfrm>
                <a:off x="1056625" y="601119"/>
                <a:ext cx="10155839" cy="218938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nSpc>
                    <a:spcPct val="140000"/>
                  </a:lnSpc>
                </a:pPr>
                <a:r>
                  <a:rPr kumimoji="1" lang="zh-CN" altLang="en-US" sz="2400" dirty="0">
                    <a:latin typeface="Times New Roman" panose="02020603050405020304" pitchFamily="18" charset="0"/>
                  </a:rPr>
                  <a:t>在理想流体中取一段流体元</a:t>
                </a:r>
                <a:r>
                  <a:rPr kumimoji="1" lang="zh-CN" altLang="en-US" sz="2400" i="1" dirty="0">
                    <a:latin typeface="Times New Roman" panose="02020603050405020304" pitchFamily="18" charset="0"/>
                    <a:sym typeface="Symbol" panose="05050102010706020507" pitchFamily="18" charset="2"/>
                  </a:rPr>
                  <a:t></a:t>
                </a:r>
                <a:r>
                  <a:rPr kumimoji="1" lang="en-US" altLang="zh-CN" sz="2400" i="1" dirty="0">
                    <a:latin typeface="Times New Roman" panose="02020603050405020304" pitchFamily="18" charset="0"/>
                    <a:sym typeface="Symbol" panose="05050102010706020507" pitchFamily="18" charset="2"/>
                  </a:rPr>
                  <a:t>m</a:t>
                </a:r>
                <a:r>
                  <a:rPr kumimoji="1" lang="zh-CN" altLang="en-US" sz="2400" i="1" dirty="0">
                    <a:latin typeface="Times New Roman" panose="02020603050405020304" pitchFamily="18" charset="0"/>
                    <a:sym typeface="Symbol" panose="05050102010706020507" pitchFamily="18" charset="2"/>
                  </a:rPr>
                  <a:t>，</a:t>
                </a:r>
                <a:r>
                  <a:rPr kumimoji="1" lang="zh-CN" altLang="en-US" sz="2400" dirty="0">
                    <a:latin typeface="Times New Roman" panose="02020603050405020304" pitchFamily="18" charset="0"/>
                    <a:sym typeface="Symbol" panose="05050102010706020507" pitchFamily="18" charset="2"/>
                  </a:rPr>
                  <a:t>先后</a:t>
                </a:r>
                <a:r>
                  <a:rPr kumimoji="1" lang="zh-CN" altLang="en-US" sz="2400" dirty="0">
                    <a:latin typeface="Times New Roman" panose="02020603050405020304" pitchFamily="18" charset="0"/>
                  </a:rPr>
                  <a:t>流过流管截面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zh-CN" altLang="en-US" sz="2400" dirty="0">
                    <a:latin typeface="Times New Roman" panose="02020603050405020304" pitchFamily="18" charset="0"/>
                  </a:rPr>
                  <a:t>和</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zh-CN" altLang="en-US" sz="2400" dirty="0">
                    <a:latin typeface="Times New Roman" panose="02020603050405020304" pitchFamily="18" charset="0"/>
                  </a:rPr>
                  <a:t>，设</a:t>
                </a:r>
                <a:r>
                  <a:rPr kumimoji="1" lang="zh-CN" altLang="en-US" sz="2800" dirty="0">
                    <a:latin typeface="Times New Roman" panose="02020603050405020304" pitchFamily="18" charset="0"/>
                  </a:rPr>
                  <a:t>△</a:t>
                </a:r>
                <a:r>
                  <a:rPr kumimoji="1" lang="en-US" altLang="zh-CN" sz="2800" i="1" dirty="0">
                    <a:latin typeface="Times New Roman" panose="02020603050405020304" pitchFamily="18" charset="0"/>
                  </a:rPr>
                  <a:t>t</a:t>
                </a:r>
                <a:r>
                  <a:rPr kumimoji="1" lang="zh-CN" altLang="en-US" sz="2400" dirty="0">
                    <a:latin typeface="Times New Roman" panose="02020603050405020304" pitchFamily="18" charset="0"/>
                  </a:rPr>
                  <a:t>时间 内，</a:t>
                </a:r>
                <a:r>
                  <a:rPr kumimoji="1" lang="zh-CN" altLang="en-US" sz="2400" i="1" dirty="0">
                    <a:latin typeface="Times New Roman" panose="02020603050405020304" pitchFamily="18" charset="0"/>
                    <a:sym typeface="Symbol" panose="05050102010706020507" pitchFamily="18" charset="2"/>
                  </a:rPr>
                  <a:t></a:t>
                </a:r>
                <a:r>
                  <a:rPr kumimoji="1" lang="en-US" altLang="zh-CN" sz="2400" i="1" dirty="0">
                    <a:latin typeface="Times New Roman" panose="02020603050405020304" pitchFamily="18" charset="0"/>
                    <a:sym typeface="Symbol" panose="05050102010706020507" pitchFamily="18" charset="2"/>
                  </a:rPr>
                  <a:t>m</a:t>
                </a:r>
                <a:r>
                  <a:rPr kumimoji="1" lang="zh-CN" altLang="en-US" sz="2400" dirty="0">
                    <a:latin typeface="Times New Roman" panose="02020603050405020304" pitchFamily="18" charset="0"/>
                    <a:sym typeface="Symbol" panose="05050102010706020507" pitchFamily="18" charset="2"/>
                  </a:rPr>
                  <a:t>通过</a:t>
                </a:r>
                <a:r>
                  <a:rPr kumimoji="1" lang="zh-CN" altLang="en-US" sz="2400" dirty="0">
                    <a:latin typeface="Times New Roman" panose="02020603050405020304" pitchFamily="18" charset="0"/>
                  </a:rPr>
                  <a:t>截面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 </a:t>
                </a:r>
                <a:r>
                  <a:rPr kumimoji="1" lang="zh-CN" altLang="en-US" sz="2400" dirty="0">
                    <a:latin typeface="Times New Roman" panose="02020603050405020304" pitchFamily="18" charset="0"/>
                  </a:rPr>
                  <a:t>的距离为</a:t>
                </a:r>
                <a14:m>
                  <m:oMath xmlns:m="http://schemas.openxmlformats.org/officeDocument/2006/math">
                    <m:r>
                      <a:rPr kumimoji="1" lang="en-US" altLang="zh-CN" sz="2400" i="1">
                        <a:latin typeface="Cambria Math" panose="02040503050406030204" pitchFamily="18" charset="0"/>
                      </a:rPr>
                      <m:t>𝑙</m:t>
                    </m:r>
                    <m:r>
                      <a:rPr kumimoji="1" lang="en-US" altLang="zh-CN" sz="2400" i="1" baseline="-25000">
                        <a:latin typeface="Cambria Math" panose="02040503050406030204" pitchFamily="18" charset="0"/>
                      </a:rPr>
                      <m:t>1</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𝑙</m:t>
                        </m:r>
                        <m:r>
                          <a:rPr kumimoji="1" lang="en-US" altLang="zh-CN" sz="2400" i="1" baseline="-25000">
                            <a:latin typeface="Cambria Math" panose="02040503050406030204" pitchFamily="18" charset="0"/>
                          </a:rPr>
                          <m:t>1</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𝑎</m:t>
                        </m:r>
                        <m:r>
                          <a:rPr kumimoji="1" lang="en-US" altLang="zh-CN" sz="2400" i="1" baseline="-25000">
                            <a:latin typeface="Cambria Math" panose="02040503050406030204" pitchFamily="18" charset="0"/>
                          </a:rPr>
                          <m:t>1</m:t>
                        </m:r>
                        <m:r>
                          <a:rPr kumimoji="1" lang="en-US" altLang="zh-CN" sz="2400" i="1">
                            <a:latin typeface="Cambria Math" panose="02040503050406030204" pitchFamily="18" charset="0"/>
                          </a:rPr>
                          <m:t>𝑏</m:t>
                        </m:r>
                        <m:r>
                          <a:rPr kumimoji="1" lang="en-US" altLang="zh-CN" sz="2400" i="1" baseline="-25000">
                            <a:latin typeface="Cambria Math" panose="02040503050406030204" pitchFamily="18" charset="0"/>
                          </a:rPr>
                          <m:t>1</m:t>
                        </m:r>
                      </m:e>
                    </m:d>
                    <m:r>
                      <a:rPr kumimoji="1" lang="zh-CN" altLang="en-US" sz="2400" i="1">
                        <a:latin typeface="Cambria Math" panose="02040503050406030204" pitchFamily="18" charset="0"/>
                      </a:rPr>
                      <m:t>，</m:t>
                    </m:r>
                  </m:oMath>
                </a14:m>
                <a:r>
                  <a:rPr kumimoji="1" lang="zh-CN" altLang="en-US" sz="2400" dirty="0">
                    <a:latin typeface="Times New Roman" panose="02020603050405020304" pitchFamily="18" charset="0"/>
                  </a:rPr>
                  <a:t>通过</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zh-CN" altLang="en-US" sz="2400" dirty="0">
                    <a:latin typeface="Times New Roman" panose="02020603050405020304" pitchFamily="18" charset="0"/>
                  </a:rPr>
                  <a:t>的距离为</a:t>
                </a:r>
                <a14:m>
                  <m:oMath xmlns:m="http://schemas.openxmlformats.org/officeDocument/2006/math">
                    <m:r>
                      <a:rPr kumimoji="1" lang="en-US" altLang="zh-CN" sz="2400" i="1">
                        <a:latin typeface="Cambria Math" panose="02040503050406030204" pitchFamily="18" charset="0"/>
                      </a:rPr>
                      <m:t>𝑙</m:t>
                    </m:r>
                    <m:r>
                      <a:rPr kumimoji="1" lang="en-US" altLang="zh-CN" sz="2400" i="1" baseline="-25000">
                        <a:latin typeface="Cambria Math" panose="02040503050406030204" pitchFamily="18" charset="0"/>
                      </a:rPr>
                      <m:t>2</m:t>
                    </m:r>
                    <m:d>
                      <m:dPr>
                        <m:ctrlPr>
                          <a:rPr kumimoji="1" lang="en-US" altLang="zh-CN" sz="2400" i="1">
                            <a:latin typeface="Cambria Math" panose="02040503050406030204" pitchFamily="18" charset="0"/>
                          </a:rPr>
                        </m:ctrlPr>
                      </m:dPr>
                      <m:e>
                        <m:r>
                          <a:rPr kumimoji="1" lang="en-US" altLang="zh-CN" sz="2400" i="1">
                            <a:latin typeface="Cambria Math" panose="02040503050406030204" pitchFamily="18" charset="0"/>
                          </a:rPr>
                          <m:t>𝑙</m:t>
                        </m:r>
                        <m:r>
                          <a:rPr kumimoji="1" lang="en-US" altLang="zh-CN" sz="2400" i="1" baseline="-25000">
                            <a:latin typeface="Cambria Math" panose="02040503050406030204" pitchFamily="18" charset="0"/>
                          </a:rPr>
                          <m:t>2</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𝑎</m:t>
                        </m:r>
                        <m:r>
                          <a:rPr kumimoji="1" lang="en-US" altLang="zh-CN" sz="2400" i="1" baseline="-25000">
                            <a:latin typeface="Cambria Math" panose="02040503050406030204" pitchFamily="18" charset="0"/>
                          </a:rPr>
                          <m:t>2</m:t>
                        </m:r>
                        <m:r>
                          <a:rPr kumimoji="1" lang="en-US" altLang="zh-CN" sz="2400" i="1">
                            <a:latin typeface="Cambria Math" panose="02040503050406030204" pitchFamily="18" charset="0"/>
                          </a:rPr>
                          <m:t>𝑏</m:t>
                        </m:r>
                        <m:r>
                          <a:rPr kumimoji="1" lang="en-US" altLang="zh-CN" sz="2400" i="1" baseline="-25000">
                            <a:latin typeface="Cambria Math" panose="02040503050406030204" pitchFamily="18" charset="0"/>
                          </a:rPr>
                          <m:t>2</m:t>
                        </m:r>
                      </m:e>
                    </m:d>
                    <m:r>
                      <a:rPr kumimoji="1" lang="en-US" altLang="zh-CN" sz="2400" i="1" baseline="-25000">
                        <a:latin typeface="Cambria Math" panose="02040503050406030204" pitchFamily="18" charset="0"/>
                      </a:rPr>
                      <m:t> </m:t>
                    </m:r>
                  </m:oMath>
                </a14:m>
                <a:r>
                  <a:rPr kumimoji="1" lang="zh-CN" altLang="en-US" sz="2400" dirty="0">
                    <a:latin typeface="Times New Roman" panose="02020603050405020304" pitchFamily="18" charset="0"/>
                  </a:rPr>
                  <a:t>，流体在截面</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zh-CN" altLang="en-US" sz="2400" dirty="0">
                    <a:latin typeface="Times New Roman" panose="02020603050405020304" pitchFamily="18" charset="0"/>
                  </a:rPr>
                  <a:t>和</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zh-CN" altLang="en-US" sz="2400" dirty="0">
                    <a:latin typeface="Times New Roman" panose="02020603050405020304" pitchFamily="18" charset="0"/>
                  </a:rPr>
                  <a:t>处 的速度和压强分别是</a:t>
                </a:r>
                <a14:m>
                  <m:oMath xmlns:m="http://schemas.openxmlformats.org/officeDocument/2006/math">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𝑣</m:t>
                        </m:r>
                      </m:e>
                    </m:acc>
                    <m:r>
                      <a:rPr kumimoji="1" lang="en-US" altLang="zh-CN" sz="2400" i="1" baseline="-25000">
                        <a:latin typeface="Cambria Math" panose="02040503050406030204" pitchFamily="18" charset="0"/>
                      </a:rPr>
                      <m:t>1</m:t>
                    </m:r>
                    <m:r>
                      <a:rPr kumimoji="1" lang="zh-CN" altLang="en-US" sz="2400" i="1">
                        <a:latin typeface="Cambria Math" panose="02040503050406030204" pitchFamily="18" charset="0"/>
                      </a:rPr>
                      <m:t>、</m:t>
                    </m:r>
                    <m:r>
                      <a:rPr kumimoji="1" lang="en-US" altLang="zh-CN" sz="2400" i="1">
                        <a:latin typeface="Cambria Math" panose="02040503050406030204" pitchFamily="18" charset="0"/>
                      </a:rPr>
                      <m:t>𝑝</m:t>
                    </m:r>
                    <m:r>
                      <a:rPr kumimoji="1" lang="en-US" altLang="zh-CN" sz="2400" i="1" baseline="-25000">
                        <a:latin typeface="Cambria Math" panose="02040503050406030204" pitchFamily="18" charset="0"/>
                      </a:rPr>
                      <m:t>1</m:t>
                    </m:r>
                  </m:oMath>
                </a14:m>
                <a:r>
                  <a:rPr kumimoji="1" lang="zh-CN" altLang="en-US" sz="2400" dirty="0">
                    <a:latin typeface="Times New Roman" panose="02020603050405020304" pitchFamily="18" charset="0"/>
                  </a:rPr>
                  <a:t>和</a:t>
                </a:r>
                <a14:m>
                  <m:oMath xmlns:m="http://schemas.openxmlformats.org/officeDocument/2006/math">
                    <m:acc>
                      <m:accPr>
                        <m:chr m:val="⃑"/>
                        <m:ctrlPr>
                          <a:rPr kumimoji="1" lang="en-US" altLang="zh-CN" sz="2400" i="1">
                            <a:latin typeface="Cambria Math" panose="02040503050406030204" pitchFamily="18" charset="0"/>
                          </a:rPr>
                        </m:ctrlPr>
                      </m:accPr>
                      <m:e>
                        <m:r>
                          <a:rPr kumimoji="1" lang="en-US" altLang="zh-CN" sz="2400" i="1">
                            <a:latin typeface="Cambria Math" panose="02040503050406030204" pitchFamily="18" charset="0"/>
                          </a:rPr>
                          <m:t>𝑣</m:t>
                        </m:r>
                      </m:e>
                    </m:acc>
                    <m:r>
                      <a:rPr kumimoji="1" lang="en-US" altLang="zh-CN" sz="2400" i="1" baseline="-25000">
                        <a:latin typeface="Cambria Math" panose="02040503050406030204" pitchFamily="18" charset="0"/>
                      </a:rPr>
                      <m:t>2</m:t>
                    </m:r>
                    <m:r>
                      <a:rPr kumimoji="1" lang="zh-CN" altLang="en-US" sz="2400" i="1">
                        <a:latin typeface="Cambria Math" panose="02040503050406030204" pitchFamily="18" charset="0"/>
                      </a:rPr>
                      <m:t>、</m:t>
                    </m:r>
                    <m:r>
                      <a:rPr kumimoji="1" lang="en-US" altLang="zh-CN" sz="2400" i="1">
                        <a:latin typeface="Cambria Math" panose="02040503050406030204" pitchFamily="18" charset="0"/>
                      </a:rPr>
                      <m:t>𝑝</m:t>
                    </m:r>
                    <m:r>
                      <a:rPr kumimoji="1" lang="en-US" altLang="zh-CN" sz="2400" i="1" baseline="-25000">
                        <a:latin typeface="Cambria Math" panose="02040503050406030204" pitchFamily="18" charset="0"/>
                      </a:rPr>
                      <m:t>2 </m:t>
                    </m:r>
                  </m:oMath>
                </a14:m>
                <a:r>
                  <a:rPr kumimoji="1" lang="zh-CN" altLang="en-US" sz="2400" dirty="0">
                    <a:latin typeface="Times New Roman" panose="02020603050405020304" pitchFamily="18" charset="0"/>
                  </a:rPr>
                  <a:t>，距水平面的高度分别为</a:t>
                </a:r>
                <a14:m>
                  <m:oMath xmlns:m="http://schemas.openxmlformats.org/officeDocument/2006/math">
                    <m:r>
                      <m:rPr>
                        <m:sty m:val="p"/>
                      </m:rPr>
                      <a:rPr kumimoji="1" lang="en-US" altLang="zh-CN" sz="2400" i="1" dirty="0">
                        <a:latin typeface="Cambria Math" panose="02040503050406030204" pitchFamily="18" charset="0"/>
                      </a:rPr>
                      <m:t>h</m:t>
                    </m:r>
                    <m:r>
                      <a:rPr kumimoji="1" lang="en-US" altLang="zh-CN" sz="2400" i="1" baseline="-25000">
                        <a:latin typeface="Cambria Math" panose="02040503050406030204" pitchFamily="18" charset="0"/>
                      </a:rPr>
                      <m:t>1</m:t>
                    </m:r>
                  </m:oMath>
                </a14:m>
                <a:r>
                  <a:rPr kumimoji="1" lang="zh-CN" altLang="en-US" sz="2400" dirty="0">
                    <a:latin typeface="Times New Roman" panose="02020603050405020304" pitchFamily="18" charset="0"/>
                  </a:rPr>
                  <a:t>和</a:t>
                </a:r>
                <a14:m>
                  <m:oMath xmlns:m="http://schemas.openxmlformats.org/officeDocument/2006/math">
                    <m:r>
                      <a:rPr kumimoji="1" lang="en-US" altLang="zh-CN" sz="2400" i="1">
                        <a:latin typeface="Cambria Math" panose="02040503050406030204" pitchFamily="18" charset="0"/>
                      </a:rPr>
                      <m:t>h</m:t>
                    </m:r>
                    <m:r>
                      <a:rPr kumimoji="1" lang="en-US" altLang="zh-CN" sz="2400" i="1" baseline="-25000">
                        <a:latin typeface="Cambria Math" panose="02040503050406030204" pitchFamily="18" charset="0"/>
                      </a:rPr>
                      <m:t>2</m:t>
                    </m:r>
                  </m:oMath>
                </a14:m>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流体的密度为</a:t>
                </a:r>
                <a:r>
                  <a:rPr kumimoji="1" lang="zh-CN" altLang="en-US" sz="2400" dirty="0">
                    <a:latin typeface="Times New Roman" panose="02020603050405020304" pitchFamily="18" charset="0"/>
                    <a:sym typeface="Symbol" panose="05050102010706020507" pitchFamily="18" charset="2"/>
                  </a:rPr>
                  <a:t></a:t>
                </a:r>
                <a:r>
                  <a:rPr kumimoji="1" lang="en-US" altLang="zh-CN" sz="2400" dirty="0">
                    <a:latin typeface="Times New Roman" panose="02020603050405020304" pitchFamily="18" charset="0"/>
                    <a:sym typeface="Symbol" panose="05050102010706020507" pitchFamily="18" charset="2"/>
                  </a:rPr>
                  <a:t>.</a:t>
                </a:r>
                <a:endParaRPr kumimoji="1" lang="zh-CN" altLang="en-US" sz="2400" dirty="0">
                  <a:latin typeface="Times New Roman" panose="02020603050405020304" pitchFamily="18" charset="0"/>
                </a:endParaRPr>
              </a:p>
            </p:txBody>
          </p:sp>
        </mc:Choice>
        <mc:Fallback xmlns="">
          <p:sp>
            <p:nvSpPr>
              <p:cNvPr id="42" name="Text Box 9">
                <a:extLst>
                  <a:ext uri="{FF2B5EF4-FFF2-40B4-BE49-F238E27FC236}">
                    <a16:creationId xmlns:a16="http://schemas.microsoft.com/office/drawing/2014/main" id="{AC5F7A78-E60A-4786-AE19-ECFB338729AC}"/>
                  </a:ext>
                </a:extLst>
              </p:cNvPr>
              <p:cNvSpPr txBox="1">
                <a:spLocks noRot="1" noChangeAspect="1" noMove="1" noResize="1" noEditPoints="1" noAdjustHandles="1" noChangeArrowheads="1" noChangeShapeType="1" noTextEdit="1"/>
              </p:cNvSpPr>
              <p:nvPr/>
            </p:nvSpPr>
            <p:spPr bwMode="auto">
              <a:xfrm>
                <a:off x="1056625" y="601119"/>
                <a:ext cx="10155839" cy="2189382"/>
              </a:xfrm>
              <a:prstGeom prst="rect">
                <a:avLst/>
              </a:prstGeom>
              <a:blipFill>
                <a:blip r:embed="rId6"/>
                <a:stretch>
                  <a:fillRect l="-900" r="-360" b="-55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3" name="Text Box 25">
            <a:extLst>
              <a:ext uri="{FF2B5EF4-FFF2-40B4-BE49-F238E27FC236}">
                <a16:creationId xmlns:a16="http://schemas.microsoft.com/office/drawing/2014/main" id="{23E47751-1D5D-408E-BDEB-7F5D0EA47F92}"/>
              </a:ext>
            </a:extLst>
          </p:cNvPr>
          <p:cNvSpPr txBox="1">
            <a:spLocks noChangeArrowheads="1"/>
          </p:cNvSpPr>
          <p:nvPr/>
        </p:nvSpPr>
        <p:spPr bwMode="auto">
          <a:xfrm>
            <a:off x="709873" y="2903079"/>
            <a:ext cx="4544219"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400" dirty="0">
                <a:solidFill>
                  <a:srgbClr val="0000FF"/>
                </a:solidFill>
                <a:latin typeface="Times New Roman" panose="02020603050405020304" pitchFamily="18" charset="0"/>
              </a:rPr>
              <a:t>流体在两处的压强差所作的功为</a:t>
            </a:r>
            <a:r>
              <a:rPr kumimoji="1" lang="en-US" altLang="zh-CN" sz="2400" dirty="0">
                <a:solidFill>
                  <a:srgbClr val="0000FF"/>
                </a:solidFill>
                <a:latin typeface="Times New Roman" panose="02020603050405020304" pitchFamily="18" charset="0"/>
              </a:rPr>
              <a:t>:</a:t>
            </a:r>
            <a:endParaRPr kumimoji="1" lang="zh-CN" altLang="en-US" sz="2400" dirty="0">
              <a:solidFill>
                <a:srgbClr val="0000FF"/>
              </a:solidFill>
              <a:latin typeface="Times New Roman" panose="02020603050405020304" pitchFamily="18" charset="0"/>
            </a:endParaRPr>
          </a:p>
        </p:txBody>
      </p:sp>
      <p:sp>
        <p:nvSpPr>
          <p:cNvPr id="3" name="文本框 2">
            <a:extLst>
              <a:ext uri="{FF2B5EF4-FFF2-40B4-BE49-F238E27FC236}">
                <a16:creationId xmlns:a16="http://schemas.microsoft.com/office/drawing/2014/main" id="{BB007B29-9ABB-4EFE-AB17-93ADFF51DF83}"/>
              </a:ext>
            </a:extLst>
          </p:cNvPr>
          <p:cNvSpPr txBox="1"/>
          <p:nvPr/>
        </p:nvSpPr>
        <p:spPr>
          <a:xfrm>
            <a:off x="1859202" y="3505831"/>
            <a:ext cx="2706400" cy="430887"/>
          </a:xfrm>
          <a:prstGeom prst="rect">
            <a:avLst/>
          </a:prstGeom>
          <a:noFill/>
        </p:spPr>
        <p:txBody>
          <a:bodyPr wrap="square" lIns="0" tIns="0" rIns="0" bIns="0" rtlCol="0">
            <a:spAutoFit/>
          </a:bodyPr>
          <a:lstStyle/>
          <a:p>
            <a:r>
              <a:rPr lang="en-US" altLang="zh-CN" sz="2800" i="1" dirty="0">
                <a:latin typeface="Times New Roman" panose="02020603050405020304" pitchFamily="18" charset="0"/>
                <a:cs typeface="Times New Roman" panose="02020603050405020304" pitchFamily="18" charset="0"/>
              </a:rPr>
              <a:t>W=p</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S</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l</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2</a:t>
            </a:r>
            <a:r>
              <a:rPr lang="en-US" altLang="zh-CN" sz="2800" i="1" dirty="0">
                <a:latin typeface="Times New Roman" panose="02020603050405020304" pitchFamily="18" charset="0"/>
                <a:cs typeface="Times New Roman" panose="02020603050405020304" pitchFamily="18" charset="0"/>
              </a:rPr>
              <a:t>S</a:t>
            </a:r>
            <a:r>
              <a:rPr lang="en-US" altLang="zh-CN" sz="2800" i="1" baseline="-25000" dirty="0">
                <a:latin typeface="Times New Roman" panose="02020603050405020304" pitchFamily="18" charset="0"/>
                <a:cs typeface="Times New Roman" panose="02020603050405020304" pitchFamily="18" charset="0"/>
              </a:rPr>
              <a:t>2</a:t>
            </a:r>
            <a:r>
              <a:rPr lang="en-US" altLang="zh-CN" sz="2800" i="1" dirty="0">
                <a:latin typeface="Times New Roman" panose="02020603050405020304" pitchFamily="18" charset="0"/>
                <a:cs typeface="Times New Roman" panose="02020603050405020304" pitchFamily="18" charset="0"/>
              </a:rPr>
              <a:t>l</a:t>
            </a:r>
            <a:r>
              <a:rPr lang="en-US" altLang="zh-CN" sz="2800" i="1" baseline="-25000" dirty="0">
                <a:latin typeface="Times New Roman" panose="02020603050405020304" pitchFamily="18" charset="0"/>
                <a:cs typeface="Times New Roman" panose="02020603050405020304" pitchFamily="18" charset="0"/>
              </a:rPr>
              <a:t>2</a:t>
            </a:r>
            <a:endParaRPr lang="zh-CN" altLang="en-US" sz="2800" i="1" dirty="0">
              <a:latin typeface="Times New Roman" panose="02020603050405020304" pitchFamily="18" charset="0"/>
              <a:cs typeface="Times New Roman" panose="02020603050405020304" pitchFamily="18" charset="0"/>
            </a:endParaRPr>
          </a:p>
        </p:txBody>
      </p:sp>
      <p:sp>
        <p:nvSpPr>
          <p:cNvPr id="45" name="Text Box 25">
            <a:extLst>
              <a:ext uri="{FF2B5EF4-FFF2-40B4-BE49-F238E27FC236}">
                <a16:creationId xmlns:a16="http://schemas.microsoft.com/office/drawing/2014/main" id="{E69F084B-7A87-44BB-87A4-62766A1975F4}"/>
              </a:ext>
            </a:extLst>
          </p:cNvPr>
          <p:cNvSpPr txBox="1">
            <a:spLocks noChangeArrowheads="1"/>
          </p:cNvSpPr>
          <p:nvPr/>
        </p:nvSpPr>
        <p:spPr bwMode="auto">
          <a:xfrm>
            <a:off x="613829" y="4483941"/>
            <a:ext cx="2116811" cy="49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400" dirty="0">
                <a:solidFill>
                  <a:srgbClr val="0000FF"/>
                </a:solidFill>
                <a:latin typeface="Times New Roman" panose="02020603050405020304" pitchFamily="18" charset="0"/>
              </a:rPr>
              <a:t>由连续性方程</a:t>
            </a:r>
            <a:r>
              <a:rPr kumimoji="1" lang="en-US" altLang="zh-CN" sz="2400" dirty="0">
                <a:solidFill>
                  <a:srgbClr val="0000FF"/>
                </a:solidFill>
                <a:latin typeface="Times New Roman" panose="02020603050405020304" pitchFamily="18" charset="0"/>
              </a:rPr>
              <a:t>:</a:t>
            </a:r>
            <a:endParaRPr kumimoji="1" lang="zh-CN" altLang="en-US" sz="2400" dirty="0">
              <a:solidFill>
                <a:srgbClr val="0000FF"/>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6" name="Object 31">
                <a:extLst>
                  <a:ext uri="{FF2B5EF4-FFF2-40B4-BE49-F238E27FC236}">
                    <a16:creationId xmlns:a16="http://schemas.microsoft.com/office/drawing/2014/main" id="{E544157F-ABE0-4A80-9015-AB18C444A56C}"/>
                  </a:ext>
                </a:extLst>
              </p:cNvPr>
              <p:cNvSpPr txBox="1"/>
              <p:nvPr/>
            </p:nvSpPr>
            <p:spPr bwMode="auto">
              <a:xfrm>
                <a:off x="2701948" y="4351512"/>
                <a:ext cx="2552144" cy="796817"/>
              </a:xfrm>
              <a:prstGeom prst="rect">
                <a:avLst/>
              </a:prstGeom>
              <a:solidFill>
                <a:srgbClr val="FFFF00"/>
              </a:solidFill>
            </p:spPr>
            <p:txBody>
              <a:bodyPr>
                <a:noAutofit/>
              </a:bodyPr>
              <a:lstStyle/>
              <a:p>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𝑆</m:t>
                        </m:r>
                      </m:e>
                      <m:sub>
                        <m:r>
                          <a:rPr lang="en-US" altLang="zh-CN" sz="2800" b="0" i="1" smtClean="0">
                            <a:solidFill>
                              <a:srgbClr val="000000"/>
                            </a:solidFill>
                            <a:latin typeface="Cambria Math" panose="02040503050406030204" pitchFamily="18" charset="0"/>
                          </a:rPr>
                          <m:t>1</m:t>
                        </m:r>
                      </m:sub>
                    </m:sSub>
                    <m:f>
                      <m:fPr>
                        <m:ctrlPr>
                          <a:rPr lang="en-US" altLang="zh-CN" sz="2800" i="1" smtClean="0">
                            <a:solidFill>
                              <a:srgbClr val="000000"/>
                            </a:solidFill>
                            <a:latin typeface="Cambria Math" panose="02040503050406030204" pitchFamily="18" charset="0"/>
                          </a:rPr>
                        </m:ctrlPr>
                      </m:fPr>
                      <m:num>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𝑙</m:t>
                            </m:r>
                          </m:e>
                          <m:sub>
                            <m:r>
                              <a:rPr lang="en-US" altLang="zh-CN" sz="2800" b="0" i="1" smtClean="0">
                                <a:solidFill>
                                  <a:srgbClr val="000000"/>
                                </a:solidFill>
                                <a:latin typeface="Cambria Math" panose="02040503050406030204" pitchFamily="18" charset="0"/>
                              </a:rPr>
                              <m:t>1</m:t>
                            </m:r>
                          </m:sub>
                        </m:sSub>
                      </m:num>
                      <m:den>
                        <m:r>
                          <a:rPr lang="en-US" altLang="zh-CN" sz="2800" i="1" smtClean="0">
                            <a:solidFill>
                              <a:srgbClr val="000000"/>
                            </a:solidFill>
                            <a:latin typeface="Cambria Math" panose="02040503050406030204" pitchFamily="18" charset="0"/>
                            <a:ea typeface="Cambria Math" panose="02040503050406030204" pitchFamily="18" charset="0"/>
                          </a:rPr>
                          <m:t>∆</m:t>
                        </m:r>
                        <m:r>
                          <a:rPr lang="en-US" altLang="zh-CN" sz="2800" b="0" i="1" smtClean="0">
                            <a:solidFill>
                              <a:srgbClr val="000000"/>
                            </a:solidFill>
                            <a:latin typeface="Cambria Math" panose="02040503050406030204" pitchFamily="18" charset="0"/>
                            <a:ea typeface="Cambria Math" panose="02040503050406030204" pitchFamily="18" charset="0"/>
                          </a:rPr>
                          <m:t>𝑡</m:t>
                        </m:r>
                      </m:den>
                    </m:f>
                    <m:r>
                      <a:rPr lang="en-US" altLang="zh-CN" sz="2800" i="1" smtClean="0">
                        <a:solidFill>
                          <a:srgbClr val="000000"/>
                        </a:solidFill>
                        <a:latin typeface="Cambria Math" panose="02040503050406030204" pitchFamily="18" charset="0"/>
                      </a:rPr>
                      <m:t>=</m:t>
                    </m:r>
                  </m:oMath>
                </a14:m>
                <a:r>
                  <a:rPr lang="en-US" altLang="zh-CN" sz="2800" dirty="0">
                    <a:solidFill>
                      <a:srgbClr val="000000"/>
                    </a:solidFill>
                  </a:rPr>
                  <a:t> </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𝑆</m:t>
                        </m:r>
                      </m:e>
                      <m:sub>
                        <m:r>
                          <a:rPr lang="en-US" altLang="zh-CN" sz="2800" b="0" i="1" smtClean="0">
                            <a:solidFill>
                              <a:srgbClr val="000000"/>
                            </a:solidFill>
                            <a:latin typeface="Cambria Math" panose="02040503050406030204" pitchFamily="18" charset="0"/>
                          </a:rPr>
                          <m:t>2</m:t>
                        </m:r>
                      </m:sub>
                    </m:sSub>
                    <m:f>
                      <m:fPr>
                        <m:ctrlPr>
                          <a:rPr lang="en-US" altLang="zh-CN" sz="2800" i="1">
                            <a:solidFill>
                              <a:srgbClr val="000000"/>
                            </a:solidFill>
                            <a:latin typeface="Cambria Math" panose="02040503050406030204" pitchFamily="18" charset="0"/>
                          </a:rPr>
                        </m:ctrlPr>
                      </m:fPr>
                      <m:num>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𝑙</m:t>
                            </m:r>
                          </m:e>
                          <m:sub>
                            <m:r>
                              <a:rPr lang="en-US" altLang="zh-CN" sz="2800" b="0" i="1" smtClean="0">
                                <a:solidFill>
                                  <a:srgbClr val="000000"/>
                                </a:solidFill>
                                <a:latin typeface="Cambria Math" panose="02040503050406030204" pitchFamily="18" charset="0"/>
                              </a:rPr>
                              <m:t>2</m:t>
                            </m:r>
                          </m:sub>
                        </m:sSub>
                      </m:num>
                      <m:den>
                        <m:r>
                          <a:rPr lang="en-US" altLang="zh-CN" sz="2800" i="1">
                            <a:solidFill>
                              <a:srgbClr val="000000"/>
                            </a:solidFill>
                            <a:latin typeface="Cambria Math" panose="02040503050406030204" pitchFamily="18" charset="0"/>
                            <a:ea typeface="Cambria Math" panose="02040503050406030204" pitchFamily="18" charset="0"/>
                          </a:rPr>
                          <m:t>∆</m:t>
                        </m:r>
                        <m:r>
                          <a:rPr lang="en-US" altLang="zh-CN" sz="2800" i="1">
                            <a:solidFill>
                              <a:srgbClr val="000000"/>
                            </a:solidFill>
                            <a:latin typeface="Cambria Math" panose="02040503050406030204" pitchFamily="18" charset="0"/>
                            <a:ea typeface="Cambria Math" panose="02040503050406030204" pitchFamily="18" charset="0"/>
                          </a:rPr>
                          <m:t>𝑡</m:t>
                        </m:r>
                      </m:den>
                    </m:f>
                  </m:oMath>
                </a14:m>
                <a:endParaRPr lang="zh-CN" altLang="en-US" sz="2800" dirty="0"/>
              </a:p>
            </p:txBody>
          </p:sp>
        </mc:Choice>
        <mc:Fallback xmlns="">
          <p:sp>
            <p:nvSpPr>
              <p:cNvPr id="46" name="Object 31">
                <a:extLst>
                  <a:ext uri="{FF2B5EF4-FFF2-40B4-BE49-F238E27FC236}">
                    <a16:creationId xmlns:a16="http://schemas.microsoft.com/office/drawing/2014/main" id="{E544157F-ABE0-4A80-9015-AB18C444A56C}"/>
                  </a:ext>
                </a:extLst>
              </p:cNvPr>
              <p:cNvSpPr txBox="1">
                <a:spLocks noRot="1" noChangeAspect="1" noMove="1" noResize="1" noEditPoints="1" noAdjustHandles="1" noChangeArrowheads="1" noChangeShapeType="1" noTextEdit="1"/>
              </p:cNvSpPr>
              <p:nvPr/>
            </p:nvSpPr>
            <p:spPr bwMode="auto">
              <a:xfrm>
                <a:off x="2701948" y="4351512"/>
                <a:ext cx="2552144" cy="79681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CC313C1B-C3A1-49C3-8CD1-E367C03FA90F}"/>
                  </a:ext>
                </a:extLst>
              </p:cNvPr>
              <p:cNvSpPr txBox="1"/>
              <p:nvPr/>
            </p:nvSpPr>
            <p:spPr>
              <a:xfrm>
                <a:off x="1056625" y="5342269"/>
                <a:ext cx="4717251" cy="675057"/>
              </a:xfrm>
              <a:prstGeom prst="rect">
                <a:avLst/>
              </a:prstGeom>
              <a:noFill/>
            </p:spPr>
            <p:txBody>
              <a:bodyPr wrap="square" lIns="0" tIns="0" rIns="0" bIns="0" rtlCol="0">
                <a:spAutoFit/>
              </a:bodyPr>
              <a:lstStyle/>
              <a:p>
                <a:r>
                  <a:rPr lang="en-US" altLang="zh-CN" sz="2800" i="1" dirty="0">
                    <a:latin typeface="Times New Roman" panose="02020603050405020304" pitchFamily="18" charset="0"/>
                    <a:cs typeface="Times New Roman" panose="02020603050405020304" pitchFamily="18" charset="0"/>
                  </a:rPr>
                  <a:t>W</a:t>
                </a:r>
                <a:r>
                  <a:rPr lang="en-US" altLang="zh-CN" sz="2800" b="1" i="1"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2800" i="1"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altLang="zh-CN" sz="2800" i="1" smtClean="0">
                            <a:latin typeface="Cambria Math" panose="02040503050406030204" pitchFamily="18" charset="0"/>
                            <a:cs typeface="Times New Roman" panose="02020603050405020304" pitchFamily="18" charset="0"/>
                          </a:rPr>
                        </m:ctrlPr>
                      </m:fPr>
                      <m:num>
                        <m:r>
                          <a:rPr lang="en-US" altLang="zh-CN" sz="28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800" b="0" i="1" smtClean="0">
                            <a:latin typeface="Cambria Math" panose="02040503050406030204" pitchFamily="18" charset="0"/>
                            <a:ea typeface="Cambria Math" panose="02040503050406030204" pitchFamily="18" charset="0"/>
                            <a:cs typeface="Times New Roman" panose="02020603050405020304" pitchFamily="18" charset="0"/>
                          </a:rPr>
                          <m:t>𝑚</m:t>
                        </m:r>
                      </m:num>
                      <m:den>
                        <m:r>
                          <a:rPr lang="zh-CN" altLang="en-US" sz="2800" i="1" smtClean="0">
                            <a:latin typeface="Cambria Math" panose="02040503050406030204" pitchFamily="18" charset="0"/>
                            <a:cs typeface="Times New Roman" panose="02020603050405020304" pitchFamily="18" charset="0"/>
                          </a:rPr>
                          <m:t>𝜌</m:t>
                        </m:r>
                      </m:den>
                    </m:f>
                  </m:oMath>
                </a14:m>
                <a:endParaRPr lang="zh-CN" altLang="en-US" sz="2800" i="1" dirty="0">
                  <a:latin typeface="Times New Roman" panose="02020603050405020304" pitchFamily="18" charset="0"/>
                  <a:cs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id="{CC313C1B-C3A1-49C3-8CD1-E367C03FA90F}"/>
                  </a:ext>
                </a:extLst>
              </p:cNvPr>
              <p:cNvSpPr txBox="1">
                <a:spLocks noRot="1" noChangeAspect="1" noMove="1" noResize="1" noEditPoints="1" noAdjustHandles="1" noChangeArrowheads="1" noChangeShapeType="1" noTextEdit="1"/>
              </p:cNvSpPr>
              <p:nvPr/>
            </p:nvSpPr>
            <p:spPr>
              <a:xfrm>
                <a:off x="1056625" y="5342269"/>
                <a:ext cx="4717251" cy="675057"/>
              </a:xfrm>
              <a:prstGeom prst="rect">
                <a:avLst/>
              </a:prstGeom>
              <a:blipFill>
                <a:blip r:embed="rId35"/>
                <a:stretch>
                  <a:fillRect l="-4522" t="-3604" b="-9009"/>
                </a:stretch>
              </a:blipFill>
            </p:spPr>
            <p:txBody>
              <a:bodyPr/>
              <a:lstStyle/>
              <a:p>
                <a:r>
                  <a:rPr lang="zh-CN" altLang="en-US">
                    <a:noFill/>
                  </a:rPr>
                  <a:t> </a:t>
                </a:r>
              </a:p>
            </p:txBody>
          </p:sp>
        </mc:Fallback>
      </mc:AlternateContent>
      <p:grpSp>
        <p:nvGrpSpPr>
          <p:cNvPr id="60" name="Group 118">
            <a:extLst>
              <a:ext uri="{FF2B5EF4-FFF2-40B4-BE49-F238E27FC236}">
                <a16:creationId xmlns:a16="http://schemas.microsoft.com/office/drawing/2014/main" id="{937F280C-2A50-4F21-B6E5-86BE034C2CD3}"/>
              </a:ext>
            </a:extLst>
          </p:cNvPr>
          <p:cNvGrpSpPr>
            <a:grpSpLocks/>
          </p:cNvGrpSpPr>
          <p:nvPr/>
        </p:nvGrpSpPr>
        <p:grpSpPr bwMode="auto">
          <a:xfrm>
            <a:off x="5573664" y="2932287"/>
            <a:ext cx="6267450" cy="2667000"/>
            <a:chOff x="1008" y="2251"/>
            <a:chExt cx="3948" cy="1680"/>
          </a:xfrm>
        </p:grpSpPr>
        <p:sp>
          <p:nvSpPr>
            <p:cNvPr id="61" name="Oval 84">
              <a:extLst>
                <a:ext uri="{FF2B5EF4-FFF2-40B4-BE49-F238E27FC236}">
                  <a16:creationId xmlns:a16="http://schemas.microsoft.com/office/drawing/2014/main" id="{D0B6A473-07CA-41D5-80A5-8CF5DADB356D}"/>
                </a:ext>
              </a:extLst>
            </p:cNvPr>
            <p:cNvSpPr>
              <a:spLocks noChangeArrowheads="1"/>
            </p:cNvSpPr>
            <p:nvPr/>
          </p:nvSpPr>
          <p:spPr bwMode="auto">
            <a:xfrm>
              <a:off x="3840" y="2635"/>
              <a:ext cx="69" cy="117"/>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 name="Line 85">
              <a:extLst>
                <a:ext uri="{FF2B5EF4-FFF2-40B4-BE49-F238E27FC236}">
                  <a16:creationId xmlns:a16="http://schemas.microsoft.com/office/drawing/2014/main" id="{DEE8ACB7-7C6D-4DC3-BC7E-A87055A96131}"/>
                </a:ext>
              </a:extLst>
            </p:cNvPr>
            <p:cNvSpPr>
              <a:spLocks noChangeShapeType="1"/>
            </p:cNvSpPr>
            <p:nvPr/>
          </p:nvSpPr>
          <p:spPr bwMode="auto">
            <a:xfrm>
              <a:off x="1516" y="3639"/>
              <a:ext cx="3301"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86">
              <a:extLst>
                <a:ext uri="{FF2B5EF4-FFF2-40B4-BE49-F238E27FC236}">
                  <a16:creationId xmlns:a16="http://schemas.microsoft.com/office/drawing/2014/main" id="{2E32DBA8-4BCF-42D9-B0A5-F02AF8DD79BD}"/>
                </a:ext>
              </a:extLst>
            </p:cNvPr>
            <p:cNvSpPr>
              <a:spLocks noChangeShapeType="1"/>
            </p:cNvSpPr>
            <p:nvPr/>
          </p:nvSpPr>
          <p:spPr bwMode="auto">
            <a:xfrm flipV="1">
              <a:off x="1516" y="2361"/>
              <a:ext cx="0" cy="1278"/>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4" name="Oval 87">
              <a:extLst>
                <a:ext uri="{FF2B5EF4-FFF2-40B4-BE49-F238E27FC236}">
                  <a16:creationId xmlns:a16="http://schemas.microsoft.com/office/drawing/2014/main" id="{D511F3B6-E7EC-4B0A-B57B-4CCD40AAAAFC}"/>
                </a:ext>
              </a:extLst>
            </p:cNvPr>
            <p:cNvSpPr>
              <a:spLocks noChangeArrowheads="1"/>
            </p:cNvSpPr>
            <p:nvPr/>
          </p:nvSpPr>
          <p:spPr bwMode="auto">
            <a:xfrm>
              <a:off x="2214" y="3051"/>
              <a:ext cx="151" cy="296"/>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 name="Freeform 88">
              <a:extLst>
                <a:ext uri="{FF2B5EF4-FFF2-40B4-BE49-F238E27FC236}">
                  <a16:creationId xmlns:a16="http://schemas.microsoft.com/office/drawing/2014/main" id="{8E578E1C-E15A-492A-BAD6-F2B0DCAD42AE}"/>
                </a:ext>
              </a:extLst>
            </p:cNvPr>
            <p:cNvSpPr>
              <a:spLocks/>
            </p:cNvSpPr>
            <p:nvPr/>
          </p:nvSpPr>
          <p:spPr bwMode="auto">
            <a:xfrm>
              <a:off x="2291" y="2634"/>
              <a:ext cx="2018" cy="424"/>
            </a:xfrm>
            <a:custGeom>
              <a:avLst/>
              <a:gdLst>
                <a:gd name="T0" fmla="*/ 0 w 1526"/>
                <a:gd name="T1" fmla="*/ 317 h 557"/>
                <a:gd name="T2" fmla="*/ 300 w 1526"/>
                <a:gd name="T3" fmla="*/ 317 h 557"/>
                <a:gd name="T4" fmla="*/ 500 w 1526"/>
                <a:gd name="T5" fmla="*/ 317 h 557"/>
                <a:gd name="T6" fmla="*/ 689 w 1526"/>
                <a:gd name="T7" fmla="*/ 317 h 557"/>
                <a:gd name="T8" fmla="*/ 783 w 1526"/>
                <a:gd name="T9" fmla="*/ 317 h 557"/>
                <a:gd name="T10" fmla="*/ 1021 w 1526"/>
                <a:gd name="T11" fmla="*/ 277 h 557"/>
                <a:gd name="T12" fmla="*/ 1404 w 1526"/>
                <a:gd name="T13" fmla="*/ 86 h 557"/>
                <a:gd name="T14" fmla="*/ 1784 w 1526"/>
                <a:gd name="T15" fmla="*/ 14 h 557"/>
                <a:gd name="T16" fmla="*/ 2235 w 1526"/>
                <a:gd name="T17" fmla="*/ 8 h 557"/>
                <a:gd name="T18" fmla="*/ 2669 w 1526"/>
                <a:gd name="T19" fmla="*/ 8 h 5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26"/>
                <a:gd name="T31" fmla="*/ 0 h 557"/>
                <a:gd name="T32" fmla="*/ 1526 w 1526"/>
                <a:gd name="T33" fmla="*/ 557 h 5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26" h="557">
                  <a:moveTo>
                    <a:pt x="0" y="548"/>
                  </a:moveTo>
                  <a:cubicBezTo>
                    <a:pt x="62" y="548"/>
                    <a:pt x="124" y="548"/>
                    <a:pt x="172" y="548"/>
                  </a:cubicBezTo>
                  <a:cubicBezTo>
                    <a:pt x="220" y="548"/>
                    <a:pt x="249" y="548"/>
                    <a:pt x="286" y="548"/>
                  </a:cubicBezTo>
                  <a:cubicBezTo>
                    <a:pt x="323" y="548"/>
                    <a:pt x="367" y="546"/>
                    <a:pt x="394" y="546"/>
                  </a:cubicBezTo>
                  <a:cubicBezTo>
                    <a:pt x="421" y="545"/>
                    <a:pt x="416" y="557"/>
                    <a:pt x="448" y="546"/>
                  </a:cubicBezTo>
                  <a:cubicBezTo>
                    <a:pt x="479" y="534"/>
                    <a:pt x="524" y="544"/>
                    <a:pt x="584" y="478"/>
                  </a:cubicBezTo>
                  <a:cubicBezTo>
                    <a:pt x="643" y="412"/>
                    <a:pt x="730" y="225"/>
                    <a:pt x="803" y="149"/>
                  </a:cubicBezTo>
                  <a:cubicBezTo>
                    <a:pt x="876" y="73"/>
                    <a:pt x="941" y="46"/>
                    <a:pt x="1020" y="23"/>
                  </a:cubicBezTo>
                  <a:cubicBezTo>
                    <a:pt x="1099" y="0"/>
                    <a:pt x="1194" y="15"/>
                    <a:pt x="1278" y="13"/>
                  </a:cubicBezTo>
                  <a:cubicBezTo>
                    <a:pt x="1362" y="11"/>
                    <a:pt x="1474" y="13"/>
                    <a:pt x="1526" y="13"/>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6" name="Freeform 89">
              <a:extLst>
                <a:ext uri="{FF2B5EF4-FFF2-40B4-BE49-F238E27FC236}">
                  <a16:creationId xmlns:a16="http://schemas.microsoft.com/office/drawing/2014/main" id="{64065EA6-BBA2-4B6D-8B08-0A2A19F562E4}"/>
                </a:ext>
              </a:extLst>
            </p:cNvPr>
            <p:cNvSpPr>
              <a:spLocks/>
            </p:cNvSpPr>
            <p:nvPr/>
          </p:nvSpPr>
          <p:spPr bwMode="auto">
            <a:xfrm>
              <a:off x="2291" y="2748"/>
              <a:ext cx="2018" cy="593"/>
            </a:xfrm>
            <a:custGeom>
              <a:avLst/>
              <a:gdLst>
                <a:gd name="T0" fmla="*/ 0 w 1526"/>
                <a:gd name="T1" fmla="*/ 451 h 779"/>
                <a:gd name="T2" fmla="*/ 300 w 1526"/>
                <a:gd name="T3" fmla="*/ 451 h 779"/>
                <a:gd name="T4" fmla="*/ 500 w 1526"/>
                <a:gd name="T5" fmla="*/ 451 h 779"/>
                <a:gd name="T6" fmla="*/ 689 w 1526"/>
                <a:gd name="T7" fmla="*/ 450 h 779"/>
                <a:gd name="T8" fmla="*/ 877 w 1526"/>
                <a:gd name="T9" fmla="*/ 439 h 779"/>
                <a:gd name="T10" fmla="*/ 1193 w 1526"/>
                <a:gd name="T11" fmla="*/ 393 h 779"/>
                <a:gd name="T12" fmla="*/ 1488 w 1526"/>
                <a:gd name="T13" fmla="*/ 231 h 779"/>
                <a:gd name="T14" fmla="*/ 1714 w 1526"/>
                <a:gd name="T15" fmla="*/ 81 h 779"/>
                <a:gd name="T16" fmla="*/ 1904 w 1526"/>
                <a:gd name="T17" fmla="*/ 13 h 779"/>
                <a:gd name="T18" fmla="*/ 2162 w 1526"/>
                <a:gd name="T19" fmla="*/ 4 h 779"/>
                <a:gd name="T20" fmla="*/ 2669 w 1526"/>
                <a:gd name="T21" fmla="*/ 4 h 7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6"/>
                <a:gd name="T34" fmla="*/ 0 h 779"/>
                <a:gd name="T35" fmla="*/ 1526 w 1526"/>
                <a:gd name="T36" fmla="*/ 779 h 7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6" h="779">
                  <a:moveTo>
                    <a:pt x="0" y="778"/>
                  </a:moveTo>
                  <a:cubicBezTo>
                    <a:pt x="62" y="778"/>
                    <a:pt x="124" y="778"/>
                    <a:pt x="172" y="778"/>
                  </a:cubicBezTo>
                  <a:cubicBezTo>
                    <a:pt x="220" y="778"/>
                    <a:pt x="249" y="778"/>
                    <a:pt x="286" y="778"/>
                  </a:cubicBezTo>
                  <a:cubicBezTo>
                    <a:pt x="323" y="778"/>
                    <a:pt x="358" y="779"/>
                    <a:pt x="394" y="776"/>
                  </a:cubicBezTo>
                  <a:cubicBezTo>
                    <a:pt x="430" y="772"/>
                    <a:pt x="453" y="774"/>
                    <a:pt x="501" y="758"/>
                  </a:cubicBezTo>
                  <a:cubicBezTo>
                    <a:pt x="549" y="742"/>
                    <a:pt x="624" y="738"/>
                    <a:pt x="682" y="678"/>
                  </a:cubicBezTo>
                  <a:cubicBezTo>
                    <a:pt x="740" y="618"/>
                    <a:pt x="801" y="490"/>
                    <a:pt x="851" y="400"/>
                  </a:cubicBezTo>
                  <a:cubicBezTo>
                    <a:pt x="901" y="310"/>
                    <a:pt x="940" y="204"/>
                    <a:pt x="980" y="141"/>
                  </a:cubicBezTo>
                  <a:cubicBezTo>
                    <a:pt x="1020" y="78"/>
                    <a:pt x="1046" y="44"/>
                    <a:pt x="1089" y="22"/>
                  </a:cubicBezTo>
                  <a:cubicBezTo>
                    <a:pt x="1132" y="0"/>
                    <a:pt x="1163" y="9"/>
                    <a:pt x="1236" y="6"/>
                  </a:cubicBezTo>
                  <a:cubicBezTo>
                    <a:pt x="1309" y="3"/>
                    <a:pt x="1466" y="6"/>
                    <a:pt x="1526" y="6"/>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7" name="Line 90">
              <a:extLst>
                <a:ext uri="{FF2B5EF4-FFF2-40B4-BE49-F238E27FC236}">
                  <a16:creationId xmlns:a16="http://schemas.microsoft.com/office/drawing/2014/main" id="{CF826980-5F2D-4122-B5B1-41EFEEC5791F}"/>
                </a:ext>
              </a:extLst>
            </p:cNvPr>
            <p:cNvSpPr>
              <a:spLocks noChangeShapeType="1"/>
            </p:cNvSpPr>
            <p:nvPr/>
          </p:nvSpPr>
          <p:spPr bwMode="auto">
            <a:xfrm>
              <a:off x="1759" y="3198"/>
              <a:ext cx="444" cy="0"/>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8" name="Line 91">
              <a:extLst>
                <a:ext uri="{FF2B5EF4-FFF2-40B4-BE49-F238E27FC236}">
                  <a16:creationId xmlns:a16="http://schemas.microsoft.com/office/drawing/2014/main" id="{3698BAD2-1A82-450E-8145-0F8902A1637B}"/>
                </a:ext>
              </a:extLst>
            </p:cNvPr>
            <p:cNvSpPr>
              <a:spLocks noChangeShapeType="1"/>
            </p:cNvSpPr>
            <p:nvPr/>
          </p:nvSpPr>
          <p:spPr bwMode="auto">
            <a:xfrm>
              <a:off x="2375" y="3198"/>
              <a:ext cx="507" cy="0"/>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9" name="Line 92">
              <a:extLst>
                <a:ext uri="{FF2B5EF4-FFF2-40B4-BE49-F238E27FC236}">
                  <a16:creationId xmlns:a16="http://schemas.microsoft.com/office/drawing/2014/main" id="{87C7D06D-1E70-4F52-88C8-A8759C3361C1}"/>
                </a:ext>
              </a:extLst>
            </p:cNvPr>
            <p:cNvSpPr>
              <a:spLocks noChangeShapeType="1"/>
            </p:cNvSpPr>
            <p:nvPr/>
          </p:nvSpPr>
          <p:spPr bwMode="auto">
            <a:xfrm flipH="1">
              <a:off x="1516" y="3201"/>
              <a:ext cx="25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0" name="Line 93">
              <a:extLst>
                <a:ext uri="{FF2B5EF4-FFF2-40B4-BE49-F238E27FC236}">
                  <a16:creationId xmlns:a16="http://schemas.microsoft.com/office/drawing/2014/main" id="{39F5CB69-5111-4F97-A6A6-FBE816B30341}"/>
                </a:ext>
              </a:extLst>
            </p:cNvPr>
            <p:cNvSpPr>
              <a:spLocks noChangeShapeType="1"/>
            </p:cNvSpPr>
            <p:nvPr/>
          </p:nvSpPr>
          <p:spPr bwMode="auto">
            <a:xfrm flipH="1">
              <a:off x="1516" y="2689"/>
              <a:ext cx="190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94">
              <a:extLst>
                <a:ext uri="{FF2B5EF4-FFF2-40B4-BE49-F238E27FC236}">
                  <a16:creationId xmlns:a16="http://schemas.microsoft.com/office/drawing/2014/main" id="{8422121A-FA86-481E-A292-964465B43E2D}"/>
                </a:ext>
              </a:extLst>
            </p:cNvPr>
            <p:cNvSpPr>
              <a:spLocks noChangeShapeType="1"/>
            </p:cNvSpPr>
            <p:nvPr/>
          </p:nvSpPr>
          <p:spPr bwMode="auto">
            <a:xfrm>
              <a:off x="4146" y="2689"/>
              <a:ext cx="318" cy="0"/>
            </a:xfrm>
            <a:prstGeom prst="line">
              <a:avLst/>
            </a:prstGeom>
            <a:noFill/>
            <a:ln w="28575">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72" name="Line 95">
              <a:extLst>
                <a:ext uri="{FF2B5EF4-FFF2-40B4-BE49-F238E27FC236}">
                  <a16:creationId xmlns:a16="http://schemas.microsoft.com/office/drawing/2014/main" id="{969CE0FE-6CC9-40AC-AC62-4CB9FBDB9027}"/>
                </a:ext>
              </a:extLst>
            </p:cNvPr>
            <p:cNvSpPr>
              <a:spLocks noChangeShapeType="1"/>
            </p:cNvSpPr>
            <p:nvPr/>
          </p:nvSpPr>
          <p:spPr bwMode="auto">
            <a:xfrm>
              <a:off x="3865" y="2799"/>
              <a:ext cx="0" cy="84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3" name="Line 96">
              <a:extLst>
                <a:ext uri="{FF2B5EF4-FFF2-40B4-BE49-F238E27FC236}">
                  <a16:creationId xmlns:a16="http://schemas.microsoft.com/office/drawing/2014/main" id="{C5A89761-F801-4BF6-BF57-25BA9B94A04C}"/>
                </a:ext>
              </a:extLst>
            </p:cNvPr>
            <p:cNvSpPr>
              <a:spLocks noChangeShapeType="1"/>
            </p:cNvSpPr>
            <p:nvPr/>
          </p:nvSpPr>
          <p:spPr bwMode="auto">
            <a:xfrm>
              <a:off x="4182" y="2799"/>
              <a:ext cx="0" cy="84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74" name="Object 15">
              <a:extLst>
                <a:ext uri="{FF2B5EF4-FFF2-40B4-BE49-F238E27FC236}">
                  <a16:creationId xmlns:a16="http://schemas.microsoft.com/office/drawing/2014/main" id="{41589C60-2551-4F91-A962-D14C248FA2E9}"/>
                </a:ext>
              </a:extLst>
            </p:cNvPr>
            <p:cNvGraphicFramePr>
              <a:graphicFrameLocks noChangeAspect="1"/>
            </p:cNvGraphicFramePr>
            <p:nvPr/>
          </p:nvGraphicFramePr>
          <p:xfrm>
            <a:off x="1200" y="2283"/>
            <a:ext cx="384" cy="288"/>
          </p:xfrm>
          <a:graphic>
            <a:graphicData uri="http://schemas.openxmlformats.org/presentationml/2006/ole">
              <mc:AlternateContent xmlns:mc="http://schemas.openxmlformats.org/markup-compatibility/2006">
                <mc:Choice xmlns:v="urn:schemas-microsoft-com:vml" Requires="v">
                  <p:oleObj spid="_x0000_s2477" name="Equation" r:id="rId36" imgW="190440" imgH="241200" progId="Equation.3">
                    <p:embed/>
                  </p:oleObj>
                </mc:Choice>
                <mc:Fallback>
                  <p:oleObj name="Equation" r:id="rId36" imgW="190440" imgH="241200" progId="Equation.3">
                    <p:embed/>
                    <p:pic>
                      <p:nvPicPr>
                        <p:cNvPr id="32773" name="Object 15">
                          <a:extLst>
                            <a:ext uri="{FF2B5EF4-FFF2-40B4-BE49-F238E27FC236}">
                              <a16:creationId xmlns:a16="http://schemas.microsoft.com/office/drawing/2014/main" id="{15EF1AE4-7F72-45D0-8BA1-859835A06E40}"/>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200" y="2283"/>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6">
              <a:extLst>
                <a:ext uri="{FF2B5EF4-FFF2-40B4-BE49-F238E27FC236}">
                  <a16:creationId xmlns:a16="http://schemas.microsoft.com/office/drawing/2014/main" id="{3FCAF863-A2B5-4FF8-88C5-A14B7DABBA27}"/>
                </a:ext>
              </a:extLst>
            </p:cNvPr>
            <p:cNvGraphicFramePr>
              <a:graphicFrameLocks noChangeAspect="1"/>
            </p:cNvGraphicFramePr>
            <p:nvPr/>
          </p:nvGraphicFramePr>
          <p:xfrm>
            <a:off x="4560" y="3351"/>
            <a:ext cx="396" cy="253"/>
          </p:xfrm>
          <a:graphic>
            <a:graphicData uri="http://schemas.openxmlformats.org/presentationml/2006/ole">
              <mc:AlternateContent xmlns:mc="http://schemas.openxmlformats.org/markup-compatibility/2006">
                <mc:Choice xmlns:v="urn:schemas-microsoft-com:vml" Requires="v">
                  <p:oleObj spid="_x0000_s2478" name="Equation" r:id="rId38" imgW="177480" imgH="190440" progId="Equation.3">
                    <p:embed/>
                  </p:oleObj>
                </mc:Choice>
                <mc:Fallback>
                  <p:oleObj name="Equation" r:id="rId38" imgW="177480" imgH="190440" progId="Equation.3">
                    <p:embed/>
                    <p:pic>
                      <p:nvPicPr>
                        <p:cNvPr id="32774" name="Object 16">
                          <a:extLst>
                            <a:ext uri="{FF2B5EF4-FFF2-40B4-BE49-F238E27FC236}">
                              <a16:creationId xmlns:a16="http://schemas.microsoft.com/office/drawing/2014/main" id="{6BE18485-6274-4724-8071-8F12C5F0E711}"/>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560" y="3351"/>
                          <a:ext cx="396"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17">
              <a:extLst>
                <a:ext uri="{FF2B5EF4-FFF2-40B4-BE49-F238E27FC236}">
                  <a16:creationId xmlns:a16="http://schemas.microsoft.com/office/drawing/2014/main" id="{E3082E98-4608-4B64-A3FE-B2752244455A}"/>
                </a:ext>
              </a:extLst>
            </p:cNvPr>
            <p:cNvGraphicFramePr>
              <a:graphicFrameLocks noChangeAspect="1"/>
            </p:cNvGraphicFramePr>
            <p:nvPr/>
          </p:nvGraphicFramePr>
          <p:xfrm>
            <a:off x="1296" y="3643"/>
            <a:ext cx="370" cy="251"/>
          </p:xfrm>
          <a:graphic>
            <a:graphicData uri="http://schemas.openxmlformats.org/presentationml/2006/ole">
              <mc:AlternateContent xmlns:mc="http://schemas.openxmlformats.org/markup-compatibility/2006">
                <mc:Choice xmlns:v="urn:schemas-microsoft-com:vml" Requires="v">
                  <p:oleObj spid="_x0000_s2479" name="Equation" r:id="rId40" imgW="164880" imgH="190440" progId="Equation.3">
                    <p:embed/>
                  </p:oleObj>
                </mc:Choice>
                <mc:Fallback>
                  <p:oleObj name="Equation" r:id="rId40" imgW="164880" imgH="190440" progId="Equation.3">
                    <p:embed/>
                    <p:pic>
                      <p:nvPicPr>
                        <p:cNvPr id="32775" name="Object 17">
                          <a:extLst>
                            <a:ext uri="{FF2B5EF4-FFF2-40B4-BE49-F238E27FC236}">
                              <a16:creationId xmlns:a16="http://schemas.microsoft.com/office/drawing/2014/main" id="{688E35EA-2CD3-4B44-9526-27BA35625A11}"/>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296" y="3643"/>
                          <a:ext cx="370"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 name="Line 100">
              <a:extLst>
                <a:ext uri="{FF2B5EF4-FFF2-40B4-BE49-F238E27FC236}">
                  <a16:creationId xmlns:a16="http://schemas.microsoft.com/office/drawing/2014/main" id="{09AF0223-3FE1-46DB-A362-5FADD40EEB8E}"/>
                </a:ext>
              </a:extLst>
            </p:cNvPr>
            <p:cNvSpPr>
              <a:spLocks noChangeShapeType="1"/>
            </p:cNvSpPr>
            <p:nvPr/>
          </p:nvSpPr>
          <p:spPr bwMode="auto">
            <a:xfrm>
              <a:off x="2278" y="3383"/>
              <a:ext cx="0" cy="25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8" name="Line 101">
              <a:extLst>
                <a:ext uri="{FF2B5EF4-FFF2-40B4-BE49-F238E27FC236}">
                  <a16:creationId xmlns:a16="http://schemas.microsoft.com/office/drawing/2014/main" id="{7841D8F7-D5A6-493B-B56C-99D11A2D7869}"/>
                </a:ext>
              </a:extLst>
            </p:cNvPr>
            <p:cNvSpPr>
              <a:spLocks noChangeShapeType="1"/>
            </p:cNvSpPr>
            <p:nvPr/>
          </p:nvSpPr>
          <p:spPr bwMode="auto">
            <a:xfrm>
              <a:off x="2431" y="3383"/>
              <a:ext cx="0" cy="25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79" name="Object 18">
              <a:extLst>
                <a:ext uri="{FF2B5EF4-FFF2-40B4-BE49-F238E27FC236}">
                  <a16:creationId xmlns:a16="http://schemas.microsoft.com/office/drawing/2014/main" id="{45923D8E-8602-4D4D-8F81-6598A3EBCE7F}"/>
                </a:ext>
              </a:extLst>
            </p:cNvPr>
            <p:cNvGraphicFramePr>
              <a:graphicFrameLocks noChangeAspect="1"/>
            </p:cNvGraphicFramePr>
            <p:nvPr/>
          </p:nvGraphicFramePr>
          <p:xfrm>
            <a:off x="1156" y="2545"/>
            <a:ext cx="333" cy="395"/>
          </p:xfrm>
          <a:graphic>
            <a:graphicData uri="http://schemas.openxmlformats.org/presentationml/2006/ole">
              <mc:AlternateContent xmlns:mc="http://schemas.openxmlformats.org/markup-compatibility/2006">
                <mc:Choice xmlns:v="urn:schemas-microsoft-com:vml" Requires="v">
                  <p:oleObj spid="_x0000_s2480" name="公式" r:id="rId42" imgW="164880" imgH="215640" progId="Equation.3">
                    <p:embed/>
                  </p:oleObj>
                </mc:Choice>
                <mc:Fallback>
                  <p:oleObj name="公式" r:id="rId42" imgW="164880" imgH="215640" progId="Equation.3">
                    <p:embed/>
                    <p:pic>
                      <p:nvPicPr>
                        <p:cNvPr id="32776" name="Object 18">
                          <a:extLst>
                            <a:ext uri="{FF2B5EF4-FFF2-40B4-BE49-F238E27FC236}">
                              <a16:creationId xmlns:a16="http://schemas.microsoft.com/office/drawing/2014/main" id="{1A22126F-0484-4039-8524-E3AC9681D4D8}"/>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156" y="2545"/>
                          <a:ext cx="333" cy="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 name="Object 19">
              <a:extLst>
                <a:ext uri="{FF2B5EF4-FFF2-40B4-BE49-F238E27FC236}">
                  <a16:creationId xmlns:a16="http://schemas.microsoft.com/office/drawing/2014/main" id="{EDBAC921-A833-4DA4-8F93-6B9255AC173C}"/>
                </a:ext>
              </a:extLst>
            </p:cNvPr>
            <p:cNvGraphicFramePr>
              <a:graphicFrameLocks noChangeAspect="1"/>
            </p:cNvGraphicFramePr>
            <p:nvPr/>
          </p:nvGraphicFramePr>
          <p:xfrm>
            <a:off x="1156" y="2976"/>
            <a:ext cx="318" cy="413"/>
          </p:xfrm>
          <a:graphic>
            <a:graphicData uri="http://schemas.openxmlformats.org/presentationml/2006/ole">
              <mc:AlternateContent xmlns:mc="http://schemas.openxmlformats.org/markup-compatibility/2006">
                <mc:Choice xmlns:v="urn:schemas-microsoft-com:vml" Requires="v">
                  <p:oleObj spid="_x0000_s2481" name="公式" r:id="rId44" imgW="152280" imgH="215640" progId="Equation.3">
                    <p:embed/>
                  </p:oleObj>
                </mc:Choice>
                <mc:Fallback>
                  <p:oleObj name="公式" r:id="rId44" imgW="152280" imgH="215640" progId="Equation.3">
                    <p:embed/>
                    <p:pic>
                      <p:nvPicPr>
                        <p:cNvPr id="32777" name="Object 19">
                          <a:extLst>
                            <a:ext uri="{FF2B5EF4-FFF2-40B4-BE49-F238E27FC236}">
                              <a16:creationId xmlns:a16="http://schemas.microsoft.com/office/drawing/2014/main" id="{02A0C95D-BA2F-4EBB-B7DF-0EE74EBC7DF6}"/>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156" y="2976"/>
                          <a:ext cx="318"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20">
              <a:extLst>
                <a:ext uri="{FF2B5EF4-FFF2-40B4-BE49-F238E27FC236}">
                  <a16:creationId xmlns:a16="http://schemas.microsoft.com/office/drawing/2014/main" id="{EBF60766-FDAF-419A-9EC3-246682C3ECD6}"/>
                </a:ext>
              </a:extLst>
            </p:cNvPr>
            <p:cNvGraphicFramePr>
              <a:graphicFrameLocks noChangeAspect="1"/>
            </p:cNvGraphicFramePr>
            <p:nvPr/>
          </p:nvGraphicFramePr>
          <p:xfrm>
            <a:off x="3424" y="2305"/>
            <a:ext cx="274" cy="325"/>
          </p:xfrm>
          <a:graphic>
            <a:graphicData uri="http://schemas.openxmlformats.org/presentationml/2006/ole">
              <mc:AlternateContent xmlns:mc="http://schemas.openxmlformats.org/markup-compatibility/2006">
                <mc:Choice xmlns:v="urn:schemas-microsoft-com:vml" Requires="v">
                  <p:oleObj spid="_x0000_s2482" name="Equation" r:id="rId46" imgW="291960" imgH="317160" progId="Equation.3">
                    <p:embed/>
                  </p:oleObj>
                </mc:Choice>
                <mc:Fallback>
                  <p:oleObj name="Equation" r:id="rId46" imgW="291960" imgH="317160" progId="Equation.3">
                    <p:embed/>
                    <p:pic>
                      <p:nvPicPr>
                        <p:cNvPr id="32778" name="Object 20">
                          <a:extLst>
                            <a:ext uri="{FF2B5EF4-FFF2-40B4-BE49-F238E27FC236}">
                              <a16:creationId xmlns:a16="http://schemas.microsoft.com/office/drawing/2014/main" id="{955291DB-279F-4A3B-ACC8-995B4D2527DB}"/>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3424" y="2305"/>
                          <a:ext cx="27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21">
              <a:extLst>
                <a:ext uri="{FF2B5EF4-FFF2-40B4-BE49-F238E27FC236}">
                  <a16:creationId xmlns:a16="http://schemas.microsoft.com/office/drawing/2014/main" id="{7CD8654E-4AC3-43F4-9F65-38CB12AE5622}"/>
                </a:ext>
              </a:extLst>
            </p:cNvPr>
            <p:cNvGraphicFramePr>
              <a:graphicFrameLocks noChangeAspect="1"/>
            </p:cNvGraphicFramePr>
            <p:nvPr/>
          </p:nvGraphicFramePr>
          <p:xfrm>
            <a:off x="1728" y="2875"/>
            <a:ext cx="330" cy="340"/>
          </p:xfrm>
          <a:graphic>
            <a:graphicData uri="http://schemas.openxmlformats.org/presentationml/2006/ole">
              <mc:AlternateContent xmlns:mc="http://schemas.openxmlformats.org/markup-compatibility/2006">
                <mc:Choice xmlns:v="urn:schemas-microsoft-com:vml" Requires="v">
                  <p:oleObj spid="_x0000_s2483" name="Equation" r:id="rId48" imgW="266400" imgH="317160" progId="Equation.3">
                    <p:embed/>
                  </p:oleObj>
                </mc:Choice>
                <mc:Fallback>
                  <p:oleObj name="Equation" r:id="rId48" imgW="266400" imgH="317160" progId="Equation.3">
                    <p:embed/>
                    <p:pic>
                      <p:nvPicPr>
                        <p:cNvPr id="32779" name="Object 21">
                          <a:extLst>
                            <a:ext uri="{FF2B5EF4-FFF2-40B4-BE49-F238E27FC236}">
                              <a16:creationId xmlns:a16="http://schemas.microsoft.com/office/drawing/2014/main" id="{C60111BF-F635-45FA-B04D-D4E7DF509782}"/>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728" y="2875"/>
                          <a:ext cx="330" cy="340"/>
                        </a:xfrm>
                        <a:prstGeom prst="rect">
                          <a:avLst/>
                        </a:prstGeom>
                        <a:noFill/>
                        <a:ln>
                          <a:noFill/>
                        </a:ln>
                        <a:effectLst/>
                      </p:spPr>
                    </p:pic>
                  </p:oleObj>
                </mc:Fallback>
              </mc:AlternateContent>
            </a:graphicData>
          </a:graphic>
        </p:graphicFrame>
        <p:graphicFrame>
          <p:nvGraphicFramePr>
            <p:cNvPr id="83" name="Object 22">
              <a:extLst>
                <a:ext uri="{FF2B5EF4-FFF2-40B4-BE49-F238E27FC236}">
                  <a16:creationId xmlns:a16="http://schemas.microsoft.com/office/drawing/2014/main" id="{FF0DFEB4-0FA4-4E45-BDD1-0A4C0C7F9E45}"/>
                </a:ext>
              </a:extLst>
            </p:cNvPr>
            <p:cNvGraphicFramePr>
              <a:graphicFrameLocks noChangeAspect="1"/>
            </p:cNvGraphicFramePr>
            <p:nvPr>
              <p:extLst>
                <p:ext uri="{D42A27DB-BD31-4B8C-83A1-F6EECF244321}">
                  <p14:modId xmlns:p14="http://schemas.microsoft.com/office/powerpoint/2010/main" val="3603063345"/>
                </p:ext>
              </p:extLst>
            </p:nvPr>
          </p:nvGraphicFramePr>
          <p:xfrm>
            <a:off x="2843" y="3023"/>
            <a:ext cx="319" cy="349"/>
          </p:xfrm>
          <a:graphic>
            <a:graphicData uri="http://schemas.openxmlformats.org/presentationml/2006/ole">
              <mc:AlternateContent xmlns:mc="http://schemas.openxmlformats.org/markup-compatibility/2006">
                <mc:Choice xmlns:v="urn:schemas-microsoft-com:vml" Requires="v">
                  <p:oleObj spid="_x0000_s2484" name="Equation" r:id="rId50" imgW="241200" imgH="317160" progId="Equation.3">
                    <p:embed/>
                  </p:oleObj>
                </mc:Choice>
                <mc:Fallback>
                  <p:oleObj name="Equation" r:id="rId50" imgW="241200" imgH="317160" progId="Equation.3">
                    <p:embed/>
                    <p:pic>
                      <p:nvPicPr>
                        <p:cNvPr id="32780" name="Object 22">
                          <a:extLst>
                            <a:ext uri="{FF2B5EF4-FFF2-40B4-BE49-F238E27FC236}">
                              <a16:creationId xmlns:a16="http://schemas.microsoft.com/office/drawing/2014/main" id="{44F003CF-B04F-44E9-832D-EB7482F735F8}"/>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843" y="3023"/>
                          <a:ext cx="319" cy="349"/>
                        </a:xfrm>
                        <a:prstGeom prst="rect">
                          <a:avLst/>
                        </a:prstGeom>
                        <a:noFill/>
                        <a:ln>
                          <a:noFill/>
                        </a:ln>
                        <a:effectLst/>
                      </p:spPr>
                    </p:pic>
                  </p:oleObj>
                </mc:Fallback>
              </mc:AlternateContent>
            </a:graphicData>
          </a:graphic>
        </p:graphicFrame>
        <p:graphicFrame>
          <p:nvGraphicFramePr>
            <p:cNvPr id="84" name="Object 23">
              <a:extLst>
                <a:ext uri="{FF2B5EF4-FFF2-40B4-BE49-F238E27FC236}">
                  <a16:creationId xmlns:a16="http://schemas.microsoft.com/office/drawing/2014/main" id="{FF50D7C2-3B63-4F44-BE9F-B22B123DBEF7}"/>
                </a:ext>
              </a:extLst>
            </p:cNvPr>
            <p:cNvGraphicFramePr>
              <a:graphicFrameLocks noChangeAspect="1"/>
            </p:cNvGraphicFramePr>
            <p:nvPr/>
          </p:nvGraphicFramePr>
          <p:xfrm>
            <a:off x="4464" y="2587"/>
            <a:ext cx="303" cy="384"/>
          </p:xfrm>
          <a:graphic>
            <a:graphicData uri="http://schemas.openxmlformats.org/presentationml/2006/ole">
              <mc:AlternateContent xmlns:mc="http://schemas.openxmlformats.org/markup-compatibility/2006">
                <mc:Choice xmlns:v="urn:schemas-microsoft-com:vml" Requires="v">
                  <p:oleObj spid="_x0000_s2485" name="Equation" r:id="rId52" imgW="266400" imgH="317160" progId="Equation.3">
                    <p:embed/>
                  </p:oleObj>
                </mc:Choice>
                <mc:Fallback>
                  <p:oleObj name="Equation" r:id="rId52" imgW="266400" imgH="317160" progId="Equation.3">
                    <p:embed/>
                    <p:pic>
                      <p:nvPicPr>
                        <p:cNvPr id="32781" name="Object 23">
                          <a:extLst>
                            <a:ext uri="{FF2B5EF4-FFF2-40B4-BE49-F238E27FC236}">
                              <a16:creationId xmlns:a16="http://schemas.microsoft.com/office/drawing/2014/main" id="{E5FF0E3A-FB7A-40BC-8654-6E2899B61232}"/>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4464" y="2587"/>
                          <a:ext cx="30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 name="Rectangle 108">
              <a:extLst>
                <a:ext uri="{FF2B5EF4-FFF2-40B4-BE49-F238E27FC236}">
                  <a16:creationId xmlns:a16="http://schemas.microsoft.com/office/drawing/2014/main" id="{C8106BAB-749A-4D6D-BB59-280D55DA9336}"/>
                </a:ext>
              </a:extLst>
            </p:cNvPr>
            <p:cNvSpPr>
              <a:spLocks noChangeArrowheads="1"/>
            </p:cNvSpPr>
            <p:nvPr/>
          </p:nvSpPr>
          <p:spPr bwMode="auto">
            <a:xfrm>
              <a:off x="1008" y="2251"/>
              <a:ext cx="3936" cy="16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6" name="Object 24">
              <a:extLst>
                <a:ext uri="{FF2B5EF4-FFF2-40B4-BE49-F238E27FC236}">
                  <a16:creationId xmlns:a16="http://schemas.microsoft.com/office/drawing/2014/main" id="{65FAB36F-BC46-4307-8896-4CDD7E3B3328}"/>
                </a:ext>
              </a:extLst>
            </p:cNvPr>
            <p:cNvGraphicFramePr>
              <a:graphicFrameLocks noChangeAspect="1"/>
            </p:cNvGraphicFramePr>
            <p:nvPr/>
          </p:nvGraphicFramePr>
          <p:xfrm>
            <a:off x="2131" y="2775"/>
            <a:ext cx="232" cy="299"/>
          </p:xfrm>
          <a:graphic>
            <a:graphicData uri="http://schemas.openxmlformats.org/presentationml/2006/ole">
              <mc:AlternateContent xmlns:mc="http://schemas.openxmlformats.org/markup-compatibility/2006">
                <mc:Choice xmlns:v="urn:schemas-microsoft-com:vml" Requires="v">
                  <p:oleObj spid="_x0000_s2486" name="公式" r:id="rId54" imgW="152280" imgH="215640" progId="Equation.3">
                    <p:embed/>
                  </p:oleObj>
                </mc:Choice>
                <mc:Fallback>
                  <p:oleObj name="公式" r:id="rId54" imgW="152280" imgH="215640" progId="Equation.3">
                    <p:embed/>
                    <p:pic>
                      <p:nvPicPr>
                        <p:cNvPr id="32782" name="Object 24">
                          <a:extLst>
                            <a:ext uri="{FF2B5EF4-FFF2-40B4-BE49-F238E27FC236}">
                              <a16:creationId xmlns:a16="http://schemas.microsoft.com/office/drawing/2014/main" id="{D8DB52B8-F936-40B5-8B70-0EEA9077FE0C}"/>
                            </a:ext>
                          </a:extLst>
                        </p:cNvPr>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131" y="2775"/>
                          <a:ext cx="232" cy="299"/>
                        </a:xfrm>
                        <a:prstGeom prst="rect">
                          <a:avLst/>
                        </a:prstGeom>
                        <a:noFill/>
                        <a:ln>
                          <a:noFill/>
                        </a:ln>
                        <a:effectLst/>
                      </p:spPr>
                    </p:pic>
                  </p:oleObj>
                </mc:Fallback>
              </mc:AlternateContent>
            </a:graphicData>
          </a:graphic>
        </p:graphicFrame>
        <p:graphicFrame>
          <p:nvGraphicFramePr>
            <p:cNvPr id="87" name="Object 25">
              <a:extLst>
                <a:ext uri="{FF2B5EF4-FFF2-40B4-BE49-F238E27FC236}">
                  <a16:creationId xmlns:a16="http://schemas.microsoft.com/office/drawing/2014/main" id="{59AD70DF-E941-403F-9852-2CA7E8AB751E}"/>
                </a:ext>
              </a:extLst>
            </p:cNvPr>
            <p:cNvGraphicFramePr>
              <a:graphicFrameLocks noChangeAspect="1"/>
            </p:cNvGraphicFramePr>
            <p:nvPr>
              <p:extLst>
                <p:ext uri="{D42A27DB-BD31-4B8C-83A1-F6EECF244321}">
                  <p14:modId xmlns:p14="http://schemas.microsoft.com/office/powerpoint/2010/main" val="3946822424"/>
                </p:ext>
              </p:extLst>
            </p:nvPr>
          </p:nvGraphicFramePr>
          <p:xfrm>
            <a:off x="2350" y="2825"/>
            <a:ext cx="194" cy="271"/>
          </p:xfrm>
          <a:graphic>
            <a:graphicData uri="http://schemas.openxmlformats.org/presentationml/2006/ole">
              <mc:AlternateContent xmlns:mc="http://schemas.openxmlformats.org/markup-compatibility/2006">
                <mc:Choice xmlns:v="urn:schemas-microsoft-com:vml" Requires="v">
                  <p:oleObj spid="_x0000_s2487" name="公式" r:id="rId56" imgW="139680" imgH="215640" progId="Equation.3">
                    <p:embed/>
                  </p:oleObj>
                </mc:Choice>
                <mc:Fallback>
                  <p:oleObj name="公式" r:id="rId56" imgW="139680" imgH="215640" progId="Equation.3">
                    <p:embed/>
                    <p:pic>
                      <p:nvPicPr>
                        <p:cNvPr id="32783" name="Object 25">
                          <a:extLst>
                            <a:ext uri="{FF2B5EF4-FFF2-40B4-BE49-F238E27FC236}">
                              <a16:creationId xmlns:a16="http://schemas.microsoft.com/office/drawing/2014/main" id="{6595710E-E892-474D-B352-3E41B835A762}"/>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350" y="2825"/>
                          <a:ext cx="194" cy="271"/>
                        </a:xfrm>
                        <a:prstGeom prst="rect">
                          <a:avLst/>
                        </a:prstGeom>
                        <a:noFill/>
                        <a:ln>
                          <a:noFill/>
                        </a:ln>
                        <a:effectLst/>
                      </p:spPr>
                    </p:pic>
                  </p:oleObj>
                </mc:Fallback>
              </mc:AlternateContent>
            </a:graphicData>
          </a:graphic>
        </p:graphicFrame>
        <p:graphicFrame>
          <p:nvGraphicFramePr>
            <p:cNvPr id="88" name="Object 26">
              <a:extLst>
                <a:ext uri="{FF2B5EF4-FFF2-40B4-BE49-F238E27FC236}">
                  <a16:creationId xmlns:a16="http://schemas.microsoft.com/office/drawing/2014/main" id="{2AE02D82-2198-4CD9-8DB2-EA3D72903A99}"/>
                </a:ext>
              </a:extLst>
            </p:cNvPr>
            <p:cNvGraphicFramePr>
              <a:graphicFrameLocks noChangeAspect="1"/>
            </p:cNvGraphicFramePr>
            <p:nvPr/>
          </p:nvGraphicFramePr>
          <p:xfrm>
            <a:off x="1991" y="3138"/>
            <a:ext cx="356" cy="351"/>
          </p:xfrm>
          <a:graphic>
            <a:graphicData uri="http://schemas.openxmlformats.org/presentationml/2006/ole">
              <mc:AlternateContent xmlns:mc="http://schemas.openxmlformats.org/markup-compatibility/2006">
                <mc:Choice xmlns:v="urn:schemas-microsoft-com:vml" Requires="v">
                  <p:oleObj spid="_x0000_s2488" name="公式" r:id="rId58" imgW="164880" imgH="215640" progId="Equation.3">
                    <p:embed/>
                  </p:oleObj>
                </mc:Choice>
                <mc:Fallback>
                  <p:oleObj name="公式" r:id="rId58" imgW="164880" imgH="215640" progId="Equation.3">
                    <p:embed/>
                    <p:pic>
                      <p:nvPicPr>
                        <p:cNvPr id="32784" name="Object 26">
                          <a:extLst>
                            <a:ext uri="{FF2B5EF4-FFF2-40B4-BE49-F238E27FC236}">
                              <a16:creationId xmlns:a16="http://schemas.microsoft.com/office/drawing/2014/main" id="{BF90EB55-6820-4A61-9BA2-9A8639961E52}"/>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1991" y="3138"/>
                          <a:ext cx="356"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 name="Object 27">
              <a:extLst>
                <a:ext uri="{FF2B5EF4-FFF2-40B4-BE49-F238E27FC236}">
                  <a16:creationId xmlns:a16="http://schemas.microsoft.com/office/drawing/2014/main" id="{7C4A31F4-F8BF-45AA-9CA8-130B7A7F01CE}"/>
                </a:ext>
              </a:extLst>
            </p:cNvPr>
            <p:cNvGraphicFramePr>
              <a:graphicFrameLocks noChangeAspect="1"/>
            </p:cNvGraphicFramePr>
            <p:nvPr/>
          </p:nvGraphicFramePr>
          <p:xfrm>
            <a:off x="3662" y="2713"/>
            <a:ext cx="330" cy="381"/>
          </p:xfrm>
          <a:graphic>
            <a:graphicData uri="http://schemas.openxmlformats.org/presentationml/2006/ole">
              <mc:AlternateContent xmlns:mc="http://schemas.openxmlformats.org/markup-compatibility/2006">
                <mc:Choice xmlns:v="urn:schemas-microsoft-com:vml" Requires="v">
                  <p:oleObj spid="_x0000_s2489" name="公式" r:id="rId60" imgW="177480" imgH="215640" progId="Equation.3">
                    <p:embed/>
                  </p:oleObj>
                </mc:Choice>
                <mc:Fallback>
                  <p:oleObj name="公式" r:id="rId60" imgW="177480" imgH="215640" progId="Equation.3">
                    <p:embed/>
                    <p:pic>
                      <p:nvPicPr>
                        <p:cNvPr id="32785" name="Object 27">
                          <a:extLst>
                            <a:ext uri="{FF2B5EF4-FFF2-40B4-BE49-F238E27FC236}">
                              <a16:creationId xmlns:a16="http://schemas.microsoft.com/office/drawing/2014/main" id="{A226409E-FA07-4B5C-A555-93D25AA9F143}"/>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3662" y="2713"/>
                          <a:ext cx="330"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 name="Oval 113">
              <a:extLst>
                <a:ext uri="{FF2B5EF4-FFF2-40B4-BE49-F238E27FC236}">
                  <a16:creationId xmlns:a16="http://schemas.microsoft.com/office/drawing/2014/main" id="{0764061D-783D-4626-9226-5B0BD775F764}"/>
                </a:ext>
              </a:extLst>
            </p:cNvPr>
            <p:cNvSpPr>
              <a:spLocks noChangeArrowheads="1"/>
            </p:cNvSpPr>
            <p:nvPr/>
          </p:nvSpPr>
          <p:spPr bwMode="auto">
            <a:xfrm>
              <a:off x="2290" y="3044"/>
              <a:ext cx="152" cy="296"/>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1" name="Oval 114">
              <a:extLst>
                <a:ext uri="{FF2B5EF4-FFF2-40B4-BE49-F238E27FC236}">
                  <a16:creationId xmlns:a16="http://schemas.microsoft.com/office/drawing/2014/main" id="{3BF2BE6D-90FA-4776-8B2C-73AA3FF4AB12}"/>
                </a:ext>
              </a:extLst>
            </p:cNvPr>
            <p:cNvSpPr>
              <a:spLocks noChangeArrowheads="1"/>
            </p:cNvSpPr>
            <p:nvPr/>
          </p:nvSpPr>
          <p:spPr bwMode="auto">
            <a:xfrm>
              <a:off x="4119" y="2653"/>
              <a:ext cx="75" cy="99"/>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 name="Line 115">
              <a:extLst>
                <a:ext uri="{FF2B5EF4-FFF2-40B4-BE49-F238E27FC236}">
                  <a16:creationId xmlns:a16="http://schemas.microsoft.com/office/drawing/2014/main" id="{080F9B9E-7F09-4B74-91F1-7CEA37D3BFAE}"/>
                </a:ext>
              </a:extLst>
            </p:cNvPr>
            <p:cNvSpPr>
              <a:spLocks noChangeShapeType="1"/>
            </p:cNvSpPr>
            <p:nvPr/>
          </p:nvSpPr>
          <p:spPr bwMode="auto">
            <a:xfrm flipH="1">
              <a:off x="3600" y="2685"/>
              <a:ext cx="288" cy="0"/>
            </a:xfrm>
            <a:prstGeom prst="line">
              <a:avLst/>
            </a:prstGeom>
            <a:noFill/>
            <a:ln w="28575">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graphicFrame>
        <p:nvGraphicFramePr>
          <p:cNvPr id="93" name="Object 28">
            <a:extLst>
              <a:ext uri="{FF2B5EF4-FFF2-40B4-BE49-F238E27FC236}">
                <a16:creationId xmlns:a16="http://schemas.microsoft.com/office/drawing/2014/main" id="{DA2A729C-D254-4C6B-A0C5-C384706D907E}"/>
              </a:ext>
            </a:extLst>
          </p:cNvPr>
          <p:cNvGraphicFramePr>
            <a:graphicFrameLocks noChangeAspect="1"/>
          </p:cNvGraphicFramePr>
          <p:nvPr/>
        </p:nvGraphicFramePr>
        <p:xfrm>
          <a:off x="9960113" y="3019297"/>
          <a:ext cx="388938" cy="491487"/>
        </p:xfrm>
        <a:graphic>
          <a:graphicData uri="http://schemas.openxmlformats.org/presentationml/2006/ole">
            <mc:AlternateContent xmlns:mc="http://schemas.openxmlformats.org/markup-compatibility/2006">
              <mc:Choice xmlns:v="urn:schemas-microsoft-com:vml" Requires="v">
                <p:oleObj spid="_x0000_s2490" name="公式" r:id="rId62" imgW="177480" imgH="215640" progId="Equation.3">
                  <p:embed/>
                </p:oleObj>
              </mc:Choice>
              <mc:Fallback>
                <p:oleObj name="公式" r:id="rId62" imgW="177480" imgH="215640" progId="Equation.3">
                  <p:embed/>
                  <p:pic>
                    <p:nvPicPr>
                      <p:cNvPr id="32770" name="Object 28">
                        <a:extLst>
                          <a:ext uri="{FF2B5EF4-FFF2-40B4-BE49-F238E27FC236}">
                            <a16:creationId xmlns:a16="http://schemas.microsoft.com/office/drawing/2014/main" id="{271B0B18-29ED-4F0A-9312-9484F88E3FD6}"/>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9960113" y="3019297"/>
                        <a:ext cx="388938" cy="491487"/>
                      </a:xfrm>
                      <a:prstGeom prst="rect">
                        <a:avLst/>
                      </a:prstGeom>
                      <a:noFill/>
                      <a:ln>
                        <a:noFill/>
                      </a:ln>
                      <a:effectLst/>
                    </p:spPr>
                  </p:pic>
                </p:oleObj>
              </mc:Fallback>
            </mc:AlternateContent>
          </a:graphicData>
        </a:graphic>
      </p:graphicFrame>
      <p:graphicFrame>
        <p:nvGraphicFramePr>
          <p:cNvPr id="94" name="Object 29">
            <a:extLst>
              <a:ext uri="{FF2B5EF4-FFF2-40B4-BE49-F238E27FC236}">
                <a16:creationId xmlns:a16="http://schemas.microsoft.com/office/drawing/2014/main" id="{21E97424-7A4D-415B-8819-8E8CF468AACD}"/>
              </a:ext>
            </a:extLst>
          </p:cNvPr>
          <p:cNvGraphicFramePr>
            <a:graphicFrameLocks noChangeAspect="1"/>
          </p:cNvGraphicFramePr>
          <p:nvPr/>
        </p:nvGraphicFramePr>
        <p:xfrm>
          <a:off x="10425249" y="3099569"/>
          <a:ext cx="388939" cy="460426"/>
        </p:xfrm>
        <a:graphic>
          <a:graphicData uri="http://schemas.openxmlformats.org/presentationml/2006/ole">
            <mc:AlternateContent xmlns:mc="http://schemas.openxmlformats.org/markup-compatibility/2006">
              <mc:Choice xmlns:v="urn:schemas-microsoft-com:vml" Requires="v">
                <p:oleObj spid="_x0000_s2491" name="公式" r:id="rId64" imgW="164880" imgH="215640" progId="Equation.3">
                  <p:embed/>
                </p:oleObj>
              </mc:Choice>
              <mc:Fallback>
                <p:oleObj name="公式" r:id="rId64" imgW="164880" imgH="215640" progId="Equation.3">
                  <p:embed/>
                  <p:pic>
                    <p:nvPicPr>
                      <p:cNvPr id="32771" name="Object 29">
                        <a:extLst>
                          <a:ext uri="{FF2B5EF4-FFF2-40B4-BE49-F238E27FC236}">
                            <a16:creationId xmlns:a16="http://schemas.microsoft.com/office/drawing/2014/main" id="{35CD2526-88B7-4307-AC9B-83184C65E73B}"/>
                          </a:ext>
                        </a:extLst>
                      </p:cNvPr>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10425249" y="3099569"/>
                        <a:ext cx="388939" cy="460426"/>
                      </a:xfrm>
                      <a:prstGeom prst="rect">
                        <a:avLst/>
                      </a:prstGeom>
                      <a:noFill/>
                      <a:ln>
                        <a:noFill/>
                      </a:ln>
                      <a:effectLst/>
                    </p:spPr>
                  </p:pic>
                </p:oleObj>
              </mc:Fallback>
            </mc:AlternateContent>
          </a:graphicData>
        </a:graphic>
      </p:graphicFrame>
      <p:cxnSp>
        <p:nvCxnSpPr>
          <p:cNvPr id="95" name="直接箭头连接符 94">
            <a:extLst>
              <a:ext uri="{FF2B5EF4-FFF2-40B4-BE49-F238E27FC236}">
                <a16:creationId xmlns:a16="http://schemas.microsoft.com/office/drawing/2014/main" id="{08B1CD12-F5AA-4D34-915D-7A4CEFA562D5}"/>
              </a:ext>
            </a:extLst>
          </p:cNvPr>
          <p:cNvCxnSpPr/>
          <p:nvPr/>
        </p:nvCxnSpPr>
        <p:spPr bwMode="auto">
          <a:xfrm>
            <a:off x="7224851" y="4912545"/>
            <a:ext cx="3000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6" name="直接箭头连接符 95">
            <a:extLst>
              <a:ext uri="{FF2B5EF4-FFF2-40B4-BE49-F238E27FC236}">
                <a16:creationId xmlns:a16="http://schemas.microsoft.com/office/drawing/2014/main" id="{3DC865DC-D7BB-43BA-872C-00CA250500EA}"/>
              </a:ext>
            </a:extLst>
          </p:cNvPr>
          <p:cNvCxnSpPr/>
          <p:nvPr/>
        </p:nvCxnSpPr>
        <p:spPr bwMode="auto">
          <a:xfrm flipH="1">
            <a:off x="7848572" y="4887912"/>
            <a:ext cx="25544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97" name="Object 24">
                <a:extLst>
                  <a:ext uri="{FF2B5EF4-FFF2-40B4-BE49-F238E27FC236}">
                    <a16:creationId xmlns:a16="http://schemas.microsoft.com/office/drawing/2014/main" id="{AC0DA03F-2CCE-487F-9F80-B9ACE9337CB4}"/>
                  </a:ext>
                </a:extLst>
              </p:cNvPr>
              <p:cNvSpPr txBox="1"/>
              <p:nvPr/>
            </p:nvSpPr>
            <p:spPr bwMode="auto">
              <a:xfrm>
                <a:off x="7533165" y="4718039"/>
                <a:ext cx="368300" cy="4746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97" name="Object 24">
                <a:extLst>
                  <a:ext uri="{FF2B5EF4-FFF2-40B4-BE49-F238E27FC236}">
                    <a16:creationId xmlns:a16="http://schemas.microsoft.com/office/drawing/2014/main" id="{AC0DA03F-2CCE-487F-9F80-B9ACE9337CB4}"/>
                  </a:ext>
                </a:extLst>
              </p:cNvPr>
              <p:cNvSpPr txBox="1">
                <a:spLocks noRot="1" noChangeAspect="1" noMove="1" noResize="1" noEditPoints="1" noAdjustHandles="1" noChangeArrowheads="1" noChangeShapeType="1" noTextEdit="1"/>
              </p:cNvSpPr>
              <p:nvPr/>
            </p:nvSpPr>
            <p:spPr bwMode="auto">
              <a:xfrm>
                <a:off x="7533165" y="4718039"/>
                <a:ext cx="368300" cy="474663"/>
              </a:xfrm>
              <a:prstGeom prst="rect">
                <a:avLst/>
              </a:prstGeom>
              <a:blipFill>
                <a:blip r:embed="rId66"/>
                <a:stretch>
                  <a:fillRect/>
                </a:stretch>
              </a:blipFill>
              <a:ln>
                <a:noFill/>
              </a:ln>
              <a:effectLst/>
            </p:spPr>
            <p:txBody>
              <a:bodyPr/>
              <a:lstStyle/>
              <a:p>
                <a:r>
                  <a:rPr lang="zh-CN" altLang="en-US">
                    <a:noFill/>
                  </a:rPr>
                  <a:t> </a:t>
                </a:r>
              </a:p>
            </p:txBody>
          </p:sp>
        </mc:Fallback>
      </mc:AlternateContent>
      <p:cxnSp>
        <p:nvCxnSpPr>
          <p:cNvPr id="98" name="直接箭头连接符 97">
            <a:extLst>
              <a:ext uri="{FF2B5EF4-FFF2-40B4-BE49-F238E27FC236}">
                <a16:creationId xmlns:a16="http://schemas.microsoft.com/office/drawing/2014/main" id="{FF7E32FA-D507-47F2-B759-A041564CF0F9}"/>
              </a:ext>
            </a:extLst>
          </p:cNvPr>
          <p:cNvCxnSpPr/>
          <p:nvPr/>
        </p:nvCxnSpPr>
        <p:spPr bwMode="auto">
          <a:xfrm>
            <a:off x="9774376" y="4493445"/>
            <a:ext cx="3000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直接箭头连接符 98">
            <a:extLst>
              <a:ext uri="{FF2B5EF4-FFF2-40B4-BE49-F238E27FC236}">
                <a16:creationId xmlns:a16="http://schemas.microsoft.com/office/drawing/2014/main" id="{A874302A-5271-4182-A90F-F4844133221B}"/>
              </a:ext>
            </a:extLst>
          </p:cNvPr>
          <p:cNvCxnSpPr>
            <a:cxnSpLocks/>
          </p:cNvCxnSpPr>
          <p:nvPr/>
        </p:nvCxnSpPr>
        <p:spPr bwMode="auto">
          <a:xfrm flipH="1">
            <a:off x="10584140" y="4493445"/>
            <a:ext cx="3476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00" name="Object 24">
                <a:extLst>
                  <a:ext uri="{FF2B5EF4-FFF2-40B4-BE49-F238E27FC236}">
                    <a16:creationId xmlns:a16="http://schemas.microsoft.com/office/drawing/2014/main" id="{309F9301-C9F6-4645-8507-2EB1025CC186}"/>
                  </a:ext>
                </a:extLst>
              </p:cNvPr>
              <p:cNvSpPr txBox="1"/>
              <p:nvPr/>
            </p:nvSpPr>
            <p:spPr bwMode="auto">
              <a:xfrm>
                <a:off x="10096384" y="4314878"/>
                <a:ext cx="368300" cy="4746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𝑙</m:t>
                          </m:r>
                        </m:e>
                        <m:sub>
                          <m:r>
                            <a:rPr lang="en-US" altLang="zh-CN" i="1">
                              <a:solidFill>
                                <a:srgbClr val="000000"/>
                              </a:solidFill>
                              <a:latin typeface="Cambria Math" panose="02040503050406030204" pitchFamily="18" charset="0"/>
                            </a:rPr>
                            <m:t>2</m:t>
                          </m:r>
                        </m:sub>
                      </m:sSub>
                    </m:oMath>
                  </m:oMathPara>
                </a14:m>
                <a:endParaRPr lang="zh-CN" altLang="en-US" dirty="0"/>
              </a:p>
            </p:txBody>
          </p:sp>
        </mc:Choice>
        <mc:Fallback xmlns="">
          <p:sp>
            <p:nvSpPr>
              <p:cNvPr id="100" name="Object 24">
                <a:extLst>
                  <a:ext uri="{FF2B5EF4-FFF2-40B4-BE49-F238E27FC236}">
                    <a16:creationId xmlns:a16="http://schemas.microsoft.com/office/drawing/2014/main" id="{309F9301-C9F6-4645-8507-2EB1025CC186}"/>
                  </a:ext>
                </a:extLst>
              </p:cNvPr>
              <p:cNvSpPr txBox="1">
                <a:spLocks noRot="1" noChangeAspect="1" noMove="1" noResize="1" noEditPoints="1" noAdjustHandles="1" noChangeArrowheads="1" noChangeShapeType="1" noTextEdit="1"/>
              </p:cNvSpPr>
              <p:nvPr/>
            </p:nvSpPr>
            <p:spPr bwMode="auto">
              <a:xfrm>
                <a:off x="10096384" y="4314878"/>
                <a:ext cx="368300" cy="474663"/>
              </a:xfrm>
              <a:prstGeom prst="rect">
                <a:avLst/>
              </a:prstGeom>
              <a:blipFill>
                <a:blip r:embed="rId67"/>
                <a:stretch>
                  <a:fillRect/>
                </a:stretch>
              </a:blipFill>
              <a:ln>
                <a:noFill/>
              </a:ln>
              <a:effectLst/>
            </p:spPr>
            <p:txBody>
              <a:bodyPr/>
              <a:lstStyle/>
              <a:p>
                <a:r>
                  <a:rPr lang="zh-CN" altLang="en-US">
                    <a:noFill/>
                  </a:rPr>
                  <a:t> </a:t>
                </a:r>
              </a:p>
            </p:txBody>
          </p:sp>
        </mc:Fallback>
      </mc:AlternateContent>
      <p:sp>
        <p:nvSpPr>
          <p:cNvPr id="101" name="圆柱体 100">
            <a:extLst>
              <a:ext uri="{FF2B5EF4-FFF2-40B4-BE49-F238E27FC236}">
                <a16:creationId xmlns:a16="http://schemas.microsoft.com/office/drawing/2014/main" id="{05F377D0-38BF-4E52-AC1D-02676C3F3039}"/>
              </a:ext>
            </a:extLst>
          </p:cNvPr>
          <p:cNvSpPr/>
          <p:nvPr/>
        </p:nvSpPr>
        <p:spPr bwMode="auto">
          <a:xfrm rot="16200000">
            <a:off x="7462080" y="4210325"/>
            <a:ext cx="447085" cy="431012"/>
          </a:xfrm>
          <a:prstGeom prst="can">
            <a:avLst>
              <a:gd name="adj"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楷体_GB2312" pitchFamily="49" charset="-122"/>
            </a:endParaRPr>
          </a:p>
        </p:txBody>
      </p:sp>
      <p:sp>
        <p:nvSpPr>
          <p:cNvPr id="102" name="圆柱体 101">
            <a:extLst>
              <a:ext uri="{FF2B5EF4-FFF2-40B4-BE49-F238E27FC236}">
                <a16:creationId xmlns:a16="http://schemas.microsoft.com/office/drawing/2014/main" id="{9CD8380C-677A-463A-97AB-A2B134B77877}"/>
              </a:ext>
            </a:extLst>
          </p:cNvPr>
          <p:cNvSpPr/>
          <p:nvPr/>
        </p:nvSpPr>
        <p:spPr bwMode="auto">
          <a:xfrm rot="16200000">
            <a:off x="10254093" y="3365923"/>
            <a:ext cx="215106" cy="565150"/>
          </a:xfrm>
          <a:prstGeom prst="can">
            <a:avLst>
              <a:gd name="adj"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楷体_GB2312" pitchFamily="49" charset="-122"/>
            </a:endParaRPr>
          </a:p>
        </p:txBody>
      </p:sp>
    </p:spTree>
    <p:custDataLst>
      <p:tags r:id="rId2"/>
    </p:custDataLst>
  </p:cSld>
  <p:clrMapOvr>
    <a:masterClrMapping/>
  </p:clrMapOvr>
  <p:transition spd="med" advTm="138645">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left)">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wipe(left)">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3" grpId="0"/>
      <p:bldP spid="45" grpId="0"/>
      <p:bldP spid="46" grpId="0" animBg="1"/>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79D1B418-8E0B-4360-9126-EE968389FECB}"/>
              </a:ext>
            </a:extLst>
          </p:cNvPr>
          <p:cNvSpPr txBox="1">
            <a:spLocks noChangeArrowheads="1"/>
          </p:cNvSpPr>
          <p:nvPr/>
        </p:nvSpPr>
        <p:spPr bwMode="auto">
          <a:xfrm>
            <a:off x="1485900" y="115601"/>
            <a:ext cx="3181350"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二  伯努利方程</a:t>
            </a:r>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CC313C1B-C3A1-49C3-8CD1-E367C03FA90F}"/>
                  </a:ext>
                </a:extLst>
              </p:cNvPr>
              <p:cNvSpPr txBox="1"/>
              <p:nvPr/>
            </p:nvSpPr>
            <p:spPr>
              <a:xfrm>
                <a:off x="733385" y="965431"/>
                <a:ext cx="4857745" cy="675057"/>
              </a:xfrm>
              <a:prstGeom prst="rect">
                <a:avLst/>
              </a:prstGeom>
              <a:noFill/>
            </p:spPr>
            <p:txBody>
              <a:bodyPr wrap="square" lIns="0" tIns="0" rIns="0" bIns="0" rtlCol="0">
                <a:spAutoFit/>
              </a:bodyPr>
              <a:lstStyle/>
              <a:p>
                <a:r>
                  <a:rPr lang="en-US" altLang="zh-CN" sz="2800" i="1" dirty="0">
                    <a:latin typeface="Times New Roman" panose="02020603050405020304" pitchFamily="18" charset="0"/>
                    <a:cs typeface="Times New Roman" panose="02020603050405020304" pitchFamily="18" charset="0"/>
                  </a:rPr>
                  <a:t>W</a:t>
                </a:r>
                <a:r>
                  <a:rPr lang="en-US" altLang="zh-CN" sz="2800" b="1" i="1"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2800" i="1"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-p</a:t>
                </a:r>
                <a:r>
                  <a:rPr lang="en-US" altLang="zh-CN" sz="2800" i="1"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altLang="zh-CN" sz="2800" i="1" smtClean="0">
                            <a:latin typeface="Cambria Math" panose="02040503050406030204" pitchFamily="18" charset="0"/>
                            <a:cs typeface="Times New Roman" panose="02020603050405020304" pitchFamily="18" charset="0"/>
                          </a:rPr>
                        </m:ctrlPr>
                      </m:fPr>
                      <m:num>
                        <m:r>
                          <a:rPr lang="en-US" altLang="zh-CN" sz="28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800" b="0" i="1" smtClean="0">
                            <a:latin typeface="Cambria Math" panose="02040503050406030204" pitchFamily="18" charset="0"/>
                            <a:ea typeface="Cambria Math" panose="02040503050406030204" pitchFamily="18" charset="0"/>
                            <a:cs typeface="Times New Roman" panose="02020603050405020304" pitchFamily="18" charset="0"/>
                          </a:rPr>
                          <m:t>𝑚</m:t>
                        </m:r>
                      </m:num>
                      <m:den>
                        <m:r>
                          <a:rPr lang="zh-CN" altLang="en-US" sz="2800" i="1" smtClean="0">
                            <a:latin typeface="Cambria Math" panose="02040503050406030204" pitchFamily="18" charset="0"/>
                            <a:cs typeface="Times New Roman" panose="02020603050405020304" pitchFamily="18" charset="0"/>
                          </a:rPr>
                          <m:t>𝜌</m:t>
                        </m:r>
                      </m:den>
                    </m:f>
                  </m:oMath>
                </a14:m>
                <a:r>
                  <a:rPr lang="zh-CN" altLang="en-US" sz="2800" i="1"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a:t>
                </a:r>
              </a:p>
            </p:txBody>
          </p:sp>
        </mc:Choice>
        <mc:Fallback xmlns="">
          <p:sp>
            <p:nvSpPr>
              <p:cNvPr id="47" name="文本框 46">
                <a:extLst>
                  <a:ext uri="{FF2B5EF4-FFF2-40B4-BE49-F238E27FC236}">
                    <a16:creationId xmlns:a16="http://schemas.microsoft.com/office/drawing/2014/main" id="{CC313C1B-C3A1-49C3-8CD1-E367C03FA90F}"/>
                  </a:ext>
                </a:extLst>
              </p:cNvPr>
              <p:cNvSpPr txBox="1">
                <a:spLocks noRot="1" noChangeAspect="1" noMove="1" noResize="1" noEditPoints="1" noAdjustHandles="1" noChangeArrowheads="1" noChangeShapeType="1" noTextEdit="1"/>
              </p:cNvSpPr>
              <p:nvPr/>
            </p:nvSpPr>
            <p:spPr>
              <a:xfrm>
                <a:off x="733385" y="965431"/>
                <a:ext cx="4857745" cy="675057"/>
              </a:xfrm>
              <a:prstGeom prst="rect">
                <a:avLst/>
              </a:prstGeom>
              <a:blipFill>
                <a:blip r:embed="rId33"/>
                <a:stretch>
                  <a:fillRect l="-4391" t="-3604" r="-1631" b="-9009"/>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84151D9D-1EDC-4E8A-B757-20BFDCEC5622}"/>
              </a:ext>
            </a:extLst>
          </p:cNvPr>
          <p:cNvGrpSpPr/>
          <p:nvPr/>
        </p:nvGrpSpPr>
        <p:grpSpPr>
          <a:xfrm>
            <a:off x="753122" y="1857033"/>
            <a:ext cx="4361758" cy="496867"/>
            <a:chOff x="753122" y="1857033"/>
            <a:chExt cx="4361758" cy="496867"/>
          </a:xfrm>
        </p:grpSpPr>
        <p:sp>
          <p:nvSpPr>
            <p:cNvPr id="45" name="Text Box 25">
              <a:extLst>
                <a:ext uri="{FF2B5EF4-FFF2-40B4-BE49-F238E27FC236}">
                  <a16:creationId xmlns:a16="http://schemas.microsoft.com/office/drawing/2014/main" id="{E69F084B-7A87-44BB-87A4-62766A1975F4}"/>
                </a:ext>
              </a:extLst>
            </p:cNvPr>
            <p:cNvSpPr txBox="1">
              <a:spLocks noChangeArrowheads="1"/>
            </p:cNvSpPr>
            <p:nvPr/>
          </p:nvSpPr>
          <p:spPr bwMode="auto">
            <a:xfrm>
              <a:off x="753122" y="1857033"/>
              <a:ext cx="3124200" cy="49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dirty="0">
                  <a:solidFill>
                    <a:srgbClr val="0000FF"/>
                  </a:solidFill>
                  <a:latin typeface="Times New Roman" panose="02020603050405020304" pitchFamily="18" charset="0"/>
                </a:rPr>
                <a:t>由功能原理</a:t>
              </a:r>
              <a:r>
                <a:rPr kumimoji="1" lang="en-US" altLang="zh-CN" sz="2400" dirty="0">
                  <a:solidFill>
                    <a:srgbClr val="0000FF"/>
                  </a:solidFill>
                  <a:latin typeface="Times New Roman" panose="02020603050405020304" pitchFamily="18" charset="0"/>
                </a:rPr>
                <a:t>:</a:t>
              </a:r>
              <a:endParaRPr kumimoji="1" lang="zh-CN" altLang="en-US" sz="2400" dirty="0">
                <a:solidFill>
                  <a:srgbClr val="0000FF"/>
                </a:solidFill>
                <a:latin typeface="Times New Roman" panose="02020603050405020304" pitchFamily="18" charset="0"/>
              </a:endParaRPr>
            </a:p>
          </p:txBody>
        </p:sp>
        <p:sp>
          <p:nvSpPr>
            <p:cNvPr id="44" name="文本框 43">
              <a:extLst>
                <a:ext uri="{FF2B5EF4-FFF2-40B4-BE49-F238E27FC236}">
                  <a16:creationId xmlns:a16="http://schemas.microsoft.com/office/drawing/2014/main" id="{C91959FE-178F-401C-9B5E-58755B288F6E}"/>
                </a:ext>
              </a:extLst>
            </p:cNvPr>
            <p:cNvSpPr txBox="1"/>
            <p:nvPr/>
          </p:nvSpPr>
          <p:spPr>
            <a:xfrm>
              <a:off x="2636792" y="1923013"/>
              <a:ext cx="2478088" cy="430887"/>
            </a:xfrm>
            <a:prstGeom prst="rect">
              <a:avLst/>
            </a:prstGeom>
            <a:noFill/>
          </p:spPr>
          <p:txBody>
            <a:bodyPr wrap="square" lIns="0" tIns="0" rIns="0" bIns="0" rtlCol="0">
              <a:spAutoFit/>
            </a:bodyPr>
            <a:lstStyle/>
            <a:p>
              <a:r>
                <a:rPr lang="en-US" altLang="zh-CN" sz="2800" i="1" dirty="0">
                  <a:latin typeface="Times New Roman" panose="02020603050405020304" pitchFamily="18" charset="0"/>
                  <a:cs typeface="Times New Roman" panose="02020603050405020304" pitchFamily="18" charset="0"/>
                </a:rPr>
                <a:t>W</a:t>
              </a:r>
              <a:r>
                <a:rPr lang="en-US" altLang="zh-CN" sz="2800" b="1" i="1"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E</a:t>
              </a:r>
              <a:r>
                <a:rPr lang="en-US" altLang="zh-CN" sz="2800" i="1" baseline="-25000" dirty="0">
                  <a:latin typeface="Times New Roman" panose="02020603050405020304" pitchFamily="18" charset="0"/>
                  <a:cs typeface="Times New Roman" panose="02020603050405020304" pitchFamily="18" charset="0"/>
                </a:rPr>
                <a:t>2</a:t>
              </a:r>
              <a:r>
                <a:rPr lang="en-US" altLang="zh-CN" sz="2800" i="1" dirty="0">
                  <a:latin typeface="Times New Roman" panose="02020603050405020304" pitchFamily="18" charset="0"/>
                  <a:cs typeface="Times New Roman" panose="02020603050405020304" pitchFamily="18" charset="0"/>
                </a:rPr>
                <a:t>-E</a:t>
              </a:r>
              <a:r>
                <a:rPr lang="en-US" altLang="zh-CN" sz="2800" i="1" baseline="-25000" dirty="0">
                  <a:latin typeface="Times New Roman" panose="02020603050405020304" pitchFamily="18" charset="0"/>
                  <a:cs typeface="Times New Roman" panose="02020603050405020304" pitchFamily="18" charset="0"/>
                </a:rPr>
                <a:t>1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2</a:t>
              </a:r>
              <a:r>
                <a:rPr lang="zh-CN" altLang="en-US" sz="2800" dirty="0">
                  <a:latin typeface="Times New Roman" panose="02020603050405020304" pitchFamily="18" charset="0"/>
                  <a:cs typeface="Times New Roman" panose="02020603050405020304" pitchFamily="18" charset="0"/>
                </a:rPr>
                <a:t>）</a:t>
              </a:r>
            </a:p>
          </p:txBody>
        </p:sp>
      </p:grpSp>
      <p:sp>
        <p:nvSpPr>
          <p:cNvPr id="48" name="Text Box 25">
            <a:extLst>
              <a:ext uri="{FF2B5EF4-FFF2-40B4-BE49-F238E27FC236}">
                <a16:creationId xmlns:a16="http://schemas.microsoft.com/office/drawing/2014/main" id="{6145A0DB-849C-4864-B059-E9FA9A15F06F}"/>
              </a:ext>
            </a:extLst>
          </p:cNvPr>
          <p:cNvSpPr txBox="1">
            <a:spLocks noChangeArrowheads="1"/>
          </p:cNvSpPr>
          <p:nvPr/>
        </p:nvSpPr>
        <p:spPr bwMode="auto">
          <a:xfrm>
            <a:off x="924049" y="2539207"/>
            <a:ext cx="4656416" cy="94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en-US" altLang="zh-CN" sz="2400" b="1" i="1" dirty="0">
                <a:solidFill>
                  <a:srgbClr val="0000FF"/>
                </a:solidFill>
                <a:latin typeface="Times New Roman" panose="02020603050405020304" pitchFamily="18" charset="0"/>
              </a:rPr>
              <a:t>E</a:t>
            </a:r>
            <a:r>
              <a:rPr kumimoji="1" lang="en-US" altLang="zh-CN" sz="2400" b="1" i="1" baseline="-25000" dirty="0">
                <a:solidFill>
                  <a:srgbClr val="0000FF"/>
                </a:solidFill>
                <a:latin typeface="Times New Roman" panose="02020603050405020304" pitchFamily="18" charset="0"/>
              </a:rPr>
              <a:t>1</a:t>
            </a:r>
            <a:r>
              <a:rPr kumimoji="1" lang="zh-CN" altLang="en-US" sz="2400" dirty="0">
                <a:solidFill>
                  <a:srgbClr val="0000FF"/>
                </a:solidFill>
                <a:latin typeface="Times New Roman" panose="02020603050405020304" pitchFamily="18" charset="0"/>
              </a:rPr>
              <a:t>和</a:t>
            </a:r>
            <a:r>
              <a:rPr kumimoji="1" lang="en-US" altLang="zh-CN" sz="2400" b="1" i="1" dirty="0">
                <a:solidFill>
                  <a:srgbClr val="0000FF"/>
                </a:solidFill>
                <a:latin typeface="Times New Roman" panose="02020603050405020304" pitchFamily="18" charset="0"/>
              </a:rPr>
              <a:t>E</a:t>
            </a:r>
            <a:r>
              <a:rPr kumimoji="1" lang="en-US" altLang="zh-CN" sz="2400" b="1" i="1" baseline="-25000" dirty="0">
                <a:solidFill>
                  <a:srgbClr val="0000FF"/>
                </a:solidFill>
                <a:latin typeface="Times New Roman" panose="02020603050405020304" pitchFamily="18" charset="0"/>
              </a:rPr>
              <a:t>2</a:t>
            </a:r>
            <a:r>
              <a:rPr kumimoji="1" lang="zh-CN" altLang="en-US" sz="2400" dirty="0">
                <a:solidFill>
                  <a:srgbClr val="0000FF"/>
                </a:solidFill>
                <a:latin typeface="Times New Roman" panose="02020603050405020304" pitchFamily="18" charset="0"/>
              </a:rPr>
              <a:t>是流体元分别处于</a:t>
            </a:r>
            <a:r>
              <a:rPr kumimoji="1" lang="zh-CN" altLang="en-US" sz="2400" dirty="0">
                <a:latin typeface="Times New Roman" panose="02020603050405020304" pitchFamily="18" charset="0"/>
              </a:rPr>
              <a:t>截面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zh-CN" altLang="en-US" sz="2400" dirty="0">
                <a:latin typeface="Times New Roman" panose="02020603050405020304" pitchFamily="18" charset="0"/>
              </a:rPr>
              <a:t>和</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zh-CN" altLang="en-US" sz="2400" dirty="0">
                <a:solidFill>
                  <a:srgbClr val="0000FF"/>
                </a:solidFill>
                <a:latin typeface="Times New Roman" panose="02020603050405020304" pitchFamily="18" charset="0"/>
              </a:rPr>
              <a:t>处的机械能，即：</a:t>
            </a:r>
          </a:p>
        </p:txBody>
      </p:sp>
      <p:grpSp>
        <p:nvGrpSpPr>
          <p:cNvPr id="6" name="组合 5">
            <a:extLst>
              <a:ext uri="{FF2B5EF4-FFF2-40B4-BE49-F238E27FC236}">
                <a16:creationId xmlns:a16="http://schemas.microsoft.com/office/drawing/2014/main" id="{E2114777-AA8C-4B5D-ACC3-A47E5F3FDAB6}"/>
              </a:ext>
            </a:extLst>
          </p:cNvPr>
          <p:cNvGrpSpPr/>
          <p:nvPr/>
        </p:nvGrpSpPr>
        <p:grpSpPr>
          <a:xfrm>
            <a:off x="1153232" y="3596578"/>
            <a:ext cx="7530394" cy="690077"/>
            <a:chOff x="1153232" y="3596578"/>
            <a:chExt cx="7530394" cy="690077"/>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D852644-F8D3-4A25-869E-1E16638DEDC9}"/>
                    </a:ext>
                  </a:extLst>
                </p:cNvPr>
                <p:cNvSpPr txBox="1"/>
                <p:nvPr/>
              </p:nvSpPr>
              <p:spPr>
                <a:xfrm>
                  <a:off x="1153232" y="3596578"/>
                  <a:ext cx="3369261" cy="608372"/>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𝐸</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oMath>
                  </a14:m>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14:m>
                    <m:oMath xmlns:m="http://schemas.openxmlformats.org/officeDocument/2006/math">
                      <m:sSubSup>
                        <m:sSubSupPr>
                          <m:ctrlPr>
                            <a:rPr lang="en-US" altLang="zh-CN" sz="2800" i="1" smtClean="0">
                              <a:latin typeface="Cambria Math" panose="02040503050406030204" pitchFamily="18" charset="0"/>
                              <a:sym typeface="Symbol" panose="05050102010706020507" pitchFamily="18" charset="2"/>
                            </a:rPr>
                          </m:ctrlPr>
                        </m:sSubSupPr>
                        <m:e>
                          <m:r>
                            <a:rPr lang="en-US" altLang="zh-CN" sz="2800" b="0" i="1" smtClean="0">
                              <a:latin typeface="Cambria Math" panose="02040503050406030204" pitchFamily="18" charset="0"/>
                              <a:sym typeface="Symbol" panose="05050102010706020507" pitchFamily="18" charset="2"/>
                            </a:rPr>
                            <m:t>𝑣</m:t>
                          </m:r>
                        </m:e>
                        <m:sub>
                          <m:r>
                            <a:rPr lang="en-US" altLang="zh-CN" sz="2800" b="0" i="1" smtClean="0">
                              <a:latin typeface="Cambria Math" panose="02040503050406030204" pitchFamily="18" charset="0"/>
                              <a:sym typeface="Symbol" panose="05050102010706020507" pitchFamily="18" charset="2"/>
                            </a:rPr>
                            <m:t>1</m:t>
                          </m:r>
                        </m:sub>
                        <m:sup>
                          <m:r>
                            <a:rPr lang="en-US" altLang="zh-CN" sz="2800" b="0" i="1" smtClean="0">
                              <a:latin typeface="Cambria Math" panose="02040503050406030204" pitchFamily="18" charset="0"/>
                              <a:sym typeface="Symbol" panose="05050102010706020507" pitchFamily="18" charset="2"/>
                            </a:rPr>
                            <m:t>2</m:t>
                          </m:r>
                        </m:sup>
                      </m:sSubSup>
                    </m:oMath>
                  </a14:m>
                  <a:r>
                    <a:rPr lang="en-US" altLang="zh-CN" sz="2800" i="1"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mg</a:t>
                  </a:r>
                  <a:r>
                    <a:rPr lang="en-US" altLang="zh-CN" sz="2800" i="1" dirty="0">
                      <a:latin typeface="Times New Roman" panose="02020603050405020304" pitchFamily="18" charset="0"/>
                      <a:cs typeface="Times New Roman" panose="02020603050405020304" pitchFamily="18" charset="0"/>
                    </a:rPr>
                    <a:t>h</a:t>
                  </a:r>
                  <a:r>
                    <a:rPr lang="en-US" altLang="zh-CN" sz="2800" i="1" baseline="-25000" dirty="0">
                      <a:latin typeface="Times New Roman" panose="02020603050405020304" pitchFamily="18" charset="0"/>
                      <a:cs typeface="Times New Roman" panose="02020603050405020304" pitchFamily="18" charset="0"/>
                    </a:rPr>
                    <a:t>1</a:t>
                  </a:r>
                  <a:endParaRPr lang="zh-CN" altLang="en-US" sz="2800" i="1"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8D852644-F8D3-4A25-869E-1E16638DEDC9}"/>
                    </a:ext>
                  </a:extLst>
                </p:cNvPr>
                <p:cNvSpPr txBox="1">
                  <a:spLocks noRot="1" noChangeAspect="1" noMove="1" noResize="1" noEditPoints="1" noAdjustHandles="1" noChangeArrowheads="1" noChangeShapeType="1" noTextEdit="1"/>
                </p:cNvSpPr>
                <p:nvPr/>
              </p:nvSpPr>
              <p:spPr>
                <a:xfrm>
                  <a:off x="1153232" y="3596578"/>
                  <a:ext cx="3369261" cy="608372"/>
                </a:xfrm>
                <a:prstGeom prst="rect">
                  <a:avLst/>
                </a:prstGeom>
                <a:blipFill>
                  <a:blip r:embed="rId34"/>
                  <a:stretch>
                    <a:fillRect t="-5000" b="-19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DFBD1926-C736-4B72-9878-93CB8A296375}"/>
                    </a:ext>
                  </a:extLst>
                </p:cNvPr>
                <p:cNvSpPr txBox="1"/>
                <p:nvPr/>
              </p:nvSpPr>
              <p:spPr>
                <a:xfrm>
                  <a:off x="5314365" y="3678283"/>
                  <a:ext cx="3369261" cy="608372"/>
                </a:xfrm>
                <a:prstGeom prst="rect">
                  <a:avLst/>
                </a:prstGeom>
                <a:noFill/>
              </p:spPr>
              <p:txBody>
                <a:bodyPr wrap="square" lIns="0" tIns="0" rIns="0" bIns="0" rtlCol="0">
                  <a:spAutoFit/>
                </a:bodyPr>
                <a:lstStyle/>
                <a:p>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𝐸</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oMath>
                  </a14:m>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14:m>
                    <m:oMath xmlns:m="http://schemas.openxmlformats.org/officeDocument/2006/math">
                      <m:sSubSup>
                        <m:sSubSupPr>
                          <m:ctrlPr>
                            <a:rPr lang="en-US" altLang="zh-CN" sz="2800" i="1" smtClean="0">
                              <a:latin typeface="Cambria Math" panose="02040503050406030204" pitchFamily="18" charset="0"/>
                              <a:sym typeface="Symbol" panose="05050102010706020507" pitchFamily="18" charset="2"/>
                            </a:rPr>
                          </m:ctrlPr>
                        </m:sSubSupPr>
                        <m:e>
                          <m:r>
                            <a:rPr lang="en-US" altLang="zh-CN" sz="2800" b="0" i="1" smtClean="0">
                              <a:latin typeface="Cambria Math" panose="02040503050406030204" pitchFamily="18" charset="0"/>
                              <a:sym typeface="Symbol" panose="05050102010706020507" pitchFamily="18" charset="2"/>
                            </a:rPr>
                            <m:t>𝑣</m:t>
                          </m:r>
                        </m:e>
                        <m:sub>
                          <m:r>
                            <a:rPr lang="en-US" altLang="zh-CN" sz="2800" b="0" i="1" smtClean="0">
                              <a:latin typeface="Cambria Math" panose="02040503050406030204" pitchFamily="18" charset="0"/>
                              <a:sym typeface="Symbol" panose="05050102010706020507" pitchFamily="18" charset="2"/>
                            </a:rPr>
                            <m:t>2</m:t>
                          </m:r>
                        </m:sub>
                        <m:sup>
                          <m:r>
                            <a:rPr lang="en-US" altLang="zh-CN" sz="2800" b="0" i="1" smtClean="0">
                              <a:latin typeface="Cambria Math" panose="02040503050406030204" pitchFamily="18" charset="0"/>
                              <a:sym typeface="Symbol" panose="05050102010706020507" pitchFamily="18" charset="2"/>
                            </a:rPr>
                            <m:t>2</m:t>
                          </m:r>
                        </m:sup>
                      </m:sSubSup>
                    </m:oMath>
                  </a14:m>
                  <a:r>
                    <a:rPr lang="en-US" altLang="zh-CN" sz="2800" i="1"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mg</a:t>
                  </a:r>
                  <a:r>
                    <a:rPr lang="en-US" altLang="zh-CN" sz="2800" i="1" dirty="0">
                      <a:latin typeface="Times New Roman" panose="02020603050405020304" pitchFamily="18" charset="0"/>
                      <a:cs typeface="Times New Roman" panose="02020603050405020304" pitchFamily="18" charset="0"/>
                    </a:rPr>
                    <a:t>h</a:t>
                  </a:r>
                  <a:r>
                    <a:rPr lang="en-US" altLang="zh-CN" sz="2800" i="1" baseline="-25000" dirty="0">
                      <a:latin typeface="Times New Roman" panose="02020603050405020304" pitchFamily="18" charset="0"/>
                      <a:cs typeface="Times New Roman" panose="02020603050405020304" pitchFamily="18" charset="0"/>
                    </a:rPr>
                    <a:t>2</a:t>
                  </a:r>
                  <a:endParaRPr lang="zh-CN" altLang="en-US" sz="2800" i="1" dirty="0">
                    <a:latin typeface="Times New Roman" panose="02020603050405020304" pitchFamily="18" charset="0"/>
                    <a:cs typeface="Times New Roman" panose="02020603050405020304" pitchFamily="18" charset="0"/>
                  </a:endParaRPr>
                </a:p>
              </p:txBody>
            </p:sp>
          </mc:Choice>
          <mc:Fallback xmlns="">
            <p:sp>
              <p:nvSpPr>
                <p:cNvPr id="49" name="文本框 48">
                  <a:extLst>
                    <a:ext uri="{FF2B5EF4-FFF2-40B4-BE49-F238E27FC236}">
                      <a16:creationId xmlns:a16="http://schemas.microsoft.com/office/drawing/2014/main" id="{DFBD1926-C736-4B72-9878-93CB8A296375}"/>
                    </a:ext>
                  </a:extLst>
                </p:cNvPr>
                <p:cNvSpPr txBox="1">
                  <a:spLocks noRot="1" noChangeAspect="1" noMove="1" noResize="1" noEditPoints="1" noAdjustHandles="1" noChangeArrowheads="1" noChangeShapeType="1" noTextEdit="1"/>
                </p:cNvSpPr>
                <p:nvPr/>
              </p:nvSpPr>
              <p:spPr>
                <a:xfrm>
                  <a:off x="5314365" y="3678283"/>
                  <a:ext cx="3369261" cy="608372"/>
                </a:xfrm>
                <a:prstGeom prst="rect">
                  <a:avLst/>
                </a:prstGeom>
                <a:blipFill>
                  <a:blip r:embed="rId35"/>
                  <a:stretch>
                    <a:fillRect t="-5000" b="-2000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0" name="Object 30">
                <a:extLst>
                  <a:ext uri="{FF2B5EF4-FFF2-40B4-BE49-F238E27FC236}">
                    <a16:creationId xmlns:a16="http://schemas.microsoft.com/office/drawing/2014/main" id="{B22800F3-546B-4964-B74D-66DC149D447C}"/>
                  </a:ext>
                </a:extLst>
              </p:cNvPr>
              <p:cNvSpPr txBox="1"/>
              <p:nvPr/>
            </p:nvSpPr>
            <p:spPr bwMode="auto">
              <a:xfrm>
                <a:off x="2422547" y="4292357"/>
                <a:ext cx="7546929" cy="106224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r>
                        <a:rPr lang="en-US" altLang="zh-CN" sz="2800" i="1" baseline="-2500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𝜌</m:t>
                      </m:r>
                      <m:r>
                        <a:rPr lang="zh-CN" altLang="en-US" sz="2800" i="1">
                          <a:solidFill>
                            <a:srgbClr val="000000"/>
                          </a:solidFill>
                          <a:latin typeface="Cambria Math" panose="02040503050406030204" pitchFamily="18" charset="0"/>
                        </a:rPr>
                        <m:t>𝑔h</m:t>
                      </m:r>
                      <m:r>
                        <a:rPr lang="en-US" altLang="zh-CN" sz="2800" i="1" baseline="-2500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𝜌</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𝑣</m:t>
                          </m:r>
                          <m:r>
                            <a:rPr lang="en-US" altLang="zh-CN" sz="2800" i="1" baseline="-25000">
                              <a:solidFill>
                                <a:srgbClr val="000000"/>
                              </a:solidFill>
                              <a:latin typeface="Cambria Math" panose="02040503050406030204" pitchFamily="18" charset="0"/>
                            </a:rPr>
                            <m:t>1</m:t>
                          </m:r>
                        </m:e>
                        <m:sup>
                          <m:r>
                            <a:rPr lang="zh-CN" altLang="en-US" sz="2800" i="1">
                              <a:solidFill>
                                <a:srgbClr val="000000"/>
                              </a:solidFill>
                              <a:latin typeface="Cambria Math" panose="02040503050406030204" pitchFamily="18" charset="0"/>
                            </a:rPr>
                            <m:t>2</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𝑝</m:t>
                      </m:r>
                      <m:r>
                        <a:rPr lang="en-US" altLang="zh-CN" sz="2800" i="1" baseline="-25000" smtClean="0">
                          <a:solidFill>
                            <a:srgbClr val="000000"/>
                          </a:solidFill>
                          <a:latin typeface="Cambria Math" panose="02040503050406030204" pitchFamily="18" charset="0"/>
                        </a:rPr>
                        <m:t>2</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𝜌</m:t>
                      </m:r>
                      <m:r>
                        <a:rPr lang="zh-CN" altLang="en-US" sz="2800" i="1">
                          <a:solidFill>
                            <a:srgbClr val="000000"/>
                          </a:solidFill>
                          <a:latin typeface="Cambria Math" panose="02040503050406030204" pitchFamily="18" charset="0"/>
                        </a:rPr>
                        <m:t>𝑔h</m:t>
                      </m:r>
                      <m:r>
                        <a:rPr lang="en-US" altLang="zh-CN" sz="2800" i="1" baseline="-25000">
                          <a:solidFill>
                            <a:srgbClr val="000000"/>
                          </a:solidFill>
                          <a:latin typeface="Cambria Math" panose="02040503050406030204" pitchFamily="18" charset="0"/>
                        </a:rPr>
                        <m:t>2</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𝜌</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𝑣</m:t>
                          </m:r>
                          <m:r>
                            <a:rPr lang="en-US" altLang="zh-CN" sz="2800" i="1" baseline="-25000">
                              <a:solidFill>
                                <a:srgbClr val="000000"/>
                              </a:solidFill>
                              <a:latin typeface="Cambria Math" panose="02040503050406030204" pitchFamily="18" charset="0"/>
                            </a:rPr>
                            <m:t>2</m:t>
                          </m:r>
                        </m:e>
                        <m:sup>
                          <m:r>
                            <a:rPr lang="zh-CN" altLang="en-US" sz="2800" i="1">
                              <a:solidFill>
                                <a:srgbClr val="000000"/>
                              </a:solidFill>
                              <a:latin typeface="Cambria Math" panose="02040503050406030204" pitchFamily="18" charset="0"/>
                            </a:rPr>
                            <m:t>2</m:t>
                          </m:r>
                        </m:sup>
                      </m:sSup>
                    </m:oMath>
                  </m:oMathPara>
                </a14:m>
                <a:endParaRPr lang="zh-CN" altLang="en-US" sz="2800" i="1" dirty="0">
                  <a:latin typeface="Times New Roman" panose="02020603050405020304" pitchFamily="18" charset="0"/>
                  <a:cs typeface="Times New Roman" panose="02020603050405020304" pitchFamily="18" charset="0"/>
                </a:endParaRPr>
              </a:p>
            </p:txBody>
          </p:sp>
        </mc:Choice>
        <mc:Fallback xmlns="">
          <p:sp>
            <p:nvSpPr>
              <p:cNvPr id="50" name="Object 30">
                <a:extLst>
                  <a:ext uri="{FF2B5EF4-FFF2-40B4-BE49-F238E27FC236}">
                    <a16:creationId xmlns:a16="http://schemas.microsoft.com/office/drawing/2014/main" id="{B22800F3-546B-4964-B74D-66DC149D447C}"/>
                  </a:ext>
                </a:extLst>
              </p:cNvPr>
              <p:cNvSpPr txBox="1">
                <a:spLocks noRot="1" noChangeAspect="1" noMove="1" noResize="1" noEditPoints="1" noAdjustHandles="1" noChangeArrowheads="1" noChangeShapeType="1" noTextEdit="1"/>
              </p:cNvSpPr>
              <p:nvPr/>
            </p:nvSpPr>
            <p:spPr bwMode="auto">
              <a:xfrm>
                <a:off x="2422547" y="4292357"/>
                <a:ext cx="7546929" cy="1062249"/>
              </a:xfrm>
              <a:prstGeom prst="rect">
                <a:avLst/>
              </a:prstGeom>
              <a:blipFill>
                <a:blip r:embed="rId36"/>
                <a:stretch>
                  <a:fillRect/>
                </a:stretch>
              </a:blipFill>
              <a:ln>
                <a:noFill/>
              </a:ln>
              <a:effectLst/>
            </p:spPr>
            <p:txBody>
              <a:bodyPr/>
              <a:lstStyle/>
              <a:p>
                <a:r>
                  <a:rPr lang="zh-CN" altLang="en-US">
                    <a:noFill/>
                  </a:rPr>
                  <a:t> </a:t>
                </a:r>
              </a:p>
            </p:txBody>
          </p:sp>
        </mc:Fallback>
      </mc:AlternateContent>
      <p:sp>
        <p:nvSpPr>
          <p:cNvPr id="51" name="Text Box 25">
            <a:extLst>
              <a:ext uri="{FF2B5EF4-FFF2-40B4-BE49-F238E27FC236}">
                <a16:creationId xmlns:a16="http://schemas.microsoft.com/office/drawing/2014/main" id="{CEF19EF3-F49D-40B3-ACCA-536A04368218}"/>
              </a:ext>
            </a:extLst>
          </p:cNvPr>
          <p:cNvSpPr txBox="1">
            <a:spLocks noChangeArrowheads="1"/>
          </p:cNvSpPr>
          <p:nvPr/>
        </p:nvSpPr>
        <p:spPr bwMode="auto">
          <a:xfrm>
            <a:off x="891867" y="4286655"/>
            <a:ext cx="1802292" cy="49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400" dirty="0">
                <a:solidFill>
                  <a:srgbClr val="0000FF"/>
                </a:solidFill>
                <a:latin typeface="Times New Roman" panose="02020603050405020304" pitchFamily="18" charset="0"/>
              </a:rPr>
              <a:t>可以得到</a:t>
            </a:r>
            <a:r>
              <a:rPr kumimoji="1" lang="en-US" altLang="zh-CN" sz="2400" dirty="0">
                <a:solidFill>
                  <a:srgbClr val="0000FF"/>
                </a:solidFill>
                <a:latin typeface="Times New Roman" panose="02020603050405020304" pitchFamily="18" charset="0"/>
              </a:rPr>
              <a:t>:</a:t>
            </a:r>
            <a:endParaRPr kumimoji="1" lang="zh-CN" altLang="en-US" sz="2400" dirty="0">
              <a:solidFill>
                <a:srgbClr val="0000FF"/>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3" name="Object 30">
                <a:extLst>
                  <a:ext uri="{FF2B5EF4-FFF2-40B4-BE49-F238E27FC236}">
                    <a16:creationId xmlns:a16="http://schemas.microsoft.com/office/drawing/2014/main" id="{20AD2C3B-4824-4D5C-8829-73C9964B23F4}"/>
                  </a:ext>
                </a:extLst>
              </p:cNvPr>
              <p:cNvSpPr txBox="1"/>
              <p:nvPr/>
            </p:nvSpPr>
            <p:spPr bwMode="auto">
              <a:xfrm>
                <a:off x="966911" y="5540500"/>
                <a:ext cx="5548189" cy="633919"/>
              </a:xfrm>
              <a:prstGeom prst="rect">
                <a:avLst/>
              </a:prstGeom>
              <a:solidFill>
                <a:srgbClr val="FFFF99"/>
              </a:solidFill>
              <a:ln>
                <a:noFill/>
              </a:ln>
              <a:effectLst/>
            </p:spPr>
            <p:txBody>
              <a:bodyPr>
                <a:noAutofit/>
              </a:bodyPr>
              <a:lstStyle/>
              <a:p>
                <a:r>
                  <a:rPr lang="zh-CN" altLang="en-US" sz="2400" dirty="0">
                    <a:solidFill>
                      <a:srgbClr val="FF0000"/>
                    </a:solidFill>
                  </a:rPr>
                  <a:t>伯努利方程</a:t>
                </a:r>
                <a14:m>
                  <m:oMath xmlns:m="http://schemas.openxmlformats.org/officeDocument/2006/math">
                    <m:r>
                      <a:rPr lang="zh-CN" altLang="en-US" sz="2400" i="1" dirty="0" smtClean="0">
                        <a:solidFill>
                          <a:srgbClr val="FF0000"/>
                        </a:solidFill>
                        <a:latin typeface="Cambria Math" panose="02040503050406030204" pitchFamily="18" charset="0"/>
                      </a:rPr>
                      <m:t>：</m:t>
                    </m:r>
                    <m:r>
                      <a:rPr lang="en-US" altLang="zh-CN" sz="2400" b="0" i="1" dirty="0" smtClean="0">
                        <a:solidFill>
                          <a:srgbClr val="FF0000"/>
                        </a:solidFill>
                        <a:latin typeface="Cambria Math" panose="02040503050406030204" pitchFamily="18" charset="0"/>
                      </a:rPr>
                      <m:t> </m:t>
                    </m:r>
                    <m:r>
                      <a:rPr lang="zh-CN" altLang="en-US" sz="2400" i="1" smtClean="0">
                        <a:solidFill>
                          <a:srgbClr val="000000"/>
                        </a:solidFill>
                        <a:latin typeface="Cambria Math" panose="02040503050406030204" pitchFamily="18" charset="0"/>
                      </a:rPr>
                      <m:t>𝑝</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r>
                      <a:rPr lang="zh-CN" altLang="en-US" sz="2400" i="1">
                        <a:solidFill>
                          <a:srgbClr val="000000"/>
                        </a:solidFill>
                        <a:latin typeface="Cambria Math" panose="02040503050406030204" pitchFamily="18" charset="0"/>
                      </a:rPr>
                      <m:t>𝑔h</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𝜌</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常量</m:t>
                    </m:r>
                  </m:oMath>
                </a14:m>
                <a:endParaRPr lang="zh-CN" altLang="en-US" sz="2400" dirty="0">
                  <a:solidFill>
                    <a:srgbClr val="FF0000"/>
                  </a:solidFill>
                </a:endParaRPr>
              </a:p>
            </p:txBody>
          </p:sp>
        </mc:Choice>
        <mc:Fallback xmlns="">
          <p:sp>
            <p:nvSpPr>
              <p:cNvPr id="53" name="Object 30">
                <a:extLst>
                  <a:ext uri="{FF2B5EF4-FFF2-40B4-BE49-F238E27FC236}">
                    <a16:creationId xmlns:a16="http://schemas.microsoft.com/office/drawing/2014/main" id="{20AD2C3B-4824-4D5C-8829-73C9964B23F4}"/>
                  </a:ext>
                </a:extLst>
              </p:cNvPr>
              <p:cNvSpPr txBox="1">
                <a:spLocks noRot="1" noChangeAspect="1" noMove="1" noResize="1" noEditPoints="1" noAdjustHandles="1" noChangeArrowheads="1" noChangeShapeType="1" noTextEdit="1"/>
              </p:cNvSpPr>
              <p:nvPr/>
            </p:nvSpPr>
            <p:spPr bwMode="auto">
              <a:xfrm>
                <a:off x="966911" y="5540500"/>
                <a:ext cx="5548189" cy="633919"/>
              </a:xfrm>
              <a:prstGeom prst="rect">
                <a:avLst/>
              </a:prstGeom>
              <a:blipFill>
                <a:blip r:embed="rId37"/>
                <a:stretch>
                  <a:fillRect l="-1758" b="-5769"/>
                </a:stretch>
              </a:blipFill>
              <a:ln>
                <a:noFill/>
              </a:ln>
              <a:effectLst/>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412796BC-DA06-4B01-A5D9-7ABD6C62DEED}"/>
              </a:ext>
            </a:extLst>
          </p:cNvPr>
          <p:cNvGrpSpPr/>
          <p:nvPr/>
        </p:nvGrpSpPr>
        <p:grpSpPr>
          <a:xfrm>
            <a:off x="5708650" y="876651"/>
            <a:ext cx="6267450" cy="2667000"/>
            <a:chOff x="5708650" y="876651"/>
            <a:chExt cx="6267450" cy="2667000"/>
          </a:xfrm>
        </p:grpSpPr>
        <p:grpSp>
          <p:nvGrpSpPr>
            <p:cNvPr id="52" name="Group 118">
              <a:extLst>
                <a:ext uri="{FF2B5EF4-FFF2-40B4-BE49-F238E27FC236}">
                  <a16:creationId xmlns:a16="http://schemas.microsoft.com/office/drawing/2014/main" id="{7652EE79-EA25-403C-92EE-949771EEC5FD}"/>
                </a:ext>
              </a:extLst>
            </p:cNvPr>
            <p:cNvGrpSpPr>
              <a:grpSpLocks/>
            </p:cNvGrpSpPr>
            <p:nvPr/>
          </p:nvGrpSpPr>
          <p:grpSpPr bwMode="auto">
            <a:xfrm>
              <a:off x="5708650" y="876651"/>
              <a:ext cx="6267450" cy="2667000"/>
              <a:chOff x="1008" y="2251"/>
              <a:chExt cx="3948" cy="1680"/>
            </a:xfrm>
          </p:grpSpPr>
          <p:sp>
            <p:nvSpPr>
              <p:cNvPr id="54" name="Oval 84">
                <a:extLst>
                  <a:ext uri="{FF2B5EF4-FFF2-40B4-BE49-F238E27FC236}">
                    <a16:creationId xmlns:a16="http://schemas.microsoft.com/office/drawing/2014/main" id="{5DB60E51-E273-4A08-900F-3DF8E10EE1F9}"/>
                  </a:ext>
                </a:extLst>
              </p:cNvPr>
              <p:cNvSpPr>
                <a:spLocks noChangeArrowheads="1"/>
              </p:cNvSpPr>
              <p:nvPr/>
            </p:nvSpPr>
            <p:spPr bwMode="auto">
              <a:xfrm>
                <a:off x="3840" y="2635"/>
                <a:ext cx="69" cy="117"/>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 name="Line 85">
                <a:extLst>
                  <a:ext uri="{FF2B5EF4-FFF2-40B4-BE49-F238E27FC236}">
                    <a16:creationId xmlns:a16="http://schemas.microsoft.com/office/drawing/2014/main" id="{9DA7B919-1A53-4BE1-BB20-49606FF8D026}"/>
                  </a:ext>
                </a:extLst>
              </p:cNvPr>
              <p:cNvSpPr>
                <a:spLocks noChangeShapeType="1"/>
              </p:cNvSpPr>
              <p:nvPr/>
            </p:nvSpPr>
            <p:spPr bwMode="auto">
              <a:xfrm>
                <a:off x="1516" y="3639"/>
                <a:ext cx="3301"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86">
                <a:extLst>
                  <a:ext uri="{FF2B5EF4-FFF2-40B4-BE49-F238E27FC236}">
                    <a16:creationId xmlns:a16="http://schemas.microsoft.com/office/drawing/2014/main" id="{6C4D3D24-946F-4E8B-BF13-B47397EB2A34}"/>
                  </a:ext>
                </a:extLst>
              </p:cNvPr>
              <p:cNvSpPr>
                <a:spLocks noChangeShapeType="1"/>
              </p:cNvSpPr>
              <p:nvPr/>
            </p:nvSpPr>
            <p:spPr bwMode="auto">
              <a:xfrm flipV="1">
                <a:off x="1516" y="2361"/>
                <a:ext cx="0" cy="1278"/>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57" name="Oval 87">
                <a:extLst>
                  <a:ext uri="{FF2B5EF4-FFF2-40B4-BE49-F238E27FC236}">
                    <a16:creationId xmlns:a16="http://schemas.microsoft.com/office/drawing/2014/main" id="{065029E6-5A31-49E4-B59F-01D496BB7F0D}"/>
                  </a:ext>
                </a:extLst>
              </p:cNvPr>
              <p:cNvSpPr>
                <a:spLocks noChangeArrowheads="1"/>
              </p:cNvSpPr>
              <p:nvPr/>
            </p:nvSpPr>
            <p:spPr bwMode="auto">
              <a:xfrm>
                <a:off x="2214" y="3051"/>
                <a:ext cx="151" cy="296"/>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 name="Freeform 88">
                <a:extLst>
                  <a:ext uri="{FF2B5EF4-FFF2-40B4-BE49-F238E27FC236}">
                    <a16:creationId xmlns:a16="http://schemas.microsoft.com/office/drawing/2014/main" id="{DF7D3E36-CF0F-4DA4-A1F2-4CC4EF02BCA4}"/>
                  </a:ext>
                </a:extLst>
              </p:cNvPr>
              <p:cNvSpPr>
                <a:spLocks/>
              </p:cNvSpPr>
              <p:nvPr/>
            </p:nvSpPr>
            <p:spPr bwMode="auto">
              <a:xfrm>
                <a:off x="2291" y="2634"/>
                <a:ext cx="2018" cy="424"/>
              </a:xfrm>
              <a:custGeom>
                <a:avLst/>
                <a:gdLst>
                  <a:gd name="T0" fmla="*/ 0 w 1526"/>
                  <a:gd name="T1" fmla="*/ 317 h 557"/>
                  <a:gd name="T2" fmla="*/ 300 w 1526"/>
                  <a:gd name="T3" fmla="*/ 317 h 557"/>
                  <a:gd name="T4" fmla="*/ 500 w 1526"/>
                  <a:gd name="T5" fmla="*/ 317 h 557"/>
                  <a:gd name="T6" fmla="*/ 689 w 1526"/>
                  <a:gd name="T7" fmla="*/ 317 h 557"/>
                  <a:gd name="T8" fmla="*/ 783 w 1526"/>
                  <a:gd name="T9" fmla="*/ 317 h 557"/>
                  <a:gd name="T10" fmla="*/ 1021 w 1526"/>
                  <a:gd name="T11" fmla="*/ 277 h 557"/>
                  <a:gd name="T12" fmla="*/ 1404 w 1526"/>
                  <a:gd name="T13" fmla="*/ 86 h 557"/>
                  <a:gd name="T14" fmla="*/ 1784 w 1526"/>
                  <a:gd name="T15" fmla="*/ 14 h 557"/>
                  <a:gd name="T16" fmla="*/ 2235 w 1526"/>
                  <a:gd name="T17" fmla="*/ 8 h 557"/>
                  <a:gd name="T18" fmla="*/ 2669 w 1526"/>
                  <a:gd name="T19" fmla="*/ 8 h 5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26"/>
                  <a:gd name="T31" fmla="*/ 0 h 557"/>
                  <a:gd name="T32" fmla="*/ 1526 w 1526"/>
                  <a:gd name="T33" fmla="*/ 557 h 5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26" h="557">
                    <a:moveTo>
                      <a:pt x="0" y="548"/>
                    </a:moveTo>
                    <a:cubicBezTo>
                      <a:pt x="62" y="548"/>
                      <a:pt x="124" y="548"/>
                      <a:pt x="172" y="548"/>
                    </a:cubicBezTo>
                    <a:cubicBezTo>
                      <a:pt x="220" y="548"/>
                      <a:pt x="249" y="548"/>
                      <a:pt x="286" y="548"/>
                    </a:cubicBezTo>
                    <a:cubicBezTo>
                      <a:pt x="323" y="548"/>
                      <a:pt x="367" y="546"/>
                      <a:pt x="394" y="546"/>
                    </a:cubicBezTo>
                    <a:cubicBezTo>
                      <a:pt x="421" y="545"/>
                      <a:pt x="416" y="557"/>
                      <a:pt x="448" y="546"/>
                    </a:cubicBezTo>
                    <a:cubicBezTo>
                      <a:pt x="479" y="534"/>
                      <a:pt x="524" y="544"/>
                      <a:pt x="584" y="478"/>
                    </a:cubicBezTo>
                    <a:cubicBezTo>
                      <a:pt x="643" y="412"/>
                      <a:pt x="730" y="225"/>
                      <a:pt x="803" y="149"/>
                    </a:cubicBezTo>
                    <a:cubicBezTo>
                      <a:pt x="876" y="73"/>
                      <a:pt x="941" y="46"/>
                      <a:pt x="1020" y="23"/>
                    </a:cubicBezTo>
                    <a:cubicBezTo>
                      <a:pt x="1099" y="0"/>
                      <a:pt x="1194" y="15"/>
                      <a:pt x="1278" y="13"/>
                    </a:cubicBezTo>
                    <a:cubicBezTo>
                      <a:pt x="1362" y="11"/>
                      <a:pt x="1474" y="13"/>
                      <a:pt x="1526" y="13"/>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9" name="Freeform 89">
                <a:extLst>
                  <a:ext uri="{FF2B5EF4-FFF2-40B4-BE49-F238E27FC236}">
                    <a16:creationId xmlns:a16="http://schemas.microsoft.com/office/drawing/2014/main" id="{20874EAD-5F45-4570-A3A7-8C9DBF819CA3}"/>
                  </a:ext>
                </a:extLst>
              </p:cNvPr>
              <p:cNvSpPr>
                <a:spLocks/>
              </p:cNvSpPr>
              <p:nvPr/>
            </p:nvSpPr>
            <p:spPr bwMode="auto">
              <a:xfrm>
                <a:off x="2291" y="2748"/>
                <a:ext cx="2018" cy="593"/>
              </a:xfrm>
              <a:custGeom>
                <a:avLst/>
                <a:gdLst>
                  <a:gd name="T0" fmla="*/ 0 w 1526"/>
                  <a:gd name="T1" fmla="*/ 451 h 779"/>
                  <a:gd name="T2" fmla="*/ 300 w 1526"/>
                  <a:gd name="T3" fmla="*/ 451 h 779"/>
                  <a:gd name="T4" fmla="*/ 500 w 1526"/>
                  <a:gd name="T5" fmla="*/ 451 h 779"/>
                  <a:gd name="T6" fmla="*/ 689 w 1526"/>
                  <a:gd name="T7" fmla="*/ 450 h 779"/>
                  <a:gd name="T8" fmla="*/ 877 w 1526"/>
                  <a:gd name="T9" fmla="*/ 439 h 779"/>
                  <a:gd name="T10" fmla="*/ 1193 w 1526"/>
                  <a:gd name="T11" fmla="*/ 393 h 779"/>
                  <a:gd name="T12" fmla="*/ 1488 w 1526"/>
                  <a:gd name="T13" fmla="*/ 231 h 779"/>
                  <a:gd name="T14" fmla="*/ 1714 w 1526"/>
                  <a:gd name="T15" fmla="*/ 81 h 779"/>
                  <a:gd name="T16" fmla="*/ 1904 w 1526"/>
                  <a:gd name="T17" fmla="*/ 13 h 779"/>
                  <a:gd name="T18" fmla="*/ 2162 w 1526"/>
                  <a:gd name="T19" fmla="*/ 4 h 779"/>
                  <a:gd name="T20" fmla="*/ 2669 w 1526"/>
                  <a:gd name="T21" fmla="*/ 4 h 7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6"/>
                  <a:gd name="T34" fmla="*/ 0 h 779"/>
                  <a:gd name="T35" fmla="*/ 1526 w 1526"/>
                  <a:gd name="T36" fmla="*/ 779 h 7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6" h="779">
                    <a:moveTo>
                      <a:pt x="0" y="778"/>
                    </a:moveTo>
                    <a:cubicBezTo>
                      <a:pt x="62" y="778"/>
                      <a:pt x="124" y="778"/>
                      <a:pt x="172" y="778"/>
                    </a:cubicBezTo>
                    <a:cubicBezTo>
                      <a:pt x="220" y="778"/>
                      <a:pt x="249" y="778"/>
                      <a:pt x="286" y="778"/>
                    </a:cubicBezTo>
                    <a:cubicBezTo>
                      <a:pt x="323" y="778"/>
                      <a:pt x="358" y="779"/>
                      <a:pt x="394" y="776"/>
                    </a:cubicBezTo>
                    <a:cubicBezTo>
                      <a:pt x="430" y="772"/>
                      <a:pt x="453" y="774"/>
                      <a:pt x="501" y="758"/>
                    </a:cubicBezTo>
                    <a:cubicBezTo>
                      <a:pt x="549" y="742"/>
                      <a:pt x="624" y="738"/>
                      <a:pt x="682" y="678"/>
                    </a:cubicBezTo>
                    <a:cubicBezTo>
                      <a:pt x="740" y="618"/>
                      <a:pt x="801" y="490"/>
                      <a:pt x="851" y="400"/>
                    </a:cubicBezTo>
                    <a:cubicBezTo>
                      <a:pt x="901" y="310"/>
                      <a:pt x="940" y="204"/>
                      <a:pt x="980" y="141"/>
                    </a:cubicBezTo>
                    <a:cubicBezTo>
                      <a:pt x="1020" y="78"/>
                      <a:pt x="1046" y="44"/>
                      <a:pt x="1089" y="22"/>
                    </a:cubicBezTo>
                    <a:cubicBezTo>
                      <a:pt x="1132" y="0"/>
                      <a:pt x="1163" y="9"/>
                      <a:pt x="1236" y="6"/>
                    </a:cubicBezTo>
                    <a:cubicBezTo>
                      <a:pt x="1309" y="3"/>
                      <a:pt x="1466" y="6"/>
                      <a:pt x="1526" y="6"/>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 name="Line 90">
                <a:extLst>
                  <a:ext uri="{FF2B5EF4-FFF2-40B4-BE49-F238E27FC236}">
                    <a16:creationId xmlns:a16="http://schemas.microsoft.com/office/drawing/2014/main" id="{F0C1B84F-6117-452C-9DBF-22D507D7BE5D}"/>
                  </a:ext>
                </a:extLst>
              </p:cNvPr>
              <p:cNvSpPr>
                <a:spLocks noChangeShapeType="1"/>
              </p:cNvSpPr>
              <p:nvPr/>
            </p:nvSpPr>
            <p:spPr bwMode="auto">
              <a:xfrm>
                <a:off x="1759" y="3198"/>
                <a:ext cx="444" cy="0"/>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1" name="Line 91">
                <a:extLst>
                  <a:ext uri="{FF2B5EF4-FFF2-40B4-BE49-F238E27FC236}">
                    <a16:creationId xmlns:a16="http://schemas.microsoft.com/office/drawing/2014/main" id="{365D7DFF-9B3F-40C1-BE21-A7A0188A2D81}"/>
                  </a:ext>
                </a:extLst>
              </p:cNvPr>
              <p:cNvSpPr>
                <a:spLocks noChangeShapeType="1"/>
              </p:cNvSpPr>
              <p:nvPr/>
            </p:nvSpPr>
            <p:spPr bwMode="auto">
              <a:xfrm>
                <a:off x="2375" y="3198"/>
                <a:ext cx="507" cy="0"/>
              </a:xfrm>
              <a:prstGeom prst="line">
                <a:avLst/>
              </a:prstGeom>
              <a:noFill/>
              <a:ln w="28575">
                <a:solidFill>
                  <a:srgbClr val="FF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2" name="Line 92">
                <a:extLst>
                  <a:ext uri="{FF2B5EF4-FFF2-40B4-BE49-F238E27FC236}">
                    <a16:creationId xmlns:a16="http://schemas.microsoft.com/office/drawing/2014/main" id="{7387171A-269A-4F00-844B-9BD54815479D}"/>
                  </a:ext>
                </a:extLst>
              </p:cNvPr>
              <p:cNvSpPr>
                <a:spLocks noChangeShapeType="1"/>
              </p:cNvSpPr>
              <p:nvPr/>
            </p:nvSpPr>
            <p:spPr bwMode="auto">
              <a:xfrm flipH="1">
                <a:off x="1516" y="3201"/>
                <a:ext cx="25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93">
                <a:extLst>
                  <a:ext uri="{FF2B5EF4-FFF2-40B4-BE49-F238E27FC236}">
                    <a16:creationId xmlns:a16="http://schemas.microsoft.com/office/drawing/2014/main" id="{D9CEDB1A-FC01-47A8-BE21-9519654B5BD0}"/>
                  </a:ext>
                </a:extLst>
              </p:cNvPr>
              <p:cNvSpPr>
                <a:spLocks noChangeShapeType="1"/>
              </p:cNvSpPr>
              <p:nvPr/>
            </p:nvSpPr>
            <p:spPr bwMode="auto">
              <a:xfrm flipH="1">
                <a:off x="1516" y="2689"/>
                <a:ext cx="1904"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 name="Line 94">
                <a:extLst>
                  <a:ext uri="{FF2B5EF4-FFF2-40B4-BE49-F238E27FC236}">
                    <a16:creationId xmlns:a16="http://schemas.microsoft.com/office/drawing/2014/main" id="{5DB45808-A630-4D6A-81A5-9ADEE9159D9A}"/>
                  </a:ext>
                </a:extLst>
              </p:cNvPr>
              <p:cNvSpPr>
                <a:spLocks noChangeShapeType="1"/>
              </p:cNvSpPr>
              <p:nvPr/>
            </p:nvSpPr>
            <p:spPr bwMode="auto">
              <a:xfrm>
                <a:off x="4146" y="2689"/>
                <a:ext cx="318" cy="0"/>
              </a:xfrm>
              <a:prstGeom prst="line">
                <a:avLst/>
              </a:prstGeom>
              <a:noFill/>
              <a:ln w="28575">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5" name="Line 95">
                <a:extLst>
                  <a:ext uri="{FF2B5EF4-FFF2-40B4-BE49-F238E27FC236}">
                    <a16:creationId xmlns:a16="http://schemas.microsoft.com/office/drawing/2014/main" id="{FE2B2995-3B18-490B-9EA7-8FFCA76129A0}"/>
                  </a:ext>
                </a:extLst>
              </p:cNvPr>
              <p:cNvSpPr>
                <a:spLocks noChangeShapeType="1"/>
              </p:cNvSpPr>
              <p:nvPr/>
            </p:nvSpPr>
            <p:spPr bwMode="auto">
              <a:xfrm>
                <a:off x="3865" y="2799"/>
                <a:ext cx="0" cy="84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6" name="Line 96">
                <a:extLst>
                  <a:ext uri="{FF2B5EF4-FFF2-40B4-BE49-F238E27FC236}">
                    <a16:creationId xmlns:a16="http://schemas.microsoft.com/office/drawing/2014/main" id="{0B6CBC37-AA8E-4126-BA0E-7E0B9066EA67}"/>
                  </a:ext>
                </a:extLst>
              </p:cNvPr>
              <p:cNvSpPr>
                <a:spLocks noChangeShapeType="1"/>
              </p:cNvSpPr>
              <p:nvPr/>
            </p:nvSpPr>
            <p:spPr bwMode="auto">
              <a:xfrm>
                <a:off x="4182" y="2799"/>
                <a:ext cx="0" cy="84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mc:AlternateContent xmlns:mc="http://schemas.openxmlformats.org/markup-compatibility/2006" xmlns:a14="http://schemas.microsoft.com/office/drawing/2010/main">
            <mc:Choice Requires="a14">
              <p:graphicFrame>
                <p:nvGraphicFramePr>
                  <p:cNvPr id="67" name="Object 15">
                    <a:extLst>
                      <a:ext uri="{FF2B5EF4-FFF2-40B4-BE49-F238E27FC236}">
                        <a16:creationId xmlns:a16="http://schemas.microsoft.com/office/drawing/2014/main" id="{3D76C87D-F6FE-42E4-982C-057B7B79B7EF}"/>
                      </a:ext>
                    </a:extLst>
                  </p:cNvPr>
                  <p:cNvGraphicFramePr>
                    <a:graphicFrameLocks noChangeAspect="1"/>
                  </p:cNvGraphicFramePr>
                  <p:nvPr/>
                </p:nvGraphicFramePr>
                <p:xfrm>
                  <a:off x="1200" y="2283"/>
                  <a:ext cx="384" cy="288"/>
                </p:xfrm>
                <a:graphic>
                  <a:graphicData uri="http://schemas.openxmlformats.org/presentationml/2006/ole">
                    <mc:AlternateContent>
                      <mc:Choice xmlns:v="urn:schemas-microsoft-com:vml" Requires="v">
                        <p:oleObj spid="_x0000_s10527" name="Equation" r:id="rId38" imgW="190440" imgH="241200" progId="Equation.3">
                          <p:embed/>
                        </p:oleObj>
                      </mc:Choice>
                      <mc:Fallback>
                        <p:oleObj name="Equation" r:id="rId38" imgW="190440" imgH="241200" progId="Equation.3">
                          <p:embed/>
                          <p:pic>
                            <p:nvPicPr>
                              <p:cNvPr id="74" name="Object 15">
                                <a:extLst>
                                  <a:ext uri="{FF2B5EF4-FFF2-40B4-BE49-F238E27FC236}">
                                    <a16:creationId xmlns:a16="http://schemas.microsoft.com/office/drawing/2014/main" id="{41589C60-2551-4F91-A962-D14C248FA2E9}"/>
                                  </a:ext>
                                </a:extLst>
                              </p:cNvPr>
                              <p:cNvPicPr>
                                <a:picLocks noChangeAspect="1" noChangeArrowheads="1"/>
                              </p:cNvPicPr>
                              <p:nvPr/>
                            </p:nvPicPr>
                            <p:blipFill>
                              <a:blip r:embed="rId39">
                                <a:extLst>
                                  <a:ext uri="{28A0092B-C50C-407E-A947-70E740481C1C}">
                                    <a14:useLocalDpi val="0"/>
                                  </a:ext>
                                </a:extLst>
                              </a:blip>
                              <a:srcRect/>
                              <a:stretch>
                                <a:fillRect/>
                              </a:stretch>
                            </p:blipFill>
                            <p:spPr bwMode="auto">
                              <a:xfrm>
                                <a:off x="1200" y="2283"/>
                                <a:ext cx="384" cy="2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7" name="Object 15">
                    <a:extLst>
                      <a:ext uri="{FF2B5EF4-FFF2-40B4-BE49-F238E27FC236}">
                        <a16:creationId xmlns:a16="http://schemas.microsoft.com/office/drawing/2014/main" id="{3D76C87D-F6FE-42E4-982C-057B7B79B7EF}"/>
                      </a:ext>
                    </a:extLst>
                  </p:cNvPr>
                  <p:cNvGraphicFramePr>
                    <a:graphicFrameLocks noChangeAspect="1"/>
                  </p:cNvGraphicFramePr>
                  <p:nvPr/>
                </p:nvGraphicFramePr>
                <p:xfrm>
                  <a:off x="1200" y="2283"/>
                  <a:ext cx="384" cy="288"/>
                </p:xfrm>
                <a:graphic>
                  <a:graphicData uri="http://schemas.openxmlformats.org/presentationml/2006/ole">
                    <mc:AlternateContent>
                      <mc:Choice xmlns:v="urn:schemas-microsoft-com:vml" Requires="v">
                        <p:oleObj spid="_x0000_s10482" name="Equation" r:id="rId40" imgW="190440" imgH="241200" progId="Equation.3">
                          <p:embed/>
                        </p:oleObj>
                      </mc:Choice>
                      <mc:Fallback>
                        <p:oleObj name="Equation" r:id="rId40" imgW="190440" imgH="241200" progId="Equation.3">
                          <p:embed/>
                          <p:pic>
                            <p:nvPicPr>
                              <p:cNvPr id="74" name="Object 15">
                                <a:extLst>
                                  <a:ext uri="{FF2B5EF4-FFF2-40B4-BE49-F238E27FC236}">
                                    <a16:creationId xmlns:a16="http://schemas.microsoft.com/office/drawing/2014/main" id="{41589C60-2551-4F91-A962-D14C248FA2E9}"/>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200" y="2283"/>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8" name="Object 16">
                    <a:extLst>
                      <a:ext uri="{FF2B5EF4-FFF2-40B4-BE49-F238E27FC236}">
                        <a16:creationId xmlns:a16="http://schemas.microsoft.com/office/drawing/2014/main" id="{06CE7D5A-13A2-489E-AC53-CAE236A824E6}"/>
                      </a:ext>
                    </a:extLst>
                  </p:cNvPr>
                  <p:cNvGraphicFramePr>
                    <a:graphicFrameLocks noChangeAspect="1"/>
                  </p:cNvGraphicFramePr>
                  <p:nvPr/>
                </p:nvGraphicFramePr>
                <p:xfrm>
                  <a:off x="4560" y="3351"/>
                  <a:ext cx="396" cy="253"/>
                </p:xfrm>
                <a:graphic>
                  <a:graphicData uri="http://schemas.openxmlformats.org/presentationml/2006/ole">
                    <mc:AlternateContent>
                      <mc:Choice xmlns:v="urn:schemas-microsoft-com:vml" Requires="v">
                        <p:oleObj spid="_x0000_s10528" name="Equation" r:id="rId42" imgW="177480" imgH="190440" progId="Equation.3">
                          <p:embed/>
                        </p:oleObj>
                      </mc:Choice>
                      <mc:Fallback>
                        <p:oleObj name="Equation" r:id="rId42" imgW="177480" imgH="190440" progId="Equation.3">
                          <p:embed/>
                          <p:pic>
                            <p:nvPicPr>
                              <p:cNvPr id="75" name="Object 16">
                                <a:extLst>
                                  <a:ext uri="{FF2B5EF4-FFF2-40B4-BE49-F238E27FC236}">
                                    <a16:creationId xmlns:a16="http://schemas.microsoft.com/office/drawing/2014/main" id="{3FCAF863-A2B5-4FF8-88C5-A14B7DABBA27}"/>
                                  </a:ext>
                                </a:extLst>
                              </p:cNvPr>
                              <p:cNvPicPr>
                                <a:picLocks noChangeAspect="1" noChangeArrowheads="1"/>
                              </p:cNvPicPr>
                              <p:nvPr/>
                            </p:nvPicPr>
                            <p:blipFill>
                              <a:blip r:embed="rId41">
                                <a:extLst>
                                  <a:ext uri="{28A0092B-C50C-407E-A947-70E740481C1C}">
                                    <a14:useLocalDpi val="0"/>
                                  </a:ext>
                                </a:extLst>
                              </a:blip>
                              <a:srcRect/>
                              <a:stretch>
                                <a:fillRect/>
                              </a:stretch>
                            </p:blipFill>
                            <p:spPr bwMode="auto">
                              <a:xfrm>
                                <a:off x="4560" y="3351"/>
                                <a:ext cx="396" cy="25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8" name="Object 16">
                    <a:extLst>
                      <a:ext uri="{FF2B5EF4-FFF2-40B4-BE49-F238E27FC236}">
                        <a16:creationId xmlns:a16="http://schemas.microsoft.com/office/drawing/2014/main" id="{06CE7D5A-13A2-489E-AC53-CAE236A824E6}"/>
                      </a:ext>
                    </a:extLst>
                  </p:cNvPr>
                  <p:cNvGraphicFramePr>
                    <a:graphicFrameLocks noChangeAspect="1"/>
                  </p:cNvGraphicFramePr>
                  <p:nvPr/>
                </p:nvGraphicFramePr>
                <p:xfrm>
                  <a:off x="4560" y="3351"/>
                  <a:ext cx="396" cy="253"/>
                </p:xfrm>
                <a:graphic>
                  <a:graphicData uri="http://schemas.openxmlformats.org/presentationml/2006/ole">
                    <mc:AlternateContent>
                      <mc:Choice xmlns:v="urn:schemas-microsoft-com:vml" Requires="v">
                        <p:oleObj spid="_x0000_s10483" name="Equation" r:id="rId44" imgW="177480" imgH="190440" progId="Equation.3">
                          <p:embed/>
                        </p:oleObj>
                      </mc:Choice>
                      <mc:Fallback>
                        <p:oleObj name="Equation" r:id="rId44" imgW="177480" imgH="190440" progId="Equation.3">
                          <p:embed/>
                          <p:pic>
                            <p:nvPicPr>
                              <p:cNvPr id="75" name="Object 16">
                                <a:extLst>
                                  <a:ext uri="{FF2B5EF4-FFF2-40B4-BE49-F238E27FC236}">
                                    <a16:creationId xmlns:a16="http://schemas.microsoft.com/office/drawing/2014/main" id="{3FCAF863-A2B5-4FF8-88C5-A14B7DABBA27}"/>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560" y="3351"/>
                                <a:ext cx="396"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9" name="Object 17">
                    <a:extLst>
                      <a:ext uri="{FF2B5EF4-FFF2-40B4-BE49-F238E27FC236}">
                        <a16:creationId xmlns:a16="http://schemas.microsoft.com/office/drawing/2014/main" id="{8F02CED4-D584-43E8-9976-E0CB07DA7C0B}"/>
                      </a:ext>
                    </a:extLst>
                  </p:cNvPr>
                  <p:cNvGraphicFramePr>
                    <a:graphicFrameLocks noChangeAspect="1"/>
                  </p:cNvGraphicFramePr>
                  <p:nvPr/>
                </p:nvGraphicFramePr>
                <p:xfrm>
                  <a:off x="1296" y="3643"/>
                  <a:ext cx="370" cy="251"/>
                </p:xfrm>
                <a:graphic>
                  <a:graphicData uri="http://schemas.openxmlformats.org/presentationml/2006/ole">
                    <mc:AlternateContent>
                      <mc:Choice xmlns:v="urn:schemas-microsoft-com:vml" Requires="v">
                        <p:oleObj spid="_x0000_s10529" name="Equation" r:id="rId46" imgW="164880" imgH="190440" progId="Equation.3">
                          <p:embed/>
                        </p:oleObj>
                      </mc:Choice>
                      <mc:Fallback>
                        <p:oleObj name="Equation" r:id="rId46" imgW="164880" imgH="190440" progId="Equation.3">
                          <p:embed/>
                          <p:pic>
                            <p:nvPicPr>
                              <p:cNvPr id="76" name="Object 17">
                                <a:extLst>
                                  <a:ext uri="{FF2B5EF4-FFF2-40B4-BE49-F238E27FC236}">
                                    <a16:creationId xmlns:a16="http://schemas.microsoft.com/office/drawing/2014/main" id="{E3082E98-4608-4B64-A3FE-B2752244455A}"/>
                                  </a:ext>
                                </a:extLst>
                              </p:cNvPr>
                              <p:cNvPicPr>
                                <a:picLocks noChangeAspect="1" noChangeArrowheads="1"/>
                              </p:cNvPicPr>
                              <p:nvPr/>
                            </p:nvPicPr>
                            <p:blipFill>
                              <a:blip r:embed="rId45">
                                <a:extLst>
                                  <a:ext uri="{28A0092B-C50C-407E-A947-70E740481C1C}">
                                    <a14:useLocalDpi val="0"/>
                                  </a:ext>
                                </a:extLst>
                              </a:blip>
                              <a:srcRect/>
                              <a:stretch>
                                <a:fillRect/>
                              </a:stretch>
                            </p:blipFill>
                            <p:spPr bwMode="auto">
                              <a:xfrm>
                                <a:off x="1296" y="3643"/>
                                <a:ext cx="370" cy="25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9" name="Object 17">
                    <a:extLst>
                      <a:ext uri="{FF2B5EF4-FFF2-40B4-BE49-F238E27FC236}">
                        <a16:creationId xmlns:a16="http://schemas.microsoft.com/office/drawing/2014/main" id="{8F02CED4-D584-43E8-9976-E0CB07DA7C0B}"/>
                      </a:ext>
                    </a:extLst>
                  </p:cNvPr>
                  <p:cNvGraphicFramePr>
                    <a:graphicFrameLocks noChangeAspect="1"/>
                  </p:cNvGraphicFramePr>
                  <p:nvPr/>
                </p:nvGraphicFramePr>
                <p:xfrm>
                  <a:off x="1296" y="3643"/>
                  <a:ext cx="370" cy="251"/>
                </p:xfrm>
                <a:graphic>
                  <a:graphicData uri="http://schemas.openxmlformats.org/presentationml/2006/ole">
                    <mc:AlternateContent>
                      <mc:Choice xmlns:v="urn:schemas-microsoft-com:vml" Requires="v">
                        <p:oleObj spid="_x0000_s10484" name="Equation" r:id="rId48" imgW="164880" imgH="190440" progId="Equation.3">
                          <p:embed/>
                        </p:oleObj>
                      </mc:Choice>
                      <mc:Fallback>
                        <p:oleObj name="Equation" r:id="rId48" imgW="164880" imgH="190440" progId="Equation.3">
                          <p:embed/>
                          <p:pic>
                            <p:nvPicPr>
                              <p:cNvPr id="76" name="Object 17">
                                <a:extLst>
                                  <a:ext uri="{FF2B5EF4-FFF2-40B4-BE49-F238E27FC236}">
                                    <a16:creationId xmlns:a16="http://schemas.microsoft.com/office/drawing/2014/main" id="{E3082E98-4608-4B64-A3FE-B2752244455A}"/>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1296" y="3643"/>
                                <a:ext cx="370"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70" name="Line 100">
                <a:extLst>
                  <a:ext uri="{FF2B5EF4-FFF2-40B4-BE49-F238E27FC236}">
                    <a16:creationId xmlns:a16="http://schemas.microsoft.com/office/drawing/2014/main" id="{85B4AA1F-4FE6-4C54-8649-0E075903E3B1}"/>
                  </a:ext>
                </a:extLst>
              </p:cNvPr>
              <p:cNvSpPr>
                <a:spLocks noChangeShapeType="1"/>
              </p:cNvSpPr>
              <p:nvPr/>
            </p:nvSpPr>
            <p:spPr bwMode="auto">
              <a:xfrm>
                <a:off x="2278" y="3383"/>
                <a:ext cx="0" cy="25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 name="Line 101">
                <a:extLst>
                  <a:ext uri="{FF2B5EF4-FFF2-40B4-BE49-F238E27FC236}">
                    <a16:creationId xmlns:a16="http://schemas.microsoft.com/office/drawing/2014/main" id="{5A5D5491-73A2-4425-BCD5-787A05B66499}"/>
                  </a:ext>
                </a:extLst>
              </p:cNvPr>
              <p:cNvSpPr>
                <a:spLocks noChangeShapeType="1"/>
              </p:cNvSpPr>
              <p:nvPr/>
            </p:nvSpPr>
            <p:spPr bwMode="auto">
              <a:xfrm>
                <a:off x="2431" y="3383"/>
                <a:ext cx="0" cy="25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mc:AlternateContent xmlns:mc="http://schemas.openxmlformats.org/markup-compatibility/2006" xmlns:a14="http://schemas.microsoft.com/office/drawing/2010/main">
            <mc:Choice Requires="a14">
              <p:graphicFrame>
                <p:nvGraphicFramePr>
                  <p:cNvPr id="72" name="Object 18">
                    <a:extLst>
                      <a:ext uri="{FF2B5EF4-FFF2-40B4-BE49-F238E27FC236}">
                        <a16:creationId xmlns:a16="http://schemas.microsoft.com/office/drawing/2014/main" id="{DF9180E3-F0CD-4CE8-B107-7AADAE72F430}"/>
                      </a:ext>
                    </a:extLst>
                  </p:cNvPr>
                  <p:cNvGraphicFramePr>
                    <a:graphicFrameLocks noChangeAspect="1"/>
                  </p:cNvGraphicFramePr>
                  <p:nvPr/>
                </p:nvGraphicFramePr>
                <p:xfrm>
                  <a:off x="1156" y="2545"/>
                  <a:ext cx="333" cy="395"/>
                </p:xfrm>
                <a:graphic>
                  <a:graphicData uri="http://schemas.openxmlformats.org/presentationml/2006/ole">
                    <mc:AlternateContent>
                      <mc:Choice xmlns:v="urn:schemas-microsoft-com:vml" Requires="v">
                        <p:oleObj spid="_x0000_s10530" name="公式" r:id="rId50" imgW="164880" imgH="215640" progId="Equation.3">
                          <p:embed/>
                        </p:oleObj>
                      </mc:Choice>
                      <mc:Fallback>
                        <p:oleObj name="公式" r:id="rId50" imgW="164880" imgH="215640" progId="Equation.3">
                          <p:embed/>
                          <p:pic>
                            <p:nvPicPr>
                              <p:cNvPr id="79" name="Object 18">
                                <a:extLst>
                                  <a:ext uri="{FF2B5EF4-FFF2-40B4-BE49-F238E27FC236}">
                                    <a16:creationId xmlns:a16="http://schemas.microsoft.com/office/drawing/2014/main" id="{45923D8E-8602-4D4D-8F81-6598A3EBCE7F}"/>
                                  </a:ext>
                                </a:extLst>
                              </p:cNvPr>
                              <p:cNvPicPr>
                                <a:picLocks noChangeAspect="1" noChangeArrowheads="1"/>
                              </p:cNvPicPr>
                              <p:nvPr/>
                            </p:nvPicPr>
                            <p:blipFill>
                              <a:blip r:embed="rId49">
                                <a:extLst>
                                  <a:ext uri="{28A0092B-C50C-407E-A947-70E740481C1C}">
                                    <a14:useLocalDpi val="0"/>
                                  </a:ext>
                                </a:extLst>
                              </a:blip>
                              <a:srcRect/>
                              <a:stretch>
                                <a:fillRect/>
                              </a:stretch>
                            </p:blipFill>
                            <p:spPr bwMode="auto">
                              <a:xfrm>
                                <a:off x="1156" y="2545"/>
                                <a:ext cx="333" cy="39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2" name="Object 18">
                    <a:extLst>
                      <a:ext uri="{FF2B5EF4-FFF2-40B4-BE49-F238E27FC236}">
                        <a16:creationId xmlns:a16="http://schemas.microsoft.com/office/drawing/2014/main" id="{DF9180E3-F0CD-4CE8-B107-7AADAE72F430}"/>
                      </a:ext>
                    </a:extLst>
                  </p:cNvPr>
                  <p:cNvGraphicFramePr>
                    <a:graphicFrameLocks noChangeAspect="1"/>
                  </p:cNvGraphicFramePr>
                  <p:nvPr/>
                </p:nvGraphicFramePr>
                <p:xfrm>
                  <a:off x="1156" y="2545"/>
                  <a:ext cx="333" cy="395"/>
                </p:xfrm>
                <a:graphic>
                  <a:graphicData uri="http://schemas.openxmlformats.org/presentationml/2006/ole">
                    <mc:AlternateContent>
                      <mc:Choice xmlns:v="urn:schemas-microsoft-com:vml" Requires="v">
                        <p:oleObj spid="_x0000_s10485" name="公式" r:id="rId52" imgW="164880" imgH="215640" progId="Equation.3">
                          <p:embed/>
                        </p:oleObj>
                      </mc:Choice>
                      <mc:Fallback>
                        <p:oleObj name="公式" r:id="rId52" imgW="164880" imgH="215640" progId="Equation.3">
                          <p:embed/>
                          <p:pic>
                            <p:nvPicPr>
                              <p:cNvPr id="79" name="Object 18">
                                <a:extLst>
                                  <a:ext uri="{FF2B5EF4-FFF2-40B4-BE49-F238E27FC236}">
                                    <a16:creationId xmlns:a16="http://schemas.microsoft.com/office/drawing/2014/main" id="{45923D8E-8602-4D4D-8F81-6598A3EBCE7F}"/>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156" y="2545"/>
                                <a:ext cx="333" cy="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3" name="Object 19">
                    <a:extLst>
                      <a:ext uri="{FF2B5EF4-FFF2-40B4-BE49-F238E27FC236}">
                        <a16:creationId xmlns:a16="http://schemas.microsoft.com/office/drawing/2014/main" id="{B9AB4D36-D8B9-4F05-84AF-6D6D9A96A3EC}"/>
                      </a:ext>
                    </a:extLst>
                  </p:cNvPr>
                  <p:cNvGraphicFramePr>
                    <a:graphicFrameLocks noChangeAspect="1"/>
                  </p:cNvGraphicFramePr>
                  <p:nvPr/>
                </p:nvGraphicFramePr>
                <p:xfrm>
                  <a:off x="1156" y="2976"/>
                  <a:ext cx="318" cy="413"/>
                </p:xfrm>
                <a:graphic>
                  <a:graphicData uri="http://schemas.openxmlformats.org/presentationml/2006/ole">
                    <mc:AlternateContent>
                      <mc:Choice xmlns:v="urn:schemas-microsoft-com:vml" Requires="v">
                        <p:oleObj spid="_x0000_s10531" name="公式" r:id="rId54" imgW="152280" imgH="215640" progId="Equation.3">
                          <p:embed/>
                        </p:oleObj>
                      </mc:Choice>
                      <mc:Fallback>
                        <p:oleObj name="公式" r:id="rId54" imgW="152280" imgH="215640" progId="Equation.3">
                          <p:embed/>
                          <p:pic>
                            <p:nvPicPr>
                              <p:cNvPr id="80" name="Object 19">
                                <a:extLst>
                                  <a:ext uri="{FF2B5EF4-FFF2-40B4-BE49-F238E27FC236}">
                                    <a16:creationId xmlns:a16="http://schemas.microsoft.com/office/drawing/2014/main" id="{EDBAC921-A833-4DA4-8F93-6B9255AC173C}"/>
                                  </a:ext>
                                </a:extLst>
                              </p:cNvPr>
                              <p:cNvPicPr>
                                <a:picLocks noChangeAspect="1" noChangeArrowheads="1"/>
                              </p:cNvPicPr>
                              <p:nvPr/>
                            </p:nvPicPr>
                            <p:blipFill>
                              <a:blip r:embed="rId53">
                                <a:extLst>
                                  <a:ext uri="{28A0092B-C50C-407E-A947-70E740481C1C}">
                                    <a14:useLocalDpi val="0"/>
                                  </a:ext>
                                </a:extLst>
                              </a:blip>
                              <a:srcRect/>
                              <a:stretch>
                                <a:fillRect/>
                              </a:stretch>
                            </p:blipFill>
                            <p:spPr bwMode="auto">
                              <a:xfrm>
                                <a:off x="1156" y="2976"/>
                                <a:ext cx="318" cy="413"/>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3" name="Object 19">
                    <a:extLst>
                      <a:ext uri="{FF2B5EF4-FFF2-40B4-BE49-F238E27FC236}">
                        <a16:creationId xmlns:a16="http://schemas.microsoft.com/office/drawing/2014/main" id="{B9AB4D36-D8B9-4F05-84AF-6D6D9A96A3EC}"/>
                      </a:ext>
                    </a:extLst>
                  </p:cNvPr>
                  <p:cNvGraphicFramePr>
                    <a:graphicFrameLocks noChangeAspect="1"/>
                  </p:cNvGraphicFramePr>
                  <p:nvPr/>
                </p:nvGraphicFramePr>
                <p:xfrm>
                  <a:off x="1156" y="2976"/>
                  <a:ext cx="318" cy="413"/>
                </p:xfrm>
                <a:graphic>
                  <a:graphicData uri="http://schemas.openxmlformats.org/presentationml/2006/ole">
                    <mc:AlternateContent>
                      <mc:Choice xmlns:v="urn:schemas-microsoft-com:vml" Requires="v">
                        <p:oleObj spid="_x0000_s10486" name="公式" r:id="rId56" imgW="152280" imgH="215640" progId="Equation.3">
                          <p:embed/>
                        </p:oleObj>
                      </mc:Choice>
                      <mc:Fallback>
                        <p:oleObj name="公式" r:id="rId56" imgW="152280" imgH="215640" progId="Equation.3">
                          <p:embed/>
                          <p:pic>
                            <p:nvPicPr>
                              <p:cNvPr id="80" name="Object 19">
                                <a:extLst>
                                  <a:ext uri="{FF2B5EF4-FFF2-40B4-BE49-F238E27FC236}">
                                    <a16:creationId xmlns:a16="http://schemas.microsoft.com/office/drawing/2014/main" id="{EDBAC921-A833-4DA4-8F93-6B9255AC173C}"/>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1156" y="2976"/>
                                <a:ext cx="318"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4" name="Object 20">
                    <a:extLst>
                      <a:ext uri="{FF2B5EF4-FFF2-40B4-BE49-F238E27FC236}">
                        <a16:creationId xmlns:a16="http://schemas.microsoft.com/office/drawing/2014/main" id="{FF54FEF6-82A3-4FF7-BC32-EB01D3471BFD}"/>
                      </a:ext>
                    </a:extLst>
                  </p:cNvPr>
                  <p:cNvGraphicFramePr>
                    <a:graphicFrameLocks noChangeAspect="1"/>
                  </p:cNvGraphicFramePr>
                  <p:nvPr/>
                </p:nvGraphicFramePr>
                <p:xfrm>
                  <a:off x="3424" y="2305"/>
                  <a:ext cx="274" cy="325"/>
                </p:xfrm>
                <a:graphic>
                  <a:graphicData uri="http://schemas.openxmlformats.org/presentationml/2006/ole">
                    <mc:AlternateContent>
                      <mc:Choice xmlns:v="urn:schemas-microsoft-com:vml" Requires="v">
                        <p:oleObj spid="_x0000_s10532" name="Equation" r:id="rId58" imgW="291960" imgH="317160" progId="Equation.3">
                          <p:embed/>
                        </p:oleObj>
                      </mc:Choice>
                      <mc:Fallback>
                        <p:oleObj name="Equation" r:id="rId58" imgW="291960" imgH="317160" progId="Equation.3">
                          <p:embed/>
                          <p:pic>
                            <p:nvPicPr>
                              <p:cNvPr id="81" name="Object 20">
                                <a:extLst>
                                  <a:ext uri="{FF2B5EF4-FFF2-40B4-BE49-F238E27FC236}">
                                    <a16:creationId xmlns:a16="http://schemas.microsoft.com/office/drawing/2014/main" id="{EBF60766-FDAF-419A-9EC3-246682C3ECD6}"/>
                                  </a:ext>
                                </a:extLst>
                              </p:cNvPr>
                              <p:cNvPicPr>
                                <a:picLocks noChangeAspect="1" noChangeArrowheads="1"/>
                              </p:cNvPicPr>
                              <p:nvPr/>
                            </p:nvPicPr>
                            <p:blipFill>
                              <a:blip r:embed="rId57">
                                <a:extLst>
                                  <a:ext uri="{28A0092B-C50C-407E-A947-70E740481C1C}">
                                    <a14:useLocalDpi val="0"/>
                                  </a:ext>
                                </a:extLst>
                              </a:blip>
                              <a:srcRect/>
                              <a:stretch>
                                <a:fillRect/>
                              </a:stretch>
                            </p:blipFill>
                            <p:spPr bwMode="auto">
                              <a:xfrm>
                                <a:off x="3424" y="2305"/>
                                <a:ext cx="274" cy="32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4" name="Object 20">
                    <a:extLst>
                      <a:ext uri="{FF2B5EF4-FFF2-40B4-BE49-F238E27FC236}">
                        <a16:creationId xmlns:a16="http://schemas.microsoft.com/office/drawing/2014/main" id="{FF54FEF6-82A3-4FF7-BC32-EB01D3471BFD}"/>
                      </a:ext>
                    </a:extLst>
                  </p:cNvPr>
                  <p:cNvGraphicFramePr>
                    <a:graphicFrameLocks noChangeAspect="1"/>
                  </p:cNvGraphicFramePr>
                  <p:nvPr/>
                </p:nvGraphicFramePr>
                <p:xfrm>
                  <a:off x="3424" y="2305"/>
                  <a:ext cx="274" cy="325"/>
                </p:xfrm>
                <a:graphic>
                  <a:graphicData uri="http://schemas.openxmlformats.org/presentationml/2006/ole">
                    <mc:AlternateContent>
                      <mc:Choice xmlns:v="urn:schemas-microsoft-com:vml" Requires="v">
                        <p:oleObj spid="_x0000_s10487" name="Equation" r:id="rId60" imgW="291960" imgH="317160" progId="Equation.3">
                          <p:embed/>
                        </p:oleObj>
                      </mc:Choice>
                      <mc:Fallback>
                        <p:oleObj name="Equation" r:id="rId60" imgW="291960" imgH="317160" progId="Equation.3">
                          <p:embed/>
                          <p:pic>
                            <p:nvPicPr>
                              <p:cNvPr id="81" name="Object 20">
                                <a:extLst>
                                  <a:ext uri="{FF2B5EF4-FFF2-40B4-BE49-F238E27FC236}">
                                    <a16:creationId xmlns:a16="http://schemas.microsoft.com/office/drawing/2014/main" id="{EBF60766-FDAF-419A-9EC3-246682C3ECD6}"/>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3424" y="2305"/>
                                <a:ext cx="274"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5" name="Object 21">
                    <a:extLst>
                      <a:ext uri="{FF2B5EF4-FFF2-40B4-BE49-F238E27FC236}">
                        <a16:creationId xmlns:a16="http://schemas.microsoft.com/office/drawing/2014/main" id="{73350572-0BF2-4564-9E11-18281CD4C757}"/>
                      </a:ext>
                    </a:extLst>
                  </p:cNvPr>
                  <p:cNvGraphicFramePr>
                    <a:graphicFrameLocks noChangeAspect="1"/>
                  </p:cNvGraphicFramePr>
                  <p:nvPr/>
                </p:nvGraphicFramePr>
                <p:xfrm>
                  <a:off x="1728" y="2875"/>
                  <a:ext cx="330" cy="340"/>
                </p:xfrm>
                <a:graphic>
                  <a:graphicData uri="http://schemas.openxmlformats.org/presentationml/2006/ole">
                    <mc:AlternateContent>
                      <mc:Choice xmlns:v="urn:schemas-microsoft-com:vml" Requires="v">
                        <p:oleObj spid="_x0000_s10533" name="Equation" r:id="rId62" imgW="266400" imgH="317160" progId="Equation.3">
                          <p:embed/>
                        </p:oleObj>
                      </mc:Choice>
                      <mc:Fallback>
                        <p:oleObj name="Equation" r:id="rId62" imgW="266400" imgH="317160" progId="Equation.3">
                          <p:embed/>
                          <p:pic>
                            <p:nvPicPr>
                              <p:cNvPr id="82" name="Object 21">
                                <a:extLst>
                                  <a:ext uri="{FF2B5EF4-FFF2-40B4-BE49-F238E27FC236}">
                                    <a16:creationId xmlns:a16="http://schemas.microsoft.com/office/drawing/2014/main" id="{7CD8654E-4AC3-43F4-9F65-38CB12AE5622}"/>
                                  </a:ext>
                                </a:extLst>
                              </p:cNvPr>
                              <p:cNvPicPr>
                                <a:picLocks noChangeAspect="1" noChangeArrowheads="1"/>
                              </p:cNvPicPr>
                              <p:nvPr/>
                            </p:nvPicPr>
                            <p:blipFill>
                              <a:blip r:embed="rId61">
                                <a:extLst>
                                  <a:ext uri="{28A0092B-C50C-407E-A947-70E740481C1C}">
                                    <a14:useLocalDpi val="0"/>
                                  </a:ext>
                                </a:extLst>
                              </a:blip>
                              <a:srcRect/>
                              <a:stretch>
                                <a:fillRect/>
                              </a:stretch>
                            </p:blipFill>
                            <p:spPr bwMode="auto">
                              <a:xfrm>
                                <a:off x="1728" y="2875"/>
                                <a:ext cx="330" cy="340"/>
                              </a:xfrm>
                              <a:prstGeom prst="rect">
                                <a:avLst/>
                              </a:prstGeom>
                              <a:noFill/>
                              <a:ln>
                                <a:noFill/>
                              </a:ln>
                              <a:effectLst/>
                            </p:spPr>
                          </p:pic>
                        </p:oleObj>
                      </mc:Fallback>
                    </mc:AlternateContent>
                  </a:graphicData>
                </a:graphic>
              </p:graphicFrame>
            </mc:Choice>
            <mc:Fallback xmlns="">
              <p:graphicFrame>
                <p:nvGraphicFramePr>
                  <p:cNvPr id="75" name="Object 21">
                    <a:extLst>
                      <a:ext uri="{FF2B5EF4-FFF2-40B4-BE49-F238E27FC236}">
                        <a16:creationId xmlns:a16="http://schemas.microsoft.com/office/drawing/2014/main" id="{73350572-0BF2-4564-9E11-18281CD4C757}"/>
                      </a:ext>
                    </a:extLst>
                  </p:cNvPr>
                  <p:cNvGraphicFramePr>
                    <a:graphicFrameLocks noChangeAspect="1"/>
                  </p:cNvGraphicFramePr>
                  <p:nvPr/>
                </p:nvGraphicFramePr>
                <p:xfrm>
                  <a:off x="1728" y="2875"/>
                  <a:ext cx="330" cy="340"/>
                </p:xfrm>
                <a:graphic>
                  <a:graphicData uri="http://schemas.openxmlformats.org/presentationml/2006/ole">
                    <mc:AlternateContent>
                      <mc:Choice xmlns:v="urn:schemas-microsoft-com:vml" Requires="v">
                        <p:oleObj spid="_x0000_s10488" name="Equation" r:id="rId64" imgW="266400" imgH="317160" progId="Equation.3">
                          <p:embed/>
                        </p:oleObj>
                      </mc:Choice>
                      <mc:Fallback>
                        <p:oleObj name="Equation" r:id="rId64" imgW="266400" imgH="317160" progId="Equation.3">
                          <p:embed/>
                          <p:pic>
                            <p:nvPicPr>
                              <p:cNvPr id="82" name="Object 21">
                                <a:extLst>
                                  <a:ext uri="{FF2B5EF4-FFF2-40B4-BE49-F238E27FC236}">
                                    <a16:creationId xmlns:a16="http://schemas.microsoft.com/office/drawing/2014/main" id="{7CD8654E-4AC3-43F4-9F65-38CB12AE5622}"/>
                                  </a:ext>
                                </a:extLst>
                              </p:cNvPr>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1728" y="2875"/>
                                <a:ext cx="330" cy="340"/>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6" name="Object 22">
                    <a:extLst>
                      <a:ext uri="{FF2B5EF4-FFF2-40B4-BE49-F238E27FC236}">
                        <a16:creationId xmlns:a16="http://schemas.microsoft.com/office/drawing/2014/main" id="{C505A32B-43E8-49BB-A260-6D7C2A8A4AB5}"/>
                      </a:ext>
                    </a:extLst>
                  </p:cNvPr>
                  <p:cNvGraphicFramePr>
                    <a:graphicFrameLocks noChangeAspect="1"/>
                  </p:cNvGraphicFramePr>
                  <p:nvPr>
                    <p:extLst>
                      <p:ext uri="{D42A27DB-BD31-4B8C-83A1-F6EECF244321}">
                        <p14:modId xmlns:p14="http://schemas.microsoft.com/office/powerpoint/2010/main" val="248167939"/>
                      </p:ext>
                    </p:extLst>
                  </p:nvPr>
                </p:nvGraphicFramePr>
                <p:xfrm>
                  <a:off x="2843" y="3023"/>
                  <a:ext cx="319" cy="349"/>
                </p:xfrm>
                <a:graphic>
                  <a:graphicData uri="http://schemas.openxmlformats.org/presentationml/2006/ole">
                    <mc:AlternateContent>
                      <mc:Choice xmlns:v="urn:schemas-microsoft-com:vml" Requires="v">
                        <p:oleObj spid="_x0000_s10534" name="Equation" r:id="rId66" imgW="241200" imgH="317160" progId="Equation.3">
                          <p:embed/>
                        </p:oleObj>
                      </mc:Choice>
                      <mc:Fallback>
                        <p:oleObj name="Equation" r:id="rId66" imgW="241200" imgH="317160" progId="Equation.3">
                          <p:embed/>
                          <p:pic>
                            <p:nvPicPr>
                              <p:cNvPr id="83" name="Object 22">
                                <a:extLst>
                                  <a:ext uri="{FF2B5EF4-FFF2-40B4-BE49-F238E27FC236}">
                                    <a16:creationId xmlns:a16="http://schemas.microsoft.com/office/drawing/2014/main" id="{FF0DFEB4-0FA4-4E45-BDD1-0A4C0C7F9E45}"/>
                                  </a:ext>
                                </a:extLst>
                              </p:cNvPr>
                              <p:cNvPicPr>
                                <a:picLocks noChangeAspect="1" noChangeArrowheads="1"/>
                              </p:cNvPicPr>
                              <p:nvPr/>
                            </p:nvPicPr>
                            <p:blipFill>
                              <a:blip r:embed="rId65">
                                <a:extLst>
                                  <a:ext uri="{28A0092B-C50C-407E-A947-70E740481C1C}">
                                    <a14:useLocalDpi val="0"/>
                                  </a:ext>
                                </a:extLst>
                              </a:blip>
                              <a:srcRect/>
                              <a:stretch>
                                <a:fillRect/>
                              </a:stretch>
                            </p:blipFill>
                            <p:spPr bwMode="auto">
                              <a:xfrm>
                                <a:off x="2843" y="3023"/>
                                <a:ext cx="319" cy="349"/>
                              </a:xfrm>
                              <a:prstGeom prst="rect">
                                <a:avLst/>
                              </a:prstGeom>
                              <a:noFill/>
                              <a:ln>
                                <a:noFill/>
                              </a:ln>
                              <a:effectLst/>
                            </p:spPr>
                          </p:pic>
                        </p:oleObj>
                      </mc:Fallback>
                    </mc:AlternateContent>
                  </a:graphicData>
                </a:graphic>
              </p:graphicFrame>
            </mc:Choice>
            <mc:Fallback xmlns="">
              <p:graphicFrame>
                <p:nvGraphicFramePr>
                  <p:cNvPr id="76" name="Object 22">
                    <a:extLst>
                      <a:ext uri="{FF2B5EF4-FFF2-40B4-BE49-F238E27FC236}">
                        <a16:creationId xmlns:a16="http://schemas.microsoft.com/office/drawing/2014/main" id="{C505A32B-43E8-49BB-A260-6D7C2A8A4AB5}"/>
                      </a:ext>
                    </a:extLst>
                  </p:cNvPr>
                  <p:cNvGraphicFramePr>
                    <a:graphicFrameLocks noChangeAspect="1"/>
                  </p:cNvGraphicFramePr>
                  <p:nvPr>
                    <p:extLst>
                      <p:ext uri="{D42A27DB-BD31-4B8C-83A1-F6EECF244321}">
                        <p14:modId xmlns:p14="http://schemas.microsoft.com/office/powerpoint/2010/main" val="248167939"/>
                      </p:ext>
                    </p:extLst>
                  </p:nvPr>
                </p:nvGraphicFramePr>
                <p:xfrm>
                  <a:off x="2843" y="3023"/>
                  <a:ext cx="319" cy="349"/>
                </p:xfrm>
                <a:graphic>
                  <a:graphicData uri="http://schemas.openxmlformats.org/presentationml/2006/ole">
                    <mc:AlternateContent>
                      <mc:Choice xmlns:v="urn:schemas-microsoft-com:vml" Requires="v">
                        <p:oleObj spid="_x0000_s10489" name="Equation" r:id="rId68" imgW="241200" imgH="317160" progId="Equation.3">
                          <p:embed/>
                        </p:oleObj>
                      </mc:Choice>
                      <mc:Fallback>
                        <p:oleObj name="Equation" r:id="rId68" imgW="241200" imgH="317160" progId="Equation.3">
                          <p:embed/>
                          <p:pic>
                            <p:nvPicPr>
                              <p:cNvPr id="83" name="Object 22">
                                <a:extLst>
                                  <a:ext uri="{FF2B5EF4-FFF2-40B4-BE49-F238E27FC236}">
                                    <a16:creationId xmlns:a16="http://schemas.microsoft.com/office/drawing/2014/main" id="{FF0DFEB4-0FA4-4E45-BDD1-0A4C0C7F9E45}"/>
                                  </a:ext>
                                </a:extLst>
                              </p:cNvPr>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2843" y="3023"/>
                                <a:ext cx="319" cy="349"/>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7" name="Object 23">
                    <a:extLst>
                      <a:ext uri="{FF2B5EF4-FFF2-40B4-BE49-F238E27FC236}">
                        <a16:creationId xmlns:a16="http://schemas.microsoft.com/office/drawing/2014/main" id="{45487D59-C3F4-4F21-BA61-40086E8001D1}"/>
                      </a:ext>
                    </a:extLst>
                  </p:cNvPr>
                  <p:cNvGraphicFramePr>
                    <a:graphicFrameLocks noChangeAspect="1"/>
                  </p:cNvGraphicFramePr>
                  <p:nvPr/>
                </p:nvGraphicFramePr>
                <p:xfrm>
                  <a:off x="4464" y="2587"/>
                  <a:ext cx="303" cy="384"/>
                </p:xfrm>
                <a:graphic>
                  <a:graphicData uri="http://schemas.openxmlformats.org/presentationml/2006/ole">
                    <mc:AlternateContent>
                      <mc:Choice xmlns:v="urn:schemas-microsoft-com:vml" Requires="v">
                        <p:oleObj spid="_x0000_s10535" name="Equation" r:id="rId70" imgW="266400" imgH="317160" progId="Equation.3">
                          <p:embed/>
                        </p:oleObj>
                      </mc:Choice>
                      <mc:Fallback>
                        <p:oleObj name="Equation" r:id="rId70" imgW="266400" imgH="317160" progId="Equation.3">
                          <p:embed/>
                          <p:pic>
                            <p:nvPicPr>
                              <p:cNvPr id="84" name="Object 23">
                                <a:extLst>
                                  <a:ext uri="{FF2B5EF4-FFF2-40B4-BE49-F238E27FC236}">
                                    <a16:creationId xmlns:a16="http://schemas.microsoft.com/office/drawing/2014/main" id="{FF50D7C2-3B63-4F44-BE9F-B22B123DBEF7}"/>
                                  </a:ext>
                                </a:extLst>
                              </p:cNvPr>
                              <p:cNvPicPr>
                                <a:picLocks noChangeAspect="1" noChangeArrowheads="1"/>
                              </p:cNvPicPr>
                              <p:nvPr/>
                            </p:nvPicPr>
                            <p:blipFill>
                              <a:blip r:embed="rId69">
                                <a:extLst>
                                  <a:ext uri="{28A0092B-C50C-407E-A947-70E740481C1C}">
                                    <a14:useLocalDpi val="0"/>
                                  </a:ext>
                                </a:extLst>
                              </a:blip>
                              <a:srcRect/>
                              <a:stretch>
                                <a:fillRect/>
                              </a:stretch>
                            </p:blipFill>
                            <p:spPr bwMode="auto">
                              <a:xfrm>
                                <a:off x="4464" y="2587"/>
                                <a:ext cx="303" cy="38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7" name="Object 23">
                    <a:extLst>
                      <a:ext uri="{FF2B5EF4-FFF2-40B4-BE49-F238E27FC236}">
                        <a16:creationId xmlns:a16="http://schemas.microsoft.com/office/drawing/2014/main" id="{45487D59-C3F4-4F21-BA61-40086E8001D1}"/>
                      </a:ext>
                    </a:extLst>
                  </p:cNvPr>
                  <p:cNvGraphicFramePr>
                    <a:graphicFrameLocks noChangeAspect="1"/>
                  </p:cNvGraphicFramePr>
                  <p:nvPr/>
                </p:nvGraphicFramePr>
                <p:xfrm>
                  <a:off x="4464" y="2587"/>
                  <a:ext cx="303" cy="384"/>
                </p:xfrm>
                <a:graphic>
                  <a:graphicData uri="http://schemas.openxmlformats.org/presentationml/2006/ole">
                    <mc:AlternateContent>
                      <mc:Choice xmlns:v="urn:schemas-microsoft-com:vml" Requires="v">
                        <p:oleObj spid="_x0000_s10490" name="Equation" r:id="rId72" imgW="266400" imgH="317160" progId="Equation.3">
                          <p:embed/>
                        </p:oleObj>
                      </mc:Choice>
                      <mc:Fallback>
                        <p:oleObj name="Equation" r:id="rId72" imgW="266400" imgH="317160" progId="Equation.3">
                          <p:embed/>
                          <p:pic>
                            <p:nvPicPr>
                              <p:cNvPr id="84" name="Object 23">
                                <a:extLst>
                                  <a:ext uri="{FF2B5EF4-FFF2-40B4-BE49-F238E27FC236}">
                                    <a16:creationId xmlns:a16="http://schemas.microsoft.com/office/drawing/2014/main" id="{FF50D7C2-3B63-4F44-BE9F-B22B123DBEF7}"/>
                                  </a:ext>
                                </a:extLst>
                              </p:cNvPr>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4464" y="2587"/>
                                <a:ext cx="30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78" name="Rectangle 108">
                <a:extLst>
                  <a:ext uri="{FF2B5EF4-FFF2-40B4-BE49-F238E27FC236}">
                    <a16:creationId xmlns:a16="http://schemas.microsoft.com/office/drawing/2014/main" id="{3E0FA647-5B6D-4821-9B03-D03F7DB601BE}"/>
                  </a:ext>
                </a:extLst>
              </p:cNvPr>
              <p:cNvSpPr>
                <a:spLocks noChangeArrowheads="1"/>
              </p:cNvSpPr>
              <p:nvPr/>
            </p:nvSpPr>
            <p:spPr bwMode="auto">
              <a:xfrm>
                <a:off x="1008" y="2251"/>
                <a:ext cx="3936" cy="16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graphicFrame>
                <p:nvGraphicFramePr>
                  <p:cNvPr id="79" name="Object 24">
                    <a:extLst>
                      <a:ext uri="{FF2B5EF4-FFF2-40B4-BE49-F238E27FC236}">
                        <a16:creationId xmlns:a16="http://schemas.microsoft.com/office/drawing/2014/main" id="{F9B9BBD0-57E9-4A94-9B61-D0BDB4F41028}"/>
                      </a:ext>
                    </a:extLst>
                  </p:cNvPr>
                  <p:cNvGraphicFramePr>
                    <a:graphicFrameLocks noChangeAspect="1"/>
                  </p:cNvGraphicFramePr>
                  <p:nvPr/>
                </p:nvGraphicFramePr>
                <p:xfrm>
                  <a:off x="2131" y="2775"/>
                  <a:ext cx="232" cy="299"/>
                </p:xfrm>
                <a:graphic>
                  <a:graphicData uri="http://schemas.openxmlformats.org/presentationml/2006/ole">
                    <mc:AlternateContent>
                      <mc:Choice xmlns:v="urn:schemas-microsoft-com:vml" Requires="v">
                        <p:oleObj spid="_x0000_s10536" name="公式" r:id="rId74" imgW="152280" imgH="215640" progId="Equation.3">
                          <p:embed/>
                        </p:oleObj>
                      </mc:Choice>
                      <mc:Fallback>
                        <p:oleObj name="公式" r:id="rId74" imgW="152280" imgH="215640" progId="Equation.3">
                          <p:embed/>
                          <p:pic>
                            <p:nvPicPr>
                              <p:cNvPr id="86" name="Object 24">
                                <a:extLst>
                                  <a:ext uri="{FF2B5EF4-FFF2-40B4-BE49-F238E27FC236}">
                                    <a16:creationId xmlns:a16="http://schemas.microsoft.com/office/drawing/2014/main" id="{65FAB36F-BC46-4307-8896-4CDD7E3B3328}"/>
                                  </a:ext>
                                </a:extLst>
                              </p:cNvPr>
                              <p:cNvPicPr>
                                <a:picLocks noChangeAspect="1" noChangeArrowheads="1"/>
                              </p:cNvPicPr>
                              <p:nvPr/>
                            </p:nvPicPr>
                            <p:blipFill>
                              <a:blip r:embed="rId73">
                                <a:extLst>
                                  <a:ext uri="{28A0092B-C50C-407E-A947-70E740481C1C}">
                                    <a14:useLocalDpi val="0"/>
                                  </a:ext>
                                </a:extLst>
                              </a:blip>
                              <a:srcRect/>
                              <a:stretch>
                                <a:fillRect/>
                              </a:stretch>
                            </p:blipFill>
                            <p:spPr bwMode="auto">
                              <a:xfrm>
                                <a:off x="2131" y="2775"/>
                                <a:ext cx="232" cy="299"/>
                              </a:xfrm>
                              <a:prstGeom prst="rect">
                                <a:avLst/>
                              </a:prstGeom>
                              <a:noFill/>
                              <a:ln>
                                <a:noFill/>
                              </a:ln>
                              <a:effectLst/>
                            </p:spPr>
                          </p:pic>
                        </p:oleObj>
                      </mc:Fallback>
                    </mc:AlternateContent>
                  </a:graphicData>
                </a:graphic>
              </p:graphicFrame>
            </mc:Choice>
            <mc:Fallback xmlns="">
              <p:graphicFrame>
                <p:nvGraphicFramePr>
                  <p:cNvPr id="79" name="Object 24">
                    <a:extLst>
                      <a:ext uri="{FF2B5EF4-FFF2-40B4-BE49-F238E27FC236}">
                        <a16:creationId xmlns:a16="http://schemas.microsoft.com/office/drawing/2014/main" id="{F9B9BBD0-57E9-4A94-9B61-D0BDB4F41028}"/>
                      </a:ext>
                    </a:extLst>
                  </p:cNvPr>
                  <p:cNvGraphicFramePr>
                    <a:graphicFrameLocks noChangeAspect="1"/>
                  </p:cNvGraphicFramePr>
                  <p:nvPr/>
                </p:nvGraphicFramePr>
                <p:xfrm>
                  <a:off x="2131" y="2775"/>
                  <a:ext cx="232" cy="299"/>
                </p:xfrm>
                <a:graphic>
                  <a:graphicData uri="http://schemas.openxmlformats.org/presentationml/2006/ole">
                    <mc:AlternateContent>
                      <mc:Choice xmlns:v="urn:schemas-microsoft-com:vml" Requires="v">
                        <p:oleObj spid="_x0000_s10491" name="公式" r:id="rId76" imgW="152280" imgH="215640" progId="Equation.3">
                          <p:embed/>
                        </p:oleObj>
                      </mc:Choice>
                      <mc:Fallback>
                        <p:oleObj name="公式" r:id="rId76" imgW="152280" imgH="215640" progId="Equation.3">
                          <p:embed/>
                          <p:pic>
                            <p:nvPicPr>
                              <p:cNvPr id="86" name="Object 24">
                                <a:extLst>
                                  <a:ext uri="{FF2B5EF4-FFF2-40B4-BE49-F238E27FC236}">
                                    <a16:creationId xmlns:a16="http://schemas.microsoft.com/office/drawing/2014/main" id="{65FAB36F-BC46-4307-8896-4CDD7E3B3328}"/>
                                  </a:ext>
                                </a:extLst>
                              </p:cNvPr>
                              <p:cNvPicPr>
                                <a:picLocks noChangeAspect="1" noChangeArrowheads="1"/>
                              </p:cNvPicPr>
                              <p:nvPr/>
                            </p:nvPicPr>
                            <p:blipFill>
                              <a:blip r:embed="rId77">
                                <a:extLst>
                                  <a:ext uri="{28A0092B-C50C-407E-A947-70E740481C1C}">
                                    <a14:useLocalDpi xmlns:a14="http://schemas.microsoft.com/office/drawing/2010/main" val="0"/>
                                  </a:ext>
                                </a:extLst>
                              </a:blip>
                              <a:srcRect/>
                              <a:stretch>
                                <a:fillRect/>
                              </a:stretch>
                            </p:blipFill>
                            <p:spPr bwMode="auto">
                              <a:xfrm>
                                <a:off x="2131" y="2775"/>
                                <a:ext cx="232" cy="299"/>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0" name="Object 25">
                    <a:extLst>
                      <a:ext uri="{FF2B5EF4-FFF2-40B4-BE49-F238E27FC236}">
                        <a16:creationId xmlns:a16="http://schemas.microsoft.com/office/drawing/2014/main" id="{FE8928FC-1A42-4B40-B1EB-E98FE088DE03}"/>
                      </a:ext>
                    </a:extLst>
                  </p:cNvPr>
                  <p:cNvGraphicFramePr>
                    <a:graphicFrameLocks noChangeAspect="1"/>
                  </p:cNvGraphicFramePr>
                  <p:nvPr>
                    <p:extLst>
                      <p:ext uri="{D42A27DB-BD31-4B8C-83A1-F6EECF244321}">
                        <p14:modId xmlns:p14="http://schemas.microsoft.com/office/powerpoint/2010/main" val="1243780108"/>
                      </p:ext>
                    </p:extLst>
                  </p:nvPr>
                </p:nvGraphicFramePr>
                <p:xfrm>
                  <a:off x="2350" y="2825"/>
                  <a:ext cx="194" cy="271"/>
                </p:xfrm>
                <a:graphic>
                  <a:graphicData uri="http://schemas.openxmlformats.org/presentationml/2006/ole">
                    <mc:AlternateContent>
                      <mc:Choice xmlns:v="urn:schemas-microsoft-com:vml" Requires="v">
                        <p:oleObj spid="_x0000_s10537" name="公式" r:id="rId78" imgW="139680" imgH="215640" progId="Equation.3">
                          <p:embed/>
                        </p:oleObj>
                      </mc:Choice>
                      <mc:Fallback>
                        <p:oleObj name="公式" r:id="rId78" imgW="139680" imgH="215640" progId="Equation.3">
                          <p:embed/>
                          <p:pic>
                            <p:nvPicPr>
                              <p:cNvPr id="87" name="Object 25">
                                <a:extLst>
                                  <a:ext uri="{FF2B5EF4-FFF2-40B4-BE49-F238E27FC236}">
                                    <a16:creationId xmlns:a16="http://schemas.microsoft.com/office/drawing/2014/main" id="{59AD70DF-E941-403F-9852-2CA7E8AB751E}"/>
                                  </a:ext>
                                </a:extLst>
                              </p:cNvPr>
                              <p:cNvPicPr>
                                <a:picLocks noChangeAspect="1" noChangeArrowheads="1"/>
                              </p:cNvPicPr>
                              <p:nvPr/>
                            </p:nvPicPr>
                            <p:blipFill>
                              <a:blip r:embed="rId39">
                                <a:extLst>
                                  <a:ext uri="{28A0092B-C50C-407E-A947-70E740481C1C}">
                                    <a14:useLocalDpi val="0"/>
                                  </a:ext>
                                </a:extLst>
                              </a:blip>
                              <a:srcRect/>
                              <a:stretch>
                                <a:fillRect/>
                              </a:stretch>
                            </p:blipFill>
                            <p:spPr bwMode="auto">
                              <a:xfrm>
                                <a:off x="2350" y="2825"/>
                                <a:ext cx="194" cy="271"/>
                              </a:xfrm>
                              <a:prstGeom prst="rect">
                                <a:avLst/>
                              </a:prstGeom>
                              <a:noFill/>
                              <a:ln>
                                <a:noFill/>
                              </a:ln>
                              <a:effectLst/>
                            </p:spPr>
                          </p:pic>
                        </p:oleObj>
                      </mc:Fallback>
                    </mc:AlternateContent>
                  </a:graphicData>
                </a:graphic>
              </p:graphicFrame>
            </mc:Choice>
            <mc:Fallback xmlns="">
              <p:graphicFrame>
                <p:nvGraphicFramePr>
                  <p:cNvPr id="80" name="Object 25">
                    <a:extLst>
                      <a:ext uri="{FF2B5EF4-FFF2-40B4-BE49-F238E27FC236}">
                        <a16:creationId xmlns:a16="http://schemas.microsoft.com/office/drawing/2014/main" id="{FE8928FC-1A42-4B40-B1EB-E98FE088DE03}"/>
                      </a:ext>
                    </a:extLst>
                  </p:cNvPr>
                  <p:cNvGraphicFramePr>
                    <a:graphicFrameLocks noChangeAspect="1"/>
                  </p:cNvGraphicFramePr>
                  <p:nvPr>
                    <p:extLst>
                      <p:ext uri="{D42A27DB-BD31-4B8C-83A1-F6EECF244321}">
                        <p14:modId xmlns:p14="http://schemas.microsoft.com/office/powerpoint/2010/main" val="1243780108"/>
                      </p:ext>
                    </p:extLst>
                  </p:nvPr>
                </p:nvGraphicFramePr>
                <p:xfrm>
                  <a:off x="2350" y="2825"/>
                  <a:ext cx="194" cy="271"/>
                </p:xfrm>
                <a:graphic>
                  <a:graphicData uri="http://schemas.openxmlformats.org/presentationml/2006/ole">
                    <mc:AlternateContent>
                      <mc:Choice xmlns:v="urn:schemas-microsoft-com:vml" Requires="v">
                        <p:oleObj spid="_x0000_s10492" name="公式" r:id="rId79" imgW="139680" imgH="215640" progId="Equation.3">
                          <p:embed/>
                        </p:oleObj>
                      </mc:Choice>
                      <mc:Fallback>
                        <p:oleObj name="公式" r:id="rId79" imgW="139680" imgH="215640" progId="Equation.3">
                          <p:embed/>
                          <p:pic>
                            <p:nvPicPr>
                              <p:cNvPr id="87" name="Object 25">
                                <a:extLst>
                                  <a:ext uri="{FF2B5EF4-FFF2-40B4-BE49-F238E27FC236}">
                                    <a16:creationId xmlns:a16="http://schemas.microsoft.com/office/drawing/2014/main" id="{59AD70DF-E941-403F-9852-2CA7E8AB751E}"/>
                                  </a:ext>
                                </a:extLst>
                              </p:cNvPr>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2350" y="2825"/>
                                <a:ext cx="194" cy="271"/>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1" name="Object 26">
                    <a:extLst>
                      <a:ext uri="{FF2B5EF4-FFF2-40B4-BE49-F238E27FC236}">
                        <a16:creationId xmlns:a16="http://schemas.microsoft.com/office/drawing/2014/main" id="{954A6AAB-2C0C-443D-AB67-A0DB926914EE}"/>
                      </a:ext>
                    </a:extLst>
                  </p:cNvPr>
                  <p:cNvGraphicFramePr>
                    <a:graphicFrameLocks noChangeAspect="1"/>
                  </p:cNvGraphicFramePr>
                  <p:nvPr/>
                </p:nvGraphicFramePr>
                <p:xfrm>
                  <a:off x="1991" y="3138"/>
                  <a:ext cx="356" cy="351"/>
                </p:xfrm>
                <a:graphic>
                  <a:graphicData uri="http://schemas.openxmlformats.org/presentationml/2006/ole">
                    <mc:AlternateContent>
                      <mc:Choice xmlns:v="urn:schemas-microsoft-com:vml" Requires="v">
                        <p:oleObj spid="_x0000_s10538" name="公式" r:id="rId81" imgW="164880" imgH="215640" progId="Equation.3">
                          <p:embed/>
                        </p:oleObj>
                      </mc:Choice>
                      <mc:Fallback>
                        <p:oleObj name="公式" r:id="rId81" imgW="164880" imgH="215640" progId="Equation.3">
                          <p:embed/>
                          <p:pic>
                            <p:nvPicPr>
                              <p:cNvPr id="88" name="Object 26">
                                <a:extLst>
                                  <a:ext uri="{FF2B5EF4-FFF2-40B4-BE49-F238E27FC236}">
                                    <a16:creationId xmlns:a16="http://schemas.microsoft.com/office/drawing/2014/main" id="{2AE02D82-2198-4CD9-8DB2-EA3D72903A99}"/>
                                  </a:ext>
                                </a:extLst>
                              </p:cNvPr>
                              <p:cNvPicPr>
                                <a:picLocks noChangeAspect="1" noChangeArrowheads="1"/>
                              </p:cNvPicPr>
                              <p:nvPr/>
                            </p:nvPicPr>
                            <p:blipFill>
                              <a:blip r:embed="rId41">
                                <a:extLst>
                                  <a:ext uri="{28A0092B-C50C-407E-A947-70E740481C1C}">
                                    <a14:useLocalDpi val="0"/>
                                  </a:ext>
                                </a:extLst>
                              </a:blip>
                              <a:srcRect/>
                              <a:stretch>
                                <a:fillRect/>
                              </a:stretch>
                            </p:blipFill>
                            <p:spPr bwMode="auto">
                              <a:xfrm>
                                <a:off x="1991" y="3138"/>
                                <a:ext cx="356" cy="35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 name="Object 26">
                    <a:extLst>
                      <a:ext uri="{FF2B5EF4-FFF2-40B4-BE49-F238E27FC236}">
                        <a16:creationId xmlns:a16="http://schemas.microsoft.com/office/drawing/2014/main" id="{954A6AAB-2C0C-443D-AB67-A0DB926914EE}"/>
                      </a:ext>
                    </a:extLst>
                  </p:cNvPr>
                  <p:cNvGraphicFramePr>
                    <a:graphicFrameLocks noChangeAspect="1"/>
                  </p:cNvGraphicFramePr>
                  <p:nvPr/>
                </p:nvGraphicFramePr>
                <p:xfrm>
                  <a:off x="1991" y="3138"/>
                  <a:ext cx="356" cy="351"/>
                </p:xfrm>
                <a:graphic>
                  <a:graphicData uri="http://schemas.openxmlformats.org/presentationml/2006/ole">
                    <mc:AlternateContent>
                      <mc:Choice xmlns:v="urn:schemas-microsoft-com:vml" Requires="v">
                        <p:oleObj spid="_x0000_s10493" name="公式" r:id="rId82" imgW="164880" imgH="215640" progId="Equation.3">
                          <p:embed/>
                        </p:oleObj>
                      </mc:Choice>
                      <mc:Fallback>
                        <p:oleObj name="公式" r:id="rId82" imgW="164880" imgH="215640" progId="Equation.3">
                          <p:embed/>
                          <p:pic>
                            <p:nvPicPr>
                              <p:cNvPr id="88" name="Object 26">
                                <a:extLst>
                                  <a:ext uri="{FF2B5EF4-FFF2-40B4-BE49-F238E27FC236}">
                                    <a16:creationId xmlns:a16="http://schemas.microsoft.com/office/drawing/2014/main" id="{2AE02D82-2198-4CD9-8DB2-EA3D72903A99}"/>
                                  </a:ext>
                                </a:extLst>
                              </p:cNvPr>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1991" y="3138"/>
                                <a:ext cx="356"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2" name="Object 27">
                    <a:extLst>
                      <a:ext uri="{FF2B5EF4-FFF2-40B4-BE49-F238E27FC236}">
                        <a16:creationId xmlns:a16="http://schemas.microsoft.com/office/drawing/2014/main" id="{EEB10F8C-2394-457A-9BB3-5A659ED2456F}"/>
                      </a:ext>
                    </a:extLst>
                  </p:cNvPr>
                  <p:cNvGraphicFramePr>
                    <a:graphicFrameLocks noChangeAspect="1"/>
                  </p:cNvGraphicFramePr>
                  <p:nvPr/>
                </p:nvGraphicFramePr>
                <p:xfrm>
                  <a:off x="3662" y="2713"/>
                  <a:ext cx="330" cy="381"/>
                </p:xfrm>
                <a:graphic>
                  <a:graphicData uri="http://schemas.openxmlformats.org/presentationml/2006/ole">
                    <mc:AlternateContent>
                      <mc:Choice xmlns:v="urn:schemas-microsoft-com:vml" Requires="v">
                        <p:oleObj spid="_x0000_s10539" name="公式" r:id="rId84" imgW="177480" imgH="215640" progId="Equation.3">
                          <p:embed/>
                        </p:oleObj>
                      </mc:Choice>
                      <mc:Fallback>
                        <p:oleObj name="公式" r:id="rId84" imgW="177480" imgH="215640" progId="Equation.3">
                          <p:embed/>
                          <p:pic>
                            <p:nvPicPr>
                              <p:cNvPr id="89" name="Object 27">
                                <a:extLst>
                                  <a:ext uri="{FF2B5EF4-FFF2-40B4-BE49-F238E27FC236}">
                                    <a16:creationId xmlns:a16="http://schemas.microsoft.com/office/drawing/2014/main" id="{7C4A31F4-F8BF-45AA-9CA8-130B7A7F01CE}"/>
                                  </a:ext>
                                </a:extLst>
                              </p:cNvPr>
                              <p:cNvPicPr>
                                <a:picLocks noChangeAspect="1" noChangeArrowheads="1"/>
                              </p:cNvPicPr>
                              <p:nvPr/>
                            </p:nvPicPr>
                            <p:blipFill>
                              <a:blip r:embed="rId45">
                                <a:extLst>
                                  <a:ext uri="{28A0092B-C50C-407E-A947-70E740481C1C}">
                                    <a14:useLocalDpi val="0"/>
                                  </a:ext>
                                </a:extLst>
                              </a:blip>
                              <a:srcRect/>
                              <a:stretch>
                                <a:fillRect/>
                              </a:stretch>
                            </p:blipFill>
                            <p:spPr bwMode="auto">
                              <a:xfrm>
                                <a:off x="3662" y="2713"/>
                                <a:ext cx="330" cy="381"/>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2" name="Object 27">
                    <a:extLst>
                      <a:ext uri="{FF2B5EF4-FFF2-40B4-BE49-F238E27FC236}">
                        <a16:creationId xmlns:a16="http://schemas.microsoft.com/office/drawing/2014/main" id="{EEB10F8C-2394-457A-9BB3-5A659ED2456F}"/>
                      </a:ext>
                    </a:extLst>
                  </p:cNvPr>
                  <p:cNvGraphicFramePr>
                    <a:graphicFrameLocks noChangeAspect="1"/>
                  </p:cNvGraphicFramePr>
                  <p:nvPr/>
                </p:nvGraphicFramePr>
                <p:xfrm>
                  <a:off x="3662" y="2713"/>
                  <a:ext cx="330" cy="381"/>
                </p:xfrm>
                <a:graphic>
                  <a:graphicData uri="http://schemas.openxmlformats.org/presentationml/2006/ole">
                    <mc:AlternateContent>
                      <mc:Choice xmlns:v="urn:schemas-microsoft-com:vml" Requires="v">
                        <p:oleObj spid="_x0000_s10494" name="公式" r:id="rId85" imgW="177480" imgH="215640" progId="Equation.3">
                          <p:embed/>
                        </p:oleObj>
                      </mc:Choice>
                      <mc:Fallback>
                        <p:oleObj name="公式" r:id="rId85" imgW="177480" imgH="215640" progId="Equation.3">
                          <p:embed/>
                          <p:pic>
                            <p:nvPicPr>
                              <p:cNvPr id="89" name="Object 27">
                                <a:extLst>
                                  <a:ext uri="{FF2B5EF4-FFF2-40B4-BE49-F238E27FC236}">
                                    <a16:creationId xmlns:a16="http://schemas.microsoft.com/office/drawing/2014/main" id="{7C4A31F4-F8BF-45AA-9CA8-130B7A7F01CE}"/>
                                  </a:ext>
                                </a:extLst>
                              </p:cNvPr>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3662" y="2713"/>
                                <a:ext cx="330"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3" name="Oval 113">
                <a:extLst>
                  <a:ext uri="{FF2B5EF4-FFF2-40B4-BE49-F238E27FC236}">
                    <a16:creationId xmlns:a16="http://schemas.microsoft.com/office/drawing/2014/main" id="{626EAF06-42A2-4849-824D-9CB9B26CA040}"/>
                  </a:ext>
                </a:extLst>
              </p:cNvPr>
              <p:cNvSpPr>
                <a:spLocks noChangeArrowheads="1"/>
              </p:cNvSpPr>
              <p:nvPr/>
            </p:nvSpPr>
            <p:spPr bwMode="auto">
              <a:xfrm>
                <a:off x="2290" y="3044"/>
                <a:ext cx="152" cy="296"/>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4" name="Oval 114">
                <a:extLst>
                  <a:ext uri="{FF2B5EF4-FFF2-40B4-BE49-F238E27FC236}">
                    <a16:creationId xmlns:a16="http://schemas.microsoft.com/office/drawing/2014/main" id="{8468D7CD-14D1-4A00-86DA-502608CEB270}"/>
                  </a:ext>
                </a:extLst>
              </p:cNvPr>
              <p:cNvSpPr>
                <a:spLocks noChangeArrowheads="1"/>
              </p:cNvSpPr>
              <p:nvPr/>
            </p:nvSpPr>
            <p:spPr bwMode="auto">
              <a:xfrm>
                <a:off x="4119" y="2653"/>
                <a:ext cx="75" cy="99"/>
              </a:xfrm>
              <a:prstGeom prst="ellipse">
                <a:avLst/>
              </a:prstGeom>
              <a:solidFill>
                <a:srgbClr val="CCFF66">
                  <a:alpha val="50195"/>
                </a:srgb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5" name="Line 115">
                <a:extLst>
                  <a:ext uri="{FF2B5EF4-FFF2-40B4-BE49-F238E27FC236}">
                    <a16:creationId xmlns:a16="http://schemas.microsoft.com/office/drawing/2014/main" id="{B4A23FD9-AB7D-42C0-82EA-64EA28C6A2D4}"/>
                  </a:ext>
                </a:extLst>
              </p:cNvPr>
              <p:cNvSpPr>
                <a:spLocks noChangeShapeType="1"/>
              </p:cNvSpPr>
              <p:nvPr/>
            </p:nvSpPr>
            <p:spPr bwMode="auto">
              <a:xfrm flipH="1">
                <a:off x="3600" y="2685"/>
                <a:ext cx="288" cy="0"/>
              </a:xfrm>
              <a:prstGeom prst="line">
                <a:avLst/>
              </a:prstGeom>
              <a:noFill/>
              <a:ln w="28575">
                <a:solidFill>
                  <a:srgbClr val="CC00CC"/>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mc:AlternateContent xmlns:mc="http://schemas.openxmlformats.org/markup-compatibility/2006" xmlns:a14="http://schemas.microsoft.com/office/drawing/2010/main">
          <mc:Choice Requires="a14">
            <p:graphicFrame>
              <p:nvGraphicFramePr>
                <p:cNvPr id="86" name="Object 28">
                  <a:extLst>
                    <a:ext uri="{FF2B5EF4-FFF2-40B4-BE49-F238E27FC236}">
                      <a16:creationId xmlns:a16="http://schemas.microsoft.com/office/drawing/2014/main" id="{69C84A9B-E3CB-4CE7-B775-28C92DC0622C}"/>
                    </a:ext>
                  </a:extLst>
                </p:cNvPr>
                <p:cNvGraphicFramePr>
                  <a:graphicFrameLocks noChangeAspect="1"/>
                </p:cNvGraphicFramePr>
                <p:nvPr>
                  <p:extLst>
                    <p:ext uri="{D42A27DB-BD31-4B8C-83A1-F6EECF244321}">
                      <p14:modId xmlns:p14="http://schemas.microsoft.com/office/powerpoint/2010/main" val="3083731377"/>
                    </p:ext>
                  </p:extLst>
                </p:nvPr>
              </p:nvGraphicFramePr>
              <p:xfrm>
                <a:off x="10095099" y="963661"/>
                <a:ext cx="388938" cy="491487"/>
              </p:xfrm>
              <a:graphic>
                <a:graphicData uri="http://schemas.openxmlformats.org/presentationml/2006/ole">
                  <mc:AlternateContent>
                    <mc:Choice xmlns:v="urn:schemas-microsoft-com:vml" Requires="v">
                      <p:oleObj spid="_x0000_s10540" name="公式" r:id="rId87" imgW="177480" imgH="215640" progId="Equation.3">
                        <p:embed/>
                      </p:oleObj>
                    </mc:Choice>
                    <mc:Fallback>
                      <p:oleObj name="公式" r:id="rId87" imgW="177480" imgH="215640" progId="Equation.3">
                        <p:embed/>
                        <p:pic>
                          <p:nvPicPr>
                            <p:cNvPr id="93" name="Object 28">
                              <a:extLst>
                                <a:ext uri="{FF2B5EF4-FFF2-40B4-BE49-F238E27FC236}">
                                  <a16:creationId xmlns:a16="http://schemas.microsoft.com/office/drawing/2014/main" id="{DA2A729C-D254-4C6B-A0C5-C384706D907E}"/>
                                </a:ext>
                              </a:extLst>
                            </p:cNvPr>
                            <p:cNvPicPr>
                              <a:picLocks noChangeAspect="1" noChangeArrowheads="1"/>
                            </p:cNvPicPr>
                            <p:nvPr/>
                          </p:nvPicPr>
                          <p:blipFill>
                            <a:blip r:embed="rId49">
                              <a:extLst>
                                <a:ext uri="{28A0092B-C50C-407E-A947-70E740481C1C}">
                                  <a14:useLocalDpi val="0"/>
                                </a:ext>
                              </a:extLst>
                            </a:blip>
                            <a:srcRect/>
                            <a:stretch>
                              <a:fillRect/>
                            </a:stretch>
                          </p:blipFill>
                          <p:spPr bwMode="auto">
                            <a:xfrm>
                              <a:off x="10095099" y="963661"/>
                              <a:ext cx="388938" cy="491487"/>
                            </a:xfrm>
                            <a:prstGeom prst="rect">
                              <a:avLst/>
                            </a:prstGeom>
                            <a:noFill/>
                            <a:ln>
                              <a:noFill/>
                            </a:ln>
                            <a:effectLst/>
                          </p:spPr>
                        </p:pic>
                      </p:oleObj>
                    </mc:Fallback>
                  </mc:AlternateContent>
                </a:graphicData>
              </a:graphic>
            </p:graphicFrame>
          </mc:Choice>
          <mc:Fallback xmlns="">
            <p:graphicFrame>
              <p:nvGraphicFramePr>
                <p:cNvPr id="86" name="Object 28">
                  <a:extLst>
                    <a:ext uri="{FF2B5EF4-FFF2-40B4-BE49-F238E27FC236}">
                      <a16:creationId xmlns:a16="http://schemas.microsoft.com/office/drawing/2014/main" id="{69C84A9B-E3CB-4CE7-B775-28C92DC0622C}"/>
                    </a:ext>
                  </a:extLst>
                </p:cNvPr>
                <p:cNvGraphicFramePr>
                  <a:graphicFrameLocks noChangeAspect="1"/>
                </p:cNvGraphicFramePr>
                <p:nvPr>
                  <p:extLst>
                    <p:ext uri="{D42A27DB-BD31-4B8C-83A1-F6EECF244321}">
                      <p14:modId xmlns:p14="http://schemas.microsoft.com/office/powerpoint/2010/main" val="3083731377"/>
                    </p:ext>
                  </p:extLst>
                </p:nvPr>
              </p:nvGraphicFramePr>
              <p:xfrm>
                <a:off x="10095099" y="963661"/>
                <a:ext cx="388938" cy="491487"/>
              </p:xfrm>
              <a:graphic>
                <a:graphicData uri="http://schemas.openxmlformats.org/presentationml/2006/ole">
                  <mc:AlternateContent>
                    <mc:Choice xmlns:v="urn:schemas-microsoft-com:vml" Requires="v">
                      <p:oleObj spid="_x0000_s10495" name="公式" r:id="rId88" imgW="177480" imgH="215640" progId="Equation.3">
                        <p:embed/>
                      </p:oleObj>
                    </mc:Choice>
                    <mc:Fallback>
                      <p:oleObj name="公式" r:id="rId88" imgW="177480" imgH="215640" progId="Equation.3">
                        <p:embed/>
                        <p:pic>
                          <p:nvPicPr>
                            <p:cNvPr id="93" name="Object 28">
                              <a:extLst>
                                <a:ext uri="{FF2B5EF4-FFF2-40B4-BE49-F238E27FC236}">
                                  <a16:creationId xmlns:a16="http://schemas.microsoft.com/office/drawing/2014/main" id="{DA2A729C-D254-4C6B-A0C5-C384706D907E}"/>
                                </a:ext>
                              </a:extLst>
                            </p:cNvPr>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10095099" y="963661"/>
                              <a:ext cx="388938" cy="491487"/>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7" name="Object 29">
                  <a:extLst>
                    <a:ext uri="{FF2B5EF4-FFF2-40B4-BE49-F238E27FC236}">
                      <a16:creationId xmlns:a16="http://schemas.microsoft.com/office/drawing/2014/main" id="{9004E3F9-28BE-4A4E-AE71-4B89BAB7BD00}"/>
                    </a:ext>
                  </a:extLst>
                </p:cNvPr>
                <p:cNvGraphicFramePr>
                  <a:graphicFrameLocks noChangeAspect="1"/>
                </p:cNvGraphicFramePr>
                <p:nvPr>
                  <p:extLst>
                    <p:ext uri="{D42A27DB-BD31-4B8C-83A1-F6EECF244321}">
                      <p14:modId xmlns:p14="http://schemas.microsoft.com/office/powerpoint/2010/main" val="3040288783"/>
                    </p:ext>
                  </p:extLst>
                </p:nvPr>
              </p:nvGraphicFramePr>
              <p:xfrm>
                <a:off x="10560235" y="1043933"/>
                <a:ext cx="388939" cy="460426"/>
              </p:xfrm>
              <a:graphic>
                <a:graphicData uri="http://schemas.openxmlformats.org/presentationml/2006/ole">
                  <mc:AlternateContent>
                    <mc:Choice xmlns:v="urn:schemas-microsoft-com:vml" Requires="v">
                      <p:oleObj spid="_x0000_s10541" name="公式" r:id="rId90" imgW="164880" imgH="215640" progId="Equation.3">
                        <p:embed/>
                      </p:oleObj>
                    </mc:Choice>
                    <mc:Fallback>
                      <p:oleObj name="公式" r:id="rId90" imgW="164880" imgH="215640" progId="Equation.3">
                        <p:embed/>
                        <p:pic>
                          <p:nvPicPr>
                            <p:cNvPr id="94" name="Object 29">
                              <a:extLst>
                                <a:ext uri="{FF2B5EF4-FFF2-40B4-BE49-F238E27FC236}">
                                  <a16:creationId xmlns:a16="http://schemas.microsoft.com/office/drawing/2014/main" id="{21E97424-7A4D-415B-8819-8E8CF468AACD}"/>
                                </a:ext>
                              </a:extLst>
                            </p:cNvPr>
                            <p:cNvPicPr>
                              <a:picLocks noChangeAspect="1" noChangeArrowheads="1"/>
                            </p:cNvPicPr>
                            <p:nvPr/>
                          </p:nvPicPr>
                          <p:blipFill>
                            <a:blip r:embed="rId53">
                              <a:extLst>
                                <a:ext uri="{28A0092B-C50C-407E-A947-70E740481C1C}">
                                  <a14:useLocalDpi val="0"/>
                                </a:ext>
                              </a:extLst>
                            </a:blip>
                            <a:srcRect/>
                            <a:stretch>
                              <a:fillRect/>
                            </a:stretch>
                          </p:blipFill>
                          <p:spPr bwMode="auto">
                            <a:xfrm>
                              <a:off x="10560235" y="1043933"/>
                              <a:ext cx="388939" cy="460426"/>
                            </a:xfrm>
                            <a:prstGeom prst="rect">
                              <a:avLst/>
                            </a:prstGeom>
                            <a:noFill/>
                            <a:ln>
                              <a:noFill/>
                            </a:ln>
                            <a:effectLst/>
                          </p:spPr>
                        </p:pic>
                      </p:oleObj>
                    </mc:Fallback>
                  </mc:AlternateContent>
                </a:graphicData>
              </a:graphic>
            </p:graphicFrame>
          </mc:Choice>
          <mc:Fallback xmlns="">
            <p:graphicFrame>
              <p:nvGraphicFramePr>
                <p:cNvPr id="87" name="Object 29">
                  <a:extLst>
                    <a:ext uri="{FF2B5EF4-FFF2-40B4-BE49-F238E27FC236}">
                      <a16:creationId xmlns:a16="http://schemas.microsoft.com/office/drawing/2014/main" id="{9004E3F9-28BE-4A4E-AE71-4B89BAB7BD00}"/>
                    </a:ext>
                  </a:extLst>
                </p:cNvPr>
                <p:cNvGraphicFramePr>
                  <a:graphicFrameLocks noChangeAspect="1"/>
                </p:cNvGraphicFramePr>
                <p:nvPr>
                  <p:extLst>
                    <p:ext uri="{D42A27DB-BD31-4B8C-83A1-F6EECF244321}">
                      <p14:modId xmlns:p14="http://schemas.microsoft.com/office/powerpoint/2010/main" val="3040288783"/>
                    </p:ext>
                  </p:extLst>
                </p:nvPr>
              </p:nvGraphicFramePr>
              <p:xfrm>
                <a:off x="10560235" y="1043933"/>
                <a:ext cx="388939" cy="460426"/>
              </p:xfrm>
              <a:graphic>
                <a:graphicData uri="http://schemas.openxmlformats.org/presentationml/2006/ole">
                  <mc:AlternateContent>
                    <mc:Choice xmlns:v="urn:schemas-microsoft-com:vml" Requires="v">
                      <p:oleObj spid="_x0000_s10496" name="公式" r:id="rId91" imgW="164880" imgH="215640" progId="Equation.3">
                        <p:embed/>
                      </p:oleObj>
                    </mc:Choice>
                    <mc:Fallback>
                      <p:oleObj name="公式" r:id="rId91" imgW="164880" imgH="215640" progId="Equation.3">
                        <p:embed/>
                        <p:pic>
                          <p:nvPicPr>
                            <p:cNvPr id="94" name="Object 29">
                              <a:extLst>
                                <a:ext uri="{FF2B5EF4-FFF2-40B4-BE49-F238E27FC236}">
                                  <a16:creationId xmlns:a16="http://schemas.microsoft.com/office/drawing/2014/main" id="{21E97424-7A4D-415B-8819-8E8CF468AACD}"/>
                                </a:ext>
                              </a:extLst>
                            </p:cNvPr>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10560235" y="1043933"/>
                              <a:ext cx="388939" cy="460426"/>
                            </a:xfrm>
                            <a:prstGeom prst="rect">
                              <a:avLst/>
                            </a:prstGeom>
                            <a:noFill/>
                            <a:ln>
                              <a:noFill/>
                            </a:ln>
                            <a:effectLst/>
                          </p:spPr>
                        </p:pic>
                      </p:oleObj>
                    </mc:Fallback>
                  </mc:AlternateContent>
                </a:graphicData>
              </a:graphic>
            </p:graphicFrame>
          </mc:Fallback>
        </mc:AlternateContent>
        <p:cxnSp>
          <p:nvCxnSpPr>
            <p:cNvPr id="88" name="直接箭头连接符 87">
              <a:extLst>
                <a:ext uri="{FF2B5EF4-FFF2-40B4-BE49-F238E27FC236}">
                  <a16:creationId xmlns:a16="http://schemas.microsoft.com/office/drawing/2014/main" id="{92DE471B-95F6-4715-8026-A3B1CE935E57}"/>
                </a:ext>
              </a:extLst>
            </p:cNvPr>
            <p:cNvCxnSpPr/>
            <p:nvPr/>
          </p:nvCxnSpPr>
          <p:spPr bwMode="auto">
            <a:xfrm>
              <a:off x="7359837" y="2856909"/>
              <a:ext cx="3000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9" name="直接箭头连接符 88">
              <a:extLst>
                <a:ext uri="{FF2B5EF4-FFF2-40B4-BE49-F238E27FC236}">
                  <a16:creationId xmlns:a16="http://schemas.microsoft.com/office/drawing/2014/main" id="{C145E650-B25D-402D-ACF4-A7B3EEE6B8B5}"/>
                </a:ext>
              </a:extLst>
            </p:cNvPr>
            <p:cNvCxnSpPr/>
            <p:nvPr/>
          </p:nvCxnSpPr>
          <p:spPr bwMode="auto">
            <a:xfrm flipH="1">
              <a:off x="7983558" y="2832276"/>
              <a:ext cx="25544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90" name="Object 24">
                  <a:extLst>
                    <a:ext uri="{FF2B5EF4-FFF2-40B4-BE49-F238E27FC236}">
                      <a16:creationId xmlns:a16="http://schemas.microsoft.com/office/drawing/2014/main" id="{CA7D554A-DD4F-484C-877F-4CB46C619CBF}"/>
                    </a:ext>
                  </a:extLst>
                </p:cNvPr>
                <p:cNvSpPr txBox="1"/>
                <p:nvPr/>
              </p:nvSpPr>
              <p:spPr bwMode="auto">
                <a:xfrm>
                  <a:off x="7668151" y="2662403"/>
                  <a:ext cx="368300" cy="4746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Sub>
                      </m:oMath>
                    </m:oMathPara>
                  </a14:m>
                  <a:endParaRPr lang="zh-CN" altLang="en-US" dirty="0"/>
                </a:p>
              </p:txBody>
            </p:sp>
          </mc:Choice>
          <mc:Fallback xmlns="">
            <p:sp>
              <p:nvSpPr>
                <p:cNvPr id="90" name="Object 24">
                  <a:extLst>
                    <a:ext uri="{FF2B5EF4-FFF2-40B4-BE49-F238E27FC236}">
                      <a16:creationId xmlns:a16="http://schemas.microsoft.com/office/drawing/2014/main" id="{CA7D554A-DD4F-484C-877F-4CB46C619CBF}"/>
                    </a:ext>
                  </a:extLst>
                </p:cNvPr>
                <p:cNvSpPr txBox="1">
                  <a:spLocks noRot="1" noChangeAspect="1" noMove="1" noResize="1" noEditPoints="1" noAdjustHandles="1" noChangeArrowheads="1" noChangeShapeType="1" noTextEdit="1"/>
                </p:cNvSpPr>
                <p:nvPr/>
              </p:nvSpPr>
              <p:spPr bwMode="auto">
                <a:xfrm>
                  <a:off x="7668151" y="2662403"/>
                  <a:ext cx="368300" cy="474663"/>
                </a:xfrm>
                <a:prstGeom prst="rect">
                  <a:avLst/>
                </a:prstGeom>
                <a:blipFill>
                  <a:blip r:embed="rId93"/>
                  <a:stretch>
                    <a:fillRect/>
                  </a:stretch>
                </a:blipFill>
                <a:ln>
                  <a:noFill/>
                </a:ln>
                <a:effectLst/>
              </p:spPr>
              <p:txBody>
                <a:bodyPr/>
                <a:lstStyle/>
                <a:p>
                  <a:r>
                    <a:rPr lang="zh-CN" altLang="en-US">
                      <a:noFill/>
                    </a:rPr>
                    <a:t> </a:t>
                  </a:r>
                </a:p>
              </p:txBody>
            </p:sp>
          </mc:Fallback>
        </mc:AlternateContent>
        <p:cxnSp>
          <p:nvCxnSpPr>
            <p:cNvPr id="91" name="直接箭头连接符 90">
              <a:extLst>
                <a:ext uri="{FF2B5EF4-FFF2-40B4-BE49-F238E27FC236}">
                  <a16:creationId xmlns:a16="http://schemas.microsoft.com/office/drawing/2014/main" id="{D50407E8-F4DD-4428-A3AD-F292F7A22D9F}"/>
                </a:ext>
              </a:extLst>
            </p:cNvPr>
            <p:cNvCxnSpPr/>
            <p:nvPr/>
          </p:nvCxnSpPr>
          <p:spPr bwMode="auto">
            <a:xfrm>
              <a:off x="9909362" y="2437809"/>
              <a:ext cx="3000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2" name="直接箭头连接符 91">
              <a:extLst>
                <a:ext uri="{FF2B5EF4-FFF2-40B4-BE49-F238E27FC236}">
                  <a16:creationId xmlns:a16="http://schemas.microsoft.com/office/drawing/2014/main" id="{CB05D359-36DA-4F10-BE18-38A23366C22C}"/>
                </a:ext>
              </a:extLst>
            </p:cNvPr>
            <p:cNvCxnSpPr>
              <a:cxnSpLocks/>
            </p:cNvCxnSpPr>
            <p:nvPr/>
          </p:nvCxnSpPr>
          <p:spPr bwMode="auto">
            <a:xfrm flipH="1">
              <a:off x="10747375" y="2437809"/>
              <a:ext cx="34766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93" name="Object 24">
                  <a:extLst>
                    <a:ext uri="{FF2B5EF4-FFF2-40B4-BE49-F238E27FC236}">
                      <a16:creationId xmlns:a16="http://schemas.microsoft.com/office/drawing/2014/main" id="{95134A13-58EE-472B-8EDD-9A5EDE37D62A}"/>
                    </a:ext>
                  </a:extLst>
                </p:cNvPr>
                <p:cNvSpPr txBox="1"/>
                <p:nvPr/>
              </p:nvSpPr>
              <p:spPr bwMode="auto">
                <a:xfrm>
                  <a:off x="10294332" y="2241638"/>
                  <a:ext cx="368300" cy="4746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𝑙</m:t>
                            </m:r>
                          </m:e>
                          <m:sub>
                            <m:r>
                              <a:rPr lang="en-US" altLang="zh-CN" i="1">
                                <a:solidFill>
                                  <a:srgbClr val="000000"/>
                                </a:solidFill>
                                <a:latin typeface="Cambria Math" panose="02040503050406030204" pitchFamily="18" charset="0"/>
                              </a:rPr>
                              <m:t>2</m:t>
                            </m:r>
                          </m:sub>
                        </m:sSub>
                      </m:oMath>
                    </m:oMathPara>
                  </a14:m>
                  <a:endParaRPr lang="zh-CN" altLang="en-US" dirty="0"/>
                </a:p>
              </p:txBody>
            </p:sp>
          </mc:Choice>
          <mc:Fallback xmlns="">
            <p:sp>
              <p:nvSpPr>
                <p:cNvPr id="93" name="Object 24">
                  <a:extLst>
                    <a:ext uri="{FF2B5EF4-FFF2-40B4-BE49-F238E27FC236}">
                      <a16:creationId xmlns:a16="http://schemas.microsoft.com/office/drawing/2014/main" id="{95134A13-58EE-472B-8EDD-9A5EDE37D62A}"/>
                    </a:ext>
                  </a:extLst>
                </p:cNvPr>
                <p:cNvSpPr txBox="1">
                  <a:spLocks noRot="1" noChangeAspect="1" noMove="1" noResize="1" noEditPoints="1" noAdjustHandles="1" noChangeArrowheads="1" noChangeShapeType="1" noTextEdit="1"/>
                </p:cNvSpPr>
                <p:nvPr/>
              </p:nvSpPr>
              <p:spPr bwMode="auto">
                <a:xfrm>
                  <a:off x="10294332" y="2241638"/>
                  <a:ext cx="368300" cy="474663"/>
                </a:xfrm>
                <a:prstGeom prst="rect">
                  <a:avLst/>
                </a:prstGeom>
                <a:blipFill>
                  <a:blip r:embed="rId94"/>
                  <a:stretch>
                    <a:fillRect/>
                  </a:stretch>
                </a:blipFill>
                <a:ln>
                  <a:noFill/>
                </a:ln>
                <a:effectLst/>
              </p:spPr>
              <p:txBody>
                <a:bodyPr/>
                <a:lstStyle/>
                <a:p>
                  <a:r>
                    <a:rPr lang="zh-CN" altLang="en-US">
                      <a:noFill/>
                    </a:rPr>
                    <a:t> </a:t>
                  </a:r>
                </a:p>
              </p:txBody>
            </p:sp>
          </mc:Fallback>
        </mc:AlternateContent>
        <p:sp>
          <p:nvSpPr>
            <p:cNvPr id="94" name="圆柱体 93">
              <a:extLst>
                <a:ext uri="{FF2B5EF4-FFF2-40B4-BE49-F238E27FC236}">
                  <a16:creationId xmlns:a16="http://schemas.microsoft.com/office/drawing/2014/main" id="{FC0C7B9D-F6B6-4F09-92A7-8A012F4AB495}"/>
                </a:ext>
              </a:extLst>
            </p:cNvPr>
            <p:cNvSpPr/>
            <p:nvPr/>
          </p:nvSpPr>
          <p:spPr bwMode="auto">
            <a:xfrm rot="16200000">
              <a:off x="7597066" y="2154689"/>
              <a:ext cx="447085" cy="431012"/>
            </a:xfrm>
            <a:prstGeom prst="can">
              <a:avLst>
                <a:gd name="adj"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楷体_GB2312" pitchFamily="49" charset="-122"/>
              </a:endParaRPr>
            </a:p>
          </p:txBody>
        </p:sp>
        <p:sp>
          <p:nvSpPr>
            <p:cNvPr id="95" name="圆柱体 94">
              <a:extLst>
                <a:ext uri="{FF2B5EF4-FFF2-40B4-BE49-F238E27FC236}">
                  <a16:creationId xmlns:a16="http://schemas.microsoft.com/office/drawing/2014/main" id="{EB3B04E9-DC9B-4B0C-B588-25FA0EFAEEEF}"/>
                </a:ext>
              </a:extLst>
            </p:cNvPr>
            <p:cNvSpPr/>
            <p:nvPr/>
          </p:nvSpPr>
          <p:spPr bwMode="auto">
            <a:xfrm rot="16200000">
              <a:off x="10389079" y="1310287"/>
              <a:ext cx="215106" cy="565150"/>
            </a:xfrm>
            <a:prstGeom prst="can">
              <a:avLst>
                <a:gd name="adj"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楷体_GB2312" pitchFamily="49" charset="-122"/>
              </a:endParaRPr>
            </a:p>
          </p:txBody>
        </p:sp>
      </p:grpSp>
      <p:sp>
        <p:nvSpPr>
          <p:cNvPr id="96" name="Text Box 25">
            <a:extLst>
              <a:ext uri="{FF2B5EF4-FFF2-40B4-BE49-F238E27FC236}">
                <a16:creationId xmlns:a16="http://schemas.microsoft.com/office/drawing/2014/main" id="{D1A09E28-636E-4246-9B89-42F8F43D3FDD}"/>
              </a:ext>
            </a:extLst>
          </p:cNvPr>
          <p:cNvSpPr txBox="1">
            <a:spLocks noChangeArrowheads="1"/>
          </p:cNvSpPr>
          <p:nvPr/>
        </p:nvSpPr>
        <p:spPr bwMode="auto">
          <a:xfrm>
            <a:off x="6849563" y="5177503"/>
            <a:ext cx="4447194" cy="1384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400" dirty="0">
                <a:solidFill>
                  <a:srgbClr val="0000FF"/>
                </a:solidFill>
                <a:latin typeface="Times New Roman" panose="02020603050405020304" pitchFamily="18" charset="0"/>
              </a:rPr>
              <a:t>在稳定流体中，沿同一流线的每单位体积流体的动能、势能和该处的压强之和是一个常量</a:t>
            </a:r>
            <a:r>
              <a:rPr kumimoji="1" lang="en-US" altLang="zh-CN" sz="2400" dirty="0">
                <a:solidFill>
                  <a:srgbClr val="0000FF"/>
                </a:solidFill>
                <a:latin typeface="Times New Roman" panose="02020603050405020304" pitchFamily="18" charset="0"/>
              </a:rPr>
              <a:t>.</a:t>
            </a:r>
            <a:endParaRPr kumimoji="1" lang="zh-CN" altLang="en-US" sz="2400" dirty="0">
              <a:solidFill>
                <a:srgbClr val="0000FF"/>
              </a:solidFill>
              <a:latin typeface="Times New Roman" panose="02020603050405020304" pitchFamily="18" charset="0"/>
            </a:endParaRPr>
          </a:p>
        </p:txBody>
      </p:sp>
    </p:spTree>
    <p:custDataLst>
      <p:tags r:id="rId2"/>
    </p:custDataLst>
    <p:extLst>
      <p:ext uri="{BB962C8B-B14F-4D97-AF65-F5344CB8AC3E}">
        <p14:creationId xmlns:p14="http://schemas.microsoft.com/office/powerpoint/2010/main" val="3037975704"/>
      </p:ext>
    </p:extLst>
  </p:cSld>
  <p:clrMapOvr>
    <a:masterClrMapping/>
  </p:clrMapOvr>
  <p:transition spd="med" advTm="136839">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wipe(left)">
                                      <p:cBhvr>
                                        <p:cTn id="20" dur="500"/>
                                        <p:tgtEl>
                                          <p:spTgt spid="5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0" grpId="0"/>
      <p:bldP spid="51" grpId="0"/>
      <p:bldP spid="53" grpId="0" animBg="1"/>
      <p:bldP spid="9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4">
            <a:extLst>
              <a:ext uri="{FF2B5EF4-FFF2-40B4-BE49-F238E27FC236}">
                <a16:creationId xmlns:a16="http://schemas.microsoft.com/office/drawing/2014/main" id="{CEDE4D12-B2F5-43F0-B0BC-49CDB7CBD802}"/>
              </a:ext>
            </a:extLst>
          </p:cNvPr>
          <p:cNvGrpSpPr>
            <a:grpSpLocks/>
          </p:cNvGrpSpPr>
          <p:nvPr/>
        </p:nvGrpSpPr>
        <p:grpSpPr bwMode="auto">
          <a:xfrm>
            <a:off x="3757197" y="1717675"/>
            <a:ext cx="4787900" cy="1169988"/>
            <a:chOff x="1361" y="1162"/>
            <a:chExt cx="3016" cy="737"/>
          </a:xfrm>
        </p:grpSpPr>
        <p:graphicFrame>
          <p:nvGraphicFramePr>
            <p:cNvPr id="33800" name="Object 9">
              <a:extLst>
                <a:ext uri="{FF2B5EF4-FFF2-40B4-BE49-F238E27FC236}">
                  <a16:creationId xmlns:a16="http://schemas.microsoft.com/office/drawing/2014/main" id="{53987607-E929-4E81-8761-017ADA79E50E}"/>
                </a:ext>
              </a:extLst>
            </p:cNvPr>
            <p:cNvGraphicFramePr>
              <a:graphicFrameLocks noChangeAspect="1"/>
            </p:cNvGraphicFramePr>
            <p:nvPr/>
          </p:nvGraphicFramePr>
          <p:xfrm>
            <a:off x="1701" y="1162"/>
            <a:ext cx="2676" cy="737"/>
          </p:xfrm>
          <a:graphic>
            <a:graphicData uri="http://schemas.openxmlformats.org/presentationml/2006/ole">
              <mc:AlternateContent xmlns:mc="http://schemas.openxmlformats.org/markup-compatibility/2006">
                <mc:Choice xmlns:v="urn:schemas-microsoft-com:vml" Requires="v">
                  <p:oleObj spid="_x0000_s14429" name="Equation" r:id="rId4" imgW="1473120" imgH="393480" progId="Equation.3">
                    <p:embed/>
                  </p:oleObj>
                </mc:Choice>
                <mc:Fallback>
                  <p:oleObj name="Equation" r:id="rId4" imgW="1473120" imgH="393480" progId="Equation.3">
                    <p:embed/>
                    <p:pic>
                      <p:nvPicPr>
                        <p:cNvPr id="33800" name="Object 9">
                          <a:extLst>
                            <a:ext uri="{FF2B5EF4-FFF2-40B4-BE49-F238E27FC236}">
                              <a16:creationId xmlns:a16="http://schemas.microsoft.com/office/drawing/2014/main" id="{53987607-E929-4E81-8761-017ADA79E5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1" y="1162"/>
                          <a:ext cx="2676" cy="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37" name="Text Box 42">
              <a:extLst>
                <a:ext uri="{FF2B5EF4-FFF2-40B4-BE49-F238E27FC236}">
                  <a16:creationId xmlns:a16="http://schemas.microsoft.com/office/drawing/2014/main" id="{FCFC2E20-D90D-4EB8-BA75-A5B11D0AACF6}"/>
                </a:ext>
              </a:extLst>
            </p:cNvPr>
            <p:cNvSpPr txBox="1">
              <a:spLocks noChangeArrowheads="1"/>
            </p:cNvSpPr>
            <p:nvPr/>
          </p:nvSpPr>
          <p:spPr bwMode="auto">
            <a:xfrm>
              <a:off x="1361" y="1373"/>
              <a:ext cx="79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solidFill>
                    <a:srgbClr val="1C1C1C"/>
                  </a:solidFill>
                  <a:latin typeface="Times New Roman" panose="02020603050405020304" pitchFamily="18" charset="0"/>
                </a:rPr>
                <a:t>即</a:t>
              </a:r>
            </a:p>
          </p:txBody>
        </p:sp>
      </p:grpSp>
      <p:grpSp>
        <p:nvGrpSpPr>
          <p:cNvPr id="3" name="Group 86">
            <a:extLst>
              <a:ext uri="{FF2B5EF4-FFF2-40B4-BE49-F238E27FC236}">
                <a16:creationId xmlns:a16="http://schemas.microsoft.com/office/drawing/2014/main" id="{9677DB57-45D8-464A-B75B-99538EE8CCEA}"/>
              </a:ext>
            </a:extLst>
          </p:cNvPr>
          <p:cNvGrpSpPr>
            <a:grpSpLocks/>
          </p:cNvGrpSpPr>
          <p:nvPr/>
        </p:nvGrpSpPr>
        <p:grpSpPr bwMode="auto">
          <a:xfrm>
            <a:off x="2209801" y="2708275"/>
            <a:ext cx="6467475" cy="865188"/>
            <a:chOff x="432" y="1706"/>
            <a:chExt cx="4074" cy="545"/>
          </a:xfrm>
        </p:grpSpPr>
        <p:grpSp>
          <p:nvGrpSpPr>
            <p:cNvPr id="33832" name="Group 43">
              <a:extLst>
                <a:ext uri="{FF2B5EF4-FFF2-40B4-BE49-F238E27FC236}">
                  <a16:creationId xmlns:a16="http://schemas.microsoft.com/office/drawing/2014/main" id="{1C2D37C8-5C9F-43EB-888A-7E6C5237331F}"/>
                </a:ext>
              </a:extLst>
            </p:cNvPr>
            <p:cNvGrpSpPr>
              <a:grpSpLocks/>
            </p:cNvGrpSpPr>
            <p:nvPr/>
          </p:nvGrpSpPr>
          <p:grpSpPr bwMode="auto">
            <a:xfrm>
              <a:off x="1338" y="1805"/>
              <a:ext cx="3168" cy="446"/>
              <a:chOff x="1104" y="3480"/>
              <a:chExt cx="3168" cy="446"/>
            </a:xfrm>
          </p:grpSpPr>
          <p:grpSp>
            <p:nvGrpSpPr>
              <p:cNvPr id="33834" name="Group 44">
                <a:extLst>
                  <a:ext uri="{FF2B5EF4-FFF2-40B4-BE49-F238E27FC236}">
                    <a16:creationId xmlns:a16="http://schemas.microsoft.com/office/drawing/2014/main" id="{88C80403-DACA-4D27-A876-0B3335681574}"/>
                  </a:ext>
                </a:extLst>
              </p:cNvPr>
              <p:cNvGrpSpPr>
                <a:grpSpLocks/>
              </p:cNvGrpSpPr>
              <p:nvPr/>
            </p:nvGrpSpPr>
            <p:grpSpPr bwMode="auto">
              <a:xfrm>
                <a:off x="1104" y="3480"/>
                <a:ext cx="2724" cy="437"/>
                <a:chOff x="1104" y="3480"/>
                <a:chExt cx="2724" cy="437"/>
              </a:xfrm>
            </p:grpSpPr>
            <p:graphicFrame>
              <p:nvGraphicFramePr>
                <p:cNvPr id="33798" name="Object 7">
                  <a:extLst>
                    <a:ext uri="{FF2B5EF4-FFF2-40B4-BE49-F238E27FC236}">
                      <a16:creationId xmlns:a16="http://schemas.microsoft.com/office/drawing/2014/main" id="{4EC70DB1-47ED-4BD7-A3B7-2802C40F7F84}"/>
                    </a:ext>
                  </a:extLst>
                </p:cNvPr>
                <p:cNvGraphicFramePr>
                  <a:graphicFrameLocks noChangeAspect="1"/>
                </p:cNvGraphicFramePr>
                <p:nvPr/>
              </p:nvGraphicFramePr>
              <p:xfrm>
                <a:off x="1488" y="3480"/>
                <a:ext cx="849" cy="408"/>
              </p:xfrm>
              <a:graphic>
                <a:graphicData uri="http://schemas.openxmlformats.org/presentationml/2006/ole">
                  <mc:AlternateContent xmlns:mc="http://schemas.openxmlformats.org/markup-compatibility/2006">
                    <mc:Choice xmlns:v="urn:schemas-microsoft-com:vml" Requires="v">
                      <p:oleObj spid="_x0000_s14430" name="Equation" r:id="rId6" imgW="482400" imgH="215640" progId="Equation.3">
                        <p:embed/>
                      </p:oleObj>
                    </mc:Choice>
                    <mc:Fallback>
                      <p:oleObj name="Equation" r:id="rId6" imgW="482400" imgH="215640" progId="Equation.3">
                        <p:embed/>
                        <p:pic>
                          <p:nvPicPr>
                            <p:cNvPr id="33798" name="Object 7">
                              <a:extLst>
                                <a:ext uri="{FF2B5EF4-FFF2-40B4-BE49-F238E27FC236}">
                                  <a16:creationId xmlns:a16="http://schemas.microsoft.com/office/drawing/2014/main" id="{4EC70DB1-47ED-4BD7-A3B7-2802C40F7F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3480"/>
                              <a:ext cx="849" cy="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9" name="Object 8">
                  <a:extLst>
                    <a:ext uri="{FF2B5EF4-FFF2-40B4-BE49-F238E27FC236}">
                      <a16:creationId xmlns:a16="http://schemas.microsoft.com/office/drawing/2014/main" id="{7618C371-6AC8-40C1-843E-BFA9140BEC31}"/>
                    </a:ext>
                  </a:extLst>
                </p:cNvPr>
                <p:cNvGraphicFramePr>
                  <a:graphicFrameLocks noChangeAspect="1"/>
                </p:cNvGraphicFramePr>
                <p:nvPr/>
              </p:nvGraphicFramePr>
              <p:xfrm>
                <a:off x="3024" y="3504"/>
                <a:ext cx="804" cy="408"/>
              </p:xfrm>
              <a:graphic>
                <a:graphicData uri="http://schemas.openxmlformats.org/presentationml/2006/ole">
                  <mc:AlternateContent xmlns:mc="http://schemas.openxmlformats.org/markup-compatibility/2006">
                    <mc:Choice xmlns:v="urn:schemas-microsoft-com:vml" Requires="v">
                      <p:oleObj spid="_x0000_s14431" name="Equation" r:id="rId8" imgW="457200" imgH="215640" progId="Equation.3">
                        <p:embed/>
                      </p:oleObj>
                    </mc:Choice>
                    <mc:Fallback>
                      <p:oleObj name="Equation" r:id="rId8" imgW="457200" imgH="215640" progId="Equation.3">
                        <p:embed/>
                        <p:pic>
                          <p:nvPicPr>
                            <p:cNvPr id="33799" name="Object 8">
                              <a:extLst>
                                <a:ext uri="{FF2B5EF4-FFF2-40B4-BE49-F238E27FC236}">
                                  <a16:creationId xmlns:a16="http://schemas.microsoft.com/office/drawing/2014/main" id="{7618C371-6AC8-40C1-843E-BFA9140BEC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4" y="3504"/>
                              <a:ext cx="804" cy="4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36" name="Rectangle 47">
                  <a:extLst>
                    <a:ext uri="{FF2B5EF4-FFF2-40B4-BE49-F238E27FC236}">
                      <a16:creationId xmlns:a16="http://schemas.microsoft.com/office/drawing/2014/main" id="{9D71FDF1-026F-415B-B3BB-B4A6A410CCEF}"/>
                    </a:ext>
                  </a:extLst>
                </p:cNvPr>
                <p:cNvSpPr>
                  <a:spLocks noChangeArrowheads="1"/>
                </p:cNvSpPr>
                <p:nvPr/>
              </p:nvSpPr>
              <p:spPr bwMode="auto">
                <a:xfrm>
                  <a:off x="1104" y="3552"/>
                  <a:ext cx="120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1C1C1C"/>
                      </a:solidFill>
                      <a:latin typeface="Times New Roman" panose="02020603050405020304" pitchFamily="18" charset="0"/>
                    </a:rPr>
                    <a:t>若</a:t>
                  </a:r>
                </a:p>
              </p:txBody>
            </p:sp>
          </p:grpSp>
          <p:sp>
            <p:nvSpPr>
              <p:cNvPr id="33835" name="Rectangle 48">
                <a:extLst>
                  <a:ext uri="{FF2B5EF4-FFF2-40B4-BE49-F238E27FC236}">
                    <a16:creationId xmlns:a16="http://schemas.microsoft.com/office/drawing/2014/main" id="{3A75AA1A-B482-4B25-A559-66E500C517DE}"/>
                  </a:ext>
                </a:extLst>
              </p:cNvPr>
              <p:cNvSpPr>
                <a:spLocks noChangeArrowheads="1"/>
              </p:cNvSpPr>
              <p:nvPr/>
            </p:nvSpPr>
            <p:spPr bwMode="auto">
              <a:xfrm>
                <a:off x="2640" y="3561"/>
                <a:ext cx="16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1C1C1C"/>
                    </a:solidFill>
                    <a:latin typeface="Times New Roman" panose="02020603050405020304" pitchFamily="18" charset="0"/>
                  </a:rPr>
                  <a:t>则</a:t>
                </a:r>
              </a:p>
            </p:txBody>
          </p:sp>
        </p:grpSp>
        <p:sp>
          <p:nvSpPr>
            <p:cNvPr id="203829" name="AutoShape 53">
              <a:extLst>
                <a:ext uri="{FF2B5EF4-FFF2-40B4-BE49-F238E27FC236}">
                  <a16:creationId xmlns:a16="http://schemas.microsoft.com/office/drawing/2014/main" id="{DC03B309-9504-445C-A384-22B68EF576C1}"/>
                </a:ext>
              </a:extLst>
            </p:cNvPr>
            <p:cNvSpPr>
              <a:spLocks noChangeArrowheads="1"/>
            </p:cNvSpPr>
            <p:nvPr/>
          </p:nvSpPr>
          <p:spPr bwMode="auto">
            <a:xfrm>
              <a:off x="432" y="1706"/>
              <a:ext cx="816" cy="545"/>
            </a:xfrm>
            <a:prstGeom prst="horizontalScroll">
              <a:avLst>
                <a:gd name="adj" fmla="val 12500"/>
              </a:avLst>
            </a:prstGeom>
            <a:gradFill rotWithShape="1">
              <a:gsLst>
                <a:gs pos="0">
                  <a:srgbClr val="EDFFD2"/>
                </a:gs>
                <a:gs pos="50000">
                  <a:schemeClr val="bg1"/>
                </a:gs>
                <a:gs pos="100000">
                  <a:srgbClr val="EDFFD2"/>
                </a:gs>
              </a:gsLst>
              <a:lin ang="5400000" scaled="1"/>
            </a:gradFill>
            <a:ln w="9525">
              <a:solidFill>
                <a:srgbClr val="008080"/>
              </a:solidFill>
              <a:round/>
              <a:headEnd/>
              <a:tailEnd/>
            </a:ln>
            <a:effectLst/>
          </p:spPr>
          <p:txBody>
            <a:bodyPr wrap="none" anchor="ctr"/>
            <a:lstStyle/>
            <a:p>
              <a:pPr algn="ctr">
                <a:defRPr/>
              </a:pPr>
              <a:r>
                <a:rPr lang="zh-CN" altLang="en-US" sz="3200" b="1">
                  <a:solidFill>
                    <a:srgbClr val="CC0000"/>
                  </a:solidFill>
                </a:rPr>
                <a:t>结论</a:t>
              </a:r>
            </a:p>
          </p:txBody>
        </p:sp>
      </p:grpSp>
      <p:grpSp>
        <p:nvGrpSpPr>
          <p:cNvPr id="33804" name="Group 55">
            <a:extLst>
              <a:ext uri="{FF2B5EF4-FFF2-40B4-BE49-F238E27FC236}">
                <a16:creationId xmlns:a16="http://schemas.microsoft.com/office/drawing/2014/main" id="{4C3D85AA-AF44-4918-9429-84E0A7AFA891}"/>
              </a:ext>
            </a:extLst>
          </p:cNvPr>
          <p:cNvGrpSpPr>
            <a:grpSpLocks/>
          </p:cNvGrpSpPr>
          <p:nvPr/>
        </p:nvGrpSpPr>
        <p:grpSpPr bwMode="auto">
          <a:xfrm>
            <a:off x="3709988" y="4446588"/>
            <a:ext cx="4540250" cy="1219200"/>
            <a:chOff x="1392" y="1128"/>
            <a:chExt cx="2860" cy="768"/>
          </a:xfrm>
        </p:grpSpPr>
        <p:sp>
          <p:nvSpPr>
            <p:cNvPr id="33812" name="Line 56">
              <a:extLst>
                <a:ext uri="{FF2B5EF4-FFF2-40B4-BE49-F238E27FC236}">
                  <a16:creationId xmlns:a16="http://schemas.microsoft.com/office/drawing/2014/main" id="{3063B068-5311-4981-986E-F69FF01A7A8E}"/>
                </a:ext>
              </a:extLst>
            </p:cNvPr>
            <p:cNvSpPr>
              <a:spLocks noChangeShapeType="1"/>
            </p:cNvSpPr>
            <p:nvPr/>
          </p:nvSpPr>
          <p:spPr bwMode="auto">
            <a:xfrm>
              <a:off x="1392" y="1536"/>
              <a:ext cx="2832"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13" name="Freeform 57">
              <a:extLst>
                <a:ext uri="{FF2B5EF4-FFF2-40B4-BE49-F238E27FC236}">
                  <a16:creationId xmlns:a16="http://schemas.microsoft.com/office/drawing/2014/main" id="{1D7D6BD2-BF7A-4F1F-B255-D23E605F534A}"/>
                </a:ext>
              </a:extLst>
            </p:cNvPr>
            <p:cNvSpPr>
              <a:spLocks/>
            </p:cNvSpPr>
            <p:nvPr/>
          </p:nvSpPr>
          <p:spPr bwMode="auto">
            <a:xfrm>
              <a:off x="1440" y="1128"/>
              <a:ext cx="2802" cy="268"/>
            </a:xfrm>
            <a:custGeom>
              <a:avLst/>
              <a:gdLst>
                <a:gd name="T0" fmla="*/ 0 w 2802"/>
                <a:gd name="T1" fmla="*/ 2 h 403"/>
                <a:gd name="T2" fmla="*/ 528 w 2802"/>
                <a:gd name="T3" fmla="*/ 2 h 403"/>
                <a:gd name="T4" fmla="*/ 895 w 2802"/>
                <a:gd name="T5" fmla="*/ 15 h 403"/>
                <a:gd name="T6" fmla="*/ 1174 w 2802"/>
                <a:gd name="T7" fmla="*/ 50 h 403"/>
                <a:gd name="T8" fmla="*/ 1440 w 2802"/>
                <a:gd name="T9" fmla="*/ 108 h 403"/>
                <a:gd name="T10" fmla="*/ 1779 w 2802"/>
                <a:gd name="T11" fmla="*/ 151 h 403"/>
                <a:gd name="T12" fmla="*/ 2160 w 2802"/>
                <a:gd name="T13" fmla="*/ 172 h 403"/>
                <a:gd name="T14" fmla="*/ 2474 w 2802"/>
                <a:gd name="T15" fmla="*/ 178 h 403"/>
                <a:gd name="T16" fmla="*/ 2802 w 2802"/>
                <a:gd name="T17" fmla="*/ 178 h 4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02"/>
                <a:gd name="T28" fmla="*/ 0 h 403"/>
                <a:gd name="T29" fmla="*/ 2802 w 2802"/>
                <a:gd name="T30" fmla="*/ 403 h 4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02" h="403">
                  <a:moveTo>
                    <a:pt x="0" y="5"/>
                  </a:moveTo>
                  <a:cubicBezTo>
                    <a:pt x="196" y="1"/>
                    <a:pt x="379" y="0"/>
                    <a:pt x="528" y="5"/>
                  </a:cubicBezTo>
                  <a:cubicBezTo>
                    <a:pt x="677" y="10"/>
                    <a:pt x="787" y="15"/>
                    <a:pt x="895" y="33"/>
                  </a:cubicBezTo>
                  <a:cubicBezTo>
                    <a:pt x="1003" y="51"/>
                    <a:pt x="1083" y="78"/>
                    <a:pt x="1174" y="113"/>
                  </a:cubicBezTo>
                  <a:cubicBezTo>
                    <a:pt x="1265" y="148"/>
                    <a:pt x="1339" y="207"/>
                    <a:pt x="1440" y="245"/>
                  </a:cubicBezTo>
                  <a:cubicBezTo>
                    <a:pt x="1541" y="283"/>
                    <a:pt x="1659" y="317"/>
                    <a:pt x="1779" y="341"/>
                  </a:cubicBezTo>
                  <a:cubicBezTo>
                    <a:pt x="1899" y="365"/>
                    <a:pt x="2044" y="379"/>
                    <a:pt x="2160" y="389"/>
                  </a:cubicBezTo>
                  <a:cubicBezTo>
                    <a:pt x="2276" y="399"/>
                    <a:pt x="2367" y="399"/>
                    <a:pt x="2474" y="401"/>
                  </a:cubicBezTo>
                  <a:cubicBezTo>
                    <a:pt x="2581" y="403"/>
                    <a:pt x="2734" y="401"/>
                    <a:pt x="2802" y="401"/>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14" name="Freeform 58">
              <a:extLst>
                <a:ext uri="{FF2B5EF4-FFF2-40B4-BE49-F238E27FC236}">
                  <a16:creationId xmlns:a16="http://schemas.microsoft.com/office/drawing/2014/main" id="{8BEE9C5C-9B42-4528-ACE3-D5A25DFC8565}"/>
                </a:ext>
              </a:extLst>
            </p:cNvPr>
            <p:cNvSpPr>
              <a:spLocks/>
            </p:cNvSpPr>
            <p:nvPr/>
          </p:nvSpPr>
          <p:spPr bwMode="auto">
            <a:xfrm>
              <a:off x="1440" y="1227"/>
              <a:ext cx="2782" cy="221"/>
            </a:xfrm>
            <a:custGeom>
              <a:avLst/>
              <a:gdLst>
                <a:gd name="T0" fmla="*/ 0 w 2782"/>
                <a:gd name="T1" fmla="*/ 2 h 333"/>
                <a:gd name="T2" fmla="*/ 528 w 2782"/>
                <a:gd name="T3" fmla="*/ 2 h 333"/>
                <a:gd name="T4" fmla="*/ 895 w 2782"/>
                <a:gd name="T5" fmla="*/ 15 h 333"/>
                <a:gd name="T6" fmla="*/ 1174 w 2782"/>
                <a:gd name="T7" fmla="*/ 50 h 333"/>
                <a:gd name="T8" fmla="*/ 1491 w 2782"/>
                <a:gd name="T9" fmla="*/ 94 h 333"/>
                <a:gd name="T10" fmla="*/ 1809 w 2782"/>
                <a:gd name="T11" fmla="*/ 123 h 333"/>
                <a:gd name="T12" fmla="*/ 2186 w 2782"/>
                <a:gd name="T13" fmla="*/ 141 h 333"/>
                <a:gd name="T14" fmla="*/ 2514 w 2782"/>
                <a:gd name="T15" fmla="*/ 146 h 333"/>
                <a:gd name="T16" fmla="*/ 2782 w 2782"/>
                <a:gd name="T17" fmla="*/ 137 h 3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2"/>
                <a:gd name="T28" fmla="*/ 0 h 333"/>
                <a:gd name="T29" fmla="*/ 2782 w 2782"/>
                <a:gd name="T30" fmla="*/ 333 h 3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2" h="333">
                  <a:moveTo>
                    <a:pt x="0" y="5"/>
                  </a:moveTo>
                  <a:cubicBezTo>
                    <a:pt x="196" y="1"/>
                    <a:pt x="379" y="0"/>
                    <a:pt x="528" y="5"/>
                  </a:cubicBezTo>
                  <a:cubicBezTo>
                    <a:pt x="677" y="10"/>
                    <a:pt x="787" y="15"/>
                    <a:pt x="895" y="33"/>
                  </a:cubicBezTo>
                  <a:cubicBezTo>
                    <a:pt x="1003" y="51"/>
                    <a:pt x="1075" y="83"/>
                    <a:pt x="1174" y="113"/>
                  </a:cubicBezTo>
                  <a:cubicBezTo>
                    <a:pt x="1273" y="143"/>
                    <a:pt x="1385" y="184"/>
                    <a:pt x="1491" y="212"/>
                  </a:cubicBezTo>
                  <a:cubicBezTo>
                    <a:pt x="1597" y="240"/>
                    <a:pt x="1693" y="263"/>
                    <a:pt x="1809" y="281"/>
                  </a:cubicBezTo>
                  <a:cubicBezTo>
                    <a:pt x="1925" y="299"/>
                    <a:pt x="2068" y="313"/>
                    <a:pt x="2186" y="321"/>
                  </a:cubicBezTo>
                  <a:cubicBezTo>
                    <a:pt x="2304" y="329"/>
                    <a:pt x="2415" y="333"/>
                    <a:pt x="2514" y="331"/>
                  </a:cubicBezTo>
                  <a:cubicBezTo>
                    <a:pt x="2613" y="329"/>
                    <a:pt x="2726" y="315"/>
                    <a:pt x="2782" y="311"/>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15" name="Freeform 59">
              <a:extLst>
                <a:ext uri="{FF2B5EF4-FFF2-40B4-BE49-F238E27FC236}">
                  <a16:creationId xmlns:a16="http://schemas.microsoft.com/office/drawing/2014/main" id="{126A75A1-B3EA-47C8-80DC-9ECF97AA66CC}"/>
                </a:ext>
              </a:extLst>
            </p:cNvPr>
            <p:cNvSpPr>
              <a:spLocks/>
            </p:cNvSpPr>
            <p:nvPr/>
          </p:nvSpPr>
          <p:spPr bwMode="auto">
            <a:xfrm>
              <a:off x="1462" y="1323"/>
              <a:ext cx="2750" cy="164"/>
            </a:xfrm>
            <a:custGeom>
              <a:avLst/>
              <a:gdLst>
                <a:gd name="T0" fmla="*/ 0 w 2750"/>
                <a:gd name="T1" fmla="*/ 2 h 247"/>
                <a:gd name="T2" fmla="*/ 528 w 2750"/>
                <a:gd name="T3" fmla="*/ 2 h 247"/>
                <a:gd name="T4" fmla="*/ 895 w 2750"/>
                <a:gd name="T5" fmla="*/ 15 h 247"/>
                <a:gd name="T6" fmla="*/ 1181 w 2750"/>
                <a:gd name="T7" fmla="*/ 39 h 247"/>
                <a:gd name="T8" fmla="*/ 1519 w 2750"/>
                <a:gd name="T9" fmla="*/ 69 h 247"/>
                <a:gd name="T10" fmla="*/ 1797 w 2750"/>
                <a:gd name="T11" fmla="*/ 91 h 247"/>
                <a:gd name="T12" fmla="*/ 2155 w 2750"/>
                <a:gd name="T13" fmla="*/ 106 h 247"/>
                <a:gd name="T14" fmla="*/ 2522 w 2750"/>
                <a:gd name="T15" fmla="*/ 109 h 247"/>
                <a:gd name="T16" fmla="*/ 2750 w 2750"/>
                <a:gd name="T17" fmla="*/ 106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50"/>
                <a:gd name="T28" fmla="*/ 0 h 247"/>
                <a:gd name="T29" fmla="*/ 2750 w 2750"/>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50" h="247">
                  <a:moveTo>
                    <a:pt x="0" y="5"/>
                  </a:moveTo>
                  <a:cubicBezTo>
                    <a:pt x="196" y="1"/>
                    <a:pt x="379" y="0"/>
                    <a:pt x="528" y="5"/>
                  </a:cubicBezTo>
                  <a:cubicBezTo>
                    <a:pt x="677" y="10"/>
                    <a:pt x="786" y="19"/>
                    <a:pt x="895" y="33"/>
                  </a:cubicBezTo>
                  <a:cubicBezTo>
                    <a:pt x="1004" y="47"/>
                    <a:pt x="1077" y="67"/>
                    <a:pt x="1181" y="88"/>
                  </a:cubicBezTo>
                  <a:cubicBezTo>
                    <a:pt x="1285" y="109"/>
                    <a:pt x="1416" y="137"/>
                    <a:pt x="1519" y="157"/>
                  </a:cubicBezTo>
                  <a:cubicBezTo>
                    <a:pt x="1622" y="177"/>
                    <a:pt x="1691" y="193"/>
                    <a:pt x="1797" y="207"/>
                  </a:cubicBezTo>
                  <a:cubicBezTo>
                    <a:pt x="1903" y="221"/>
                    <a:pt x="2034" y="233"/>
                    <a:pt x="2155" y="240"/>
                  </a:cubicBezTo>
                  <a:cubicBezTo>
                    <a:pt x="2276" y="247"/>
                    <a:pt x="2423" y="247"/>
                    <a:pt x="2522" y="247"/>
                  </a:cubicBezTo>
                  <a:cubicBezTo>
                    <a:pt x="2621" y="247"/>
                    <a:pt x="2703" y="241"/>
                    <a:pt x="2750" y="240"/>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16" name="Line 60">
              <a:extLst>
                <a:ext uri="{FF2B5EF4-FFF2-40B4-BE49-F238E27FC236}">
                  <a16:creationId xmlns:a16="http://schemas.microsoft.com/office/drawing/2014/main" id="{43EDA100-F26D-49AC-962F-AB9FBCE677F6}"/>
                </a:ext>
              </a:extLst>
            </p:cNvPr>
            <p:cNvSpPr>
              <a:spLocks noChangeShapeType="1"/>
            </p:cNvSpPr>
            <p:nvPr/>
          </p:nvSpPr>
          <p:spPr bwMode="auto">
            <a:xfrm>
              <a:off x="1632" y="1131"/>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17" name="Line 61">
              <a:extLst>
                <a:ext uri="{FF2B5EF4-FFF2-40B4-BE49-F238E27FC236}">
                  <a16:creationId xmlns:a16="http://schemas.microsoft.com/office/drawing/2014/main" id="{3D51F07D-64E7-4363-9A39-2903818BEC07}"/>
                </a:ext>
              </a:extLst>
            </p:cNvPr>
            <p:cNvSpPr>
              <a:spLocks noChangeShapeType="1"/>
            </p:cNvSpPr>
            <p:nvPr/>
          </p:nvSpPr>
          <p:spPr bwMode="auto">
            <a:xfrm>
              <a:off x="1632" y="1227"/>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18" name="Line 62">
              <a:extLst>
                <a:ext uri="{FF2B5EF4-FFF2-40B4-BE49-F238E27FC236}">
                  <a16:creationId xmlns:a16="http://schemas.microsoft.com/office/drawing/2014/main" id="{A383FE89-3367-4C45-BBA7-5065199D4E65}"/>
                </a:ext>
              </a:extLst>
            </p:cNvPr>
            <p:cNvSpPr>
              <a:spLocks noChangeShapeType="1"/>
            </p:cNvSpPr>
            <p:nvPr/>
          </p:nvSpPr>
          <p:spPr bwMode="auto">
            <a:xfrm>
              <a:off x="1632" y="1323"/>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19" name="Line 63">
              <a:extLst>
                <a:ext uri="{FF2B5EF4-FFF2-40B4-BE49-F238E27FC236}">
                  <a16:creationId xmlns:a16="http://schemas.microsoft.com/office/drawing/2014/main" id="{A8FF050C-047E-4B1C-87ED-15E9A2C04D83}"/>
                </a:ext>
              </a:extLst>
            </p:cNvPr>
            <p:cNvSpPr>
              <a:spLocks noChangeShapeType="1"/>
            </p:cNvSpPr>
            <p:nvPr/>
          </p:nvSpPr>
          <p:spPr bwMode="auto">
            <a:xfrm>
              <a:off x="1632" y="1536"/>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0" name="Line 64">
              <a:extLst>
                <a:ext uri="{FF2B5EF4-FFF2-40B4-BE49-F238E27FC236}">
                  <a16:creationId xmlns:a16="http://schemas.microsoft.com/office/drawing/2014/main" id="{518896A7-D3A3-4A8B-A552-B61324F56208}"/>
                </a:ext>
              </a:extLst>
            </p:cNvPr>
            <p:cNvSpPr>
              <a:spLocks noChangeShapeType="1"/>
            </p:cNvSpPr>
            <p:nvPr/>
          </p:nvSpPr>
          <p:spPr bwMode="auto">
            <a:xfrm flipV="1">
              <a:off x="1392" y="1536"/>
              <a:ext cx="2832" cy="0"/>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1" name="Freeform 65">
              <a:extLst>
                <a:ext uri="{FF2B5EF4-FFF2-40B4-BE49-F238E27FC236}">
                  <a16:creationId xmlns:a16="http://schemas.microsoft.com/office/drawing/2014/main" id="{A75A5760-4B7E-44D2-A5A1-E3038DDAC9DF}"/>
                </a:ext>
              </a:extLst>
            </p:cNvPr>
            <p:cNvSpPr>
              <a:spLocks/>
            </p:cNvSpPr>
            <p:nvPr/>
          </p:nvSpPr>
          <p:spPr bwMode="auto">
            <a:xfrm>
              <a:off x="1440" y="1633"/>
              <a:ext cx="2812" cy="263"/>
            </a:xfrm>
            <a:custGeom>
              <a:avLst/>
              <a:gdLst>
                <a:gd name="T0" fmla="*/ 0 w 2812"/>
                <a:gd name="T1" fmla="*/ 173 h 396"/>
                <a:gd name="T2" fmla="*/ 528 w 2812"/>
                <a:gd name="T3" fmla="*/ 173 h 396"/>
                <a:gd name="T4" fmla="*/ 895 w 2812"/>
                <a:gd name="T5" fmla="*/ 160 h 396"/>
                <a:gd name="T6" fmla="*/ 1174 w 2812"/>
                <a:gd name="T7" fmla="*/ 125 h 396"/>
                <a:gd name="T8" fmla="*/ 1440 w 2812"/>
                <a:gd name="T9" fmla="*/ 66 h 396"/>
                <a:gd name="T10" fmla="*/ 1779 w 2812"/>
                <a:gd name="T11" fmla="*/ 25 h 396"/>
                <a:gd name="T12" fmla="*/ 2160 w 2812"/>
                <a:gd name="T13" fmla="*/ 3 h 396"/>
                <a:gd name="T14" fmla="*/ 2494 w 2812"/>
                <a:gd name="T15" fmla="*/ 5 h 396"/>
                <a:gd name="T16" fmla="*/ 2812 w 2812"/>
                <a:gd name="T17" fmla="*/ 5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2"/>
                <a:gd name="T28" fmla="*/ 0 h 396"/>
                <a:gd name="T29" fmla="*/ 2812 w 2812"/>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2" h="396">
                  <a:moveTo>
                    <a:pt x="0" y="391"/>
                  </a:moveTo>
                  <a:cubicBezTo>
                    <a:pt x="196" y="395"/>
                    <a:pt x="379" y="396"/>
                    <a:pt x="528" y="391"/>
                  </a:cubicBezTo>
                  <a:cubicBezTo>
                    <a:pt x="677" y="386"/>
                    <a:pt x="787" y="381"/>
                    <a:pt x="895" y="363"/>
                  </a:cubicBezTo>
                  <a:cubicBezTo>
                    <a:pt x="1003" y="345"/>
                    <a:pt x="1083" y="318"/>
                    <a:pt x="1174" y="283"/>
                  </a:cubicBezTo>
                  <a:cubicBezTo>
                    <a:pt x="1265" y="248"/>
                    <a:pt x="1339" y="189"/>
                    <a:pt x="1440" y="151"/>
                  </a:cubicBezTo>
                  <a:cubicBezTo>
                    <a:pt x="1541" y="113"/>
                    <a:pt x="1659" y="79"/>
                    <a:pt x="1779" y="55"/>
                  </a:cubicBezTo>
                  <a:cubicBezTo>
                    <a:pt x="1899" y="31"/>
                    <a:pt x="2041" y="14"/>
                    <a:pt x="2160" y="7"/>
                  </a:cubicBezTo>
                  <a:cubicBezTo>
                    <a:pt x="2279" y="0"/>
                    <a:pt x="2385" y="10"/>
                    <a:pt x="2494" y="11"/>
                  </a:cubicBezTo>
                  <a:cubicBezTo>
                    <a:pt x="2603" y="12"/>
                    <a:pt x="2746" y="11"/>
                    <a:pt x="2812" y="11"/>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22" name="Freeform 66">
              <a:extLst>
                <a:ext uri="{FF2B5EF4-FFF2-40B4-BE49-F238E27FC236}">
                  <a16:creationId xmlns:a16="http://schemas.microsoft.com/office/drawing/2014/main" id="{9B719EBC-398F-4E7F-934A-C2528AF1B1FC}"/>
                </a:ext>
              </a:extLst>
            </p:cNvPr>
            <p:cNvSpPr>
              <a:spLocks/>
            </p:cNvSpPr>
            <p:nvPr/>
          </p:nvSpPr>
          <p:spPr bwMode="auto">
            <a:xfrm flipV="1">
              <a:off x="1440" y="1580"/>
              <a:ext cx="2782" cy="221"/>
            </a:xfrm>
            <a:custGeom>
              <a:avLst/>
              <a:gdLst>
                <a:gd name="T0" fmla="*/ 0 w 2782"/>
                <a:gd name="T1" fmla="*/ 2 h 333"/>
                <a:gd name="T2" fmla="*/ 528 w 2782"/>
                <a:gd name="T3" fmla="*/ 2 h 333"/>
                <a:gd name="T4" fmla="*/ 895 w 2782"/>
                <a:gd name="T5" fmla="*/ 15 h 333"/>
                <a:gd name="T6" fmla="*/ 1174 w 2782"/>
                <a:gd name="T7" fmla="*/ 50 h 333"/>
                <a:gd name="T8" fmla="*/ 1491 w 2782"/>
                <a:gd name="T9" fmla="*/ 94 h 333"/>
                <a:gd name="T10" fmla="*/ 1809 w 2782"/>
                <a:gd name="T11" fmla="*/ 123 h 333"/>
                <a:gd name="T12" fmla="*/ 2186 w 2782"/>
                <a:gd name="T13" fmla="*/ 141 h 333"/>
                <a:gd name="T14" fmla="*/ 2514 w 2782"/>
                <a:gd name="T15" fmla="*/ 146 h 333"/>
                <a:gd name="T16" fmla="*/ 2782 w 2782"/>
                <a:gd name="T17" fmla="*/ 137 h 3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2"/>
                <a:gd name="T28" fmla="*/ 0 h 333"/>
                <a:gd name="T29" fmla="*/ 2782 w 2782"/>
                <a:gd name="T30" fmla="*/ 333 h 3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2" h="333">
                  <a:moveTo>
                    <a:pt x="0" y="5"/>
                  </a:moveTo>
                  <a:cubicBezTo>
                    <a:pt x="196" y="1"/>
                    <a:pt x="379" y="0"/>
                    <a:pt x="528" y="5"/>
                  </a:cubicBezTo>
                  <a:cubicBezTo>
                    <a:pt x="677" y="10"/>
                    <a:pt x="787" y="15"/>
                    <a:pt x="895" y="33"/>
                  </a:cubicBezTo>
                  <a:cubicBezTo>
                    <a:pt x="1003" y="51"/>
                    <a:pt x="1075" y="83"/>
                    <a:pt x="1174" y="113"/>
                  </a:cubicBezTo>
                  <a:cubicBezTo>
                    <a:pt x="1273" y="143"/>
                    <a:pt x="1385" y="184"/>
                    <a:pt x="1491" y="212"/>
                  </a:cubicBezTo>
                  <a:cubicBezTo>
                    <a:pt x="1597" y="240"/>
                    <a:pt x="1693" y="263"/>
                    <a:pt x="1809" y="281"/>
                  </a:cubicBezTo>
                  <a:cubicBezTo>
                    <a:pt x="1925" y="299"/>
                    <a:pt x="2068" y="313"/>
                    <a:pt x="2186" y="321"/>
                  </a:cubicBezTo>
                  <a:cubicBezTo>
                    <a:pt x="2304" y="329"/>
                    <a:pt x="2415" y="333"/>
                    <a:pt x="2514" y="331"/>
                  </a:cubicBezTo>
                  <a:cubicBezTo>
                    <a:pt x="2613" y="329"/>
                    <a:pt x="2726" y="315"/>
                    <a:pt x="2782" y="311"/>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23" name="Freeform 67">
              <a:extLst>
                <a:ext uri="{FF2B5EF4-FFF2-40B4-BE49-F238E27FC236}">
                  <a16:creationId xmlns:a16="http://schemas.microsoft.com/office/drawing/2014/main" id="{4C9F962F-9349-428D-89C3-5D4F5A64FA53}"/>
                </a:ext>
              </a:extLst>
            </p:cNvPr>
            <p:cNvSpPr>
              <a:spLocks/>
            </p:cNvSpPr>
            <p:nvPr/>
          </p:nvSpPr>
          <p:spPr bwMode="auto">
            <a:xfrm>
              <a:off x="1462" y="1543"/>
              <a:ext cx="2750" cy="163"/>
            </a:xfrm>
            <a:custGeom>
              <a:avLst/>
              <a:gdLst>
                <a:gd name="T0" fmla="*/ 0 w 2750"/>
                <a:gd name="T1" fmla="*/ 106 h 246"/>
                <a:gd name="T2" fmla="*/ 528 w 2750"/>
                <a:gd name="T3" fmla="*/ 106 h 246"/>
                <a:gd name="T4" fmla="*/ 895 w 2750"/>
                <a:gd name="T5" fmla="*/ 93 h 246"/>
                <a:gd name="T6" fmla="*/ 1181 w 2750"/>
                <a:gd name="T7" fmla="*/ 70 h 246"/>
                <a:gd name="T8" fmla="*/ 1519 w 2750"/>
                <a:gd name="T9" fmla="*/ 39 h 246"/>
                <a:gd name="T10" fmla="*/ 1797 w 2750"/>
                <a:gd name="T11" fmla="*/ 17 h 246"/>
                <a:gd name="T12" fmla="*/ 2155 w 2750"/>
                <a:gd name="T13" fmla="*/ 3 h 246"/>
                <a:gd name="T14" fmla="*/ 2522 w 2750"/>
                <a:gd name="T15" fmla="*/ 2 h 246"/>
                <a:gd name="T16" fmla="*/ 2750 w 2750"/>
                <a:gd name="T17" fmla="*/ 3 h 2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50"/>
                <a:gd name="T28" fmla="*/ 0 h 246"/>
                <a:gd name="T29" fmla="*/ 2750 w 2750"/>
                <a:gd name="T30" fmla="*/ 246 h 2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50" h="246">
                  <a:moveTo>
                    <a:pt x="0" y="241"/>
                  </a:moveTo>
                  <a:cubicBezTo>
                    <a:pt x="196" y="245"/>
                    <a:pt x="379" y="246"/>
                    <a:pt x="528" y="241"/>
                  </a:cubicBezTo>
                  <a:cubicBezTo>
                    <a:pt x="677" y="236"/>
                    <a:pt x="786" y="227"/>
                    <a:pt x="895" y="213"/>
                  </a:cubicBezTo>
                  <a:cubicBezTo>
                    <a:pt x="1004" y="199"/>
                    <a:pt x="1077" y="179"/>
                    <a:pt x="1181" y="158"/>
                  </a:cubicBezTo>
                  <a:cubicBezTo>
                    <a:pt x="1285" y="137"/>
                    <a:pt x="1416" y="109"/>
                    <a:pt x="1519" y="89"/>
                  </a:cubicBezTo>
                  <a:cubicBezTo>
                    <a:pt x="1622" y="69"/>
                    <a:pt x="1691" y="53"/>
                    <a:pt x="1797" y="39"/>
                  </a:cubicBezTo>
                  <a:cubicBezTo>
                    <a:pt x="1903" y="25"/>
                    <a:pt x="2034" y="12"/>
                    <a:pt x="2155" y="6"/>
                  </a:cubicBezTo>
                  <a:cubicBezTo>
                    <a:pt x="2276" y="0"/>
                    <a:pt x="2423" y="5"/>
                    <a:pt x="2522" y="5"/>
                  </a:cubicBezTo>
                  <a:cubicBezTo>
                    <a:pt x="2621" y="5"/>
                    <a:pt x="2703" y="6"/>
                    <a:pt x="2750" y="6"/>
                  </a:cubicBezTo>
                </a:path>
              </a:pathLst>
            </a:custGeom>
            <a:noFill/>
            <a:ln w="19050" cmpd="sng">
              <a:solidFill>
                <a:srgbClr val="00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24" name="Line 68">
              <a:extLst>
                <a:ext uri="{FF2B5EF4-FFF2-40B4-BE49-F238E27FC236}">
                  <a16:creationId xmlns:a16="http://schemas.microsoft.com/office/drawing/2014/main" id="{C16BFE93-EF64-4699-B50C-91FF7913BE64}"/>
                </a:ext>
              </a:extLst>
            </p:cNvPr>
            <p:cNvSpPr>
              <a:spLocks noChangeShapeType="1"/>
            </p:cNvSpPr>
            <p:nvPr/>
          </p:nvSpPr>
          <p:spPr bwMode="auto">
            <a:xfrm flipV="1">
              <a:off x="1632" y="1892"/>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5" name="Line 69">
              <a:extLst>
                <a:ext uri="{FF2B5EF4-FFF2-40B4-BE49-F238E27FC236}">
                  <a16:creationId xmlns:a16="http://schemas.microsoft.com/office/drawing/2014/main" id="{5A2C9D45-EF50-4310-BB73-4EDA5CB88CC9}"/>
                </a:ext>
              </a:extLst>
            </p:cNvPr>
            <p:cNvSpPr>
              <a:spLocks noChangeShapeType="1"/>
            </p:cNvSpPr>
            <p:nvPr/>
          </p:nvSpPr>
          <p:spPr bwMode="auto">
            <a:xfrm flipV="1">
              <a:off x="1632" y="1801"/>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6" name="Line 70">
              <a:extLst>
                <a:ext uri="{FF2B5EF4-FFF2-40B4-BE49-F238E27FC236}">
                  <a16:creationId xmlns:a16="http://schemas.microsoft.com/office/drawing/2014/main" id="{AD78F1E2-9AE1-4B11-A2A1-CA3C775A4FBD}"/>
                </a:ext>
              </a:extLst>
            </p:cNvPr>
            <p:cNvSpPr>
              <a:spLocks noChangeShapeType="1"/>
            </p:cNvSpPr>
            <p:nvPr/>
          </p:nvSpPr>
          <p:spPr bwMode="auto">
            <a:xfrm flipV="1">
              <a:off x="1632" y="1705"/>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7" name="Line 71">
              <a:extLst>
                <a:ext uri="{FF2B5EF4-FFF2-40B4-BE49-F238E27FC236}">
                  <a16:creationId xmlns:a16="http://schemas.microsoft.com/office/drawing/2014/main" id="{245D3E4D-35D0-464D-A23B-9D708F9AB315}"/>
                </a:ext>
              </a:extLst>
            </p:cNvPr>
            <p:cNvSpPr>
              <a:spLocks noChangeShapeType="1"/>
            </p:cNvSpPr>
            <p:nvPr/>
          </p:nvSpPr>
          <p:spPr bwMode="auto">
            <a:xfrm flipV="1">
              <a:off x="1632" y="1536"/>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28" name="Freeform 72">
              <a:extLst>
                <a:ext uri="{FF2B5EF4-FFF2-40B4-BE49-F238E27FC236}">
                  <a16:creationId xmlns:a16="http://schemas.microsoft.com/office/drawing/2014/main" id="{F2F3C129-8B0F-4824-B8CC-68F32806D8A1}"/>
                </a:ext>
              </a:extLst>
            </p:cNvPr>
            <p:cNvSpPr>
              <a:spLocks/>
            </p:cNvSpPr>
            <p:nvPr/>
          </p:nvSpPr>
          <p:spPr bwMode="auto">
            <a:xfrm>
              <a:off x="1440" y="1416"/>
              <a:ext cx="1889" cy="73"/>
            </a:xfrm>
            <a:custGeom>
              <a:avLst/>
              <a:gdLst>
                <a:gd name="T0" fmla="*/ 0 w 1889"/>
                <a:gd name="T1" fmla="*/ 0 h 73"/>
                <a:gd name="T2" fmla="*/ 1263 w 1889"/>
                <a:gd name="T3" fmla="*/ 33 h 73"/>
                <a:gd name="T4" fmla="*/ 1462 w 1889"/>
                <a:gd name="T5" fmla="*/ 53 h 73"/>
                <a:gd name="T6" fmla="*/ 1670 w 1889"/>
                <a:gd name="T7" fmla="*/ 73 h 73"/>
                <a:gd name="T8" fmla="*/ 1889 w 1889"/>
                <a:gd name="T9" fmla="*/ 73 h 73"/>
                <a:gd name="T10" fmla="*/ 0 60000 65536"/>
                <a:gd name="T11" fmla="*/ 0 60000 65536"/>
                <a:gd name="T12" fmla="*/ 0 60000 65536"/>
                <a:gd name="T13" fmla="*/ 0 60000 65536"/>
                <a:gd name="T14" fmla="*/ 0 60000 65536"/>
                <a:gd name="T15" fmla="*/ 0 w 1889"/>
                <a:gd name="T16" fmla="*/ 0 h 73"/>
                <a:gd name="T17" fmla="*/ 1889 w 1889"/>
                <a:gd name="T18" fmla="*/ 73 h 73"/>
              </a:gdLst>
              <a:ahLst/>
              <a:cxnLst>
                <a:cxn ang="T10">
                  <a:pos x="T0" y="T1"/>
                </a:cxn>
                <a:cxn ang="T11">
                  <a:pos x="T2" y="T3"/>
                </a:cxn>
                <a:cxn ang="T12">
                  <a:pos x="T4" y="T5"/>
                </a:cxn>
                <a:cxn ang="T13">
                  <a:pos x="T6" y="T7"/>
                </a:cxn>
                <a:cxn ang="T14">
                  <a:pos x="T8" y="T9"/>
                </a:cxn>
              </a:cxnLst>
              <a:rect l="T15" t="T16" r="T17" b="T18"/>
              <a:pathLst>
                <a:path w="1889" h="73">
                  <a:moveTo>
                    <a:pt x="0" y="0"/>
                  </a:moveTo>
                  <a:lnTo>
                    <a:pt x="1263" y="33"/>
                  </a:lnTo>
                  <a:lnTo>
                    <a:pt x="1462" y="53"/>
                  </a:lnTo>
                  <a:lnTo>
                    <a:pt x="1670" y="73"/>
                  </a:lnTo>
                  <a:lnTo>
                    <a:pt x="1889" y="73"/>
                  </a:lnTo>
                </a:path>
              </a:pathLst>
            </a:custGeom>
            <a:noFill/>
            <a:ln w="1905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29" name="Freeform 73">
              <a:extLst>
                <a:ext uri="{FF2B5EF4-FFF2-40B4-BE49-F238E27FC236}">
                  <a16:creationId xmlns:a16="http://schemas.microsoft.com/office/drawing/2014/main" id="{2422C81D-C162-49E7-B8D2-2421AE7DCB39}"/>
                </a:ext>
              </a:extLst>
            </p:cNvPr>
            <p:cNvSpPr>
              <a:spLocks/>
            </p:cNvSpPr>
            <p:nvPr/>
          </p:nvSpPr>
          <p:spPr bwMode="auto">
            <a:xfrm>
              <a:off x="1440" y="1560"/>
              <a:ext cx="1849" cy="70"/>
            </a:xfrm>
            <a:custGeom>
              <a:avLst/>
              <a:gdLst>
                <a:gd name="T0" fmla="*/ 0 w 1849"/>
                <a:gd name="T1" fmla="*/ 70 h 70"/>
                <a:gd name="T2" fmla="*/ 1263 w 1849"/>
                <a:gd name="T3" fmla="*/ 30 h 70"/>
                <a:gd name="T4" fmla="*/ 1462 w 1849"/>
                <a:gd name="T5" fmla="*/ 10 h 70"/>
                <a:gd name="T6" fmla="*/ 1849 w 1849"/>
                <a:gd name="T7" fmla="*/ 0 h 70"/>
                <a:gd name="T8" fmla="*/ 0 60000 65536"/>
                <a:gd name="T9" fmla="*/ 0 60000 65536"/>
                <a:gd name="T10" fmla="*/ 0 60000 65536"/>
                <a:gd name="T11" fmla="*/ 0 60000 65536"/>
                <a:gd name="T12" fmla="*/ 0 w 1849"/>
                <a:gd name="T13" fmla="*/ 0 h 70"/>
                <a:gd name="T14" fmla="*/ 1849 w 1849"/>
                <a:gd name="T15" fmla="*/ 70 h 70"/>
              </a:gdLst>
              <a:ahLst/>
              <a:cxnLst>
                <a:cxn ang="T8">
                  <a:pos x="T0" y="T1"/>
                </a:cxn>
                <a:cxn ang="T9">
                  <a:pos x="T2" y="T3"/>
                </a:cxn>
                <a:cxn ang="T10">
                  <a:pos x="T4" y="T5"/>
                </a:cxn>
                <a:cxn ang="T11">
                  <a:pos x="T6" y="T7"/>
                </a:cxn>
              </a:cxnLst>
              <a:rect l="T12" t="T13" r="T14" b="T15"/>
              <a:pathLst>
                <a:path w="1849" h="70">
                  <a:moveTo>
                    <a:pt x="0" y="70"/>
                  </a:moveTo>
                  <a:lnTo>
                    <a:pt x="1263" y="30"/>
                  </a:lnTo>
                  <a:lnTo>
                    <a:pt x="1462" y="10"/>
                  </a:lnTo>
                  <a:lnTo>
                    <a:pt x="1849" y="0"/>
                  </a:lnTo>
                </a:path>
              </a:pathLst>
            </a:custGeom>
            <a:noFill/>
            <a:ln w="19050" cmpd="sng">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30" name="Line 74">
              <a:extLst>
                <a:ext uri="{FF2B5EF4-FFF2-40B4-BE49-F238E27FC236}">
                  <a16:creationId xmlns:a16="http://schemas.microsoft.com/office/drawing/2014/main" id="{7FE15745-BED6-4DE3-A4B1-6B15DF7DF8C0}"/>
                </a:ext>
              </a:extLst>
            </p:cNvPr>
            <p:cNvSpPr>
              <a:spLocks noChangeShapeType="1"/>
            </p:cNvSpPr>
            <p:nvPr/>
          </p:nvSpPr>
          <p:spPr bwMode="auto">
            <a:xfrm flipV="1">
              <a:off x="1632" y="1610"/>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31" name="Line 75">
              <a:extLst>
                <a:ext uri="{FF2B5EF4-FFF2-40B4-BE49-F238E27FC236}">
                  <a16:creationId xmlns:a16="http://schemas.microsoft.com/office/drawing/2014/main" id="{AE19B445-EAD3-4C2C-A533-1775A4211614}"/>
                </a:ext>
              </a:extLst>
            </p:cNvPr>
            <p:cNvSpPr>
              <a:spLocks noChangeShapeType="1"/>
            </p:cNvSpPr>
            <p:nvPr/>
          </p:nvSpPr>
          <p:spPr bwMode="auto">
            <a:xfrm flipV="1">
              <a:off x="1632" y="1416"/>
              <a:ext cx="192" cy="0"/>
            </a:xfrm>
            <a:prstGeom prst="line">
              <a:avLst/>
            </a:prstGeom>
            <a:noFill/>
            <a:ln w="3810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33805" name="Line 76">
            <a:extLst>
              <a:ext uri="{FF2B5EF4-FFF2-40B4-BE49-F238E27FC236}">
                <a16:creationId xmlns:a16="http://schemas.microsoft.com/office/drawing/2014/main" id="{B4BED339-857D-4EA6-8652-3FD6ECCF2F3F}"/>
              </a:ext>
            </a:extLst>
          </p:cNvPr>
          <p:cNvSpPr>
            <a:spLocks noChangeShapeType="1"/>
          </p:cNvSpPr>
          <p:nvPr/>
        </p:nvSpPr>
        <p:spPr bwMode="auto">
          <a:xfrm>
            <a:off x="3176588" y="5094288"/>
            <a:ext cx="6019800"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3794" name="Object 3">
            <a:extLst>
              <a:ext uri="{FF2B5EF4-FFF2-40B4-BE49-F238E27FC236}">
                <a16:creationId xmlns:a16="http://schemas.microsoft.com/office/drawing/2014/main" id="{60AB4C13-9AED-44B6-834C-F8E26318B7FB}"/>
              </a:ext>
            </a:extLst>
          </p:cNvPr>
          <p:cNvGraphicFramePr>
            <a:graphicFrameLocks noChangeAspect="1"/>
          </p:cNvGraphicFramePr>
          <p:nvPr/>
        </p:nvGraphicFramePr>
        <p:xfrm>
          <a:off x="3862388" y="5589588"/>
          <a:ext cx="468312" cy="647700"/>
        </p:xfrm>
        <a:graphic>
          <a:graphicData uri="http://schemas.openxmlformats.org/presentationml/2006/ole">
            <mc:AlternateContent xmlns:mc="http://schemas.openxmlformats.org/markup-compatibility/2006">
              <mc:Choice xmlns:v="urn:schemas-microsoft-com:vml" Requires="v">
                <p:oleObj spid="_x0000_s14432" name="Equation" r:id="rId10" imgW="177480" imgH="215640" progId="Equation.3">
                  <p:embed/>
                </p:oleObj>
              </mc:Choice>
              <mc:Fallback>
                <p:oleObj name="Equation" r:id="rId10" imgW="177480" imgH="215640" progId="Equation.3">
                  <p:embed/>
                  <p:pic>
                    <p:nvPicPr>
                      <p:cNvPr id="33794" name="Object 3">
                        <a:extLst>
                          <a:ext uri="{FF2B5EF4-FFF2-40B4-BE49-F238E27FC236}">
                            <a16:creationId xmlns:a16="http://schemas.microsoft.com/office/drawing/2014/main" id="{60AB4C13-9AED-44B6-834C-F8E26318B7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2388" y="5589588"/>
                        <a:ext cx="468312"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5" name="Object 4">
            <a:extLst>
              <a:ext uri="{FF2B5EF4-FFF2-40B4-BE49-F238E27FC236}">
                <a16:creationId xmlns:a16="http://schemas.microsoft.com/office/drawing/2014/main" id="{AFBBAEDF-4157-4162-B79E-1DFE58DC974A}"/>
              </a:ext>
            </a:extLst>
          </p:cNvPr>
          <p:cNvGraphicFramePr>
            <a:graphicFrameLocks noChangeAspect="1"/>
          </p:cNvGraphicFramePr>
          <p:nvPr/>
        </p:nvGraphicFramePr>
        <p:xfrm>
          <a:off x="7443788" y="5132388"/>
          <a:ext cx="501650" cy="647700"/>
        </p:xfrm>
        <a:graphic>
          <a:graphicData uri="http://schemas.openxmlformats.org/presentationml/2006/ole">
            <mc:AlternateContent xmlns:mc="http://schemas.openxmlformats.org/markup-compatibility/2006">
              <mc:Choice xmlns:v="urn:schemas-microsoft-com:vml" Requires="v">
                <p:oleObj spid="_x0000_s14433" name="Equation" r:id="rId12" imgW="190440" imgH="215640" progId="Equation.3">
                  <p:embed/>
                </p:oleObj>
              </mc:Choice>
              <mc:Fallback>
                <p:oleObj name="Equation" r:id="rId12" imgW="190440" imgH="215640" progId="Equation.3">
                  <p:embed/>
                  <p:pic>
                    <p:nvPicPr>
                      <p:cNvPr id="33795" name="Object 4">
                        <a:extLst>
                          <a:ext uri="{FF2B5EF4-FFF2-40B4-BE49-F238E27FC236}">
                            <a16:creationId xmlns:a16="http://schemas.microsoft.com/office/drawing/2014/main" id="{AFBBAEDF-4157-4162-B79E-1DFE58DC974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43788" y="5132388"/>
                        <a:ext cx="50165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6" name="Object 5">
            <a:extLst>
              <a:ext uri="{FF2B5EF4-FFF2-40B4-BE49-F238E27FC236}">
                <a16:creationId xmlns:a16="http://schemas.microsoft.com/office/drawing/2014/main" id="{2185B6FF-9F9D-40D9-9C34-AA76E428F70C}"/>
              </a:ext>
            </a:extLst>
          </p:cNvPr>
          <p:cNvGraphicFramePr>
            <a:graphicFrameLocks noChangeAspect="1"/>
          </p:cNvGraphicFramePr>
          <p:nvPr/>
        </p:nvGraphicFramePr>
        <p:xfrm>
          <a:off x="7367588" y="4103688"/>
          <a:ext cx="468312" cy="647700"/>
        </p:xfrm>
        <a:graphic>
          <a:graphicData uri="http://schemas.openxmlformats.org/presentationml/2006/ole">
            <mc:AlternateContent xmlns:mc="http://schemas.openxmlformats.org/markup-compatibility/2006">
              <mc:Choice xmlns:v="urn:schemas-microsoft-com:vml" Requires="v">
                <p:oleObj spid="_x0000_s14434" name="Equation" r:id="rId14" imgW="177480" imgH="215640" progId="Equation.3">
                  <p:embed/>
                </p:oleObj>
              </mc:Choice>
              <mc:Fallback>
                <p:oleObj name="Equation" r:id="rId14" imgW="177480" imgH="215640" progId="Equation.3">
                  <p:embed/>
                  <p:pic>
                    <p:nvPicPr>
                      <p:cNvPr id="33796" name="Object 5">
                        <a:extLst>
                          <a:ext uri="{FF2B5EF4-FFF2-40B4-BE49-F238E27FC236}">
                            <a16:creationId xmlns:a16="http://schemas.microsoft.com/office/drawing/2014/main" id="{2185B6FF-9F9D-40D9-9C34-AA76E428F70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67588" y="4103688"/>
                        <a:ext cx="468312"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7" name="Object 6">
            <a:extLst>
              <a:ext uri="{FF2B5EF4-FFF2-40B4-BE49-F238E27FC236}">
                <a16:creationId xmlns:a16="http://schemas.microsoft.com/office/drawing/2014/main" id="{37D66CE8-F490-436F-B021-70A980C15FEB}"/>
              </a:ext>
            </a:extLst>
          </p:cNvPr>
          <p:cNvGraphicFramePr>
            <a:graphicFrameLocks noChangeAspect="1"/>
          </p:cNvGraphicFramePr>
          <p:nvPr/>
        </p:nvGraphicFramePr>
        <p:xfrm>
          <a:off x="3938589" y="3671888"/>
          <a:ext cx="434975" cy="647700"/>
        </p:xfrm>
        <a:graphic>
          <a:graphicData uri="http://schemas.openxmlformats.org/presentationml/2006/ole">
            <mc:AlternateContent xmlns:mc="http://schemas.openxmlformats.org/markup-compatibility/2006">
              <mc:Choice xmlns:v="urn:schemas-microsoft-com:vml" Requires="v">
                <p:oleObj spid="_x0000_s14435" name="Equation" r:id="rId16" imgW="164880" imgH="215640" progId="Equation.3">
                  <p:embed/>
                </p:oleObj>
              </mc:Choice>
              <mc:Fallback>
                <p:oleObj name="Equation" r:id="rId16" imgW="164880" imgH="215640" progId="Equation.3">
                  <p:embed/>
                  <p:pic>
                    <p:nvPicPr>
                      <p:cNvPr id="33797" name="Object 6">
                        <a:extLst>
                          <a:ext uri="{FF2B5EF4-FFF2-40B4-BE49-F238E27FC236}">
                            <a16:creationId xmlns:a16="http://schemas.microsoft.com/office/drawing/2014/main" id="{37D66CE8-F490-436F-B021-70A980C15FE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8589" y="3671888"/>
                        <a:ext cx="434975"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6" name="Line 81">
            <a:extLst>
              <a:ext uri="{FF2B5EF4-FFF2-40B4-BE49-F238E27FC236}">
                <a16:creationId xmlns:a16="http://schemas.microsoft.com/office/drawing/2014/main" id="{6A37F348-253E-4A43-88C2-E8069498793A}"/>
              </a:ext>
            </a:extLst>
          </p:cNvPr>
          <p:cNvSpPr>
            <a:spLocks noChangeShapeType="1"/>
          </p:cNvSpPr>
          <p:nvPr/>
        </p:nvSpPr>
        <p:spPr bwMode="auto">
          <a:xfrm>
            <a:off x="3862388" y="4319588"/>
            <a:ext cx="685800" cy="0"/>
          </a:xfrm>
          <a:prstGeom prst="line">
            <a:avLst/>
          </a:prstGeom>
          <a:noFill/>
          <a:ln w="31750">
            <a:solidFill>
              <a:srgbClr val="CC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07" name="Line 82">
            <a:extLst>
              <a:ext uri="{FF2B5EF4-FFF2-40B4-BE49-F238E27FC236}">
                <a16:creationId xmlns:a16="http://schemas.microsoft.com/office/drawing/2014/main" id="{1A4FAA7D-B8BA-439F-89F0-051CB7054E11}"/>
              </a:ext>
            </a:extLst>
          </p:cNvPr>
          <p:cNvSpPr>
            <a:spLocks noChangeShapeType="1"/>
          </p:cNvSpPr>
          <p:nvPr/>
        </p:nvSpPr>
        <p:spPr bwMode="auto">
          <a:xfrm>
            <a:off x="7291388" y="4752975"/>
            <a:ext cx="685800" cy="0"/>
          </a:xfrm>
          <a:prstGeom prst="line">
            <a:avLst/>
          </a:prstGeom>
          <a:noFill/>
          <a:ln w="31750">
            <a:solidFill>
              <a:srgbClr val="CC0000"/>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33808" name="Rectangle 83">
            <a:extLst>
              <a:ext uri="{FF2B5EF4-FFF2-40B4-BE49-F238E27FC236}">
                <a16:creationId xmlns:a16="http://schemas.microsoft.com/office/drawing/2014/main" id="{FB311F63-BAEA-439E-A426-8377F7062EDE}"/>
              </a:ext>
            </a:extLst>
          </p:cNvPr>
          <p:cNvSpPr>
            <a:spLocks noChangeArrowheads="1"/>
          </p:cNvSpPr>
          <p:nvPr/>
        </p:nvSpPr>
        <p:spPr bwMode="auto">
          <a:xfrm>
            <a:off x="2566989" y="3816350"/>
            <a:ext cx="6961187" cy="237648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811" name="Text Box 40">
            <a:extLst>
              <a:ext uri="{FF2B5EF4-FFF2-40B4-BE49-F238E27FC236}">
                <a16:creationId xmlns:a16="http://schemas.microsoft.com/office/drawing/2014/main" id="{0E5CD967-ADEB-485F-A9C7-C9228366DEA0}"/>
              </a:ext>
            </a:extLst>
          </p:cNvPr>
          <p:cNvSpPr txBox="1">
            <a:spLocks noChangeArrowheads="1"/>
          </p:cNvSpPr>
          <p:nvPr/>
        </p:nvSpPr>
        <p:spPr bwMode="auto">
          <a:xfrm>
            <a:off x="4667250" y="968956"/>
            <a:ext cx="5486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1C1C1C"/>
                </a:solidFill>
                <a:latin typeface="Times New Roman" panose="02020603050405020304" pitchFamily="18" charset="0"/>
              </a:rPr>
              <a:t>若将流管放在水平面上</a:t>
            </a:r>
          </a:p>
        </p:txBody>
      </p:sp>
      <mc:AlternateContent xmlns:mc="http://schemas.openxmlformats.org/markup-compatibility/2006" xmlns:a14="http://schemas.microsoft.com/office/drawing/2010/main">
        <mc:Choice Requires="a14">
          <p:sp>
            <p:nvSpPr>
              <p:cNvPr id="44" name="Object 30">
                <a:extLst>
                  <a:ext uri="{FF2B5EF4-FFF2-40B4-BE49-F238E27FC236}">
                    <a16:creationId xmlns:a16="http://schemas.microsoft.com/office/drawing/2014/main" id="{E4438B18-1EA3-4552-8904-B269C601996B}"/>
                  </a:ext>
                </a:extLst>
              </p:cNvPr>
              <p:cNvSpPr txBox="1"/>
              <p:nvPr/>
            </p:nvSpPr>
            <p:spPr bwMode="auto">
              <a:xfrm>
                <a:off x="748507" y="894404"/>
                <a:ext cx="3580437" cy="633919"/>
              </a:xfrm>
              <a:prstGeom prst="rect">
                <a:avLst/>
              </a:prstGeom>
              <a:solidFill>
                <a:srgbClr val="FFFF99"/>
              </a:solid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smtClean="0">
                          <a:solidFill>
                            <a:srgbClr val="000000"/>
                          </a:solidFill>
                          <a:latin typeface="Cambria Math" panose="02040503050406030204" pitchFamily="18" charset="0"/>
                        </a:rPr>
                        <m:t>𝑝</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𝜌</m:t>
                      </m:r>
                      <m:r>
                        <a:rPr lang="zh-CN" altLang="en-US" sz="2400" i="1">
                          <a:solidFill>
                            <a:srgbClr val="000000"/>
                          </a:solidFill>
                          <a:latin typeface="Cambria Math" panose="02040503050406030204" pitchFamily="18" charset="0"/>
                        </a:rPr>
                        <m:t>𝑔h</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2</m:t>
                          </m:r>
                        </m:den>
                      </m:f>
                      <m:r>
                        <a:rPr lang="zh-CN" altLang="en-US" sz="2400" i="1">
                          <a:solidFill>
                            <a:srgbClr val="000000"/>
                          </a:solidFill>
                          <a:latin typeface="Cambria Math" panose="02040503050406030204" pitchFamily="18" charset="0"/>
                        </a:rPr>
                        <m:t>𝜌</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𝑣</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常量</m:t>
                      </m:r>
                    </m:oMath>
                  </m:oMathPara>
                </a14:m>
                <a:endParaRPr lang="zh-CN" altLang="en-US" sz="2400" dirty="0">
                  <a:solidFill>
                    <a:srgbClr val="FF0000"/>
                  </a:solidFill>
                </a:endParaRPr>
              </a:p>
            </p:txBody>
          </p:sp>
        </mc:Choice>
        <mc:Fallback xmlns="">
          <p:sp>
            <p:nvSpPr>
              <p:cNvPr id="44" name="Object 30">
                <a:extLst>
                  <a:ext uri="{FF2B5EF4-FFF2-40B4-BE49-F238E27FC236}">
                    <a16:creationId xmlns:a16="http://schemas.microsoft.com/office/drawing/2014/main" id="{E4438B18-1EA3-4552-8904-B269C601996B}"/>
                  </a:ext>
                </a:extLst>
              </p:cNvPr>
              <p:cNvSpPr txBox="1">
                <a:spLocks noRot="1" noChangeAspect="1" noMove="1" noResize="1" noEditPoints="1" noAdjustHandles="1" noChangeArrowheads="1" noChangeShapeType="1" noTextEdit="1"/>
              </p:cNvSpPr>
              <p:nvPr/>
            </p:nvSpPr>
            <p:spPr bwMode="auto">
              <a:xfrm>
                <a:off x="748507" y="894404"/>
                <a:ext cx="3580437" cy="633919"/>
              </a:xfrm>
              <a:prstGeom prst="rect">
                <a:avLst/>
              </a:prstGeom>
              <a:blipFill>
                <a:blip r:embed="rId20"/>
                <a:stretch>
                  <a:fillRect b="-15385"/>
                </a:stretch>
              </a:blipFill>
              <a:ln>
                <a:noFill/>
              </a:ln>
              <a:effectLst/>
            </p:spPr>
            <p:txBody>
              <a:bodyPr/>
              <a:lstStyle/>
              <a:p>
                <a:r>
                  <a:rPr lang="zh-CN" altLang="en-US">
                    <a:noFill/>
                  </a:rPr>
                  <a:t> </a:t>
                </a:r>
              </a:p>
            </p:txBody>
          </p:sp>
        </mc:Fallback>
      </mc:AlternateContent>
      <p:sp>
        <p:nvSpPr>
          <p:cNvPr id="45" name="Text Box 2">
            <a:extLst>
              <a:ext uri="{FF2B5EF4-FFF2-40B4-BE49-F238E27FC236}">
                <a16:creationId xmlns:a16="http://schemas.microsoft.com/office/drawing/2014/main" id="{FAE6A595-1F2F-4DC1-9EC7-776DCE93491A}"/>
              </a:ext>
            </a:extLst>
          </p:cNvPr>
          <p:cNvSpPr txBox="1">
            <a:spLocks noChangeArrowheads="1"/>
          </p:cNvSpPr>
          <p:nvPr/>
        </p:nvSpPr>
        <p:spPr bwMode="auto">
          <a:xfrm>
            <a:off x="1485900" y="115601"/>
            <a:ext cx="3181350"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二  伯努利方程</a:t>
            </a:r>
          </a:p>
        </p:txBody>
      </p:sp>
    </p:spTree>
    <p:custDataLst>
      <p:tags r:id="rId2"/>
    </p:custDataLst>
    <p:extLst>
      <p:ext uri="{BB962C8B-B14F-4D97-AF65-F5344CB8AC3E}">
        <p14:creationId xmlns:p14="http://schemas.microsoft.com/office/powerpoint/2010/main" val="2818196625"/>
      </p:ext>
    </p:extLst>
  </p:cSld>
  <p:clrMapOvr>
    <a:masterClrMapping/>
  </p:clrMapOvr>
  <p:transition spd="med" advTm="26759">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2">
            <a:extLst>
              <a:ext uri="{FF2B5EF4-FFF2-40B4-BE49-F238E27FC236}">
                <a16:creationId xmlns:a16="http://schemas.microsoft.com/office/drawing/2014/main" id="{79D1B418-8E0B-4360-9126-EE968389FECB}"/>
              </a:ext>
            </a:extLst>
          </p:cNvPr>
          <p:cNvSpPr txBox="1">
            <a:spLocks noChangeArrowheads="1"/>
          </p:cNvSpPr>
          <p:nvPr/>
        </p:nvSpPr>
        <p:spPr bwMode="auto">
          <a:xfrm>
            <a:off x="1485900" y="115601"/>
            <a:ext cx="3181350"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二  伯努利方程</a:t>
            </a:r>
          </a:p>
        </p:txBody>
      </p:sp>
      <p:graphicFrame>
        <p:nvGraphicFramePr>
          <p:cNvPr id="32772" name="Object 30">
            <a:extLst>
              <a:ext uri="{FF2B5EF4-FFF2-40B4-BE49-F238E27FC236}">
                <a16:creationId xmlns:a16="http://schemas.microsoft.com/office/drawing/2014/main" id="{16DC97C8-BCFA-43FB-A56A-629515D8288A}"/>
              </a:ext>
            </a:extLst>
          </p:cNvPr>
          <p:cNvGraphicFramePr>
            <a:graphicFrameLocks noChangeAspect="1"/>
          </p:cNvGraphicFramePr>
          <p:nvPr>
            <p:extLst>
              <p:ext uri="{D42A27DB-BD31-4B8C-83A1-F6EECF244321}">
                <p14:modId xmlns:p14="http://schemas.microsoft.com/office/powerpoint/2010/main" val="1070071333"/>
              </p:ext>
            </p:extLst>
          </p:nvPr>
        </p:nvGraphicFramePr>
        <p:xfrm>
          <a:off x="1485900" y="771397"/>
          <a:ext cx="3095625" cy="1079500"/>
        </p:xfrm>
        <a:graphic>
          <a:graphicData uri="http://schemas.openxmlformats.org/presentationml/2006/ole">
            <mc:AlternateContent xmlns:mc="http://schemas.openxmlformats.org/markup-compatibility/2006">
              <mc:Choice xmlns:v="urn:schemas-microsoft-com:vml" Requires="v">
                <p:oleObj spid="_x0000_s9265" name="公式" r:id="rId4" imgW="1130040" imgH="393480" progId="Equation.3">
                  <p:embed/>
                </p:oleObj>
              </mc:Choice>
              <mc:Fallback>
                <p:oleObj name="公式" r:id="rId4" imgW="1130040" imgH="393480" progId="Equation.3">
                  <p:embed/>
                  <p:pic>
                    <p:nvPicPr>
                      <p:cNvPr id="32772" name="Object 30">
                        <a:extLst>
                          <a:ext uri="{FF2B5EF4-FFF2-40B4-BE49-F238E27FC236}">
                            <a16:creationId xmlns:a16="http://schemas.microsoft.com/office/drawing/2014/main" id="{16DC97C8-BCFA-43FB-A56A-629515D82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5900" y="771397"/>
                        <a:ext cx="3095625" cy="1079500"/>
                      </a:xfrm>
                      <a:prstGeom prst="rect">
                        <a:avLst/>
                      </a:prstGeom>
                      <a:noFill/>
                      <a:ln>
                        <a:solidFill>
                          <a:schemeClr val="tx1"/>
                        </a:solidFill>
                      </a:ln>
                      <a:effectLst/>
                    </p:spPr>
                  </p:pic>
                </p:oleObj>
              </mc:Fallback>
            </mc:AlternateContent>
          </a:graphicData>
        </a:graphic>
      </p:graphicFrame>
      <p:sp>
        <p:nvSpPr>
          <p:cNvPr id="32789" name="Text Box 45">
            <a:extLst>
              <a:ext uri="{FF2B5EF4-FFF2-40B4-BE49-F238E27FC236}">
                <a16:creationId xmlns:a16="http://schemas.microsoft.com/office/drawing/2014/main" id="{2AB1F097-72D4-4B11-93F5-0A465060D66E}"/>
              </a:ext>
            </a:extLst>
          </p:cNvPr>
          <p:cNvSpPr txBox="1">
            <a:spLocks noChangeArrowheads="1"/>
          </p:cNvSpPr>
          <p:nvPr/>
        </p:nvSpPr>
        <p:spPr bwMode="auto">
          <a:xfrm>
            <a:off x="4581525" y="1021428"/>
            <a:ext cx="11477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1C1C1C"/>
                </a:solidFill>
                <a:latin typeface="Times New Roman" panose="02020603050405020304" pitchFamily="18" charset="0"/>
              </a:rPr>
              <a:t>常量</a:t>
            </a:r>
          </a:p>
        </p:txBody>
      </p:sp>
      <p:sp>
        <p:nvSpPr>
          <p:cNvPr id="41" name="Rectangle 2">
            <a:extLst>
              <a:ext uri="{FF2B5EF4-FFF2-40B4-BE49-F238E27FC236}">
                <a16:creationId xmlns:a16="http://schemas.microsoft.com/office/drawing/2014/main" id="{13601BE3-3858-4900-8F5D-1BA06BBFB0B2}"/>
              </a:ext>
            </a:extLst>
          </p:cNvPr>
          <p:cNvSpPr txBox="1">
            <a:spLocks noChangeArrowheads="1"/>
          </p:cNvSpPr>
          <p:nvPr/>
        </p:nvSpPr>
        <p:spPr bwMode="auto">
          <a:xfrm>
            <a:off x="881139" y="2100929"/>
            <a:ext cx="4894263" cy="56092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楷体_GB2312" pitchFamily="49" charset="-122"/>
              </a:defRPr>
            </a:lvl2pPr>
            <a:lvl3pPr algn="ctr" rtl="0" eaLnBrk="1" fontAlgn="base" hangingPunct="1">
              <a:spcBef>
                <a:spcPct val="0"/>
              </a:spcBef>
              <a:spcAft>
                <a:spcPct val="0"/>
              </a:spcAft>
              <a:defRPr sz="4400">
                <a:solidFill>
                  <a:schemeClr val="tx2"/>
                </a:solidFill>
                <a:latin typeface="Arial" charset="0"/>
                <a:ea typeface="楷体_GB2312" pitchFamily="49" charset="-122"/>
              </a:defRPr>
            </a:lvl3pPr>
            <a:lvl4pPr algn="ctr" rtl="0" eaLnBrk="1" fontAlgn="base" hangingPunct="1">
              <a:spcBef>
                <a:spcPct val="0"/>
              </a:spcBef>
              <a:spcAft>
                <a:spcPct val="0"/>
              </a:spcAft>
              <a:defRPr sz="4400">
                <a:solidFill>
                  <a:schemeClr val="tx2"/>
                </a:solidFill>
                <a:latin typeface="Arial" charset="0"/>
                <a:ea typeface="楷体_GB2312" pitchFamily="49" charset="-122"/>
              </a:defRPr>
            </a:lvl4pPr>
            <a:lvl5pPr algn="ctr" rtl="0" eaLnBrk="1" fontAlgn="base" hangingPunct="1">
              <a:spcBef>
                <a:spcPct val="0"/>
              </a:spcBef>
              <a:spcAft>
                <a:spcPct val="0"/>
              </a:spcAft>
              <a:defRPr sz="4400">
                <a:solidFill>
                  <a:schemeClr val="tx2"/>
                </a:solidFill>
                <a:latin typeface="Arial"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charset="0"/>
                <a:ea typeface="楷体_GB2312" pitchFamily="49" charset="-122"/>
              </a:defRPr>
            </a:lvl9pPr>
          </a:lstStyle>
          <a:p>
            <a:pPr marL="457200" indent="-457200" algn="l">
              <a:lnSpc>
                <a:spcPct val="120000"/>
              </a:lnSpc>
              <a:buFont typeface="Wingdings" panose="05000000000000000000" pitchFamily="2" charset="2"/>
              <a:buChar char="Ø"/>
            </a:pPr>
            <a:r>
              <a:rPr lang="zh-CN" altLang="en-US" sz="2800" kern="0" dirty="0">
                <a:solidFill>
                  <a:srgbClr val="0000FF"/>
                </a:solidFill>
                <a:latin typeface="宋体" panose="02010600030101010101" pitchFamily="2" charset="-122"/>
              </a:rPr>
              <a:t>伯努利方程的意义</a:t>
            </a:r>
          </a:p>
        </p:txBody>
      </p:sp>
      <p:sp>
        <p:nvSpPr>
          <p:cNvPr id="42" name="Text Box 3">
            <a:extLst>
              <a:ext uri="{FF2B5EF4-FFF2-40B4-BE49-F238E27FC236}">
                <a16:creationId xmlns:a16="http://schemas.microsoft.com/office/drawing/2014/main" id="{E5C18A1F-E5E2-43D6-AB77-55EA9CA7174D}"/>
              </a:ext>
            </a:extLst>
          </p:cNvPr>
          <p:cNvSpPr txBox="1">
            <a:spLocks noChangeArrowheads="1"/>
          </p:cNvSpPr>
          <p:nvPr/>
        </p:nvSpPr>
        <p:spPr bwMode="auto">
          <a:xfrm>
            <a:off x="881139" y="2743353"/>
            <a:ext cx="9036050" cy="560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a:t>
            </a:r>
            <a:r>
              <a:rPr kumimoji="1" lang="en-US" altLang="zh-CN" sz="2800" b="1" dirty="0">
                <a:latin typeface="宋体" panose="02010600030101010101" pitchFamily="2" charset="-122"/>
                <a:ea typeface="宋体" panose="02010600030101010101" pitchFamily="2" charset="-122"/>
              </a:rPr>
              <a:t>1</a:t>
            </a:r>
            <a:r>
              <a:rPr kumimoji="1" lang="zh-CN" altLang="en-US" sz="2800" b="1" dirty="0">
                <a:latin typeface="宋体" panose="02010600030101010101" pitchFamily="2" charset="-122"/>
                <a:ea typeface="宋体" panose="02010600030101010101" pitchFamily="2" charset="-122"/>
              </a:rPr>
              <a:t>）伯努利方程的实质是能量守恒在流体力学中的应用</a:t>
            </a:r>
          </a:p>
        </p:txBody>
      </p:sp>
      <p:sp>
        <p:nvSpPr>
          <p:cNvPr id="43" name="Text Box 4">
            <a:extLst>
              <a:ext uri="{FF2B5EF4-FFF2-40B4-BE49-F238E27FC236}">
                <a16:creationId xmlns:a16="http://schemas.microsoft.com/office/drawing/2014/main" id="{9204C5AC-6C52-4A4E-969C-E69B5569D93A}"/>
              </a:ext>
            </a:extLst>
          </p:cNvPr>
          <p:cNvSpPr txBox="1">
            <a:spLocks noChangeArrowheads="1"/>
          </p:cNvSpPr>
          <p:nvPr/>
        </p:nvSpPr>
        <p:spPr bwMode="auto">
          <a:xfrm>
            <a:off x="867906" y="3505194"/>
            <a:ext cx="5559527" cy="54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spcBef>
                <a:spcPct val="50000"/>
              </a:spcBef>
            </a:pPr>
            <a:r>
              <a:rPr kumimoji="1" lang="zh-CN" altLang="en-US" sz="2800" b="1" dirty="0">
                <a:latin typeface="宋体" panose="02010600030101010101" pitchFamily="2" charset="-122"/>
                <a:ea typeface="宋体" panose="02010600030101010101" pitchFamily="2" charset="-122"/>
              </a:rPr>
              <a:t>（</a:t>
            </a:r>
            <a:r>
              <a:rPr kumimoji="1" lang="en-US" altLang="zh-CN" sz="2800" b="1" dirty="0">
                <a:latin typeface="宋体" panose="02010600030101010101" pitchFamily="2" charset="-122"/>
                <a:ea typeface="宋体" panose="02010600030101010101" pitchFamily="2" charset="-122"/>
              </a:rPr>
              <a:t>2</a:t>
            </a:r>
            <a:r>
              <a:rPr kumimoji="1" lang="zh-CN" altLang="en-US" sz="2800" b="1" dirty="0">
                <a:latin typeface="宋体" panose="02010600030101010101" pitchFamily="2" charset="-122"/>
                <a:ea typeface="宋体" panose="02010600030101010101" pitchFamily="2" charset="-122"/>
              </a:rPr>
              <a:t>）各量为国际单位。</a:t>
            </a:r>
          </a:p>
        </p:txBody>
      </p:sp>
      <p:sp>
        <p:nvSpPr>
          <p:cNvPr id="44" name="Text Box 6">
            <a:extLst>
              <a:ext uri="{FF2B5EF4-FFF2-40B4-BE49-F238E27FC236}">
                <a16:creationId xmlns:a16="http://schemas.microsoft.com/office/drawing/2014/main" id="{F66EACD9-0EC7-42F8-88EB-1F0B0F1A1F62}"/>
              </a:ext>
            </a:extLst>
          </p:cNvPr>
          <p:cNvSpPr txBox="1">
            <a:spLocks noChangeArrowheads="1"/>
          </p:cNvSpPr>
          <p:nvPr/>
        </p:nvSpPr>
        <p:spPr bwMode="auto">
          <a:xfrm>
            <a:off x="898038" y="4889261"/>
            <a:ext cx="8712200" cy="10769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lnSpc>
                <a:spcPct val="120000"/>
              </a:lnSpc>
              <a:spcBef>
                <a:spcPct val="50000"/>
              </a:spcBef>
            </a:pPr>
            <a:r>
              <a:rPr kumimoji="1" lang="zh-CN" altLang="en-US" sz="2800" b="1" dirty="0">
                <a:latin typeface="宋体" panose="02010600030101010101" pitchFamily="2" charset="-122"/>
                <a:ea typeface="宋体" panose="02010600030101010101" pitchFamily="2" charset="-122"/>
              </a:rPr>
              <a:t>（</a:t>
            </a:r>
            <a:r>
              <a:rPr kumimoji="1" lang="en-US" altLang="zh-CN" sz="2800" b="1" dirty="0">
                <a:latin typeface="宋体" panose="02010600030101010101" pitchFamily="2" charset="-122"/>
                <a:ea typeface="宋体" panose="02010600030101010101" pitchFamily="2" charset="-122"/>
              </a:rPr>
              <a:t>4</a:t>
            </a:r>
            <a:r>
              <a:rPr kumimoji="1" lang="zh-CN" altLang="en-US" sz="2800" b="1" dirty="0">
                <a:latin typeface="宋体" panose="02010600030101010101" pitchFamily="2" charset="-122"/>
                <a:ea typeface="宋体" panose="02010600030101010101" pitchFamily="2" charset="-122"/>
              </a:rPr>
              <a:t>）它是流体力学中的基本关系式，反映各截面处， </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h</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v</a:t>
            </a:r>
            <a:r>
              <a:rPr kumimoji="1" lang="zh-CN" altLang="en-US" sz="2800" b="1" dirty="0">
                <a:latin typeface="宋体" panose="02010600030101010101" pitchFamily="2" charset="-122"/>
                <a:ea typeface="宋体" panose="02010600030101010101" pitchFamily="2" charset="-122"/>
              </a:rPr>
              <a:t>之间的关系。</a:t>
            </a:r>
          </a:p>
        </p:txBody>
      </p:sp>
      <p:sp>
        <p:nvSpPr>
          <p:cNvPr id="46" name="Text Box 5">
            <a:extLst>
              <a:ext uri="{FF2B5EF4-FFF2-40B4-BE49-F238E27FC236}">
                <a16:creationId xmlns:a16="http://schemas.microsoft.com/office/drawing/2014/main" id="{360188B6-EDAC-4595-B672-511B83456707}"/>
              </a:ext>
            </a:extLst>
          </p:cNvPr>
          <p:cNvSpPr txBox="1">
            <a:spLocks noChangeArrowheads="1"/>
          </p:cNvSpPr>
          <p:nvPr/>
        </p:nvSpPr>
        <p:spPr bwMode="auto">
          <a:xfrm>
            <a:off x="867906" y="4151149"/>
            <a:ext cx="9504362" cy="559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kumimoji="1" lang="zh-CN" altLang="en-US" sz="2800" b="1" dirty="0">
                <a:latin typeface="宋体" panose="02010600030101010101" pitchFamily="2" charset="-122"/>
                <a:ea typeface="宋体" panose="02010600030101010101" pitchFamily="2" charset="-122"/>
              </a:rPr>
              <a:t>（</a:t>
            </a:r>
            <a:r>
              <a:rPr kumimoji="1" lang="en-US" altLang="zh-CN" sz="2800" b="1" dirty="0">
                <a:latin typeface="宋体" panose="02010600030101010101" pitchFamily="2" charset="-122"/>
                <a:ea typeface="宋体" panose="02010600030101010101" pitchFamily="2" charset="-122"/>
              </a:rPr>
              <a:t>3</a:t>
            </a:r>
            <a:r>
              <a:rPr kumimoji="1" lang="zh-CN" altLang="en-US" sz="2800" b="1" dirty="0">
                <a:latin typeface="宋体" panose="02010600030101010101" pitchFamily="2" charset="-122"/>
                <a:ea typeface="宋体" panose="02010600030101010101" pitchFamily="2" charset="-122"/>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h</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800" b="1" i="1" dirty="0">
                <a:latin typeface="宋体" panose="02010600030101010101" pitchFamily="2" charset="-122"/>
                <a:ea typeface="宋体" panose="02010600030101010101" pitchFamily="2" charset="-122"/>
              </a:rPr>
              <a:t> </a:t>
            </a:r>
            <a:r>
              <a:rPr kumimoji="1" lang="zh-CN" altLang="en-US" sz="2800" b="1" dirty="0">
                <a:latin typeface="宋体" panose="02010600030101010101" pitchFamily="2" charset="-122"/>
                <a:ea typeface="宋体" panose="02010600030101010101" pitchFamily="2" charset="-122"/>
              </a:rPr>
              <a:t>均为可测量，它们是对同一流管而言的。 </a:t>
            </a:r>
          </a:p>
        </p:txBody>
      </p:sp>
    </p:spTree>
    <p:custDataLst>
      <p:tags r:id="rId2"/>
    </p:custDataLst>
    <p:extLst>
      <p:ext uri="{BB962C8B-B14F-4D97-AF65-F5344CB8AC3E}">
        <p14:creationId xmlns:p14="http://schemas.microsoft.com/office/powerpoint/2010/main" val="700993891"/>
      </p:ext>
    </p:extLst>
  </p:cSld>
  <p:clrMapOvr>
    <a:masterClrMapping/>
  </p:clrMapOvr>
  <p:transition spd="med" advTm="43471">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10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10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10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
                                            <p:txEl>
                                              <p:pRg st="0" end="0"/>
                                            </p:txEl>
                                          </p:spTgt>
                                        </p:tgtEl>
                                        <p:attrNameLst>
                                          <p:attrName>style.visibility</p:attrName>
                                        </p:attrNameLst>
                                      </p:cBhvr>
                                      <p:to>
                                        <p:strVal val="visible"/>
                                      </p:to>
                                    </p:set>
                                    <p:animEffect transition="in" filter="wipe(left)">
                                      <p:cBhvr>
                                        <p:cTn id="22" dur="1000"/>
                                        <p:tgtEl>
                                          <p:spTgt spid="4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43"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1" name="灯片编号占位符 1">
            <a:extLst>
              <a:ext uri="{FF2B5EF4-FFF2-40B4-BE49-F238E27FC236}">
                <a16:creationId xmlns:a16="http://schemas.microsoft.com/office/drawing/2014/main" id="{07CD6A11-7BF4-499E-AF8D-94508A9AEBA7}"/>
              </a:ext>
            </a:extLst>
          </p:cNvPr>
          <p:cNvSpPr>
            <a:spLocks noGrp="1"/>
          </p:cNvSpPr>
          <p:nvPr>
            <p:ph type="sldNum" sz="quarter" idx="4294967295"/>
          </p:nvPr>
        </p:nvSpPr>
        <p:spPr>
          <a:xfrm>
            <a:off x="0" y="6356350"/>
            <a:ext cx="27432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4756A28-B975-425B-9DA5-D573F311DA63}" type="slidenum">
              <a:rPr lang="en-US" altLang="zh-CN">
                <a:latin typeface="Times New Roman" panose="02020603050405020304" pitchFamily="18" charset="0"/>
              </a:rPr>
              <a:pPr eaLnBrk="1" hangingPunct="1"/>
              <a:t>11</a:t>
            </a:fld>
            <a:endParaRPr lang="en-US" altLang="zh-CN">
              <a:latin typeface="Times New Roman" panose="02020603050405020304" pitchFamily="18" charset="0"/>
            </a:endParaRPr>
          </a:p>
        </p:txBody>
      </p:sp>
      <p:sp>
        <p:nvSpPr>
          <p:cNvPr id="47" name="Text Box 2">
            <a:extLst>
              <a:ext uri="{FF2B5EF4-FFF2-40B4-BE49-F238E27FC236}">
                <a16:creationId xmlns:a16="http://schemas.microsoft.com/office/drawing/2014/main" id="{517BC80B-72B3-4392-8536-EBBEFB3CB087}"/>
              </a:ext>
            </a:extLst>
          </p:cNvPr>
          <p:cNvSpPr txBox="1">
            <a:spLocks noChangeArrowheads="1"/>
          </p:cNvSpPr>
          <p:nvPr/>
        </p:nvSpPr>
        <p:spPr bwMode="auto">
          <a:xfrm>
            <a:off x="1485899" y="115601"/>
            <a:ext cx="4408873"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三  伯努利方程的应用</a:t>
            </a:r>
          </a:p>
        </p:txBody>
      </p:sp>
      <p:sp>
        <p:nvSpPr>
          <p:cNvPr id="49" name="Rectangle 2">
            <a:extLst>
              <a:ext uri="{FF2B5EF4-FFF2-40B4-BE49-F238E27FC236}">
                <a16:creationId xmlns:a16="http://schemas.microsoft.com/office/drawing/2014/main" id="{6A07E901-F433-4D4C-AC77-558E193874DB}"/>
              </a:ext>
            </a:extLst>
          </p:cNvPr>
          <p:cNvSpPr txBox="1">
            <a:spLocks noChangeArrowheads="1"/>
          </p:cNvSpPr>
          <p:nvPr/>
        </p:nvSpPr>
        <p:spPr bwMode="auto">
          <a:xfrm>
            <a:off x="1035417" y="802656"/>
            <a:ext cx="2015955" cy="56092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楷体_GB2312" pitchFamily="49" charset="-122"/>
              </a:defRPr>
            </a:lvl2pPr>
            <a:lvl3pPr algn="ctr" rtl="0" eaLnBrk="1" fontAlgn="base" hangingPunct="1">
              <a:spcBef>
                <a:spcPct val="0"/>
              </a:spcBef>
              <a:spcAft>
                <a:spcPct val="0"/>
              </a:spcAft>
              <a:defRPr sz="4400">
                <a:solidFill>
                  <a:schemeClr val="tx2"/>
                </a:solidFill>
                <a:latin typeface="Arial" charset="0"/>
                <a:ea typeface="楷体_GB2312" pitchFamily="49" charset="-122"/>
              </a:defRPr>
            </a:lvl3pPr>
            <a:lvl4pPr algn="ctr" rtl="0" eaLnBrk="1" fontAlgn="base" hangingPunct="1">
              <a:spcBef>
                <a:spcPct val="0"/>
              </a:spcBef>
              <a:spcAft>
                <a:spcPct val="0"/>
              </a:spcAft>
              <a:defRPr sz="4400">
                <a:solidFill>
                  <a:schemeClr val="tx2"/>
                </a:solidFill>
                <a:latin typeface="Arial" charset="0"/>
                <a:ea typeface="楷体_GB2312" pitchFamily="49" charset="-122"/>
              </a:defRPr>
            </a:lvl4pPr>
            <a:lvl5pPr algn="ctr" rtl="0" eaLnBrk="1" fontAlgn="base" hangingPunct="1">
              <a:spcBef>
                <a:spcPct val="0"/>
              </a:spcBef>
              <a:spcAft>
                <a:spcPct val="0"/>
              </a:spcAft>
              <a:defRPr sz="4400">
                <a:solidFill>
                  <a:schemeClr val="tx2"/>
                </a:solidFill>
                <a:latin typeface="Arial"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charset="0"/>
                <a:ea typeface="楷体_GB2312" pitchFamily="49" charset="-122"/>
              </a:defRPr>
            </a:lvl9pPr>
          </a:lstStyle>
          <a:p>
            <a:pPr marL="457200" indent="-457200" algn="l">
              <a:lnSpc>
                <a:spcPct val="120000"/>
              </a:lnSpc>
              <a:buFont typeface="Wingdings" panose="05000000000000000000" pitchFamily="2" charset="2"/>
              <a:buChar char="Ø"/>
            </a:pPr>
            <a:r>
              <a:rPr lang="zh-CN" altLang="en-US" sz="2800" kern="0" dirty="0">
                <a:solidFill>
                  <a:srgbClr val="0000FF"/>
                </a:solidFill>
                <a:latin typeface="宋体" panose="02010600030101010101" pitchFamily="2" charset="-122"/>
              </a:rPr>
              <a:t>喷雾器</a:t>
            </a:r>
          </a:p>
        </p:txBody>
      </p:sp>
      <p:graphicFrame>
        <p:nvGraphicFramePr>
          <p:cNvPr id="51" name="Object 3">
            <a:extLst>
              <a:ext uri="{FF2B5EF4-FFF2-40B4-BE49-F238E27FC236}">
                <a16:creationId xmlns:a16="http://schemas.microsoft.com/office/drawing/2014/main" id="{CF9C64FD-44F0-4411-A7B9-276FF4ED4B6F}"/>
              </a:ext>
            </a:extLst>
          </p:cNvPr>
          <p:cNvGraphicFramePr>
            <a:graphicFrameLocks noChangeAspect="1"/>
          </p:cNvGraphicFramePr>
          <p:nvPr>
            <p:extLst>
              <p:ext uri="{D42A27DB-BD31-4B8C-83A1-F6EECF244321}">
                <p14:modId xmlns:p14="http://schemas.microsoft.com/office/powerpoint/2010/main" val="477810910"/>
              </p:ext>
            </p:extLst>
          </p:nvPr>
        </p:nvGraphicFramePr>
        <p:xfrm>
          <a:off x="2043395" y="2907922"/>
          <a:ext cx="4329112" cy="1763713"/>
        </p:xfrm>
        <a:graphic>
          <a:graphicData uri="http://schemas.openxmlformats.org/presentationml/2006/ole">
            <mc:AlternateContent xmlns:mc="http://schemas.openxmlformats.org/markup-compatibility/2006">
              <mc:Choice xmlns:v="urn:schemas-microsoft-com:vml" Requires="v">
                <p:oleObj spid="_x0000_s3224" name="Equation" r:id="rId4" imgW="1993680" imgH="863280" progId="Equation.DSMT4">
                  <p:embed/>
                </p:oleObj>
              </mc:Choice>
              <mc:Fallback>
                <p:oleObj name="Equation" r:id="rId4" imgW="1993680" imgH="863280" progId="Equation.DSMT4">
                  <p:embed/>
                  <p:pic>
                    <p:nvPicPr>
                      <p:cNvPr id="177155" name="Object 3">
                        <a:extLst>
                          <a:ext uri="{FF2B5EF4-FFF2-40B4-BE49-F238E27FC236}">
                            <a16:creationId xmlns:a16="http://schemas.microsoft.com/office/drawing/2014/main" id="{A753E223-CCF6-4208-8373-3E62376B5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3395" y="2907922"/>
                        <a:ext cx="4329112" cy="176371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Text Box 4">
            <a:extLst>
              <a:ext uri="{FF2B5EF4-FFF2-40B4-BE49-F238E27FC236}">
                <a16:creationId xmlns:a16="http://schemas.microsoft.com/office/drawing/2014/main" id="{E3010F03-A15A-4CEA-9BA7-C6A754C5974C}"/>
              </a:ext>
            </a:extLst>
          </p:cNvPr>
          <p:cNvSpPr txBox="1">
            <a:spLocks noChangeArrowheads="1"/>
          </p:cNvSpPr>
          <p:nvPr/>
        </p:nvSpPr>
        <p:spPr bwMode="auto">
          <a:xfrm>
            <a:off x="985698" y="4877893"/>
            <a:ext cx="7273925"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936" tIns="41468" rIns="82936" bIns="41468">
            <a:spAutoFit/>
          </a:bodyPr>
          <a:lstStyle>
            <a:lvl1pPr defTabSz="828675">
              <a:defRPr>
                <a:solidFill>
                  <a:schemeClr val="tx1"/>
                </a:solidFill>
                <a:latin typeface="Arial" panose="020B0604020202020204" pitchFamily="34" charset="0"/>
                <a:ea typeface="宋体" panose="02010600030101010101" pitchFamily="2" charset="-122"/>
              </a:defRPr>
            </a:lvl1pPr>
            <a:lvl2pPr marL="414338" defTabSz="828675">
              <a:defRPr>
                <a:solidFill>
                  <a:schemeClr val="tx1"/>
                </a:solidFill>
                <a:latin typeface="Arial" panose="020B0604020202020204" pitchFamily="34" charset="0"/>
                <a:ea typeface="宋体" panose="02010600030101010101" pitchFamily="2" charset="-122"/>
              </a:defRPr>
            </a:lvl2pPr>
            <a:lvl3pPr marL="828675" defTabSz="828675">
              <a:defRPr>
                <a:solidFill>
                  <a:schemeClr val="tx1"/>
                </a:solidFill>
                <a:latin typeface="Arial" panose="020B0604020202020204" pitchFamily="34" charset="0"/>
                <a:ea typeface="宋体" panose="02010600030101010101" pitchFamily="2" charset="-122"/>
              </a:defRPr>
            </a:lvl3pPr>
            <a:lvl4pPr marL="1244600" defTabSz="828675">
              <a:defRPr>
                <a:solidFill>
                  <a:schemeClr val="tx1"/>
                </a:solidFill>
                <a:latin typeface="Arial" panose="020B0604020202020204" pitchFamily="34" charset="0"/>
                <a:ea typeface="宋体" panose="02010600030101010101" pitchFamily="2" charset="-122"/>
              </a:defRPr>
            </a:lvl4pPr>
            <a:lvl5pPr marL="1658938" defTabSz="828675">
              <a:defRPr>
                <a:solidFill>
                  <a:schemeClr val="tx1"/>
                </a:solidFill>
                <a:latin typeface="Arial" panose="020B0604020202020204" pitchFamily="34" charset="0"/>
                <a:ea typeface="宋体" panose="02010600030101010101" pitchFamily="2" charset="-122"/>
              </a:defRPr>
            </a:lvl5pPr>
            <a:lvl6pPr marL="21161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733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305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877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800" b="1">
                <a:latin typeface="宋体" panose="02010600030101010101" pitchFamily="2" charset="-122"/>
              </a:rPr>
              <a:t> </a:t>
            </a:r>
            <a:r>
              <a:rPr kumimoji="1" lang="zh-CN" altLang="en-US" sz="2800" b="1">
                <a:latin typeface="宋体" panose="02010600030101010101" pitchFamily="2" charset="-122"/>
              </a:rPr>
              <a:t>结论： 当</a:t>
            </a:r>
            <a:r>
              <a:rPr kumimoji="1" lang="zh-CN" altLang="en-US" sz="2800" b="1" i="1">
                <a:latin typeface="宋体" panose="02010600030101010101" pitchFamily="2" charset="-122"/>
              </a:rPr>
              <a:t> </a:t>
            </a:r>
            <a:r>
              <a:rPr kumimoji="1" lang="en-US" altLang="zh-CN" sz="2800" b="1" i="1">
                <a:latin typeface="宋体" panose="02010600030101010101" pitchFamily="2" charset="-122"/>
              </a:rPr>
              <a:t>p</a:t>
            </a:r>
            <a:r>
              <a:rPr kumimoji="1" lang="en-US" altLang="zh-CN" sz="2800" b="1" baseline="-25000">
                <a:latin typeface="宋体" panose="02010600030101010101" pitchFamily="2" charset="-122"/>
              </a:rPr>
              <a:t>2</a:t>
            </a:r>
            <a:r>
              <a:rPr kumimoji="1" lang="en-US" altLang="zh-CN" sz="2800" b="1">
                <a:latin typeface="宋体" panose="02010600030101010101" pitchFamily="2" charset="-122"/>
              </a:rPr>
              <a:t> &lt;</a:t>
            </a:r>
            <a:r>
              <a:rPr kumimoji="1" lang="en-US" altLang="zh-CN" sz="2800" b="1" i="1">
                <a:latin typeface="宋体" panose="02010600030101010101" pitchFamily="2" charset="-122"/>
              </a:rPr>
              <a:t>p</a:t>
            </a:r>
            <a:r>
              <a:rPr kumimoji="1" lang="en-US" altLang="zh-CN" sz="2800" b="1" baseline="-25000">
                <a:latin typeface="宋体" panose="02010600030101010101" pitchFamily="2" charset="-122"/>
              </a:rPr>
              <a:t>0</a:t>
            </a:r>
            <a:r>
              <a:rPr kumimoji="1" lang="en-US" altLang="zh-CN" sz="2800" b="1">
                <a:latin typeface="宋体" panose="02010600030101010101" pitchFamily="2" charset="-122"/>
              </a:rPr>
              <a:t> </a:t>
            </a:r>
            <a:r>
              <a:rPr kumimoji="1" lang="zh-CN" altLang="en-US" sz="2800" b="1">
                <a:latin typeface="宋体" panose="02010600030101010101" pitchFamily="2" charset="-122"/>
              </a:rPr>
              <a:t>时，使药液沿竖管进入</a:t>
            </a:r>
            <a:r>
              <a:rPr kumimoji="1" lang="zh-CN" altLang="en-US" sz="2800" b="1" i="1">
                <a:latin typeface="宋体" panose="02010600030101010101" pitchFamily="2" charset="-122"/>
              </a:rPr>
              <a:t> </a:t>
            </a:r>
            <a:r>
              <a:rPr kumimoji="1" lang="en-US" altLang="zh-CN" sz="2800" b="1" i="1">
                <a:latin typeface="宋体" panose="02010600030101010101" pitchFamily="2" charset="-122"/>
              </a:rPr>
              <a:t>S</a:t>
            </a:r>
            <a:r>
              <a:rPr kumimoji="1" lang="en-US" altLang="zh-CN" sz="2800" b="1" baseline="-25000">
                <a:latin typeface="宋体" panose="02010600030101010101" pitchFamily="2" charset="-122"/>
              </a:rPr>
              <a:t>2</a:t>
            </a:r>
            <a:r>
              <a:rPr kumimoji="1" lang="zh-CN" altLang="en-US" sz="2800" b="1">
                <a:latin typeface="宋体" panose="02010600030101010101" pitchFamily="2" charset="-122"/>
              </a:rPr>
              <a:t>面处，此处的高速气流将其吹成雾滴</a:t>
            </a:r>
            <a:r>
              <a:rPr kumimoji="1" lang="en-US" altLang="zh-CN" sz="2800" b="1">
                <a:latin typeface="宋体" panose="02010600030101010101" pitchFamily="2" charset="-122"/>
              </a:rPr>
              <a:t>.</a:t>
            </a:r>
          </a:p>
        </p:txBody>
      </p:sp>
      <p:sp>
        <p:nvSpPr>
          <p:cNvPr id="53" name="Text Box 5">
            <a:extLst>
              <a:ext uri="{FF2B5EF4-FFF2-40B4-BE49-F238E27FC236}">
                <a16:creationId xmlns:a16="http://schemas.microsoft.com/office/drawing/2014/main" id="{1E0B8C30-207B-402B-B366-EA85474E3CDB}"/>
              </a:ext>
            </a:extLst>
          </p:cNvPr>
          <p:cNvSpPr txBox="1">
            <a:spLocks noChangeArrowheads="1"/>
          </p:cNvSpPr>
          <p:nvPr/>
        </p:nvSpPr>
        <p:spPr bwMode="auto">
          <a:xfrm>
            <a:off x="1400199" y="1325257"/>
            <a:ext cx="5615505" cy="137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2936" tIns="41468" rIns="82936" bIns="41468">
            <a:spAutoFit/>
          </a:bodyPr>
          <a:lstStyle>
            <a:lvl1pPr defTabSz="828675">
              <a:defRPr>
                <a:solidFill>
                  <a:schemeClr val="tx1"/>
                </a:solidFill>
                <a:latin typeface="Arial" panose="020B0604020202020204" pitchFamily="34" charset="0"/>
                <a:ea typeface="宋体" panose="02010600030101010101" pitchFamily="2" charset="-122"/>
              </a:defRPr>
            </a:lvl1pPr>
            <a:lvl2pPr marL="414338" defTabSz="828675">
              <a:defRPr>
                <a:solidFill>
                  <a:schemeClr val="tx1"/>
                </a:solidFill>
                <a:latin typeface="Arial" panose="020B0604020202020204" pitchFamily="34" charset="0"/>
                <a:ea typeface="宋体" panose="02010600030101010101" pitchFamily="2" charset="-122"/>
              </a:defRPr>
            </a:lvl2pPr>
            <a:lvl3pPr marL="828675" defTabSz="828675">
              <a:defRPr>
                <a:solidFill>
                  <a:schemeClr val="tx1"/>
                </a:solidFill>
                <a:latin typeface="Arial" panose="020B0604020202020204" pitchFamily="34" charset="0"/>
                <a:ea typeface="宋体" panose="02010600030101010101" pitchFamily="2" charset="-122"/>
              </a:defRPr>
            </a:lvl3pPr>
            <a:lvl4pPr marL="1244600" defTabSz="828675">
              <a:defRPr>
                <a:solidFill>
                  <a:schemeClr val="tx1"/>
                </a:solidFill>
                <a:latin typeface="Arial" panose="020B0604020202020204" pitchFamily="34" charset="0"/>
                <a:ea typeface="宋体" panose="02010600030101010101" pitchFamily="2" charset="-122"/>
              </a:defRPr>
            </a:lvl4pPr>
            <a:lvl5pPr marL="1658938" defTabSz="828675">
              <a:defRPr>
                <a:solidFill>
                  <a:schemeClr val="tx1"/>
                </a:solidFill>
                <a:latin typeface="Arial" panose="020B0604020202020204" pitchFamily="34" charset="0"/>
                <a:ea typeface="宋体" panose="02010600030101010101" pitchFamily="2" charset="-122"/>
              </a:defRPr>
            </a:lvl5pPr>
            <a:lvl6pPr marL="21161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733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305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487738" defTabSz="828675"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800" b="1" dirty="0">
                <a:latin typeface="宋体" panose="02010600030101010101" pitchFamily="2" charset="-122"/>
              </a:rPr>
              <a:t>喷雾器原理如图所示</a:t>
            </a:r>
            <a:r>
              <a:rPr kumimoji="1" lang="en-US" altLang="zh-CN" sz="2800" b="1" dirty="0">
                <a:latin typeface="宋体" panose="02010600030101010101" pitchFamily="2" charset="-122"/>
              </a:rPr>
              <a:t>, </a:t>
            </a:r>
            <a:r>
              <a:rPr kumimoji="1" lang="zh-CN" altLang="en-US" sz="2800" b="1" dirty="0">
                <a:latin typeface="宋体" panose="02010600030101010101" pitchFamily="2" charset="-122"/>
              </a:rPr>
              <a:t>水平管中的气流视为理想流体，根据理想流体的伯努利方程和连续性原理有 </a:t>
            </a:r>
          </a:p>
        </p:txBody>
      </p:sp>
      <p:grpSp>
        <p:nvGrpSpPr>
          <p:cNvPr id="54" name="Group 7">
            <a:extLst>
              <a:ext uri="{FF2B5EF4-FFF2-40B4-BE49-F238E27FC236}">
                <a16:creationId xmlns:a16="http://schemas.microsoft.com/office/drawing/2014/main" id="{A08793B4-12C6-4246-8E62-925328F8B02F}"/>
              </a:ext>
            </a:extLst>
          </p:cNvPr>
          <p:cNvGrpSpPr>
            <a:grpSpLocks/>
          </p:cNvGrpSpPr>
          <p:nvPr/>
        </p:nvGrpSpPr>
        <p:grpSpPr bwMode="auto">
          <a:xfrm>
            <a:off x="7904317" y="1230049"/>
            <a:ext cx="2814637" cy="2768594"/>
            <a:chOff x="3651" y="935"/>
            <a:chExt cx="2024" cy="1832"/>
          </a:xfrm>
        </p:grpSpPr>
        <p:pic>
          <p:nvPicPr>
            <p:cNvPr id="55" name="Picture 8">
              <a:extLst>
                <a:ext uri="{FF2B5EF4-FFF2-40B4-BE49-F238E27FC236}">
                  <a16:creationId xmlns:a16="http://schemas.microsoft.com/office/drawing/2014/main" id="{B4985DDC-5996-41F2-8115-EA25DF8013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13470"/>
            <a:stretch>
              <a:fillRect/>
            </a:stretch>
          </p:blipFill>
          <p:spPr bwMode="auto">
            <a:xfrm>
              <a:off x="3742" y="935"/>
              <a:ext cx="1933" cy="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Line 9">
              <a:extLst>
                <a:ext uri="{FF2B5EF4-FFF2-40B4-BE49-F238E27FC236}">
                  <a16:creationId xmlns:a16="http://schemas.microsoft.com/office/drawing/2014/main" id="{08E17824-EC7F-4000-8FC3-805113C720CD}"/>
                </a:ext>
              </a:extLst>
            </p:cNvPr>
            <p:cNvSpPr>
              <a:spLocks noChangeShapeType="1"/>
            </p:cNvSpPr>
            <p:nvPr/>
          </p:nvSpPr>
          <p:spPr bwMode="auto">
            <a:xfrm>
              <a:off x="4560" y="1680"/>
              <a:ext cx="48" cy="0"/>
            </a:xfrm>
            <a:prstGeom prst="line">
              <a:avLst/>
            </a:prstGeom>
            <a:noFill/>
            <a:ln w="190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7" name="Object 10">
              <a:extLst>
                <a:ext uri="{FF2B5EF4-FFF2-40B4-BE49-F238E27FC236}">
                  <a16:creationId xmlns:a16="http://schemas.microsoft.com/office/drawing/2014/main" id="{7518F9E5-14B3-4865-8411-850242972FCE}"/>
                </a:ext>
              </a:extLst>
            </p:cNvPr>
            <p:cNvGraphicFramePr>
              <a:graphicFrameLocks noChangeAspect="1"/>
            </p:cNvGraphicFramePr>
            <p:nvPr>
              <p:extLst>
                <p:ext uri="{D42A27DB-BD31-4B8C-83A1-F6EECF244321}">
                  <p14:modId xmlns:p14="http://schemas.microsoft.com/office/powerpoint/2010/main" val="3892179916"/>
                </p:ext>
              </p:extLst>
            </p:nvPr>
          </p:nvGraphicFramePr>
          <p:xfrm>
            <a:off x="4251" y="935"/>
            <a:ext cx="618" cy="303"/>
          </p:xfrm>
          <a:graphic>
            <a:graphicData uri="http://schemas.openxmlformats.org/presentationml/2006/ole">
              <mc:AlternateContent xmlns:mc="http://schemas.openxmlformats.org/markup-compatibility/2006">
                <mc:Choice xmlns:v="urn:schemas-microsoft-com:vml" Requires="v">
                  <p:oleObj spid="_x0000_s3225" name="Equation" r:id="rId7" imgW="558720" imgH="228600" progId="Equation.DSMT4">
                    <p:embed/>
                  </p:oleObj>
                </mc:Choice>
                <mc:Fallback>
                  <p:oleObj name="Equation" r:id="rId7" imgW="558720" imgH="228600" progId="Equation.DSMT4">
                    <p:embed/>
                    <p:pic>
                      <p:nvPicPr>
                        <p:cNvPr id="177162" name="Object 10">
                          <a:extLst>
                            <a:ext uri="{FF2B5EF4-FFF2-40B4-BE49-F238E27FC236}">
                              <a16:creationId xmlns:a16="http://schemas.microsoft.com/office/drawing/2014/main" id="{036222A1-08F0-42F4-9ECC-49220942F8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1" y="935"/>
                          <a:ext cx="618" cy="303"/>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11">
              <a:extLst>
                <a:ext uri="{FF2B5EF4-FFF2-40B4-BE49-F238E27FC236}">
                  <a16:creationId xmlns:a16="http://schemas.microsoft.com/office/drawing/2014/main" id="{9DBC8CF2-DE11-4965-81E0-2559A4EDFB07}"/>
                </a:ext>
              </a:extLst>
            </p:cNvPr>
            <p:cNvGraphicFramePr>
              <a:graphicFrameLocks noChangeAspect="1"/>
            </p:cNvGraphicFramePr>
            <p:nvPr>
              <p:extLst>
                <p:ext uri="{D42A27DB-BD31-4B8C-83A1-F6EECF244321}">
                  <p14:modId xmlns:p14="http://schemas.microsoft.com/office/powerpoint/2010/main" val="3671510338"/>
                </p:ext>
              </p:extLst>
            </p:nvPr>
          </p:nvGraphicFramePr>
          <p:xfrm>
            <a:off x="4329" y="1548"/>
            <a:ext cx="225" cy="272"/>
          </p:xfrm>
          <a:graphic>
            <a:graphicData uri="http://schemas.openxmlformats.org/presentationml/2006/ole">
              <mc:AlternateContent xmlns:mc="http://schemas.openxmlformats.org/markup-compatibility/2006">
                <mc:Choice xmlns:v="urn:schemas-microsoft-com:vml" Requires="v">
                  <p:oleObj spid="_x0000_s3226" name="Equation" r:id="rId9" imgW="190440" imgH="228600" progId="Equation.DSMT4">
                    <p:embed/>
                  </p:oleObj>
                </mc:Choice>
                <mc:Fallback>
                  <p:oleObj name="Equation" r:id="rId9" imgW="190440" imgH="228600" progId="Equation.DSMT4">
                    <p:embed/>
                    <p:pic>
                      <p:nvPicPr>
                        <p:cNvPr id="177163" name="Object 11">
                          <a:extLst>
                            <a:ext uri="{FF2B5EF4-FFF2-40B4-BE49-F238E27FC236}">
                              <a16:creationId xmlns:a16="http://schemas.microsoft.com/office/drawing/2014/main" id="{781157E5-9B56-4770-9E34-C05683D3A2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9" y="1548"/>
                          <a:ext cx="225" cy="272"/>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 name="Object 12">
              <a:extLst>
                <a:ext uri="{FF2B5EF4-FFF2-40B4-BE49-F238E27FC236}">
                  <a16:creationId xmlns:a16="http://schemas.microsoft.com/office/drawing/2014/main" id="{56D40420-207B-489B-ACA4-B2EDDCA4CF4C}"/>
                </a:ext>
              </a:extLst>
            </p:cNvPr>
            <p:cNvGraphicFramePr>
              <a:graphicFrameLocks noChangeAspect="1"/>
            </p:cNvGraphicFramePr>
            <p:nvPr/>
          </p:nvGraphicFramePr>
          <p:xfrm>
            <a:off x="3651" y="998"/>
            <a:ext cx="459" cy="307"/>
          </p:xfrm>
          <a:graphic>
            <a:graphicData uri="http://schemas.openxmlformats.org/presentationml/2006/ole">
              <mc:AlternateContent xmlns:mc="http://schemas.openxmlformats.org/markup-compatibility/2006">
                <mc:Choice xmlns:v="urn:schemas-microsoft-com:vml" Requires="v">
                  <p:oleObj spid="_x0000_s3227" name="Equation" r:id="rId11" imgW="342720" imgH="228600" progId="Equation.DSMT4">
                    <p:embed/>
                  </p:oleObj>
                </mc:Choice>
                <mc:Fallback>
                  <p:oleObj name="Equation" r:id="rId11" imgW="342720" imgH="228600" progId="Equation.DSMT4">
                    <p:embed/>
                    <p:pic>
                      <p:nvPicPr>
                        <p:cNvPr id="177164" name="Object 12">
                          <a:extLst>
                            <a:ext uri="{FF2B5EF4-FFF2-40B4-BE49-F238E27FC236}">
                              <a16:creationId xmlns:a16="http://schemas.microsoft.com/office/drawing/2014/main" id="{E61E3827-A37A-40FC-86FD-56BC8B3E8F0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1" y="998"/>
                          <a:ext cx="459" cy="307"/>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13">
              <a:extLst>
                <a:ext uri="{FF2B5EF4-FFF2-40B4-BE49-F238E27FC236}">
                  <a16:creationId xmlns:a16="http://schemas.microsoft.com/office/drawing/2014/main" id="{1B15CA68-FA3D-4843-AB76-00E973FF5FF0}"/>
                </a:ext>
              </a:extLst>
            </p:cNvPr>
            <p:cNvGraphicFramePr>
              <a:graphicFrameLocks noChangeAspect="1"/>
            </p:cNvGraphicFramePr>
            <p:nvPr/>
          </p:nvGraphicFramePr>
          <p:xfrm>
            <a:off x="3783" y="1497"/>
            <a:ext cx="247" cy="317"/>
          </p:xfrm>
          <a:graphic>
            <a:graphicData uri="http://schemas.openxmlformats.org/presentationml/2006/ole">
              <mc:AlternateContent xmlns:mc="http://schemas.openxmlformats.org/markup-compatibility/2006">
                <mc:Choice xmlns:v="urn:schemas-microsoft-com:vml" Requires="v">
                  <p:oleObj spid="_x0000_s3228" name="Equation" r:id="rId13" imgW="177480" imgH="228600" progId="Equation.DSMT4">
                    <p:embed/>
                  </p:oleObj>
                </mc:Choice>
                <mc:Fallback>
                  <p:oleObj name="Equation" r:id="rId13" imgW="177480" imgH="228600" progId="Equation.DSMT4">
                    <p:embed/>
                    <p:pic>
                      <p:nvPicPr>
                        <p:cNvPr id="177165" name="Object 13">
                          <a:extLst>
                            <a:ext uri="{FF2B5EF4-FFF2-40B4-BE49-F238E27FC236}">
                              <a16:creationId xmlns:a16="http://schemas.microsoft.com/office/drawing/2014/main" id="{740BC946-BFC0-4B52-A83A-850C72638E6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83" y="1497"/>
                          <a:ext cx="247" cy="317"/>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ustDataLst>
      <p:tags r:id="rId2"/>
    </p:custDataLst>
  </p:cSld>
  <p:clrMapOvr>
    <a:masterClrMapping/>
  </p:clrMapOvr>
  <p:transition spd="med" advTm="101152">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10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blinds(horizontal)">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additive="base">
                                        <p:cTn id="17" dur="500" fill="hold"/>
                                        <p:tgtEl>
                                          <p:spTgt spid="53"/>
                                        </p:tgtEl>
                                        <p:attrNameLst>
                                          <p:attrName>ppt_x</p:attrName>
                                        </p:attrNameLst>
                                      </p:cBhvr>
                                      <p:tavLst>
                                        <p:tav tm="0">
                                          <p:val>
                                            <p:strVal val="0-#ppt_w/2"/>
                                          </p:val>
                                        </p:tav>
                                        <p:tav tm="100000">
                                          <p:val>
                                            <p:strVal val="#ppt_x"/>
                                          </p:val>
                                        </p:tav>
                                      </p:tavLst>
                                    </p:anim>
                                    <p:anim calcmode="lin" valueType="num">
                                      <p:cBhvr additive="base">
                                        <p:cTn id="18"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0-#ppt_w/2"/>
                                          </p:val>
                                        </p:tav>
                                        <p:tav tm="100000">
                                          <p:val>
                                            <p:strVal val="#ppt_x"/>
                                          </p:val>
                                        </p:tav>
                                      </p:tavLst>
                                    </p:anim>
                                    <p:anim calcmode="lin" valueType="num">
                                      <p:cBhvr additive="base">
                                        <p:cTn id="24"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2"/>
                                        </p:tgtEl>
                                        <p:attrNameLst>
                                          <p:attrName>style.visibility</p:attrName>
                                        </p:attrNameLst>
                                      </p:cBhvr>
                                      <p:to>
                                        <p:strVal val="visible"/>
                                      </p:to>
                                    </p:set>
                                    <p:anim calcmode="lin" valueType="num">
                                      <p:cBhvr additive="base">
                                        <p:cTn id="29" dur="500" fill="hold"/>
                                        <p:tgtEl>
                                          <p:spTgt spid="52"/>
                                        </p:tgtEl>
                                        <p:attrNameLst>
                                          <p:attrName>ppt_x</p:attrName>
                                        </p:attrNameLst>
                                      </p:cBhvr>
                                      <p:tavLst>
                                        <p:tav tm="0">
                                          <p:val>
                                            <p:strVal val="0-#ppt_w/2"/>
                                          </p:val>
                                        </p:tav>
                                        <p:tav tm="100000">
                                          <p:val>
                                            <p:strVal val="#ppt_x"/>
                                          </p:val>
                                        </p:tav>
                                      </p:tavLst>
                                    </p:anim>
                                    <p:anim calcmode="lin" valueType="num">
                                      <p:cBhvr additive="base">
                                        <p:cTn id="30" dur="500" fill="hold"/>
                                        <p:tgtEl>
                                          <p:spTgt spid="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autoUpdateAnimBg="0"/>
      <p:bldP spid="5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1C765D8-92EC-4505-94C5-9A837631E37B}"/>
              </a:ext>
            </a:extLst>
          </p:cNvPr>
          <p:cNvPicPr>
            <a:picLocks noChangeAspect="1"/>
          </p:cNvPicPr>
          <p:nvPr/>
        </p:nvPicPr>
        <p:blipFill rotWithShape="1">
          <a:blip r:embed="rId4"/>
          <a:srcRect l="2909" r="9597"/>
          <a:stretch/>
        </p:blipFill>
        <p:spPr>
          <a:xfrm>
            <a:off x="7011450" y="1029162"/>
            <a:ext cx="4964650" cy="2681489"/>
          </a:xfrm>
          <a:prstGeom prst="rect">
            <a:avLst/>
          </a:prstGeom>
        </p:spPr>
      </p:pic>
      <p:sp>
        <p:nvSpPr>
          <p:cNvPr id="3" name="Rectangle 2">
            <a:extLst>
              <a:ext uri="{FF2B5EF4-FFF2-40B4-BE49-F238E27FC236}">
                <a16:creationId xmlns:a16="http://schemas.microsoft.com/office/drawing/2014/main" id="{9E56AD24-548A-40D3-BAD0-7242A9B096E1}"/>
              </a:ext>
            </a:extLst>
          </p:cNvPr>
          <p:cNvSpPr txBox="1">
            <a:spLocks noChangeArrowheads="1"/>
          </p:cNvSpPr>
          <p:nvPr/>
        </p:nvSpPr>
        <p:spPr bwMode="auto">
          <a:xfrm>
            <a:off x="1035417" y="802656"/>
            <a:ext cx="2563189" cy="56092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楷体_GB2312" pitchFamily="49" charset="-122"/>
              </a:defRPr>
            </a:lvl2pPr>
            <a:lvl3pPr algn="ctr" rtl="0" eaLnBrk="1" fontAlgn="base" hangingPunct="1">
              <a:spcBef>
                <a:spcPct val="0"/>
              </a:spcBef>
              <a:spcAft>
                <a:spcPct val="0"/>
              </a:spcAft>
              <a:defRPr sz="4400">
                <a:solidFill>
                  <a:schemeClr val="tx2"/>
                </a:solidFill>
                <a:latin typeface="Arial" charset="0"/>
                <a:ea typeface="楷体_GB2312" pitchFamily="49" charset="-122"/>
              </a:defRPr>
            </a:lvl3pPr>
            <a:lvl4pPr algn="ctr" rtl="0" eaLnBrk="1" fontAlgn="base" hangingPunct="1">
              <a:spcBef>
                <a:spcPct val="0"/>
              </a:spcBef>
              <a:spcAft>
                <a:spcPct val="0"/>
              </a:spcAft>
              <a:defRPr sz="4400">
                <a:solidFill>
                  <a:schemeClr val="tx2"/>
                </a:solidFill>
                <a:latin typeface="Arial" charset="0"/>
                <a:ea typeface="楷体_GB2312" pitchFamily="49" charset="-122"/>
              </a:defRPr>
            </a:lvl4pPr>
            <a:lvl5pPr algn="ctr" rtl="0" eaLnBrk="1" fontAlgn="base" hangingPunct="1">
              <a:spcBef>
                <a:spcPct val="0"/>
              </a:spcBef>
              <a:spcAft>
                <a:spcPct val="0"/>
              </a:spcAft>
              <a:defRPr sz="4400">
                <a:solidFill>
                  <a:schemeClr val="tx2"/>
                </a:solidFill>
                <a:latin typeface="Arial"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charset="0"/>
                <a:ea typeface="楷体_GB2312" pitchFamily="49" charset="-122"/>
              </a:defRPr>
            </a:lvl9pPr>
          </a:lstStyle>
          <a:p>
            <a:pPr marL="457200" indent="-457200" algn="l">
              <a:lnSpc>
                <a:spcPct val="120000"/>
              </a:lnSpc>
              <a:buFont typeface="Wingdings" panose="05000000000000000000" pitchFamily="2" charset="2"/>
              <a:buChar char="Ø"/>
            </a:pPr>
            <a:r>
              <a:rPr lang="zh-CN" altLang="en-US" sz="2800" kern="0" dirty="0">
                <a:solidFill>
                  <a:srgbClr val="0000FF"/>
                </a:solidFill>
                <a:latin typeface="宋体" panose="02010600030101010101" pitchFamily="2" charset="-122"/>
              </a:rPr>
              <a:t>小孔流速</a:t>
            </a:r>
          </a:p>
        </p:txBody>
      </p:sp>
      <p:graphicFrame>
        <p:nvGraphicFramePr>
          <p:cNvPr id="5" name="Object 3">
            <a:extLst>
              <a:ext uri="{FF2B5EF4-FFF2-40B4-BE49-F238E27FC236}">
                <a16:creationId xmlns:a16="http://schemas.microsoft.com/office/drawing/2014/main" id="{6DB22E3A-4D60-4DF3-B36F-2891848E1B08}"/>
              </a:ext>
            </a:extLst>
          </p:cNvPr>
          <p:cNvGraphicFramePr>
            <a:graphicFrameLocks noChangeAspect="1"/>
          </p:cNvGraphicFramePr>
          <p:nvPr>
            <p:extLst>
              <p:ext uri="{D42A27DB-BD31-4B8C-83A1-F6EECF244321}">
                <p14:modId xmlns:p14="http://schemas.microsoft.com/office/powerpoint/2010/main" val="687915517"/>
              </p:ext>
            </p:extLst>
          </p:nvPr>
        </p:nvGraphicFramePr>
        <p:xfrm>
          <a:off x="1525050" y="2840067"/>
          <a:ext cx="5486400" cy="865187"/>
        </p:xfrm>
        <a:graphic>
          <a:graphicData uri="http://schemas.openxmlformats.org/presentationml/2006/ole">
            <mc:AlternateContent xmlns:mc="http://schemas.openxmlformats.org/markup-compatibility/2006">
              <mc:Choice xmlns:v="urn:schemas-microsoft-com:vml" Requires="v">
                <p:oleObj spid="_x0000_s13362" r:id="rId5" imgW="2476500" imgH="393700" progId="Equation.3">
                  <p:embed/>
                </p:oleObj>
              </mc:Choice>
              <mc:Fallback>
                <p:oleObj r:id="rId5" imgW="2476500" imgH="393700" progId="Equation.3">
                  <p:embed/>
                  <p:pic>
                    <p:nvPicPr>
                      <p:cNvPr id="152579" name="Object 3">
                        <a:extLst>
                          <a:ext uri="{FF2B5EF4-FFF2-40B4-BE49-F238E27FC236}">
                            <a16:creationId xmlns:a16="http://schemas.microsoft.com/office/drawing/2014/main" id="{7C3C3D8E-882B-44D9-AF68-A0B961CD81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050" y="2840067"/>
                        <a:ext cx="5486400"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6" name="Text Box 4">
                <a:extLst>
                  <a:ext uri="{FF2B5EF4-FFF2-40B4-BE49-F238E27FC236}">
                    <a16:creationId xmlns:a16="http://schemas.microsoft.com/office/drawing/2014/main" id="{BF579839-4BFE-4F8F-9C68-019E6947C739}"/>
                  </a:ext>
                </a:extLst>
              </p:cNvPr>
              <p:cNvSpPr txBox="1">
                <a:spLocks noChangeArrowheads="1"/>
              </p:cNvSpPr>
              <p:nvPr/>
            </p:nvSpPr>
            <p:spPr bwMode="auto">
              <a:xfrm>
                <a:off x="1141253" y="1297397"/>
                <a:ext cx="5967470" cy="10824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如图所示，且</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2800" b="1" i="1" baseline="-25000" dirty="0">
                    <a:latin typeface="Times New Roman" panose="02020603050405020304" pitchFamily="18" charset="0"/>
                    <a:ea typeface="宋体" panose="02010600030101010101" pitchFamily="2" charset="-122"/>
                    <a:cs typeface="Times New Roman" panose="02020603050405020304" pitchFamily="18" charset="0"/>
                  </a:rPr>
                  <a:t>B</a:t>
                </a:r>
                <a14:m>
                  <m:oMath xmlns:m="http://schemas.openxmlformats.org/officeDocument/2006/math">
                    <m:r>
                      <a:rPr kumimoji="1" lang="zh-CN" altLang="en-US" sz="2800" b="1" i="1" smtClean="0">
                        <a:latin typeface="Cambria Math" panose="02040503050406030204" pitchFamily="18" charset="0"/>
                      </a:rPr>
                      <m:t>≪</m:t>
                    </m:r>
                  </m:oMath>
                </a14:m>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2800" b="1" i="1" baseline="-25000" dirty="0">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800" b="1" dirty="0">
                    <a:latin typeface="宋体" panose="02010600030101010101" pitchFamily="2" charset="-122"/>
                    <a:ea typeface="宋体" panose="02010600030101010101" pitchFamily="2" charset="-122"/>
                  </a:rPr>
                  <a:t>，取流线</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AB</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dirty="0">
                    <a:latin typeface="Times New Roman" panose="02020603050405020304" pitchFamily="18" charset="0"/>
                    <a:ea typeface="宋体" panose="02010600030101010101" pitchFamily="2" charset="-122"/>
                    <a:cs typeface="Times New Roman" panose="02020603050405020304" pitchFamily="18" charset="0"/>
                  </a:rPr>
                  <a:t>选</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A</a:t>
                </a:r>
                <a:r>
                  <a:rPr kumimoji="1" lang="zh-CN" altLang="en-US" sz="2800" b="1" i="1"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1" dirty="0">
                    <a:latin typeface="Times New Roman" panose="02020603050405020304" pitchFamily="18" charset="0"/>
                    <a:ea typeface="宋体" panose="02010600030101010101" pitchFamily="2" charset="-122"/>
                    <a:cs typeface="Times New Roman" panose="02020603050405020304" pitchFamily="18" charset="0"/>
                  </a:rPr>
                  <a:t>B</a:t>
                </a:r>
                <a:r>
                  <a:rPr kumimoji="1" lang="en-US" altLang="zh-CN" sz="2800" b="1" i="1" dirty="0">
                    <a:latin typeface="宋体" panose="02010600030101010101" pitchFamily="2" charset="-122"/>
                    <a:ea typeface="宋体" panose="02010600030101010101" pitchFamily="2" charset="-122"/>
                  </a:rPr>
                  <a:t> </a:t>
                </a:r>
                <a:r>
                  <a:rPr kumimoji="1" lang="zh-CN" altLang="en-US" sz="2800" b="1" dirty="0">
                    <a:latin typeface="宋体" panose="02010600030101010101" pitchFamily="2" charset="-122"/>
                    <a:ea typeface="宋体" panose="02010600030101010101" pitchFamily="2" charset="-122"/>
                  </a:rPr>
                  <a:t>两点为研究点，</a:t>
                </a:r>
              </a:p>
            </p:txBody>
          </p:sp>
        </mc:Choice>
        <mc:Fallback xmlns="">
          <p:sp>
            <p:nvSpPr>
              <p:cNvPr id="6" name="Text Box 4">
                <a:extLst>
                  <a:ext uri="{FF2B5EF4-FFF2-40B4-BE49-F238E27FC236}">
                    <a16:creationId xmlns:a16="http://schemas.microsoft.com/office/drawing/2014/main" id="{BF579839-4BFE-4F8F-9C68-019E6947C739}"/>
                  </a:ext>
                </a:extLst>
              </p:cNvPr>
              <p:cNvSpPr txBox="1">
                <a:spLocks noRot="1" noChangeAspect="1" noMove="1" noResize="1" noEditPoints="1" noAdjustHandles="1" noChangeArrowheads="1" noChangeShapeType="1" noTextEdit="1"/>
              </p:cNvSpPr>
              <p:nvPr/>
            </p:nvSpPr>
            <p:spPr bwMode="auto">
              <a:xfrm>
                <a:off x="1141253" y="1297397"/>
                <a:ext cx="5967470" cy="1082412"/>
              </a:xfrm>
              <a:prstGeom prst="rect">
                <a:avLst/>
              </a:prstGeom>
              <a:blipFill>
                <a:blip r:embed="rId9"/>
                <a:stretch>
                  <a:fillRect l="-2043" t="-4520" b="-152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7" name="Text Box 5">
            <a:extLst>
              <a:ext uri="{FF2B5EF4-FFF2-40B4-BE49-F238E27FC236}">
                <a16:creationId xmlns:a16="http://schemas.microsoft.com/office/drawing/2014/main" id="{02CDFC0B-51C5-41E9-A2BC-641693F80EA7}"/>
              </a:ext>
            </a:extLst>
          </p:cNvPr>
          <p:cNvSpPr txBox="1">
            <a:spLocks noChangeArrowheads="1"/>
          </p:cNvSpPr>
          <p:nvPr/>
        </p:nvSpPr>
        <p:spPr bwMode="auto">
          <a:xfrm>
            <a:off x="1194337" y="3699813"/>
            <a:ext cx="543739"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由</a:t>
            </a:r>
          </a:p>
        </p:txBody>
      </p:sp>
      <p:graphicFrame>
        <p:nvGraphicFramePr>
          <p:cNvPr id="8" name="Object 6">
            <a:extLst>
              <a:ext uri="{FF2B5EF4-FFF2-40B4-BE49-F238E27FC236}">
                <a16:creationId xmlns:a16="http://schemas.microsoft.com/office/drawing/2014/main" id="{59D28D2D-DE29-45EA-8E9C-3AF803B71CBA}"/>
              </a:ext>
            </a:extLst>
          </p:cNvPr>
          <p:cNvGraphicFramePr>
            <a:graphicFrameLocks noChangeAspect="1"/>
          </p:cNvGraphicFramePr>
          <p:nvPr>
            <p:extLst>
              <p:ext uri="{D42A27DB-BD31-4B8C-83A1-F6EECF244321}">
                <p14:modId xmlns:p14="http://schemas.microsoft.com/office/powerpoint/2010/main" val="3411768521"/>
              </p:ext>
            </p:extLst>
          </p:nvPr>
        </p:nvGraphicFramePr>
        <p:xfrm>
          <a:off x="1738076" y="3746570"/>
          <a:ext cx="1895475" cy="501650"/>
        </p:xfrm>
        <a:graphic>
          <a:graphicData uri="http://schemas.openxmlformats.org/presentationml/2006/ole">
            <mc:AlternateContent xmlns:mc="http://schemas.openxmlformats.org/markup-compatibility/2006">
              <mc:Choice xmlns:v="urn:schemas-microsoft-com:vml" Requires="v">
                <p:oleObj spid="_x0000_s13363" r:id="rId10" imgW="825142" imgH="215806" progId="Equation.3">
                  <p:embed/>
                </p:oleObj>
              </mc:Choice>
              <mc:Fallback>
                <p:oleObj r:id="rId10" imgW="825142" imgH="215806" progId="Equation.3">
                  <p:embed/>
                  <p:pic>
                    <p:nvPicPr>
                      <p:cNvPr id="152582" name="Object 6">
                        <a:extLst>
                          <a:ext uri="{FF2B5EF4-FFF2-40B4-BE49-F238E27FC236}">
                            <a16:creationId xmlns:a16="http://schemas.microsoft.com/office/drawing/2014/main" id="{D7D1E47B-1C98-473C-8EFD-438D475CBB6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38076" y="3746570"/>
                        <a:ext cx="1895475"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7">
            <a:extLst>
              <a:ext uri="{FF2B5EF4-FFF2-40B4-BE49-F238E27FC236}">
                <a16:creationId xmlns:a16="http://schemas.microsoft.com/office/drawing/2014/main" id="{B4F465AB-55F5-4A6D-A43C-D06BE8F937E7}"/>
              </a:ext>
            </a:extLst>
          </p:cNvPr>
          <p:cNvSpPr txBox="1">
            <a:spLocks noChangeArrowheads="1"/>
          </p:cNvSpPr>
          <p:nvPr/>
        </p:nvSpPr>
        <p:spPr bwMode="auto">
          <a:xfrm>
            <a:off x="1122899" y="4271243"/>
            <a:ext cx="6615088" cy="559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spcBef>
                <a:spcPct val="50000"/>
              </a:spcBef>
            </a:pPr>
            <a:r>
              <a:rPr kumimoji="1" lang="zh-CN" altLang="en-US" sz="2800" b="1" dirty="0">
                <a:latin typeface="宋体" panose="02010600030101010101" pitchFamily="2" charset="-122"/>
                <a:ea typeface="宋体" panose="02010600030101010101" pitchFamily="2" charset="-122"/>
              </a:rPr>
              <a:t>选取</a:t>
            </a:r>
            <a:r>
              <a:rPr kumimoji="1" lang="en-US" altLang="zh-CN" sz="2800" i="1" dirty="0" err="1">
                <a:latin typeface="Times New Roman" panose="02020603050405020304" pitchFamily="18" charset="0"/>
              </a:rPr>
              <a:t>h</a:t>
            </a:r>
            <a:r>
              <a:rPr kumimoji="1" lang="en-US" altLang="zh-CN" sz="2800" baseline="-25000" dirty="0" err="1">
                <a:latin typeface="Times New Roman" panose="02020603050405020304" pitchFamily="18" charset="0"/>
              </a:rPr>
              <a:t>B</a:t>
            </a:r>
            <a:r>
              <a:rPr kumimoji="1" lang="zh-CN" altLang="en-US" sz="2800" b="1" dirty="0">
                <a:latin typeface="宋体" panose="02010600030101010101" pitchFamily="2" charset="-122"/>
                <a:ea typeface="宋体" panose="02010600030101010101" pitchFamily="2" charset="-122"/>
              </a:rPr>
              <a:t>处为参考点，其中 </a:t>
            </a:r>
            <a:r>
              <a:rPr kumimoji="1" lang="en-US" altLang="zh-CN" sz="2800" i="1" dirty="0" err="1">
                <a:latin typeface="Times New Roman" panose="02020603050405020304" pitchFamily="18" charset="0"/>
              </a:rPr>
              <a:t>h</a:t>
            </a:r>
            <a:r>
              <a:rPr kumimoji="1" lang="en-US" altLang="zh-CN" sz="2800" baseline="-25000" dirty="0" err="1">
                <a:latin typeface="Times New Roman" panose="02020603050405020304" pitchFamily="18" charset="0"/>
              </a:rPr>
              <a:t>B</a:t>
            </a:r>
            <a:r>
              <a:rPr kumimoji="1" lang="en-US" altLang="zh-CN" sz="2800" dirty="0">
                <a:latin typeface="Times New Roman" panose="02020603050405020304" pitchFamily="18" charset="0"/>
              </a:rPr>
              <a:t>=0,  </a:t>
            </a:r>
            <a:r>
              <a:rPr kumimoji="1" lang="en-US" altLang="zh-CN" sz="2800" i="1" dirty="0" err="1">
                <a:latin typeface="Times New Roman" panose="02020603050405020304" pitchFamily="18" charset="0"/>
              </a:rPr>
              <a:t>h</a:t>
            </a:r>
            <a:r>
              <a:rPr kumimoji="1" lang="en-US" altLang="zh-CN" sz="2800" baseline="-25000" dirty="0" err="1">
                <a:latin typeface="Times New Roman" panose="02020603050405020304" pitchFamily="18" charset="0"/>
              </a:rPr>
              <a:t>A</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h</a:t>
            </a:r>
            <a:endParaRPr kumimoji="1" lang="en-US" altLang="zh-CN" sz="2800" dirty="0">
              <a:latin typeface="Times New Roman" panose="02020603050405020304" pitchFamily="18" charset="0"/>
            </a:endParaRPr>
          </a:p>
        </p:txBody>
      </p:sp>
      <p:sp>
        <p:nvSpPr>
          <p:cNvPr id="11" name="Text Box 11">
            <a:extLst>
              <a:ext uri="{FF2B5EF4-FFF2-40B4-BE49-F238E27FC236}">
                <a16:creationId xmlns:a16="http://schemas.microsoft.com/office/drawing/2014/main" id="{B10582E4-B8F0-41B9-85B5-46AB3B4C3B2A}"/>
              </a:ext>
            </a:extLst>
          </p:cNvPr>
          <p:cNvSpPr txBox="1">
            <a:spLocks noChangeArrowheads="1"/>
          </p:cNvSpPr>
          <p:nvPr/>
        </p:nvSpPr>
        <p:spPr bwMode="auto">
          <a:xfrm>
            <a:off x="1141253" y="2369907"/>
            <a:ext cx="29527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由伯努利方程：</a:t>
            </a:r>
          </a:p>
        </p:txBody>
      </p:sp>
      <p:sp>
        <p:nvSpPr>
          <p:cNvPr id="12" name="Text Box 12">
            <a:extLst>
              <a:ext uri="{FF2B5EF4-FFF2-40B4-BE49-F238E27FC236}">
                <a16:creationId xmlns:a16="http://schemas.microsoft.com/office/drawing/2014/main" id="{13C426DF-F6D6-4D9B-9BF4-D040DC5D7C62}"/>
              </a:ext>
            </a:extLst>
          </p:cNvPr>
          <p:cNvSpPr txBox="1">
            <a:spLocks noChangeArrowheads="1"/>
          </p:cNvSpPr>
          <p:nvPr/>
        </p:nvSpPr>
        <p:spPr bwMode="auto">
          <a:xfrm>
            <a:off x="3667275" y="3725091"/>
            <a:ext cx="1582738"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800" b="1" dirty="0">
                <a:latin typeface="宋体" panose="02010600030101010101" pitchFamily="2" charset="-122"/>
                <a:ea typeface="宋体" panose="02010600030101010101" pitchFamily="2" charset="-122"/>
              </a:rPr>
              <a:t>可知，</a:t>
            </a:r>
          </a:p>
        </p:txBody>
      </p:sp>
      <p:sp>
        <p:nvSpPr>
          <p:cNvPr id="13" name="Text Box 13">
            <a:extLst>
              <a:ext uri="{FF2B5EF4-FFF2-40B4-BE49-F238E27FC236}">
                <a16:creationId xmlns:a16="http://schemas.microsoft.com/office/drawing/2014/main" id="{A978C9BC-F5D4-4F8B-8708-216B00963E54}"/>
              </a:ext>
            </a:extLst>
          </p:cNvPr>
          <p:cNvSpPr txBox="1">
            <a:spLocks noChangeArrowheads="1"/>
          </p:cNvSpPr>
          <p:nvPr/>
        </p:nvSpPr>
        <p:spPr bwMode="auto">
          <a:xfrm>
            <a:off x="1194337" y="4806934"/>
            <a:ext cx="5327650" cy="565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kumimoji="1" lang="zh-CN" altLang="en-US" sz="2800" b="1" dirty="0">
                <a:latin typeface="宋体" panose="02010600030101010101" pitchFamily="2" charset="-122"/>
                <a:ea typeface="宋体" panose="02010600030101010101" pitchFamily="2" charset="-122"/>
              </a:rPr>
              <a:t>因</a:t>
            </a:r>
            <a:r>
              <a:rPr kumimoji="1" lang="en-US" altLang="zh-CN" sz="2800" i="1" dirty="0">
                <a:latin typeface="Times New Roman" panose="02020603050405020304" pitchFamily="18" charset="0"/>
              </a:rPr>
              <a:t>P</a:t>
            </a:r>
            <a:r>
              <a:rPr kumimoji="1" lang="en-US" altLang="zh-CN" sz="2800" baseline="-25000" dirty="0">
                <a:latin typeface="Times New Roman" panose="02020603050405020304" pitchFamily="18" charset="0"/>
              </a:rPr>
              <a:t>A</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 P </a:t>
            </a:r>
            <a:r>
              <a:rPr kumimoji="1" lang="en-US" altLang="zh-CN" sz="2800" baseline="-25000" dirty="0">
                <a:latin typeface="Times New Roman" panose="02020603050405020304" pitchFamily="18" charset="0"/>
              </a:rPr>
              <a:t>0 </a:t>
            </a:r>
            <a:r>
              <a:rPr kumimoji="1" lang="en-US" altLang="zh-CN" sz="2800" dirty="0">
                <a:latin typeface="Times New Roman" panose="02020603050405020304" pitchFamily="18" charset="0"/>
              </a:rPr>
              <a:t>      </a:t>
            </a:r>
            <a:r>
              <a:rPr kumimoji="1" lang="en-US" altLang="zh-CN" sz="2800" i="1" dirty="0">
                <a:latin typeface="Times New Roman" panose="02020603050405020304" pitchFamily="18" charset="0"/>
              </a:rPr>
              <a:t>P </a:t>
            </a:r>
            <a:r>
              <a:rPr kumimoji="1" lang="en-US" altLang="zh-CN" sz="2800" baseline="-25000" dirty="0">
                <a:latin typeface="Times New Roman" panose="02020603050405020304" pitchFamily="18" charset="0"/>
              </a:rPr>
              <a:t>B </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P </a:t>
            </a:r>
            <a:r>
              <a:rPr kumimoji="1" lang="en-US" altLang="zh-CN" sz="2800" baseline="-25000" dirty="0">
                <a:latin typeface="Times New Roman" panose="02020603050405020304" pitchFamily="18" charset="0"/>
              </a:rPr>
              <a:t>0  </a:t>
            </a:r>
            <a:r>
              <a:rPr kumimoji="1" lang="en-US" altLang="zh-CN" sz="2800" dirty="0">
                <a:latin typeface="Times New Roman" panose="02020603050405020304" pitchFamily="18" charset="0"/>
              </a:rPr>
              <a:t>     </a:t>
            </a:r>
            <a:r>
              <a:rPr kumimoji="1" lang="zh-CN" altLang="en-US" sz="2800" b="1" dirty="0">
                <a:latin typeface="宋体" panose="02010600030101010101" pitchFamily="2" charset="-122"/>
                <a:ea typeface="宋体" panose="02010600030101010101" pitchFamily="2" charset="-122"/>
              </a:rPr>
              <a:t>所以</a:t>
            </a:r>
            <a:endParaRPr kumimoji="1" lang="zh-CN" altLang="en-US" sz="2800" b="1" i="1" dirty="0">
              <a:latin typeface="宋体" panose="02010600030101010101" pitchFamily="2" charset="-122"/>
              <a:ea typeface="宋体" panose="02010600030101010101" pitchFamily="2" charset="-122"/>
            </a:endParaRPr>
          </a:p>
        </p:txBody>
      </p:sp>
      <p:graphicFrame>
        <p:nvGraphicFramePr>
          <p:cNvPr id="14" name="Object 14">
            <a:extLst>
              <a:ext uri="{FF2B5EF4-FFF2-40B4-BE49-F238E27FC236}">
                <a16:creationId xmlns:a16="http://schemas.microsoft.com/office/drawing/2014/main" id="{685E638A-36C7-4B5D-9BDB-FC164392C14F}"/>
              </a:ext>
            </a:extLst>
          </p:cNvPr>
          <p:cNvGraphicFramePr>
            <a:graphicFrameLocks noChangeAspect="1"/>
          </p:cNvGraphicFramePr>
          <p:nvPr>
            <p:extLst>
              <p:ext uri="{D42A27DB-BD31-4B8C-83A1-F6EECF244321}">
                <p14:modId xmlns:p14="http://schemas.microsoft.com/office/powerpoint/2010/main" val="129006239"/>
              </p:ext>
            </p:extLst>
          </p:nvPr>
        </p:nvGraphicFramePr>
        <p:xfrm>
          <a:off x="5813169" y="4859614"/>
          <a:ext cx="1560512" cy="573088"/>
        </p:xfrm>
        <a:graphic>
          <a:graphicData uri="http://schemas.openxmlformats.org/presentationml/2006/ole">
            <mc:AlternateContent xmlns:mc="http://schemas.openxmlformats.org/markup-compatibility/2006">
              <mc:Choice xmlns:v="urn:schemas-microsoft-com:vml" Requires="v">
                <p:oleObj spid="_x0000_s13364" name="公式" r:id="rId12" imgW="698400" imgH="253800" progId="Equation.3">
                  <p:embed/>
                </p:oleObj>
              </mc:Choice>
              <mc:Fallback>
                <p:oleObj name="公式" r:id="rId12" imgW="698400" imgH="253800" progId="Equation.3">
                  <p:embed/>
                  <p:pic>
                    <p:nvPicPr>
                      <p:cNvPr id="152590" name="Object 14">
                        <a:extLst>
                          <a:ext uri="{FF2B5EF4-FFF2-40B4-BE49-F238E27FC236}">
                            <a16:creationId xmlns:a16="http://schemas.microsoft.com/office/drawing/2014/main" id="{B2E54AE0-08EA-4406-BC6F-9F6EFCCAAB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13169" y="4859614"/>
                        <a:ext cx="1560512" cy="57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5">
            <a:extLst>
              <a:ext uri="{FF2B5EF4-FFF2-40B4-BE49-F238E27FC236}">
                <a16:creationId xmlns:a16="http://schemas.microsoft.com/office/drawing/2014/main" id="{0DAFF53B-8F32-49CF-A9EC-61FAB277145B}"/>
              </a:ext>
            </a:extLst>
          </p:cNvPr>
          <p:cNvSpPr txBox="1">
            <a:spLocks noChangeArrowheads="1"/>
          </p:cNvSpPr>
          <p:nvPr/>
        </p:nvSpPr>
        <p:spPr bwMode="auto">
          <a:xfrm>
            <a:off x="1122899" y="5500276"/>
            <a:ext cx="8496300" cy="1133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sz="2800" b="1" dirty="0">
                <a:latin typeface="宋体" panose="02010600030101010101" pitchFamily="2" charset="-122"/>
                <a:ea typeface="宋体" panose="02010600030101010101" pitchFamily="2" charset="-122"/>
              </a:rPr>
              <a:t>    即流体从小孔流出的速度与流体质量元由液面处自由下落到小孔处的流速大小相等</a:t>
            </a:r>
            <a:r>
              <a:rPr kumimoji="1" lang="en-US" altLang="zh-CN" sz="2800" b="1" dirty="0">
                <a:latin typeface="宋体" panose="02010600030101010101" pitchFamily="2" charset="-122"/>
                <a:ea typeface="宋体" panose="02010600030101010101" pitchFamily="2" charset="-122"/>
              </a:rPr>
              <a:t>.</a:t>
            </a:r>
            <a:endParaRPr kumimoji="1" lang="zh-CN" altLang="en-US" sz="2800" b="1" dirty="0">
              <a:latin typeface="宋体" panose="02010600030101010101" pitchFamily="2" charset="-122"/>
              <a:ea typeface="宋体" panose="02010600030101010101" pitchFamily="2" charset="-122"/>
            </a:endParaRPr>
          </a:p>
        </p:txBody>
      </p:sp>
      <p:sp>
        <p:nvSpPr>
          <p:cNvPr id="27" name="Text Box 27">
            <a:extLst>
              <a:ext uri="{FF2B5EF4-FFF2-40B4-BE49-F238E27FC236}">
                <a16:creationId xmlns:a16="http://schemas.microsoft.com/office/drawing/2014/main" id="{E92EB882-9237-402D-9A18-C614C8723735}"/>
              </a:ext>
            </a:extLst>
          </p:cNvPr>
          <p:cNvSpPr txBox="1">
            <a:spLocks noChangeArrowheads="1"/>
          </p:cNvSpPr>
          <p:nvPr/>
        </p:nvSpPr>
        <p:spPr bwMode="auto">
          <a:xfrm>
            <a:off x="7373681" y="5009089"/>
            <a:ext cx="2160587"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en-US" altLang="zh-CN" sz="2000" b="1" dirty="0">
                <a:solidFill>
                  <a:srgbClr val="FF6600"/>
                </a:solidFill>
                <a:latin typeface="Times New Roman" panose="02020603050405020304" pitchFamily="18" charset="0"/>
              </a:rPr>
              <a:t>---</a:t>
            </a:r>
            <a:r>
              <a:rPr kumimoji="1" lang="zh-CN" altLang="en-US" sz="2000" b="1" dirty="0">
                <a:solidFill>
                  <a:srgbClr val="FF6600"/>
                </a:solidFill>
                <a:latin typeface="Times New Roman" panose="02020603050405020304" pitchFamily="18" charset="0"/>
                <a:ea typeface="楷体_GB2312" pitchFamily="49" charset="-122"/>
              </a:rPr>
              <a:t>托里拆利公式</a:t>
            </a:r>
          </a:p>
        </p:txBody>
      </p:sp>
      <p:graphicFrame>
        <p:nvGraphicFramePr>
          <p:cNvPr id="28" name="Object 29">
            <a:extLst>
              <a:ext uri="{FF2B5EF4-FFF2-40B4-BE49-F238E27FC236}">
                <a16:creationId xmlns:a16="http://schemas.microsoft.com/office/drawing/2014/main" id="{3761D04B-AC09-4D39-9F2A-697F812807FA}"/>
              </a:ext>
            </a:extLst>
          </p:cNvPr>
          <p:cNvGraphicFramePr>
            <a:graphicFrameLocks noChangeAspect="1"/>
          </p:cNvGraphicFramePr>
          <p:nvPr>
            <p:extLst>
              <p:ext uri="{D42A27DB-BD31-4B8C-83A1-F6EECF244321}">
                <p14:modId xmlns:p14="http://schemas.microsoft.com/office/powerpoint/2010/main" val="3238484944"/>
              </p:ext>
            </p:extLst>
          </p:nvPr>
        </p:nvGraphicFramePr>
        <p:xfrm>
          <a:off x="4740425" y="3803922"/>
          <a:ext cx="822325" cy="457200"/>
        </p:xfrm>
        <a:graphic>
          <a:graphicData uri="http://schemas.openxmlformats.org/presentationml/2006/ole">
            <mc:AlternateContent xmlns:mc="http://schemas.openxmlformats.org/markup-compatibility/2006">
              <mc:Choice xmlns:v="urn:schemas-microsoft-com:vml" Requires="v">
                <p:oleObj spid="_x0000_s13365" name="Equation" r:id="rId14" imgW="368280" imgH="203040" progId="Equation.DSMT4">
                  <p:embed/>
                </p:oleObj>
              </mc:Choice>
              <mc:Fallback>
                <p:oleObj name="Equation" r:id="rId14" imgW="368280" imgH="203040" progId="Equation.DSMT4">
                  <p:embed/>
                  <p:pic>
                    <p:nvPicPr>
                      <p:cNvPr id="152605" name="Object 29">
                        <a:extLst>
                          <a:ext uri="{FF2B5EF4-FFF2-40B4-BE49-F238E27FC236}">
                            <a16:creationId xmlns:a16="http://schemas.microsoft.com/office/drawing/2014/main" id="{6DCED70C-A18C-4A7B-BFCB-C215938A1E6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40425" y="3803922"/>
                        <a:ext cx="8223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2">
            <a:extLst>
              <a:ext uri="{FF2B5EF4-FFF2-40B4-BE49-F238E27FC236}">
                <a16:creationId xmlns:a16="http://schemas.microsoft.com/office/drawing/2014/main" id="{1E56A952-D25A-40C3-A5CF-08C2C5EE5B36}"/>
              </a:ext>
            </a:extLst>
          </p:cNvPr>
          <p:cNvSpPr txBox="1">
            <a:spLocks noChangeArrowheads="1"/>
          </p:cNvSpPr>
          <p:nvPr/>
        </p:nvSpPr>
        <p:spPr bwMode="auto">
          <a:xfrm>
            <a:off x="1485899" y="115601"/>
            <a:ext cx="4408873" cy="584775"/>
          </a:xfrm>
          <a:prstGeom prst="rect">
            <a:avLst/>
          </a:prstGeom>
          <a:noFill/>
          <a:ln w="9525">
            <a:noFill/>
            <a:miter lim="800000"/>
            <a:headEnd/>
            <a:tailEnd/>
          </a:ln>
        </p:spPr>
        <p:txBody>
          <a:bodyPr wrap="square">
            <a:spAutoFit/>
          </a:bodyPr>
          <a:lstStyle/>
          <a:p>
            <a:pPr>
              <a:defRPr/>
            </a:pPr>
            <a:r>
              <a:rPr lang="zh-CN" altLang="en-US" sz="3200" dirty="0">
                <a:solidFill>
                  <a:srgbClr val="A50021"/>
                </a:solidFill>
                <a:latin typeface="+mn-ea"/>
              </a:rPr>
              <a:t>三  伯努利方程的应用</a:t>
            </a:r>
          </a:p>
        </p:txBody>
      </p:sp>
    </p:spTree>
    <p:custDataLst>
      <p:tags r:id="rId2"/>
    </p:custDataLst>
    <p:extLst>
      <p:ext uri="{BB962C8B-B14F-4D97-AF65-F5344CB8AC3E}">
        <p14:creationId xmlns:p14="http://schemas.microsoft.com/office/powerpoint/2010/main" val="3898988981"/>
      </p:ext>
    </p:extLst>
  </p:cSld>
  <p:clrMapOvr>
    <a:masterClrMapping/>
  </p:clrMapOvr>
  <p:transition spd="med" advTm="118759">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10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left)">
                                      <p:cBhvr>
                                        <p:cTn id="41" dur="10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10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1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10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10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9" grpId="0"/>
      <p:bldP spid="11" grpId="0"/>
      <p:bldP spid="12" grpId="0"/>
      <p:bldP spid="13" grpId="0"/>
      <p:bldP spid="15"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1">
            <a:extLst>
              <a:ext uri="{FF2B5EF4-FFF2-40B4-BE49-F238E27FC236}">
                <a16:creationId xmlns:a16="http://schemas.microsoft.com/office/drawing/2014/main" id="{2E64F6AE-7035-44FD-A501-2CD1387A8D71}"/>
              </a:ext>
            </a:extLst>
          </p:cNvPr>
          <p:cNvSpPr>
            <a:spLocks noGrp="1"/>
          </p:cNvSpPr>
          <p:nvPr>
            <p:ph type="sldNum" sz="quarter" idx="10"/>
          </p:nvPr>
        </p:nvSpPr>
        <p:spPr bwMode="auto">
          <a:xfrm>
            <a:off x="6673850" y="6473825"/>
            <a:ext cx="2133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72D66A34-37E6-449C-8435-ECA3688B0539}" type="slidenum">
              <a:rPr lang="en-US" altLang="zh-CN" smtClean="0"/>
              <a:pPr/>
              <a:t>13</a:t>
            </a:fld>
            <a:endParaRPr lang="en-US" altLang="zh-CN"/>
          </a:p>
        </p:txBody>
      </p:sp>
      <p:sp>
        <p:nvSpPr>
          <p:cNvPr id="164866" name="Rectangle 2">
            <a:extLst>
              <a:ext uri="{FF2B5EF4-FFF2-40B4-BE49-F238E27FC236}">
                <a16:creationId xmlns:a16="http://schemas.microsoft.com/office/drawing/2014/main" id="{E44372FA-951C-4594-84F6-40DC1AE446B9}"/>
              </a:ext>
            </a:extLst>
          </p:cNvPr>
          <p:cNvSpPr>
            <a:spLocks noGrp="1" noChangeArrowheads="1"/>
          </p:cNvSpPr>
          <p:nvPr>
            <p:ph type="title" idx="4294967295"/>
          </p:nvPr>
        </p:nvSpPr>
        <p:spPr bwMode="auto">
          <a:xfrm>
            <a:off x="2422526" y="155574"/>
            <a:ext cx="7772400" cy="1143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3600" dirty="0">
                <a:solidFill>
                  <a:schemeClr val="tx1"/>
                </a:solidFill>
              </a:rPr>
              <a:t>伯努利人物简介</a:t>
            </a:r>
          </a:p>
        </p:txBody>
      </p:sp>
      <p:pic>
        <p:nvPicPr>
          <p:cNvPr id="164867" name="Picture 3">
            <a:extLst>
              <a:ext uri="{FF2B5EF4-FFF2-40B4-BE49-F238E27FC236}">
                <a16:creationId xmlns:a16="http://schemas.microsoft.com/office/drawing/2014/main" id="{147BA8BA-2387-482F-9DF3-6FA662A17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8" y="1557339"/>
            <a:ext cx="1871662" cy="2879725"/>
          </a:xfrm>
          <a:prstGeom prst="rect">
            <a:avLst/>
          </a:prstGeom>
          <a:noFill/>
          <a:extLst>
            <a:ext uri="{909E8E84-426E-40DD-AFC4-6F175D3DCCD1}">
              <a14:hiddenFill xmlns:a14="http://schemas.microsoft.com/office/drawing/2010/main">
                <a:solidFill>
                  <a:srgbClr val="FFFFFF"/>
                </a:solidFill>
              </a14:hiddenFill>
            </a:ext>
          </a:extLst>
        </p:spPr>
      </p:pic>
      <p:sp>
        <p:nvSpPr>
          <p:cNvPr id="164868" name="Text Box 4">
            <a:extLst>
              <a:ext uri="{FF2B5EF4-FFF2-40B4-BE49-F238E27FC236}">
                <a16:creationId xmlns:a16="http://schemas.microsoft.com/office/drawing/2014/main" id="{F2E92337-76CD-4473-AE01-4D49363D5125}"/>
              </a:ext>
            </a:extLst>
          </p:cNvPr>
          <p:cNvSpPr txBox="1">
            <a:spLocks noChangeArrowheads="1"/>
          </p:cNvSpPr>
          <p:nvPr/>
        </p:nvSpPr>
        <p:spPr bwMode="auto">
          <a:xfrm>
            <a:off x="3792539" y="1412875"/>
            <a:ext cx="6588125" cy="279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800" dirty="0">
                <a:solidFill>
                  <a:srgbClr val="FF6600"/>
                </a:solidFill>
                <a:effectLst>
                  <a:outerShdw blurRad="38100" dist="38100" dir="2700000" algn="tl">
                    <a:srgbClr val="C0C0C0"/>
                  </a:outerShdw>
                </a:effectLst>
                <a:latin typeface="Times New Roman" panose="02020603050405020304" pitchFamily="18" charset="0"/>
              </a:rPr>
              <a:t>丹尼尔</a:t>
            </a:r>
            <a:r>
              <a:rPr kumimoji="1" lang="en-US" altLang="zh-CN" sz="2800" dirty="0">
                <a:solidFill>
                  <a:srgbClr val="FF6600"/>
                </a:solidFill>
                <a:effectLst>
                  <a:outerShdw blurRad="38100" dist="38100" dir="2700000" algn="tl">
                    <a:srgbClr val="C0C0C0"/>
                  </a:outerShdw>
                </a:effectLst>
                <a:latin typeface="Times New Roman" panose="02020603050405020304" pitchFamily="18" charset="0"/>
              </a:rPr>
              <a:t>·</a:t>
            </a:r>
            <a:r>
              <a:rPr kumimoji="1" lang="zh-CN" altLang="en-US" sz="2800" dirty="0">
                <a:solidFill>
                  <a:srgbClr val="FF6600"/>
                </a:solidFill>
                <a:effectLst>
                  <a:outerShdw blurRad="38100" dist="38100" dir="2700000" algn="tl">
                    <a:srgbClr val="C0C0C0"/>
                  </a:outerShdw>
                </a:effectLst>
                <a:latin typeface="Times New Roman" panose="02020603050405020304" pitchFamily="18" charset="0"/>
              </a:rPr>
              <a:t>伯努利</a:t>
            </a:r>
            <a:r>
              <a:rPr kumimoji="1" lang="zh-CN" altLang="en-US" sz="2400" dirty="0">
                <a:effectLst>
                  <a:outerShdw blurRad="38100" dist="38100" dir="2700000" algn="tl">
                    <a:srgbClr val="C0C0C0"/>
                  </a:outerShdw>
                </a:effectLst>
                <a:latin typeface="Times New Roman" panose="02020603050405020304" pitchFamily="18" charset="0"/>
              </a:rPr>
              <a:t>（</a:t>
            </a:r>
            <a:r>
              <a:rPr kumimoji="1" lang="en-US" altLang="zh-CN" sz="2400" dirty="0">
                <a:effectLst>
                  <a:outerShdw blurRad="38100" dist="38100" dir="2700000" algn="tl">
                    <a:srgbClr val="C0C0C0"/>
                  </a:outerShdw>
                </a:effectLst>
                <a:latin typeface="Times New Roman" panose="02020603050405020304" pitchFamily="18" charset="0"/>
              </a:rPr>
              <a:t>1700~1782</a:t>
            </a:r>
            <a:r>
              <a:rPr kumimoji="1" lang="zh-CN" altLang="en-US" sz="2400" dirty="0">
                <a:effectLst>
                  <a:outerShdw blurRad="38100" dist="38100" dir="2700000" algn="tl">
                    <a:srgbClr val="C0C0C0"/>
                  </a:outerShdw>
                </a:effectLst>
                <a:latin typeface="Times New Roman" panose="02020603050405020304" pitchFamily="18" charset="0"/>
              </a:rPr>
              <a:t>）， </a:t>
            </a:r>
            <a:r>
              <a:rPr kumimoji="1" lang="en-US" altLang="zh-CN" sz="2400" dirty="0">
                <a:effectLst>
                  <a:outerShdw blurRad="38100" dist="38100" dir="2700000" algn="tl">
                    <a:srgbClr val="C0C0C0"/>
                  </a:outerShdw>
                </a:effectLst>
                <a:latin typeface="Times New Roman" panose="02020603050405020304" pitchFamily="18" charset="0"/>
              </a:rPr>
              <a:t>1700</a:t>
            </a:r>
            <a:r>
              <a:rPr kumimoji="1" lang="zh-CN" altLang="en-US" sz="2400" dirty="0">
                <a:effectLst>
                  <a:outerShdw blurRad="38100" dist="38100" dir="2700000" algn="tl">
                    <a:srgbClr val="C0C0C0"/>
                  </a:outerShdw>
                </a:effectLst>
                <a:latin typeface="Times New Roman" panose="02020603050405020304" pitchFamily="18" charset="0"/>
              </a:rPr>
              <a:t>年</a:t>
            </a:r>
            <a:r>
              <a:rPr kumimoji="1" lang="en-US" altLang="zh-CN" sz="2400" dirty="0">
                <a:effectLst>
                  <a:outerShdw blurRad="38100" dist="38100" dir="2700000" algn="tl">
                    <a:srgbClr val="C0C0C0"/>
                  </a:outerShdw>
                </a:effectLst>
                <a:latin typeface="Times New Roman" panose="02020603050405020304" pitchFamily="18" charset="0"/>
              </a:rPr>
              <a:t>1</a:t>
            </a:r>
            <a:r>
              <a:rPr kumimoji="1" lang="zh-CN" altLang="en-US" sz="2400" dirty="0">
                <a:effectLst>
                  <a:outerShdw blurRad="38100" dist="38100" dir="2700000" algn="tl">
                    <a:srgbClr val="C0C0C0"/>
                  </a:outerShdw>
                </a:effectLst>
                <a:latin typeface="Times New Roman" panose="02020603050405020304" pitchFamily="18" charset="0"/>
              </a:rPr>
              <a:t>月</a:t>
            </a:r>
            <a:r>
              <a:rPr kumimoji="1" lang="en-US" altLang="zh-CN" sz="2400" dirty="0">
                <a:effectLst>
                  <a:outerShdw blurRad="38100" dist="38100" dir="2700000" algn="tl">
                    <a:srgbClr val="C0C0C0"/>
                  </a:outerShdw>
                </a:effectLst>
                <a:latin typeface="Times New Roman" panose="02020603050405020304" pitchFamily="18" charset="0"/>
              </a:rPr>
              <a:t>29</a:t>
            </a:r>
            <a:r>
              <a:rPr kumimoji="1" lang="zh-CN" altLang="en-US" sz="2400" dirty="0">
                <a:effectLst>
                  <a:outerShdw blurRad="38100" dist="38100" dir="2700000" algn="tl">
                    <a:srgbClr val="C0C0C0"/>
                  </a:outerShdw>
                </a:effectLst>
                <a:latin typeface="Times New Roman" panose="02020603050405020304" pitchFamily="18" charset="0"/>
              </a:rPr>
              <a:t>日生于荷兰的格罗宁根。他自幼兴趣广泛、先后就读于尼塞尔大学、斯特拉斯堡大学和海德堡大学，学习</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逻辑</a:t>
            </a:r>
            <a:r>
              <a:rPr kumimoji="1" lang="zh-CN" altLang="en-US" sz="2400" dirty="0">
                <a:effectLst>
                  <a:outerShdw blurRad="38100" dist="38100" dir="2700000" algn="tl">
                    <a:srgbClr val="C0C0C0"/>
                  </a:outerShdw>
                </a:effectLst>
                <a:latin typeface="Times New Roman" panose="02020603050405020304" pitchFamily="18" charset="0"/>
              </a:rPr>
              <a:t>、</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哲学</a:t>
            </a:r>
            <a:r>
              <a:rPr kumimoji="1" lang="zh-CN" altLang="en-US" sz="2400" dirty="0">
                <a:effectLst>
                  <a:outerShdw blurRad="38100" dist="38100" dir="2700000" algn="tl">
                    <a:srgbClr val="C0C0C0"/>
                  </a:outerShdw>
                </a:effectLst>
                <a:latin typeface="Times New Roman" panose="02020603050405020304" pitchFamily="18" charset="0"/>
              </a:rPr>
              <a:t>、</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医学</a:t>
            </a:r>
            <a:r>
              <a:rPr kumimoji="1" lang="zh-CN" altLang="en-US" sz="2400" dirty="0">
                <a:effectLst>
                  <a:outerShdw blurRad="38100" dist="38100" dir="2700000" algn="tl">
                    <a:srgbClr val="C0C0C0"/>
                  </a:outerShdw>
                </a:effectLst>
                <a:latin typeface="Times New Roman" panose="02020603050405020304" pitchFamily="18" charset="0"/>
              </a:rPr>
              <a:t>和</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数学</a:t>
            </a:r>
            <a:r>
              <a:rPr kumimoji="1" lang="zh-CN" altLang="en-US" sz="2400" dirty="0">
                <a:effectLst>
                  <a:outerShdw blurRad="38100" dist="38100" dir="2700000" algn="tl">
                    <a:srgbClr val="C0C0C0"/>
                  </a:outerShdw>
                </a:effectLst>
                <a:latin typeface="Times New Roman" panose="02020603050405020304" pitchFamily="18" charset="0"/>
              </a:rPr>
              <a:t>。</a:t>
            </a:r>
            <a:r>
              <a:rPr kumimoji="1" lang="en-US" altLang="zh-CN" sz="2400" dirty="0">
                <a:effectLst>
                  <a:outerShdw blurRad="38100" dist="38100" dir="2700000" algn="tl">
                    <a:srgbClr val="C0C0C0"/>
                  </a:outerShdw>
                </a:effectLst>
                <a:latin typeface="Times New Roman" panose="02020603050405020304" pitchFamily="18" charset="0"/>
              </a:rPr>
              <a:t>1724</a:t>
            </a:r>
            <a:r>
              <a:rPr kumimoji="1" lang="zh-CN" altLang="en-US" sz="2400" dirty="0">
                <a:effectLst>
                  <a:outerShdw blurRad="38100" dist="38100" dir="2700000" algn="tl">
                    <a:srgbClr val="C0C0C0"/>
                  </a:outerShdw>
                </a:effectLst>
                <a:latin typeface="Times New Roman" panose="02020603050405020304" pitchFamily="18" charset="0"/>
              </a:rPr>
              <a:t>年，丹尼尔获得有关</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微积分方程</a:t>
            </a:r>
            <a:r>
              <a:rPr kumimoji="1" lang="zh-CN" altLang="en-US" sz="2400" dirty="0">
                <a:effectLst>
                  <a:outerShdw blurRad="38100" dist="38100" dir="2700000" algn="tl">
                    <a:srgbClr val="C0C0C0"/>
                  </a:outerShdw>
                </a:effectLst>
                <a:latin typeface="Times New Roman" panose="02020603050405020304" pitchFamily="18" charset="0"/>
              </a:rPr>
              <a:t>的重要成果，从而轰动欧洲科学界。</a:t>
            </a:r>
          </a:p>
        </p:txBody>
      </p:sp>
      <p:sp>
        <p:nvSpPr>
          <p:cNvPr id="164869" name="Text Box 5">
            <a:hlinkClick r:id="rId3" action="ppaction://hlinksldjump"/>
            <a:extLst>
              <a:ext uri="{FF2B5EF4-FFF2-40B4-BE49-F238E27FC236}">
                <a16:creationId xmlns:a16="http://schemas.microsoft.com/office/drawing/2014/main" id="{C88D9F11-DE4A-43BC-A681-4B62F6B386C9}"/>
              </a:ext>
            </a:extLst>
          </p:cNvPr>
          <p:cNvSpPr txBox="1">
            <a:spLocks noChangeArrowheads="1"/>
          </p:cNvSpPr>
          <p:nvPr/>
        </p:nvSpPr>
        <p:spPr bwMode="auto">
          <a:xfrm>
            <a:off x="2063751" y="4724401"/>
            <a:ext cx="813117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sz="2400" dirty="0">
                <a:effectLst>
                  <a:outerShdw blurRad="38100" dist="38100" dir="2700000" algn="tl">
                    <a:srgbClr val="C0C0C0"/>
                  </a:outerShdw>
                </a:effectLst>
                <a:latin typeface="Times New Roman" panose="02020603050405020304" pitchFamily="18" charset="0"/>
              </a:rPr>
              <a:t>        </a:t>
            </a:r>
            <a:r>
              <a:rPr kumimoji="1" lang="zh-CN" altLang="en-US" sz="2400" dirty="0">
                <a:effectLst>
                  <a:outerShdw blurRad="38100" dist="38100" dir="2700000" algn="tl">
                    <a:srgbClr val="C0C0C0"/>
                  </a:outerShdw>
                </a:effectLst>
                <a:latin typeface="Times New Roman" panose="02020603050405020304" pitchFamily="18" charset="0"/>
              </a:rPr>
              <a:t>伯努利把牛顿力学引入对流体力学的研究，其著名的</a:t>
            </a:r>
            <a:r>
              <a:rPr kumimoji="1" lang="en-US" altLang="zh-CN" sz="2400" dirty="0">
                <a:effectLst>
                  <a:outerShdw blurRad="38100" dist="38100" dir="2700000" algn="tl">
                    <a:srgbClr val="C0C0C0"/>
                  </a:outerShdw>
                </a:effectLst>
                <a:latin typeface="Times New Roman" panose="02020603050405020304" pitchFamily="18" charset="0"/>
              </a:rPr>
              <a:t>《</a:t>
            </a:r>
            <a:r>
              <a:rPr kumimoji="1" lang="zh-CN" altLang="en-US" sz="2400" dirty="0">
                <a:effectLst>
                  <a:outerShdw blurRad="38100" dist="38100" dir="2700000" algn="tl">
                    <a:srgbClr val="C0C0C0"/>
                  </a:outerShdw>
                </a:effectLst>
                <a:latin typeface="Times New Roman" panose="02020603050405020304" pitchFamily="18" charset="0"/>
              </a:rPr>
              <a:t>流体力学</a:t>
            </a:r>
            <a:r>
              <a:rPr kumimoji="1" lang="en-US" altLang="zh-CN" sz="2400" dirty="0">
                <a:effectLst>
                  <a:outerShdw blurRad="38100" dist="38100" dir="2700000" algn="tl">
                    <a:srgbClr val="C0C0C0"/>
                  </a:outerShdw>
                </a:effectLst>
                <a:latin typeface="Times New Roman" panose="02020603050405020304" pitchFamily="18" charset="0"/>
              </a:rPr>
              <a:t>》</a:t>
            </a:r>
            <a:r>
              <a:rPr kumimoji="1" lang="zh-CN" altLang="en-US" sz="2400" dirty="0">
                <a:effectLst>
                  <a:outerShdw blurRad="38100" dist="38100" dir="2700000" algn="tl">
                    <a:srgbClr val="C0C0C0"/>
                  </a:outerShdw>
                </a:effectLst>
                <a:latin typeface="Times New Roman" panose="02020603050405020304" pitchFamily="18" charset="0"/>
              </a:rPr>
              <a:t>一书影响深远。他同时是</a:t>
            </a:r>
            <a:r>
              <a:rPr kumimoji="1" lang="zh-CN" altLang="en-US" sz="2400" dirty="0">
                <a:solidFill>
                  <a:srgbClr val="FF6600"/>
                </a:solidFill>
                <a:effectLst>
                  <a:outerShdw blurRad="38100" dist="38100" dir="2700000" algn="tl">
                    <a:srgbClr val="C0C0C0"/>
                  </a:outerShdw>
                </a:effectLst>
                <a:latin typeface="Times New Roman" panose="02020603050405020304" pitchFamily="18" charset="0"/>
              </a:rPr>
              <a:t>气体动力学</a:t>
            </a:r>
            <a:r>
              <a:rPr kumimoji="1" lang="zh-CN" altLang="en-US" sz="2400" dirty="0">
                <a:effectLst>
                  <a:outerShdw blurRad="38100" dist="38100" dir="2700000" algn="tl">
                    <a:srgbClr val="C0C0C0"/>
                  </a:outerShdw>
                </a:effectLst>
                <a:latin typeface="Times New Roman" panose="02020603050405020304" pitchFamily="18" charset="0"/>
              </a:rPr>
              <a:t>专家。</a:t>
            </a:r>
            <a:r>
              <a:rPr kumimoji="1" lang="en-US" altLang="zh-CN" sz="2400" dirty="0">
                <a:effectLst>
                  <a:outerShdw blurRad="38100" dist="38100" dir="2700000" algn="tl">
                    <a:srgbClr val="C0C0C0"/>
                  </a:outerShdw>
                </a:effectLst>
                <a:latin typeface="Times New Roman" panose="02020603050405020304" pitchFamily="18" charset="0"/>
              </a:rPr>
              <a:t>1782</a:t>
            </a:r>
            <a:r>
              <a:rPr kumimoji="1" lang="zh-CN" altLang="en-US" sz="2400" dirty="0">
                <a:effectLst>
                  <a:outerShdw blurRad="38100" dist="38100" dir="2700000" algn="tl">
                    <a:srgbClr val="C0C0C0"/>
                  </a:outerShdw>
                </a:effectLst>
                <a:latin typeface="Times New Roman" panose="02020603050405020304" pitchFamily="18" charset="0"/>
              </a:rPr>
              <a:t>年</a:t>
            </a:r>
            <a:r>
              <a:rPr kumimoji="1" lang="en-US" altLang="zh-CN" sz="2400" dirty="0">
                <a:effectLst>
                  <a:outerShdw blurRad="38100" dist="38100" dir="2700000" algn="tl">
                    <a:srgbClr val="C0C0C0"/>
                  </a:outerShdw>
                </a:effectLst>
                <a:latin typeface="Times New Roman" panose="02020603050405020304" pitchFamily="18" charset="0"/>
              </a:rPr>
              <a:t>3</a:t>
            </a:r>
            <a:r>
              <a:rPr kumimoji="1" lang="zh-CN" altLang="en-US" sz="2400" dirty="0">
                <a:effectLst>
                  <a:outerShdw blurRad="38100" dist="38100" dir="2700000" algn="tl">
                    <a:srgbClr val="C0C0C0"/>
                  </a:outerShdw>
                </a:effectLst>
                <a:latin typeface="Times New Roman" panose="02020603050405020304" pitchFamily="18" charset="0"/>
              </a:rPr>
              <a:t>月</a:t>
            </a:r>
            <a:r>
              <a:rPr kumimoji="1" lang="en-US" altLang="zh-CN" sz="2400" dirty="0">
                <a:effectLst>
                  <a:outerShdw blurRad="38100" dist="38100" dir="2700000" algn="tl">
                    <a:srgbClr val="C0C0C0"/>
                  </a:outerShdw>
                </a:effectLst>
                <a:latin typeface="Times New Roman" panose="02020603050405020304" pitchFamily="18" charset="0"/>
              </a:rPr>
              <a:t>17</a:t>
            </a:r>
            <a:r>
              <a:rPr kumimoji="1" lang="zh-CN" altLang="en-US" sz="2400" dirty="0">
                <a:effectLst>
                  <a:outerShdw blurRad="38100" dist="38100" dir="2700000" algn="tl">
                    <a:srgbClr val="C0C0C0"/>
                  </a:outerShdw>
                </a:effectLst>
                <a:latin typeface="Times New Roman" panose="02020603050405020304" pitchFamily="18" charset="0"/>
              </a:rPr>
              <a:t>日，丹尼尔伯努利在瑞土巴塞尔去世。</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6"/>
                                        </p:tgtEl>
                                        <p:attrNameLst>
                                          <p:attrName>style.visibility</p:attrName>
                                        </p:attrNameLst>
                                      </p:cBhvr>
                                      <p:to>
                                        <p:strVal val="visible"/>
                                      </p:to>
                                    </p:set>
                                    <p:animEffect transition="in" filter="wipe(left)">
                                      <p:cBhvr>
                                        <p:cTn id="7" dur="1000"/>
                                        <p:tgtEl>
                                          <p:spTgt spid="164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4867"/>
                                        </p:tgtEl>
                                        <p:attrNameLst>
                                          <p:attrName>style.visibility</p:attrName>
                                        </p:attrNameLst>
                                      </p:cBhvr>
                                      <p:to>
                                        <p:strVal val="visible"/>
                                      </p:to>
                                    </p:set>
                                    <p:animEffect transition="in" filter="wipe(left)">
                                      <p:cBhvr>
                                        <p:cTn id="12" dur="1000"/>
                                        <p:tgtEl>
                                          <p:spTgt spid="1648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868"/>
                                        </p:tgtEl>
                                        <p:attrNameLst>
                                          <p:attrName>style.visibility</p:attrName>
                                        </p:attrNameLst>
                                      </p:cBhvr>
                                      <p:to>
                                        <p:strVal val="visible"/>
                                      </p:to>
                                    </p:set>
                                    <p:animEffect transition="in" filter="wipe(left)">
                                      <p:cBhvr>
                                        <p:cTn id="17" dur="1000"/>
                                        <p:tgtEl>
                                          <p:spTgt spid="1648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4869"/>
                                        </p:tgtEl>
                                        <p:attrNameLst>
                                          <p:attrName>style.visibility</p:attrName>
                                        </p:attrNameLst>
                                      </p:cBhvr>
                                      <p:to>
                                        <p:strVal val="visible"/>
                                      </p:to>
                                    </p:set>
                                    <p:animEffect transition="in" filter="wipe(left)">
                                      <p:cBhvr>
                                        <p:cTn id="22" dur="1000"/>
                                        <p:tgtEl>
                                          <p:spTgt spid="164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animBg="1"/>
      <p:bldP spid="164868" grpId="0"/>
      <p:bldP spid="16486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3|22.5|16.1"/>
</p:tagLst>
</file>

<file path=ppt/tags/tag2.xml><?xml version="1.0" encoding="utf-8"?>
<p:tagLst xmlns:a="http://schemas.openxmlformats.org/drawingml/2006/main" xmlns:r="http://schemas.openxmlformats.org/officeDocument/2006/relationships" xmlns:p="http://schemas.openxmlformats.org/presentationml/2006/main">
  <p:tag name="TIMING" val="|8.1|4.1|23.6|3.4|5.1|8|4.4|0.5|1.1|1.1|1.5|1.4|1.8|1"/>
</p:tagLst>
</file>

<file path=ppt/tags/tag3.xml><?xml version="1.0" encoding="utf-8"?>
<p:tagLst xmlns:a="http://schemas.openxmlformats.org/drawingml/2006/main" xmlns:r="http://schemas.openxmlformats.org/officeDocument/2006/relationships" xmlns:p="http://schemas.openxmlformats.org/presentationml/2006/main">
  <p:tag name="TIMING" val="|1.2|10|9.6|7.8|8.8|0.7|1.5|8.9"/>
</p:tagLst>
</file>

<file path=ppt/tags/tag4.xml><?xml version="1.0" encoding="utf-8"?>
<p:tagLst xmlns:a="http://schemas.openxmlformats.org/drawingml/2006/main" xmlns:r="http://schemas.openxmlformats.org/officeDocument/2006/relationships" xmlns:p="http://schemas.openxmlformats.org/presentationml/2006/main">
  <p:tag name="TIMING" val="|0.7|0.7|42|6.5"/>
</p:tagLst>
</file>

<file path=ppt/tags/tag5.xml><?xml version="1.0" encoding="utf-8"?>
<p:tagLst xmlns:a="http://schemas.openxmlformats.org/drawingml/2006/main" xmlns:r="http://schemas.openxmlformats.org/officeDocument/2006/relationships" xmlns:p="http://schemas.openxmlformats.org/presentationml/2006/main">
  <p:tag name="TIMING" val="|0.6|3.3|8.1|17.2|19.9|5.4|11.1|6.7|1.7|9.1|1.1|11.8|2.7|1.5|4.9|6.4"/>
</p:tagLst>
</file>

<file path=ppt/tags/tag6.xml><?xml version="1.0" encoding="utf-8"?>
<p:tagLst xmlns:a="http://schemas.openxmlformats.org/drawingml/2006/main" xmlns:r="http://schemas.openxmlformats.org/officeDocument/2006/relationships" xmlns:p="http://schemas.openxmlformats.org/presentationml/2006/main">
  <p:tag name="TIMING" val="|10.6|53.4|7.4|5.2|3.4|30.1"/>
</p:tagLst>
</file>

<file path=ppt/tags/tag7.xml><?xml version="1.0" encoding="utf-8"?>
<p:tagLst xmlns:a="http://schemas.openxmlformats.org/drawingml/2006/main" xmlns:r="http://schemas.openxmlformats.org/officeDocument/2006/relationships" xmlns:p="http://schemas.openxmlformats.org/presentationml/2006/main">
  <p:tag name="TIMING" val="|6.3|25.9|7.2|10.9|1.1|32.8|16.3"/>
</p:tagLst>
</file>

<file path=ppt/tags/tag8.xml><?xml version="1.0" encoding="utf-8"?>
<p:tagLst xmlns:a="http://schemas.openxmlformats.org/drawingml/2006/main" xmlns:r="http://schemas.openxmlformats.org/officeDocument/2006/relationships" xmlns:p="http://schemas.openxmlformats.org/presentationml/2006/main">
  <p:tag name="TIMING" val="|2.2|7.3"/>
</p:tagLst>
</file>

<file path=ppt/tags/tag9.xml><?xml version="1.0" encoding="utf-8"?>
<p:tagLst xmlns:a="http://schemas.openxmlformats.org/drawingml/2006/main" xmlns:r="http://schemas.openxmlformats.org/officeDocument/2006/relationships" xmlns:p="http://schemas.openxmlformats.org/presentationml/2006/main">
  <p:tag name="TIMING" val="|1.5|1.7|9.8|5.7|11.4"/>
</p:tagLst>
</file>

<file path=ppt/tags/tag10.xml><?xml version="1.0" encoding="utf-8"?>
<p:tagLst xmlns:a="http://schemas.openxmlformats.org/drawingml/2006/main" xmlns:r="http://schemas.openxmlformats.org/officeDocument/2006/relationships" xmlns:p="http://schemas.openxmlformats.org/presentationml/2006/main">
  <p:tag name="TIMING" val="|4.5|2|1.6|17|72"/>
</p:tagLst>
</file>

<file path=ppt/tags/tag11.xml><?xml version="1.0" encoding="utf-8"?>
<p:tagLst xmlns:a="http://schemas.openxmlformats.org/drawingml/2006/main" xmlns:r="http://schemas.openxmlformats.org/officeDocument/2006/relationships" xmlns:p="http://schemas.openxmlformats.org/presentationml/2006/main">
  <p:tag name="TIMING" val="|2.8|17.4|25.4|21|6.9|1.1|1.6|1.8|4.5|6.2|8.5"/>
</p:tagLst>
</file>

<file path=ppt/theme/theme1.xml><?xml version="1.0" encoding="utf-8"?>
<a:theme xmlns:a="http://schemas.openxmlformats.org/drawingml/2006/main" name="主题1">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C4017EC2-2D64-4099-8835-C456581716B1}" vid="{8FF7B8DE-EE53-4FED-8908-120C3FFD6A9D}"/>
    </a:ext>
  </a:extLst>
</a:theme>
</file>

<file path=docProps/app.xml><?xml version="1.0" encoding="utf-8"?>
<Properties xmlns="http://schemas.openxmlformats.org/officeDocument/2006/extended-properties" xmlns:vt="http://schemas.openxmlformats.org/officeDocument/2006/docPropsVTypes">
  <TotalTime>689</TotalTime>
  <Words>1039</Words>
  <Application>Microsoft Office PowerPoint</Application>
  <PresentationFormat>宽屏</PresentationFormat>
  <Paragraphs>103</Paragraphs>
  <Slides>13</Slides>
  <Notes>0</Notes>
  <HiddenSlides>1</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13</vt:i4>
      </vt:variant>
    </vt:vector>
  </HeadingPairs>
  <TitlesOfParts>
    <vt:vector size="24" baseType="lpstr">
      <vt:lpstr>黑体</vt:lpstr>
      <vt:lpstr>楷体_GB2312</vt:lpstr>
      <vt:lpstr>宋体</vt:lpstr>
      <vt:lpstr>Arial</vt:lpstr>
      <vt:lpstr>Cambria Math</vt:lpstr>
      <vt:lpstr>Times New Roman</vt:lpstr>
      <vt:lpstr>Wingdings</vt:lpstr>
      <vt:lpstr>主题1</vt:lpstr>
      <vt:lpstr>公式</vt:lpstr>
      <vt:lpstr>Equation</vt:lpstr>
      <vt:lpstr>Equation.3</vt:lpstr>
      <vt:lpstr>4-7  流体 伯努利方程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伯努利人物简介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 jh</dc:creator>
  <cp:lastModifiedBy>L jh</cp:lastModifiedBy>
  <cp:revision>47</cp:revision>
  <dcterms:created xsi:type="dcterms:W3CDTF">2020-04-07T07:55:40Z</dcterms:created>
  <dcterms:modified xsi:type="dcterms:W3CDTF">2020-04-11T08:14:26Z</dcterms:modified>
</cp:coreProperties>
</file>